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0">
          <p15:clr>
            <a:srgbClr val="A4A3A4"/>
          </p15:clr>
        </p15:guide>
        <p15:guide id="2" pos="47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42" y="-684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E25D36C-6195-6C00-EA38-EF157FE26E16}"/>
              </a:ext>
            </a:extLst>
          </p:cNvPr>
          <p:cNvGrpSpPr/>
          <p:nvPr/>
        </p:nvGrpSpPr>
        <p:grpSpPr>
          <a:xfrm>
            <a:off x="1600200" y="3288311"/>
            <a:ext cx="11914505" cy="4165495"/>
            <a:chOff x="1600200" y="3288311"/>
            <a:chExt cx="11914505" cy="4165495"/>
          </a:xfrm>
        </p:grpSpPr>
        <p:sp>
          <p:nvSpPr>
            <p:cNvPr id="3" name="rc3"/>
            <p:cNvSpPr/>
            <p:nvPr/>
          </p:nvSpPr>
          <p:spPr>
            <a:xfrm>
              <a:off x="1600200" y="3520281"/>
              <a:ext cx="118872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" name="rc4"/>
            <p:cNvSpPr/>
            <p:nvPr/>
          </p:nvSpPr>
          <p:spPr>
            <a:xfrm>
              <a:off x="1600200" y="3520281"/>
              <a:ext cx="2377440" cy="32989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6" name="pg6"/>
            <p:cNvSpPr/>
            <p:nvPr/>
          </p:nvSpPr>
          <p:spPr>
            <a:xfrm>
              <a:off x="1804741" y="5158716"/>
              <a:ext cx="2003152" cy="1132833"/>
            </a:xfrm>
            <a:custGeom>
              <a:avLst/>
              <a:gdLst/>
              <a:ahLst/>
              <a:cxnLst/>
              <a:rect l="0" t="0" r="0" b="0"/>
              <a:pathLst>
                <a:path w="2003152" h="1132833">
                  <a:moveTo>
                    <a:pt x="0" y="1132833"/>
                  </a:moveTo>
                  <a:lnTo>
                    <a:pt x="3920" y="1132833"/>
                  </a:lnTo>
                  <a:lnTo>
                    <a:pt x="7840" y="1132833"/>
                  </a:lnTo>
                  <a:lnTo>
                    <a:pt x="11760" y="1132833"/>
                  </a:lnTo>
                  <a:lnTo>
                    <a:pt x="15680" y="1132833"/>
                  </a:lnTo>
                  <a:lnTo>
                    <a:pt x="19600" y="1132833"/>
                  </a:lnTo>
                  <a:lnTo>
                    <a:pt x="23520" y="1132833"/>
                  </a:lnTo>
                  <a:lnTo>
                    <a:pt x="27440" y="1132833"/>
                  </a:lnTo>
                  <a:lnTo>
                    <a:pt x="31360" y="1132833"/>
                  </a:lnTo>
                  <a:lnTo>
                    <a:pt x="35280" y="1132833"/>
                  </a:lnTo>
                  <a:lnTo>
                    <a:pt x="39200" y="1132833"/>
                  </a:lnTo>
                  <a:lnTo>
                    <a:pt x="43120" y="1132833"/>
                  </a:lnTo>
                  <a:lnTo>
                    <a:pt x="47040" y="1132833"/>
                  </a:lnTo>
                  <a:lnTo>
                    <a:pt x="50960" y="1132833"/>
                  </a:lnTo>
                  <a:lnTo>
                    <a:pt x="54880" y="1132833"/>
                  </a:lnTo>
                  <a:lnTo>
                    <a:pt x="58800" y="1132833"/>
                  </a:lnTo>
                  <a:lnTo>
                    <a:pt x="62721" y="1132833"/>
                  </a:lnTo>
                  <a:lnTo>
                    <a:pt x="66641" y="1132833"/>
                  </a:lnTo>
                  <a:lnTo>
                    <a:pt x="70561" y="1132833"/>
                  </a:lnTo>
                  <a:lnTo>
                    <a:pt x="74481" y="1132833"/>
                  </a:lnTo>
                  <a:lnTo>
                    <a:pt x="78401" y="1132833"/>
                  </a:lnTo>
                  <a:lnTo>
                    <a:pt x="82321" y="1132833"/>
                  </a:lnTo>
                  <a:lnTo>
                    <a:pt x="86241" y="1132833"/>
                  </a:lnTo>
                  <a:lnTo>
                    <a:pt x="90161" y="1132833"/>
                  </a:lnTo>
                  <a:lnTo>
                    <a:pt x="94081" y="1132833"/>
                  </a:lnTo>
                  <a:lnTo>
                    <a:pt x="98001" y="1132833"/>
                  </a:lnTo>
                  <a:lnTo>
                    <a:pt x="101921" y="1132833"/>
                  </a:lnTo>
                  <a:lnTo>
                    <a:pt x="105841" y="1132833"/>
                  </a:lnTo>
                  <a:lnTo>
                    <a:pt x="109761" y="1132833"/>
                  </a:lnTo>
                  <a:lnTo>
                    <a:pt x="113681" y="1132832"/>
                  </a:lnTo>
                  <a:lnTo>
                    <a:pt x="117601" y="1132831"/>
                  </a:lnTo>
                  <a:lnTo>
                    <a:pt x="121521" y="1132828"/>
                  </a:lnTo>
                  <a:lnTo>
                    <a:pt x="125442" y="1132822"/>
                  </a:lnTo>
                  <a:lnTo>
                    <a:pt x="129362" y="1132809"/>
                  </a:lnTo>
                  <a:lnTo>
                    <a:pt x="133282" y="1132782"/>
                  </a:lnTo>
                  <a:lnTo>
                    <a:pt x="137202" y="1132730"/>
                  </a:lnTo>
                  <a:lnTo>
                    <a:pt x="141122" y="1132636"/>
                  </a:lnTo>
                  <a:lnTo>
                    <a:pt x="145042" y="1132474"/>
                  </a:lnTo>
                  <a:lnTo>
                    <a:pt x="148962" y="1132211"/>
                  </a:lnTo>
                  <a:lnTo>
                    <a:pt x="152882" y="1131808"/>
                  </a:lnTo>
                  <a:lnTo>
                    <a:pt x="156802" y="1131224"/>
                  </a:lnTo>
                  <a:lnTo>
                    <a:pt x="160722" y="1130426"/>
                  </a:lnTo>
                  <a:lnTo>
                    <a:pt x="164642" y="1129394"/>
                  </a:lnTo>
                  <a:lnTo>
                    <a:pt x="168562" y="1128136"/>
                  </a:lnTo>
                  <a:lnTo>
                    <a:pt x="172482" y="1126693"/>
                  </a:lnTo>
                  <a:lnTo>
                    <a:pt x="176402" y="1125143"/>
                  </a:lnTo>
                  <a:lnTo>
                    <a:pt x="180322" y="1123588"/>
                  </a:lnTo>
                  <a:lnTo>
                    <a:pt x="184242" y="1122148"/>
                  </a:lnTo>
                  <a:lnTo>
                    <a:pt x="188163" y="1120910"/>
                  </a:lnTo>
                  <a:lnTo>
                    <a:pt x="192083" y="1119889"/>
                  </a:lnTo>
                  <a:lnTo>
                    <a:pt x="196003" y="1119025"/>
                  </a:lnTo>
                  <a:lnTo>
                    <a:pt x="199923" y="1118173"/>
                  </a:lnTo>
                  <a:lnTo>
                    <a:pt x="203843" y="1117125"/>
                  </a:lnTo>
                  <a:lnTo>
                    <a:pt x="207763" y="1115642"/>
                  </a:lnTo>
                  <a:lnTo>
                    <a:pt x="211683" y="1113501"/>
                  </a:lnTo>
                  <a:lnTo>
                    <a:pt x="215603" y="1110537"/>
                  </a:lnTo>
                  <a:lnTo>
                    <a:pt x="219523" y="1106665"/>
                  </a:lnTo>
                  <a:lnTo>
                    <a:pt x="223443" y="1101890"/>
                  </a:lnTo>
                  <a:lnTo>
                    <a:pt x="227363" y="1096276"/>
                  </a:lnTo>
                  <a:lnTo>
                    <a:pt x="231283" y="1089911"/>
                  </a:lnTo>
                  <a:lnTo>
                    <a:pt x="235203" y="1082848"/>
                  </a:lnTo>
                  <a:lnTo>
                    <a:pt x="239123" y="1075069"/>
                  </a:lnTo>
                  <a:lnTo>
                    <a:pt x="243043" y="1066460"/>
                  </a:lnTo>
                  <a:lnTo>
                    <a:pt x="246963" y="1056765"/>
                  </a:lnTo>
                  <a:lnTo>
                    <a:pt x="250884" y="1045734"/>
                  </a:lnTo>
                  <a:lnTo>
                    <a:pt x="254804" y="1033200"/>
                  </a:lnTo>
                  <a:lnTo>
                    <a:pt x="258724" y="1019096"/>
                  </a:lnTo>
                  <a:lnTo>
                    <a:pt x="262644" y="1003558"/>
                  </a:lnTo>
                  <a:lnTo>
                    <a:pt x="266564" y="986978"/>
                  </a:lnTo>
                  <a:lnTo>
                    <a:pt x="270484" y="970022"/>
                  </a:lnTo>
                  <a:lnTo>
                    <a:pt x="274404" y="953601"/>
                  </a:lnTo>
                  <a:lnTo>
                    <a:pt x="278324" y="938792"/>
                  </a:lnTo>
                  <a:lnTo>
                    <a:pt x="282244" y="926717"/>
                  </a:lnTo>
                  <a:lnTo>
                    <a:pt x="286164" y="918402"/>
                  </a:lnTo>
                  <a:lnTo>
                    <a:pt x="290084" y="914632"/>
                  </a:lnTo>
                  <a:lnTo>
                    <a:pt x="294004" y="915843"/>
                  </a:lnTo>
                  <a:lnTo>
                    <a:pt x="297924" y="922055"/>
                  </a:lnTo>
                  <a:lnTo>
                    <a:pt x="301844" y="932869"/>
                  </a:lnTo>
                  <a:lnTo>
                    <a:pt x="305764" y="947511"/>
                  </a:lnTo>
                  <a:lnTo>
                    <a:pt x="309684" y="964980"/>
                  </a:lnTo>
                  <a:lnTo>
                    <a:pt x="313605" y="983895"/>
                  </a:lnTo>
                  <a:lnTo>
                    <a:pt x="317525" y="1002901"/>
                  </a:lnTo>
                  <a:lnTo>
                    <a:pt x="321445" y="1020824"/>
                  </a:lnTo>
                  <a:lnTo>
                    <a:pt x="325365" y="1036649"/>
                  </a:lnTo>
                  <a:lnTo>
                    <a:pt x="329285" y="1049564"/>
                  </a:lnTo>
                  <a:lnTo>
                    <a:pt x="333205" y="1058970"/>
                  </a:lnTo>
                  <a:lnTo>
                    <a:pt x="337125" y="1064469"/>
                  </a:lnTo>
                  <a:lnTo>
                    <a:pt x="341045" y="1065842"/>
                  </a:lnTo>
                  <a:lnTo>
                    <a:pt x="344965" y="1063032"/>
                  </a:lnTo>
                  <a:lnTo>
                    <a:pt x="348885" y="1056135"/>
                  </a:lnTo>
                  <a:lnTo>
                    <a:pt x="352805" y="1045386"/>
                  </a:lnTo>
                  <a:lnTo>
                    <a:pt x="356725" y="1031131"/>
                  </a:lnTo>
                  <a:lnTo>
                    <a:pt x="360645" y="1013748"/>
                  </a:lnTo>
                  <a:lnTo>
                    <a:pt x="364565" y="993512"/>
                  </a:lnTo>
                  <a:lnTo>
                    <a:pt x="368485" y="970401"/>
                  </a:lnTo>
                  <a:lnTo>
                    <a:pt x="372405" y="943728"/>
                  </a:lnTo>
                  <a:lnTo>
                    <a:pt x="376326" y="911977"/>
                  </a:lnTo>
                  <a:lnTo>
                    <a:pt x="380246" y="873137"/>
                  </a:lnTo>
                  <a:lnTo>
                    <a:pt x="384166" y="824545"/>
                  </a:lnTo>
                  <a:lnTo>
                    <a:pt x="388086" y="763500"/>
                  </a:lnTo>
                  <a:lnTo>
                    <a:pt x="392006" y="687955"/>
                  </a:lnTo>
                  <a:lnTo>
                    <a:pt x="395926" y="597334"/>
                  </a:lnTo>
                  <a:lnTo>
                    <a:pt x="399846" y="493335"/>
                  </a:lnTo>
                  <a:lnTo>
                    <a:pt x="403766" y="380474"/>
                  </a:lnTo>
                  <a:lnTo>
                    <a:pt x="407686" y="266194"/>
                  </a:lnTo>
                  <a:lnTo>
                    <a:pt x="411606" y="160343"/>
                  </a:lnTo>
                  <a:lnTo>
                    <a:pt x="415526" y="74004"/>
                  </a:lnTo>
                  <a:lnTo>
                    <a:pt x="419446" y="17803"/>
                  </a:lnTo>
                  <a:lnTo>
                    <a:pt x="423366" y="0"/>
                  </a:lnTo>
                  <a:lnTo>
                    <a:pt x="427286" y="24788"/>
                  </a:lnTo>
                  <a:lnTo>
                    <a:pt x="431206" y="91269"/>
                  </a:lnTo>
                  <a:lnTo>
                    <a:pt x="435126" y="193973"/>
                  </a:lnTo>
                  <a:lnTo>
                    <a:pt x="439047" y="321968"/>
                  </a:lnTo>
                  <a:lnTo>
                    <a:pt x="442967" y="461040"/>
                  </a:lnTo>
                  <a:lnTo>
                    <a:pt x="446887" y="599154"/>
                  </a:lnTo>
                  <a:lnTo>
                    <a:pt x="450807" y="726502"/>
                  </a:lnTo>
                  <a:lnTo>
                    <a:pt x="454727" y="836486"/>
                  </a:lnTo>
                  <a:lnTo>
                    <a:pt x="458647" y="925930"/>
                  </a:lnTo>
                  <a:lnTo>
                    <a:pt x="462567" y="994645"/>
                  </a:lnTo>
                  <a:lnTo>
                    <a:pt x="466487" y="1044613"/>
                  </a:lnTo>
                  <a:lnTo>
                    <a:pt x="470407" y="1079043"/>
                  </a:lnTo>
                  <a:lnTo>
                    <a:pt x="474327" y="1101537"/>
                  </a:lnTo>
                  <a:lnTo>
                    <a:pt x="478247" y="1115472"/>
                  </a:lnTo>
                  <a:lnTo>
                    <a:pt x="482167" y="1123658"/>
                  </a:lnTo>
                  <a:lnTo>
                    <a:pt x="486087" y="1128217"/>
                  </a:lnTo>
                  <a:lnTo>
                    <a:pt x="490007" y="1130624"/>
                  </a:lnTo>
                  <a:lnTo>
                    <a:pt x="493927" y="1131828"/>
                  </a:lnTo>
                  <a:lnTo>
                    <a:pt x="497847" y="1132393"/>
                  </a:lnTo>
                  <a:lnTo>
                    <a:pt x="501768" y="1132643"/>
                  </a:lnTo>
                  <a:lnTo>
                    <a:pt x="505688" y="1132754"/>
                  </a:lnTo>
                  <a:lnTo>
                    <a:pt x="509608" y="1132802"/>
                  </a:lnTo>
                  <a:lnTo>
                    <a:pt x="513528" y="1132821"/>
                  </a:lnTo>
                  <a:lnTo>
                    <a:pt x="517448" y="1132829"/>
                  </a:lnTo>
                  <a:lnTo>
                    <a:pt x="521368" y="1132831"/>
                  </a:lnTo>
                  <a:lnTo>
                    <a:pt x="525288" y="1132832"/>
                  </a:lnTo>
                  <a:lnTo>
                    <a:pt x="529208" y="1132833"/>
                  </a:lnTo>
                  <a:lnTo>
                    <a:pt x="533128" y="1132833"/>
                  </a:lnTo>
                  <a:lnTo>
                    <a:pt x="537048" y="1132833"/>
                  </a:lnTo>
                  <a:lnTo>
                    <a:pt x="540968" y="1132833"/>
                  </a:lnTo>
                  <a:lnTo>
                    <a:pt x="544888" y="1132833"/>
                  </a:lnTo>
                  <a:lnTo>
                    <a:pt x="548808" y="1132833"/>
                  </a:lnTo>
                  <a:lnTo>
                    <a:pt x="552728" y="1132833"/>
                  </a:lnTo>
                  <a:lnTo>
                    <a:pt x="556648" y="1132833"/>
                  </a:lnTo>
                  <a:lnTo>
                    <a:pt x="560569" y="1132833"/>
                  </a:lnTo>
                  <a:lnTo>
                    <a:pt x="564489" y="1132833"/>
                  </a:lnTo>
                  <a:lnTo>
                    <a:pt x="568409" y="1132833"/>
                  </a:lnTo>
                  <a:lnTo>
                    <a:pt x="572329" y="1132833"/>
                  </a:lnTo>
                  <a:lnTo>
                    <a:pt x="576249" y="1132833"/>
                  </a:lnTo>
                  <a:lnTo>
                    <a:pt x="580169" y="1132833"/>
                  </a:lnTo>
                  <a:lnTo>
                    <a:pt x="584089" y="1132833"/>
                  </a:lnTo>
                  <a:lnTo>
                    <a:pt x="588009" y="1132833"/>
                  </a:lnTo>
                  <a:lnTo>
                    <a:pt x="591929" y="1132833"/>
                  </a:lnTo>
                  <a:lnTo>
                    <a:pt x="595849" y="1132833"/>
                  </a:lnTo>
                  <a:lnTo>
                    <a:pt x="599769" y="1132833"/>
                  </a:lnTo>
                  <a:lnTo>
                    <a:pt x="603689" y="1132833"/>
                  </a:lnTo>
                  <a:lnTo>
                    <a:pt x="607609" y="1132833"/>
                  </a:lnTo>
                  <a:lnTo>
                    <a:pt x="611529" y="1132833"/>
                  </a:lnTo>
                  <a:lnTo>
                    <a:pt x="615449" y="1132833"/>
                  </a:lnTo>
                  <a:lnTo>
                    <a:pt x="619369" y="1132833"/>
                  </a:lnTo>
                  <a:lnTo>
                    <a:pt x="623290" y="1132833"/>
                  </a:lnTo>
                  <a:lnTo>
                    <a:pt x="627210" y="1132833"/>
                  </a:lnTo>
                  <a:lnTo>
                    <a:pt x="631130" y="1132833"/>
                  </a:lnTo>
                  <a:lnTo>
                    <a:pt x="635050" y="1132833"/>
                  </a:lnTo>
                  <a:lnTo>
                    <a:pt x="638970" y="1132833"/>
                  </a:lnTo>
                  <a:lnTo>
                    <a:pt x="642890" y="1132833"/>
                  </a:lnTo>
                  <a:lnTo>
                    <a:pt x="646810" y="1132833"/>
                  </a:lnTo>
                  <a:lnTo>
                    <a:pt x="650730" y="1132833"/>
                  </a:lnTo>
                  <a:lnTo>
                    <a:pt x="654650" y="1132833"/>
                  </a:lnTo>
                  <a:lnTo>
                    <a:pt x="658570" y="1132833"/>
                  </a:lnTo>
                  <a:lnTo>
                    <a:pt x="662490" y="1132833"/>
                  </a:lnTo>
                  <a:lnTo>
                    <a:pt x="666410" y="1132833"/>
                  </a:lnTo>
                  <a:lnTo>
                    <a:pt x="670330" y="1132833"/>
                  </a:lnTo>
                  <a:lnTo>
                    <a:pt x="674250" y="1132833"/>
                  </a:lnTo>
                  <a:lnTo>
                    <a:pt x="678170" y="1132833"/>
                  </a:lnTo>
                  <a:lnTo>
                    <a:pt x="682090" y="1132833"/>
                  </a:lnTo>
                  <a:lnTo>
                    <a:pt x="686011" y="1132833"/>
                  </a:lnTo>
                  <a:lnTo>
                    <a:pt x="689931" y="1132833"/>
                  </a:lnTo>
                  <a:lnTo>
                    <a:pt x="693851" y="1132833"/>
                  </a:lnTo>
                  <a:lnTo>
                    <a:pt x="697771" y="1132833"/>
                  </a:lnTo>
                  <a:lnTo>
                    <a:pt x="701691" y="1132833"/>
                  </a:lnTo>
                  <a:lnTo>
                    <a:pt x="705611" y="1132833"/>
                  </a:lnTo>
                  <a:lnTo>
                    <a:pt x="709531" y="1132833"/>
                  </a:lnTo>
                  <a:lnTo>
                    <a:pt x="713451" y="1132833"/>
                  </a:lnTo>
                  <a:lnTo>
                    <a:pt x="717371" y="1132833"/>
                  </a:lnTo>
                  <a:lnTo>
                    <a:pt x="721291" y="1132833"/>
                  </a:lnTo>
                  <a:lnTo>
                    <a:pt x="725211" y="1132833"/>
                  </a:lnTo>
                  <a:lnTo>
                    <a:pt x="729131" y="1132833"/>
                  </a:lnTo>
                  <a:lnTo>
                    <a:pt x="733051" y="1132833"/>
                  </a:lnTo>
                  <a:lnTo>
                    <a:pt x="736971" y="1132833"/>
                  </a:lnTo>
                  <a:lnTo>
                    <a:pt x="740891" y="1132833"/>
                  </a:lnTo>
                  <a:lnTo>
                    <a:pt x="744811" y="1132833"/>
                  </a:lnTo>
                  <a:lnTo>
                    <a:pt x="748732" y="1132833"/>
                  </a:lnTo>
                  <a:lnTo>
                    <a:pt x="752652" y="1132833"/>
                  </a:lnTo>
                  <a:lnTo>
                    <a:pt x="756572" y="1132833"/>
                  </a:lnTo>
                  <a:lnTo>
                    <a:pt x="760492" y="1132833"/>
                  </a:lnTo>
                  <a:lnTo>
                    <a:pt x="764412" y="1132833"/>
                  </a:lnTo>
                  <a:lnTo>
                    <a:pt x="768332" y="1132833"/>
                  </a:lnTo>
                  <a:lnTo>
                    <a:pt x="772252" y="1132833"/>
                  </a:lnTo>
                  <a:lnTo>
                    <a:pt x="776172" y="1132833"/>
                  </a:lnTo>
                  <a:lnTo>
                    <a:pt x="780092" y="1132833"/>
                  </a:lnTo>
                  <a:lnTo>
                    <a:pt x="784012" y="1132833"/>
                  </a:lnTo>
                  <a:lnTo>
                    <a:pt x="787932" y="1132833"/>
                  </a:lnTo>
                  <a:lnTo>
                    <a:pt x="791852" y="1132833"/>
                  </a:lnTo>
                  <a:lnTo>
                    <a:pt x="795772" y="1132833"/>
                  </a:lnTo>
                  <a:lnTo>
                    <a:pt x="799692" y="1132833"/>
                  </a:lnTo>
                  <a:lnTo>
                    <a:pt x="803612" y="1132833"/>
                  </a:lnTo>
                  <a:lnTo>
                    <a:pt x="807532" y="1132833"/>
                  </a:lnTo>
                  <a:lnTo>
                    <a:pt x="811453" y="1132833"/>
                  </a:lnTo>
                  <a:lnTo>
                    <a:pt x="815373" y="1132833"/>
                  </a:lnTo>
                  <a:lnTo>
                    <a:pt x="819293" y="1132833"/>
                  </a:lnTo>
                  <a:lnTo>
                    <a:pt x="823213" y="1132833"/>
                  </a:lnTo>
                  <a:lnTo>
                    <a:pt x="827133" y="1132833"/>
                  </a:lnTo>
                  <a:lnTo>
                    <a:pt x="831053" y="1132833"/>
                  </a:lnTo>
                  <a:lnTo>
                    <a:pt x="834973" y="1132833"/>
                  </a:lnTo>
                  <a:lnTo>
                    <a:pt x="838893" y="1132833"/>
                  </a:lnTo>
                  <a:lnTo>
                    <a:pt x="842813" y="1132833"/>
                  </a:lnTo>
                  <a:lnTo>
                    <a:pt x="846733" y="1132833"/>
                  </a:lnTo>
                  <a:lnTo>
                    <a:pt x="850653" y="1132833"/>
                  </a:lnTo>
                  <a:lnTo>
                    <a:pt x="854573" y="1132833"/>
                  </a:lnTo>
                  <a:lnTo>
                    <a:pt x="858493" y="1132833"/>
                  </a:lnTo>
                  <a:lnTo>
                    <a:pt x="862413" y="1132833"/>
                  </a:lnTo>
                  <a:lnTo>
                    <a:pt x="866333" y="1132833"/>
                  </a:lnTo>
                  <a:lnTo>
                    <a:pt x="870253" y="1132833"/>
                  </a:lnTo>
                  <a:lnTo>
                    <a:pt x="874174" y="1132833"/>
                  </a:lnTo>
                  <a:lnTo>
                    <a:pt x="878094" y="1132833"/>
                  </a:lnTo>
                  <a:lnTo>
                    <a:pt x="882014" y="1132833"/>
                  </a:lnTo>
                  <a:lnTo>
                    <a:pt x="885934" y="1132833"/>
                  </a:lnTo>
                  <a:lnTo>
                    <a:pt x="889854" y="1132833"/>
                  </a:lnTo>
                  <a:lnTo>
                    <a:pt x="893774" y="1132833"/>
                  </a:lnTo>
                  <a:lnTo>
                    <a:pt x="897694" y="1132833"/>
                  </a:lnTo>
                  <a:lnTo>
                    <a:pt x="901614" y="1132833"/>
                  </a:lnTo>
                  <a:lnTo>
                    <a:pt x="905534" y="1132833"/>
                  </a:lnTo>
                  <a:lnTo>
                    <a:pt x="909454" y="1132833"/>
                  </a:lnTo>
                  <a:lnTo>
                    <a:pt x="913374" y="1132833"/>
                  </a:lnTo>
                  <a:lnTo>
                    <a:pt x="917294" y="1132833"/>
                  </a:lnTo>
                  <a:lnTo>
                    <a:pt x="921214" y="1132833"/>
                  </a:lnTo>
                  <a:lnTo>
                    <a:pt x="925134" y="1132833"/>
                  </a:lnTo>
                  <a:lnTo>
                    <a:pt x="929054" y="1132833"/>
                  </a:lnTo>
                  <a:lnTo>
                    <a:pt x="932974" y="1132833"/>
                  </a:lnTo>
                  <a:lnTo>
                    <a:pt x="936895" y="1132833"/>
                  </a:lnTo>
                  <a:lnTo>
                    <a:pt x="940815" y="1132833"/>
                  </a:lnTo>
                  <a:lnTo>
                    <a:pt x="944735" y="1132833"/>
                  </a:lnTo>
                  <a:lnTo>
                    <a:pt x="948655" y="1132833"/>
                  </a:lnTo>
                  <a:lnTo>
                    <a:pt x="952575" y="1132833"/>
                  </a:lnTo>
                  <a:lnTo>
                    <a:pt x="956495" y="1132833"/>
                  </a:lnTo>
                  <a:lnTo>
                    <a:pt x="960415" y="1132833"/>
                  </a:lnTo>
                  <a:lnTo>
                    <a:pt x="964335" y="1132833"/>
                  </a:lnTo>
                  <a:lnTo>
                    <a:pt x="968255" y="1132833"/>
                  </a:lnTo>
                  <a:lnTo>
                    <a:pt x="972175" y="1132833"/>
                  </a:lnTo>
                  <a:lnTo>
                    <a:pt x="976095" y="1132833"/>
                  </a:lnTo>
                  <a:lnTo>
                    <a:pt x="980015" y="1132833"/>
                  </a:lnTo>
                  <a:lnTo>
                    <a:pt x="983935" y="1132833"/>
                  </a:lnTo>
                  <a:lnTo>
                    <a:pt x="987855" y="1132833"/>
                  </a:lnTo>
                  <a:lnTo>
                    <a:pt x="991775" y="1132833"/>
                  </a:lnTo>
                  <a:lnTo>
                    <a:pt x="995695" y="1132833"/>
                  </a:lnTo>
                  <a:lnTo>
                    <a:pt x="999616" y="1132833"/>
                  </a:lnTo>
                  <a:lnTo>
                    <a:pt x="1003536" y="1132833"/>
                  </a:lnTo>
                  <a:lnTo>
                    <a:pt x="1007456" y="1132833"/>
                  </a:lnTo>
                  <a:lnTo>
                    <a:pt x="1011376" y="1132833"/>
                  </a:lnTo>
                  <a:lnTo>
                    <a:pt x="1015296" y="1132833"/>
                  </a:lnTo>
                  <a:lnTo>
                    <a:pt x="1019216" y="1132833"/>
                  </a:lnTo>
                  <a:lnTo>
                    <a:pt x="1023136" y="1132833"/>
                  </a:lnTo>
                  <a:lnTo>
                    <a:pt x="1027056" y="1132833"/>
                  </a:lnTo>
                  <a:lnTo>
                    <a:pt x="1030976" y="1132833"/>
                  </a:lnTo>
                  <a:lnTo>
                    <a:pt x="1034896" y="1132833"/>
                  </a:lnTo>
                  <a:lnTo>
                    <a:pt x="1038816" y="1132833"/>
                  </a:lnTo>
                  <a:lnTo>
                    <a:pt x="1042736" y="1132833"/>
                  </a:lnTo>
                  <a:lnTo>
                    <a:pt x="1046656" y="1132833"/>
                  </a:lnTo>
                  <a:lnTo>
                    <a:pt x="1050576" y="1132833"/>
                  </a:lnTo>
                  <a:lnTo>
                    <a:pt x="1054496" y="1132833"/>
                  </a:lnTo>
                  <a:lnTo>
                    <a:pt x="1058417" y="1132833"/>
                  </a:lnTo>
                  <a:lnTo>
                    <a:pt x="1062337" y="1132833"/>
                  </a:lnTo>
                  <a:lnTo>
                    <a:pt x="1066257" y="1132833"/>
                  </a:lnTo>
                  <a:lnTo>
                    <a:pt x="1070177" y="1132833"/>
                  </a:lnTo>
                  <a:lnTo>
                    <a:pt x="1074097" y="1132833"/>
                  </a:lnTo>
                  <a:lnTo>
                    <a:pt x="1078017" y="1132833"/>
                  </a:lnTo>
                  <a:lnTo>
                    <a:pt x="1081937" y="1132833"/>
                  </a:lnTo>
                  <a:lnTo>
                    <a:pt x="1085857" y="1132833"/>
                  </a:lnTo>
                  <a:lnTo>
                    <a:pt x="1089777" y="1132833"/>
                  </a:lnTo>
                  <a:lnTo>
                    <a:pt x="1093697" y="1132833"/>
                  </a:lnTo>
                  <a:lnTo>
                    <a:pt x="1097617" y="1132833"/>
                  </a:lnTo>
                  <a:lnTo>
                    <a:pt x="1101537" y="1132833"/>
                  </a:lnTo>
                  <a:lnTo>
                    <a:pt x="1105457" y="1132833"/>
                  </a:lnTo>
                  <a:lnTo>
                    <a:pt x="1109377" y="1132833"/>
                  </a:lnTo>
                  <a:lnTo>
                    <a:pt x="1113297" y="1132833"/>
                  </a:lnTo>
                  <a:lnTo>
                    <a:pt x="1117217" y="1132833"/>
                  </a:lnTo>
                  <a:lnTo>
                    <a:pt x="1121138" y="1132833"/>
                  </a:lnTo>
                  <a:lnTo>
                    <a:pt x="1125058" y="1132833"/>
                  </a:lnTo>
                  <a:lnTo>
                    <a:pt x="1128978" y="1132833"/>
                  </a:lnTo>
                  <a:lnTo>
                    <a:pt x="1132898" y="1132833"/>
                  </a:lnTo>
                  <a:lnTo>
                    <a:pt x="1136818" y="1132833"/>
                  </a:lnTo>
                  <a:lnTo>
                    <a:pt x="1140738" y="1132833"/>
                  </a:lnTo>
                  <a:lnTo>
                    <a:pt x="1144658" y="1132833"/>
                  </a:lnTo>
                  <a:lnTo>
                    <a:pt x="1148578" y="1132833"/>
                  </a:lnTo>
                  <a:lnTo>
                    <a:pt x="1152498" y="1132833"/>
                  </a:lnTo>
                  <a:lnTo>
                    <a:pt x="1156418" y="1132833"/>
                  </a:lnTo>
                  <a:lnTo>
                    <a:pt x="1160338" y="1132833"/>
                  </a:lnTo>
                  <a:lnTo>
                    <a:pt x="1164258" y="1132833"/>
                  </a:lnTo>
                  <a:lnTo>
                    <a:pt x="1168178" y="1132833"/>
                  </a:lnTo>
                  <a:lnTo>
                    <a:pt x="1172098" y="1132833"/>
                  </a:lnTo>
                  <a:lnTo>
                    <a:pt x="1176018" y="1132833"/>
                  </a:lnTo>
                  <a:lnTo>
                    <a:pt x="1179938" y="1132833"/>
                  </a:lnTo>
                  <a:lnTo>
                    <a:pt x="1183859" y="1132833"/>
                  </a:lnTo>
                  <a:lnTo>
                    <a:pt x="1187779" y="1132833"/>
                  </a:lnTo>
                  <a:lnTo>
                    <a:pt x="1191699" y="1132833"/>
                  </a:lnTo>
                  <a:lnTo>
                    <a:pt x="1195619" y="1132833"/>
                  </a:lnTo>
                  <a:lnTo>
                    <a:pt x="1199539" y="1132833"/>
                  </a:lnTo>
                  <a:lnTo>
                    <a:pt x="1203459" y="1132833"/>
                  </a:lnTo>
                  <a:lnTo>
                    <a:pt x="1207379" y="1132833"/>
                  </a:lnTo>
                  <a:lnTo>
                    <a:pt x="1211299" y="1132833"/>
                  </a:lnTo>
                  <a:lnTo>
                    <a:pt x="1215219" y="1132833"/>
                  </a:lnTo>
                  <a:lnTo>
                    <a:pt x="1219139" y="1132833"/>
                  </a:lnTo>
                  <a:lnTo>
                    <a:pt x="1223059" y="1132833"/>
                  </a:lnTo>
                  <a:lnTo>
                    <a:pt x="1226979" y="1132833"/>
                  </a:lnTo>
                  <a:lnTo>
                    <a:pt x="1230899" y="1132833"/>
                  </a:lnTo>
                  <a:lnTo>
                    <a:pt x="1234819" y="1132833"/>
                  </a:lnTo>
                  <a:lnTo>
                    <a:pt x="1238739" y="1132833"/>
                  </a:lnTo>
                  <a:lnTo>
                    <a:pt x="1242659" y="1132833"/>
                  </a:lnTo>
                  <a:lnTo>
                    <a:pt x="1246580" y="1132833"/>
                  </a:lnTo>
                  <a:lnTo>
                    <a:pt x="1250500" y="1132833"/>
                  </a:lnTo>
                  <a:lnTo>
                    <a:pt x="1254420" y="1132833"/>
                  </a:lnTo>
                  <a:lnTo>
                    <a:pt x="1258340" y="1132833"/>
                  </a:lnTo>
                  <a:lnTo>
                    <a:pt x="1262260" y="1132833"/>
                  </a:lnTo>
                  <a:lnTo>
                    <a:pt x="1266180" y="1132833"/>
                  </a:lnTo>
                  <a:lnTo>
                    <a:pt x="1270100" y="1132833"/>
                  </a:lnTo>
                  <a:lnTo>
                    <a:pt x="1274020" y="1132833"/>
                  </a:lnTo>
                  <a:lnTo>
                    <a:pt x="1277940" y="1132833"/>
                  </a:lnTo>
                  <a:lnTo>
                    <a:pt x="1281860" y="1132833"/>
                  </a:lnTo>
                  <a:lnTo>
                    <a:pt x="1285780" y="1132833"/>
                  </a:lnTo>
                  <a:lnTo>
                    <a:pt x="1289700" y="1132833"/>
                  </a:lnTo>
                  <a:lnTo>
                    <a:pt x="1293620" y="1132833"/>
                  </a:lnTo>
                  <a:lnTo>
                    <a:pt x="1297540" y="1132833"/>
                  </a:lnTo>
                  <a:lnTo>
                    <a:pt x="1301460" y="1132833"/>
                  </a:lnTo>
                  <a:lnTo>
                    <a:pt x="1305380" y="1132833"/>
                  </a:lnTo>
                  <a:lnTo>
                    <a:pt x="1309301" y="1132833"/>
                  </a:lnTo>
                  <a:lnTo>
                    <a:pt x="1313221" y="1132833"/>
                  </a:lnTo>
                  <a:lnTo>
                    <a:pt x="1317141" y="1132833"/>
                  </a:lnTo>
                  <a:lnTo>
                    <a:pt x="1321061" y="1132833"/>
                  </a:lnTo>
                  <a:lnTo>
                    <a:pt x="1324981" y="1132833"/>
                  </a:lnTo>
                  <a:lnTo>
                    <a:pt x="1328901" y="1132833"/>
                  </a:lnTo>
                  <a:lnTo>
                    <a:pt x="1332821" y="1132833"/>
                  </a:lnTo>
                  <a:lnTo>
                    <a:pt x="1336741" y="1132833"/>
                  </a:lnTo>
                  <a:lnTo>
                    <a:pt x="1340661" y="1132833"/>
                  </a:lnTo>
                  <a:lnTo>
                    <a:pt x="1344581" y="1132833"/>
                  </a:lnTo>
                  <a:lnTo>
                    <a:pt x="1348501" y="1132833"/>
                  </a:lnTo>
                  <a:lnTo>
                    <a:pt x="1352421" y="1132833"/>
                  </a:lnTo>
                  <a:lnTo>
                    <a:pt x="1356341" y="1132833"/>
                  </a:lnTo>
                  <a:lnTo>
                    <a:pt x="1360261" y="1132833"/>
                  </a:lnTo>
                  <a:lnTo>
                    <a:pt x="1364181" y="1132833"/>
                  </a:lnTo>
                  <a:lnTo>
                    <a:pt x="1368101" y="1132833"/>
                  </a:lnTo>
                  <a:lnTo>
                    <a:pt x="1372022" y="1132833"/>
                  </a:lnTo>
                  <a:lnTo>
                    <a:pt x="1375942" y="1132833"/>
                  </a:lnTo>
                  <a:lnTo>
                    <a:pt x="1379862" y="1132833"/>
                  </a:lnTo>
                  <a:lnTo>
                    <a:pt x="1383782" y="1132833"/>
                  </a:lnTo>
                  <a:lnTo>
                    <a:pt x="1387702" y="1132833"/>
                  </a:lnTo>
                  <a:lnTo>
                    <a:pt x="1391622" y="1132833"/>
                  </a:lnTo>
                  <a:lnTo>
                    <a:pt x="1395542" y="1132833"/>
                  </a:lnTo>
                  <a:lnTo>
                    <a:pt x="1399462" y="1132833"/>
                  </a:lnTo>
                  <a:lnTo>
                    <a:pt x="1403382" y="1132833"/>
                  </a:lnTo>
                  <a:lnTo>
                    <a:pt x="1407302" y="1132833"/>
                  </a:lnTo>
                  <a:lnTo>
                    <a:pt x="1411222" y="1132833"/>
                  </a:lnTo>
                  <a:lnTo>
                    <a:pt x="1415142" y="1132833"/>
                  </a:lnTo>
                  <a:lnTo>
                    <a:pt x="1419062" y="1132833"/>
                  </a:lnTo>
                  <a:lnTo>
                    <a:pt x="1422982" y="1132833"/>
                  </a:lnTo>
                  <a:lnTo>
                    <a:pt x="1426902" y="1132833"/>
                  </a:lnTo>
                  <a:lnTo>
                    <a:pt x="1430822" y="1132833"/>
                  </a:lnTo>
                  <a:lnTo>
                    <a:pt x="1434743" y="1132833"/>
                  </a:lnTo>
                  <a:lnTo>
                    <a:pt x="1438663" y="1132833"/>
                  </a:lnTo>
                  <a:lnTo>
                    <a:pt x="1442583" y="1132833"/>
                  </a:lnTo>
                  <a:lnTo>
                    <a:pt x="1446503" y="1132833"/>
                  </a:lnTo>
                  <a:lnTo>
                    <a:pt x="1450423" y="1132833"/>
                  </a:lnTo>
                  <a:lnTo>
                    <a:pt x="1454343" y="1132833"/>
                  </a:lnTo>
                  <a:lnTo>
                    <a:pt x="1458263" y="1132833"/>
                  </a:lnTo>
                  <a:lnTo>
                    <a:pt x="1462183" y="1132833"/>
                  </a:lnTo>
                  <a:lnTo>
                    <a:pt x="1466103" y="1132833"/>
                  </a:lnTo>
                  <a:lnTo>
                    <a:pt x="1470023" y="1132833"/>
                  </a:lnTo>
                  <a:lnTo>
                    <a:pt x="1473943" y="1132833"/>
                  </a:lnTo>
                  <a:lnTo>
                    <a:pt x="1477863" y="1132833"/>
                  </a:lnTo>
                  <a:lnTo>
                    <a:pt x="1481783" y="1132833"/>
                  </a:lnTo>
                  <a:lnTo>
                    <a:pt x="1485703" y="1132833"/>
                  </a:lnTo>
                  <a:lnTo>
                    <a:pt x="1489623" y="1132833"/>
                  </a:lnTo>
                  <a:lnTo>
                    <a:pt x="1493543" y="1132833"/>
                  </a:lnTo>
                  <a:lnTo>
                    <a:pt x="1497464" y="1132833"/>
                  </a:lnTo>
                  <a:lnTo>
                    <a:pt x="1501384" y="1132833"/>
                  </a:lnTo>
                  <a:lnTo>
                    <a:pt x="1505304" y="1132833"/>
                  </a:lnTo>
                  <a:lnTo>
                    <a:pt x="1509224" y="1132833"/>
                  </a:lnTo>
                  <a:lnTo>
                    <a:pt x="1513144" y="1132833"/>
                  </a:lnTo>
                  <a:lnTo>
                    <a:pt x="1517064" y="1132833"/>
                  </a:lnTo>
                  <a:lnTo>
                    <a:pt x="1520984" y="1132833"/>
                  </a:lnTo>
                  <a:lnTo>
                    <a:pt x="1524904" y="1132833"/>
                  </a:lnTo>
                  <a:lnTo>
                    <a:pt x="1528824" y="1132833"/>
                  </a:lnTo>
                  <a:lnTo>
                    <a:pt x="1532744" y="1132833"/>
                  </a:lnTo>
                  <a:lnTo>
                    <a:pt x="1536664" y="1132833"/>
                  </a:lnTo>
                  <a:lnTo>
                    <a:pt x="1540584" y="1132833"/>
                  </a:lnTo>
                  <a:lnTo>
                    <a:pt x="1544504" y="1132833"/>
                  </a:lnTo>
                  <a:lnTo>
                    <a:pt x="1548424" y="1132833"/>
                  </a:lnTo>
                  <a:lnTo>
                    <a:pt x="1552344" y="1132833"/>
                  </a:lnTo>
                  <a:lnTo>
                    <a:pt x="1556265" y="1132833"/>
                  </a:lnTo>
                  <a:lnTo>
                    <a:pt x="1560185" y="1132833"/>
                  </a:lnTo>
                  <a:lnTo>
                    <a:pt x="1564105" y="1132833"/>
                  </a:lnTo>
                  <a:lnTo>
                    <a:pt x="1568025" y="1132833"/>
                  </a:lnTo>
                  <a:lnTo>
                    <a:pt x="1571945" y="1132833"/>
                  </a:lnTo>
                  <a:lnTo>
                    <a:pt x="1575865" y="1132833"/>
                  </a:lnTo>
                  <a:lnTo>
                    <a:pt x="1579785" y="1132833"/>
                  </a:lnTo>
                  <a:lnTo>
                    <a:pt x="1583705" y="1132833"/>
                  </a:lnTo>
                  <a:lnTo>
                    <a:pt x="1587625" y="1132833"/>
                  </a:lnTo>
                  <a:lnTo>
                    <a:pt x="1591545" y="1132833"/>
                  </a:lnTo>
                  <a:lnTo>
                    <a:pt x="1595465" y="1132833"/>
                  </a:lnTo>
                  <a:lnTo>
                    <a:pt x="1599385" y="1132833"/>
                  </a:lnTo>
                  <a:lnTo>
                    <a:pt x="1603305" y="1132833"/>
                  </a:lnTo>
                  <a:lnTo>
                    <a:pt x="1607225" y="1132833"/>
                  </a:lnTo>
                  <a:lnTo>
                    <a:pt x="1611145" y="1132833"/>
                  </a:lnTo>
                  <a:lnTo>
                    <a:pt x="1615065" y="1132833"/>
                  </a:lnTo>
                  <a:lnTo>
                    <a:pt x="1618986" y="1132833"/>
                  </a:lnTo>
                  <a:lnTo>
                    <a:pt x="1622906" y="1132833"/>
                  </a:lnTo>
                  <a:lnTo>
                    <a:pt x="1626826" y="1132833"/>
                  </a:lnTo>
                  <a:lnTo>
                    <a:pt x="1630746" y="1132833"/>
                  </a:lnTo>
                  <a:lnTo>
                    <a:pt x="1634666" y="1132833"/>
                  </a:lnTo>
                  <a:lnTo>
                    <a:pt x="1638586" y="1132833"/>
                  </a:lnTo>
                  <a:lnTo>
                    <a:pt x="1642506" y="1132833"/>
                  </a:lnTo>
                  <a:lnTo>
                    <a:pt x="1646426" y="1132833"/>
                  </a:lnTo>
                  <a:lnTo>
                    <a:pt x="1650346" y="1132833"/>
                  </a:lnTo>
                  <a:lnTo>
                    <a:pt x="1654266" y="1132833"/>
                  </a:lnTo>
                  <a:lnTo>
                    <a:pt x="1658186" y="1132833"/>
                  </a:lnTo>
                  <a:lnTo>
                    <a:pt x="1662106" y="1132833"/>
                  </a:lnTo>
                  <a:lnTo>
                    <a:pt x="1666026" y="1132833"/>
                  </a:lnTo>
                  <a:lnTo>
                    <a:pt x="1669946" y="1132833"/>
                  </a:lnTo>
                  <a:lnTo>
                    <a:pt x="1673866" y="1132833"/>
                  </a:lnTo>
                  <a:lnTo>
                    <a:pt x="1677786" y="1132833"/>
                  </a:lnTo>
                  <a:lnTo>
                    <a:pt x="1681707" y="1132833"/>
                  </a:lnTo>
                  <a:lnTo>
                    <a:pt x="1685627" y="1132833"/>
                  </a:lnTo>
                  <a:lnTo>
                    <a:pt x="1689547" y="1132833"/>
                  </a:lnTo>
                  <a:lnTo>
                    <a:pt x="1693467" y="1132833"/>
                  </a:lnTo>
                  <a:lnTo>
                    <a:pt x="1697387" y="1132833"/>
                  </a:lnTo>
                  <a:lnTo>
                    <a:pt x="1701307" y="1132833"/>
                  </a:lnTo>
                  <a:lnTo>
                    <a:pt x="1705227" y="1132832"/>
                  </a:lnTo>
                  <a:lnTo>
                    <a:pt x="1709147" y="1132832"/>
                  </a:lnTo>
                  <a:lnTo>
                    <a:pt x="1713067" y="1132830"/>
                  </a:lnTo>
                  <a:lnTo>
                    <a:pt x="1716987" y="1132827"/>
                  </a:lnTo>
                  <a:lnTo>
                    <a:pt x="1720907" y="1132819"/>
                  </a:lnTo>
                  <a:lnTo>
                    <a:pt x="1724827" y="1132805"/>
                  </a:lnTo>
                  <a:lnTo>
                    <a:pt x="1728747" y="1132780"/>
                  </a:lnTo>
                  <a:lnTo>
                    <a:pt x="1732667" y="1132737"/>
                  </a:lnTo>
                  <a:lnTo>
                    <a:pt x="1736587" y="1132668"/>
                  </a:lnTo>
                  <a:lnTo>
                    <a:pt x="1740507" y="1132565"/>
                  </a:lnTo>
                  <a:lnTo>
                    <a:pt x="1744428" y="1132420"/>
                  </a:lnTo>
                  <a:lnTo>
                    <a:pt x="1748348" y="1132230"/>
                  </a:lnTo>
                  <a:lnTo>
                    <a:pt x="1752268" y="1131998"/>
                  </a:lnTo>
                  <a:lnTo>
                    <a:pt x="1756188" y="1131736"/>
                  </a:lnTo>
                  <a:lnTo>
                    <a:pt x="1760108" y="1131467"/>
                  </a:lnTo>
                  <a:lnTo>
                    <a:pt x="1764028" y="1131226"/>
                  </a:lnTo>
                  <a:lnTo>
                    <a:pt x="1767948" y="1131046"/>
                  </a:lnTo>
                  <a:lnTo>
                    <a:pt x="1771868" y="1130951"/>
                  </a:lnTo>
                  <a:lnTo>
                    <a:pt x="1775788" y="1130957"/>
                  </a:lnTo>
                  <a:lnTo>
                    <a:pt x="1779708" y="1131062"/>
                  </a:lnTo>
                  <a:lnTo>
                    <a:pt x="1783628" y="1131248"/>
                  </a:lnTo>
                  <a:lnTo>
                    <a:pt x="1787548" y="1131489"/>
                  </a:lnTo>
                  <a:lnTo>
                    <a:pt x="1791468" y="1131754"/>
                  </a:lnTo>
                  <a:lnTo>
                    <a:pt x="1795388" y="1132012"/>
                  </a:lnTo>
                  <a:lnTo>
                    <a:pt x="1799308" y="1132242"/>
                  </a:lnTo>
                  <a:lnTo>
                    <a:pt x="1803228" y="1132430"/>
                  </a:lnTo>
                  <a:lnTo>
                    <a:pt x="1807149" y="1132574"/>
                  </a:lnTo>
                  <a:lnTo>
                    <a:pt x="1811069" y="1132675"/>
                  </a:lnTo>
                  <a:lnTo>
                    <a:pt x="1814989" y="1132743"/>
                  </a:lnTo>
                  <a:lnTo>
                    <a:pt x="1818909" y="1132784"/>
                  </a:lnTo>
                  <a:lnTo>
                    <a:pt x="1822829" y="1132808"/>
                  </a:lnTo>
                  <a:lnTo>
                    <a:pt x="1826749" y="1132820"/>
                  </a:lnTo>
                  <a:lnTo>
                    <a:pt x="1830669" y="1132827"/>
                  </a:lnTo>
                  <a:lnTo>
                    <a:pt x="1834589" y="1132830"/>
                  </a:lnTo>
                  <a:lnTo>
                    <a:pt x="1838509" y="1132832"/>
                  </a:lnTo>
                  <a:lnTo>
                    <a:pt x="1842429" y="1132832"/>
                  </a:lnTo>
                  <a:lnTo>
                    <a:pt x="1846349" y="1132833"/>
                  </a:lnTo>
                  <a:lnTo>
                    <a:pt x="1850269" y="1132833"/>
                  </a:lnTo>
                  <a:lnTo>
                    <a:pt x="1854189" y="1132833"/>
                  </a:lnTo>
                  <a:lnTo>
                    <a:pt x="1858109" y="1132833"/>
                  </a:lnTo>
                  <a:lnTo>
                    <a:pt x="1862029" y="1132833"/>
                  </a:lnTo>
                  <a:lnTo>
                    <a:pt x="1865949" y="1132833"/>
                  </a:lnTo>
                  <a:lnTo>
                    <a:pt x="1869870" y="1132833"/>
                  </a:lnTo>
                  <a:lnTo>
                    <a:pt x="1873790" y="1132833"/>
                  </a:lnTo>
                  <a:lnTo>
                    <a:pt x="1877710" y="1132833"/>
                  </a:lnTo>
                  <a:lnTo>
                    <a:pt x="1881630" y="1132833"/>
                  </a:lnTo>
                  <a:lnTo>
                    <a:pt x="1885550" y="1132833"/>
                  </a:lnTo>
                  <a:lnTo>
                    <a:pt x="1889470" y="1132833"/>
                  </a:lnTo>
                  <a:lnTo>
                    <a:pt x="1893390" y="1132833"/>
                  </a:lnTo>
                  <a:lnTo>
                    <a:pt x="1897310" y="1132833"/>
                  </a:lnTo>
                  <a:lnTo>
                    <a:pt x="1901230" y="1132833"/>
                  </a:lnTo>
                  <a:lnTo>
                    <a:pt x="1905150" y="1132833"/>
                  </a:lnTo>
                  <a:lnTo>
                    <a:pt x="1909070" y="1132833"/>
                  </a:lnTo>
                  <a:lnTo>
                    <a:pt x="1912990" y="1132833"/>
                  </a:lnTo>
                  <a:lnTo>
                    <a:pt x="1916910" y="1132833"/>
                  </a:lnTo>
                  <a:lnTo>
                    <a:pt x="1920830" y="1132833"/>
                  </a:lnTo>
                  <a:lnTo>
                    <a:pt x="1924750" y="1132833"/>
                  </a:lnTo>
                  <a:lnTo>
                    <a:pt x="1928670" y="1132833"/>
                  </a:lnTo>
                  <a:lnTo>
                    <a:pt x="1932591" y="1132833"/>
                  </a:lnTo>
                  <a:lnTo>
                    <a:pt x="1936511" y="1132833"/>
                  </a:lnTo>
                  <a:lnTo>
                    <a:pt x="1940431" y="1132833"/>
                  </a:lnTo>
                  <a:lnTo>
                    <a:pt x="1944351" y="1132833"/>
                  </a:lnTo>
                  <a:lnTo>
                    <a:pt x="1948271" y="1132833"/>
                  </a:lnTo>
                  <a:lnTo>
                    <a:pt x="1952191" y="1132833"/>
                  </a:lnTo>
                  <a:lnTo>
                    <a:pt x="1956111" y="1132833"/>
                  </a:lnTo>
                  <a:lnTo>
                    <a:pt x="1960031" y="1132833"/>
                  </a:lnTo>
                  <a:lnTo>
                    <a:pt x="1963951" y="1132833"/>
                  </a:lnTo>
                  <a:lnTo>
                    <a:pt x="1967871" y="1132833"/>
                  </a:lnTo>
                  <a:lnTo>
                    <a:pt x="1971791" y="1132833"/>
                  </a:lnTo>
                  <a:lnTo>
                    <a:pt x="1975711" y="1132833"/>
                  </a:lnTo>
                  <a:lnTo>
                    <a:pt x="1979631" y="1132833"/>
                  </a:lnTo>
                  <a:lnTo>
                    <a:pt x="1983551" y="1132833"/>
                  </a:lnTo>
                  <a:lnTo>
                    <a:pt x="1987471" y="1132833"/>
                  </a:lnTo>
                  <a:lnTo>
                    <a:pt x="1991391" y="1132833"/>
                  </a:lnTo>
                  <a:lnTo>
                    <a:pt x="1995312" y="1132833"/>
                  </a:lnTo>
                  <a:lnTo>
                    <a:pt x="1999232" y="1132833"/>
                  </a:lnTo>
                  <a:lnTo>
                    <a:pt x="2003152" y="1132833"/>
                  </a:lnTo>
                  <a:lnTo>
                    <a:pt x="1999232" y="1132833"/>
                  </a:lnTo>
                  <a:lnTo>
                    <a:pt x="1995312" y="1132833"/>
                  </a:lnTo>
                  <a:lnTo>
                    <a:pt x="1991391" y="1132833"/>
                  </a:lnTo>
                  <a:lnTo>
                    <a:pt x="1987471" y="1132833"/>
                  </a:lnTo>
                  <a:lnTo>
                    <a:pt x="1983551" y="1132833"/>
                  </a:lnTo>
                  <a:lnTo>
                    <a:pt x="1979631" y="1132833"/>
                  </a:lnTo>
                  <a:lnTo>
                    <a:pt x="1975711" y="1132833"/>
                  </a:lnTo>
                  <a:lnTo>
                    <a:pt x="1971791" y="1132833"/>
                  </a:lnTo>
                  <a:lnTo>
                    <a:pt x="1967871" y="1132833"/>
                  </a:lnTo>
                  <a:lnTo>
                    <a:pt x="1963951" y="1132833"/>
                  </a:lnTo>
                  <a:lnTo>
                    <a:pt x="1960031" y="1132833"/>
                  </a:lnTo>
                  <a:lnTo>
                    <a:pt x="1956111" y="1132833"/>
                  </a:lnTo>
                  <a:lnTo>
                    <a:pt x="1952191" y="1132833"/>
                  </a:lnTo>
                  <a:lnTo>
                    <a:pt x="1948271" y="1132833"/>
                  </a:lnTo>
                  <a:lnTo>
                    <a:pt x="1944351" y="1132833"/>
                  </a:lnTo>
                  <a:lnTo>
                    <a:pt x="1940431" y="1132833"/>
                  </a:lnTo>
                  <a:lnTo>
                    <a:pt x="1936511" y="1132833"/>
                  </a:lnTo>
                  <a:lnTo>
                    <a:pt x="1932591" y="1132833"/>
                  </a:lnTo>
                  <a:lnTo>
                    <a:pt x="1928670" y="1132833"/>
                  </a:lnTo>
                  <a:lnTo>
                    <a:pt x="1924750" y="1132833"/>
                  </a:lnTo>
                  <a:lnTo>
                    <a:pt x="1920830" y="1132833"/>
                  </a:lnTo>
                  <a:lnTo>
                    <a:pt x="1916910" y="1132833"/>
                  </a:lnTo>
                  <a:lnTo>
                    <a:pt x="1912990" y="1132833"/>
                  </a:lnTo>
                  <a:lnTo>
                    <a:pt x="1909070" y="1132833"/>
                  </a:lnTo>
                  <a:lnTo>
                    <a:pt x="1905150" y="1132833"/>
                  </a:lnTo>
                  <a:lnTo>
                    <a:pt x="1901230" y="1132833"/>
                  </a:lnTo>
                  <a:lnTo>
                    <a:pt x="1897310" y="1132833"/>
                  </a:lnTo>
                  <a:lnTo>
                    <a:pt x="1893390" y="1132833"/>
                  </a:lnTo>
                  <a:lnTo>
                    <a:pt x="1889470" y="1132833"/>
                  </a:lnTo>
                  <a:lnTo>
                    <a:pt x="1885550" y="1132833"/>
                  </a:lnTo>
                  <a:lnTo>
                    <a:pt x="1881630" y="1132833"/>
                  </a:lnTo>
                  <a:lnTo>
                    <a:pt x="1877710" y="1132833"/>
                  </a:lnTo>
                  <a:lnTo>
                    <a:pt x="1873790" y="1132833"/>
                  </a:lnTo>
                  <a:lnTo>
                    <a:pt x="1869870" y="1132833"/>
                  </a:lnTo>
                  <a:lnTo>
                    <a:pt x="1865949" y="1132833"/>
                  </a:lnTo>
                  <a:lnTo>
                    <a:pt x="1862029" y="1132833"/>
                  </a:lnTo>
                  <a:lnTo>
                    <a:pt x="1858109" y="1132833"/>
                  </a:lnTo>
                  <a:lnTo>
                    <a:pt x="1854189" y="1132833"/>
                  </a:lnTo>
                  <a:lnTo>
                    <a:pt x="1850269" y="1132833"/>
                  </a:lnTo>
                  <a:lnTo>
                    <a:pt x="1846349" y="1132833"/>
                  </a:lnTo>
                  <a:lnTo>
                    <a:pt x="1842429" y="1132833"/>
                  </a:lnTo>
                  <a:lnTo>
                    <a:pt x="1838509" y="1132833"/>
                  </a:lnTo>
                  <a:lnTo>
                    <a:pt x="1834589" y="1132833"/>
                  </a:lnTo>
                  <a:lnTo>
                    <a:pt x="1830669" y="1132833"/>
                  </a:lnTo>
                  <a:lnTo>
                    <a:pt x="1826749" y="1132833"/>
                  </a:lnTo>
                  <a:lnTo>
                    <a:pt x="1822829" y="1132833"/>
                  </a:lnTo>
                  <a:lnTo>
                    <a:pt x="1818909" y="1132833"/>
                  </a:lnTo>
                  <a:lnTo>
                    <a:pt x="1814989" y="1132833"/>
                  </a:lnTo>
                  <a:lnTo>
                    <a:pt x="1811069" y="1132833"/>
                  </a:lnTo>
                  <a:lnTo>
                    <a:pt x="1807149" y="1132833"/>
                  </a:lnTo>
                  <a:lnTo>
                    <a:pt x="1803228" y="1132833"/>
                  </a:lnTo>
                  <a:lnTo>
                    <a:pt x="1799308" y="1132833"/>
                  </a:lnTo>
                  <a:lnTo>
                    <a:pt x="1795388" y="1132833"/>
                  </a:lnTo>
                  <a:lnTo>
                    <a:pt x="1791468" y="1132833"/>
                  </a:lnTo>
                  <a:lnTo>
                    <a:pt x="1787548" y="1132833"/>
                  </a:lnTo>
                  <a:lnTo>
                    <a:pt x="1783628" y="1132833"/>
                  </a:lnTo>
                  <a:lnTo>
                    <a:pt x="1779708" y="1132833"/>
                  </a:lnTo>
                  <a:lnTo>
                    <a:pt x="1775788" y="1132833"/>
                  </a:lnTo>
                  <a:lnTo>
                    <a:pt x="1771868" y="1132833"/>
                  </a:lnTo>
                  <a:lnTo>
                    <a:pt x="1767948" y="1132833"/>
                  </a:lnTo>
                  <a:lnTo>
                    <a:pt x="1764028" y="1132833"/>
                  </a:lnTo>
                  <a:lnTo>
                    <a:pt x="1760108" y="1132833"/>
                  </a:lnTo>
                  <a:lnTo>
                    <a:pt x="1756188" y="1132833"/>
                  </a:lnTo>
                  <a:lnTo>
                    <a:pt x="1752268" y="1132833"/>
                  </a:lnTo>
                  <a:lnTo>
                    <a:pt x="1748348" y="1132833"/>
                  </a:lnTo>
                  <a:lnTo>
                    <a:pt x="1744428" y="1132833"/>
                  </a:lnTo>
                  <a:lnTo>
                    <a:pt x="1740507" y="1132833"/>
                  </a:lnTo>
                  <a:lnTo>
                    <a:pt x="1736587" y="1132833"/>
                  </a:lnTo>
                  <a:lnTo>
                    <a:pt x="1732667" y="1132833"/>
                  </a:lnTo>
                  <a:lnTo>
                    <a:pt x="1728747" y="1132833"/>
                  </a:lnTo>
                  <a:lnTo>
                    <a:pt x="1724827" y="1132833"/>
                  </a:lnTo>
                  <a:lnTo>
                    <a:pt x="1720907" y="1132833"/>
                  </a:lnTo>
                  <a:lnTo>
                    <a:pt x="1716987" y="1132833"/>
                  </a:lnTo>
                  <a:lnTo>
                    <a:pt x="1713067" y="1132833"/>
                  </a:lnTo>
                  <a:lnTo>
                    <a:pt x="1709147" y="1132833"/>
                  </a:lnTo>
                  <a:lnTo>
                    <a:pt x="1705227" y="1132833"/>
                  </a:lnTo>
                  <a:lnTo>
                    <a:pt x="1701307" y="1132833"/>
                  </a:lnTo>
                  <a:lnTo>
                    <a:pt x="1697387" y="1132833"/>
                  </a:lnTo>
                  <a:lnTo>
                    <a:pt x="1693467" y="1132833"/>
                  </a:lnTo>
                  <a:lnTo>
                    <a:pt x="1689547" y="1132833"/>
                  </a:lnTo>
                  <a:lnTo>
                    <a:pt x="1685627" y="1132833"/>
                  </a:lnTo>
                  <a:lnTo>
                    <a:pt x="1681707" y="1132833"/>
                  </a:lnTo>
                  <a:lnTo>
                    <a:pt x="1677786" y="1132833"/>
                  </a:lnTo>
                  <a:lnTo>
                    <a:pt x="1673866" y="1132833"/>
                  </a:lnTo>
                  <a:lnTo>
                    <a:pt x="1669946" y="1132833"/>
                  </a:lnTo>
                  <a:lnTo>
                    <a:pt x="1666026" y="1132833"/>
                  </a:lnTo>
                  <a:lnTo>
                    <a:pt x="1662106" y="1132833"/>
                  </a:lnTo>
                  <a:lnTo>
                    <a:pt x="1658186" y="1132833"/>
                  </a:lnTo>
                  <a:lnTo>
                    <a:pt x="1654266" y="1132833"/>
                  </a:lnTo>
                  <a:lnTo>
                    <a:pt x="1650346" y="1132833"/>
                  </a:lnTo>
                  <a:lnTo>
                    <a:pt x="1646426" y="1132833"/>
                  </a:lnTo>
                  <a:lnTo>
                    <a:pt x="1642506" y="1132833"/>
                  </a:lnTo>
                  <a:lnTo>
                    <a:pt x="1638586" y="1132833"/>
                  </a:lnTo>
                  <a:lnTo>
                    <a:pt x="1634666" y="1132833"/>
                  </a:lnTo>
                  <a:lnTo>
                    <a:pt x="1630746" y="1132833"/>
                  </a:lnTo>
                  <a:lnTo>
                    <a:pt x="1626826" y="1132833"/>
                  </a:lnTo>
                  <a:lnTo>
                    <a:pt x="1622906" y="1132833"/>
                  </a:lnTo>
                  <a:lnTo>
                    <a:pt x="1618986" y="1132833"/>
                  </a:lnTo>
                  <a:lnTo>
                    <a:pt x="1615065" y="1132833"/>
                  </a:lnTo>
                  <a:lnTo>
                    <a:pt x="1611145" y="1132833"/>
                  </a:lnTo>
                  <a:lnTo>
                    <a:pt x="1607225" y="1132833"/>
                  </a:lnTo>
                  <a:lnTo>
                    <a:pt x="1603305" y="1132833"/>
                  </a:lnTo>
                  <a:lnTo>
                    <a:pt x="1599385" y="1132833"/>
                  </a:lnTo>
                  <a:lnTo>
                    <a:pt x="1595465" y="1132833"/>
                  </a:lnTo>
                  <a:lnTo>
                    <a:pt x="1591545" y="1132833"/>
                  </a:lnTo>
                  <a:lnTo>
                    <a:pt x="1587625" y="1132833"/>
                  </a:lnTo>
                  <a:lnTo>
                    <a:pt x="1583705" y="1132833"/>
                  </a:lnTo>
                  <a:lnTo>
                    <a:pt x="1579785" y="1132833"/>
                  </a:lnTo>
                  <a:lnTo>
                    <a:pt x="1575865" y="1132833"/>
                  </a:lnTo>
                  <a:lnTo>
                    <a:pt x="1571945" y="1132833"/>
                  </a:lnTo>
                  <a:lnTo>
                    <a:pt x="1568025" y="1132833"/>
                  </a:lnTo>
                  <a:lnTo>
                    <a:pt x="1564105" y="1132833"/>
                  </a:lnTo>
                  <a:lnTo>
                    <a:pt x="1560185" y="1132833"/>
                  </a:lnTo>
                  <a:lnTo>
                    <a:pt x="1556265" y="1132833"/>
                  </a:lnTo>
                  <a:lnTo>
                    <a:pt x="1552344" y="1132833"/>
                  </a:lnTo>
                  <a:lnTo>
                    <a:pt x="1548424" y="1132833"/>
                  </a:lnTo>
                  <a:lnTo>
                    <a:pt x="1544504" y="1132833"/>
                  </a:lnTo>
                  <a:lnTo>
                    <a:pt x="1540584" y="1132833"/>
                  </a:lnTo>
                  <a:lnTo>
                    <a:pt x="1536664" y="1132833"/>
                  </a:lnTo>
                  <a:lnTo>
                    <a:pt x="1532744" y="1132833"/>
                  </a:lnTo>
                  <a:lnTo>
                    <a:pt x="1528824" y="1132833"/>
                  </a:lnTo>
                  <a:lnTo>
                    <a:pt x="1524904" y="1132833"/>
                  </a:lnTo>
                  <a:lnTo>
                    <a:pt x="1520984" y="1132833"/>
                  </a:lnTo>
                  <a:lnTo>
                    <a:pt x="1517064" y="1132833"/>
                  </a:lnTo>
                  <a:lnTo>
                    <a:pt x="1513144" y="1132833"/>
                  </a:lnTo>
                  <a:lnTo>
                    <a:pt x="1509224" y="1132833"/>
                  </a:lnTo>
                  <a:lnTo>
                    <a:pt x="1505304" y="1132833"/>
                  </a:lnTo>
                  <a:lnTo>
                    <a:pt x="1501384" y="1132833"/>
                  </a:lnTo>
                  <a:lnTo>
                    <a:pt x="1497464" y="1132833"/>
                  </a:lnTo>
                  <a:lnTo>
                    <a:pt x="1493543" y="1132833"/>
                  </a:lnTo>
                  <a:lnTo>
                    <a:pt x="1489623" y="1132833"/>
                  </a:lnTo>
                  <a:lnTo>
                    <a:pt x="1485703" y="1132833"/>
                  </a:lnTo>
                  <a:lnTo>
                    <a:pt x="1481783" y="1132833"/>
                  </a:lnTo>
                  <a:lnTo>
                    <a:pt x="1477863" y="1132833"/>
                  </a:lnTo>
                  <a:lnTo>
                    <a:pt x="1473943" y="1132833"/>
                  </a:lnTo>
                  <a:lnTo>
                    <a:pt x="1470023" y="1132833"/>
                  </a:lnTo>
                  <a:lnTo>
                    <a:pt x="1466103" y="1132833"/>
                  </a:lnTo>
                  <a:lnTo>
                    <a:pt x="1462183" y="1132833"/>
                  </a:lnTo>
                  <a:lnTo>
                    <a:pt x="1458263" y="1132833"/>
                  </a:lnTo>
                  <a:lnTo>
                    <a:pt x="1454343" y="1132833"/>
                  </a:lnTo>
                  <a:lnTo>
                    <a:pt x="1450423" y="1132833"/>
                  </a:lnTo>
                  <a:lnTo>
                    <a:pt x="1446503" y="1132833"/>
                  </a:lnTo>
                  <a:lnTo>
                    <a:pt x="1442583" y="1132833"/>
                  </a:lnTo>
                  <a:lnTo>
                    <a:pt x="1438663" y="1132833"/>
                  </a:lnTo>
                  <a:lnTo>
                    <a:pt x="1434743" y="1132833"/>
                  </a:lnTo>
                  <a:lnTo>
                    <a:pt x="1430822" y="1132833"/>
                  </a:lnTo>
                  <a:lnTo>
                    <a:pt x="1426902" y="1132833"/>
                  </a:lnTo>
                  <a:lnTo>
                    <a:pt x="1422982" y="1132833"/>
                  </a:lnTo>
                  <a:lnTo>
                    <a:pt x="1419062" y="1132833"/>
                  </a:lnTo>
                  <a:lnTo>
                    <a:pt x="1415142" y="1132833"/>
                  </a:lnTo>
                  <a:lnTo>
                    <a:pt x="1411222" y="1132833"/>
                  </a:lnTo>
                  <a:lnTo>
                    <a:pt x="1407302" y="1132833"/>
                  </a:lnTo>
                  <a:lnTo>
                    <a:pt x="1403382" y="1132833"/>
                  </a:lnTo>
                  <a:lnTo>
                    <a:pt x="1399462" y="1132833"/>
                  </a:lnTo>
                  <a:lnTo>
                    <a:pt x="1395542" y="1132833"/>
                  </a:lnTo>
                  <a:lnTo>
                    <a:pt x="1391622" y="1132833"/>
                  </a:lnTo>
                  <a:lnTo>
                    <a:pt x="1387702" y="1132833"/>
                  </a:lnTo>
                  <a:lnTo>
                    <a:pt x="1383782" y="1132833"/>
                  </a:lnTo>
                  <a:lnTo>
                    <a:pt x="1379862" y="1132833"/>
                  </a:lnTo>
                  <a:lnTo>
                    <a:pt x="1375942" y="1132833"/>
                  </a:lnTo>
                  <a:lnTo>
                    <a:pt x="1372022" y="1132833"/>
                  </a:lnTo>
                  <a:lnTo>
                    <a:pt x="1368101" y="1132833"/>
                  </a:lnTo>
                  <a:lnTo>
                    <a:pt x="1364181" y="1132833"/>
                  </a:lnTo>
                  <a:lnTo>
                    <a:pt x="1360261" y="1132833"/>
                  </a:lnTo>
                  <a:lnTo>
                    <a:pt x="1356341" y="1132833"/>
                  </a:lnTo>
                  <a:lnTo>
                    <a:pt x="1352421" y="1132833"/>
                  </a:lnTo>
                  <a:lnTo>
                    <a:pt x="1348501" y="1132833"/>
                  </a:lnTo>
                  <a:lnTo>
                    <a:pt x="1344581" y="1132833"/>
                  </a:lnTo>
                  <a:lnTo>
                    <a:pt x="1340661" y="1132833"/>
                  </a:lnTo>
                  <a:lnTo>
                    <a:pt x="1336741" y="1132833"/>
                  </a:lnTo>
                  <a:lnTo>
                    <a:pt x="1332821" y="1132833"/>
                  </a:lnTo>
                  <a:lnTo>
                    <a:pt x="1328901" y="1132833"/>
                  </a:lnTo>
                  <a:lnTo>
                    <a:pt x="1324981" y="1132833"/>
                  </a:lnTo>
                  <a:lnTo>
                    <a:pt x="1321061" y="1132833"/>
                  </a:lnTo>
                  <a:lnTo>
                    <a:pt x="1317141" y="1132833"/>
                  </a:lnTo>
                  <a:lnTo>
                    <a:pt x="1313221" y="1132833"/>
                  </a:lnTo>
                  <a:lnTo>
                    <a:pt x="1309301" y="1132833"/>
                  </a:lnTo>
                  <a:lnTo>
                    <a:pt x="1305380" y="1132833"/>
                  </a:lnTo>
                  <a:lnTo>
                    <a:pt x="1301460" y="1132833"/>
                  </a:lnTo>
                  <a:lnTo>
                    <a:pt x="1297540" y="1132833"/>
                  </a:lnTo>
                  <a:lnTo>
                    <a:pt x="1293620" y="1132833"/>
                  </a:lnTo>
                  <a:lnTo>
                    <a:pt x="1289700" y="1132833"/>
                  </a:lnTo>
                  <a:lnTo>
                    <a:pt x="1285780" y="1132833"/>
                  </a:lnTo>
                  <a:lnTo>
                    <a:pt x="1281860" y="1132833"/>
                  </a:lnTo>
                  <a:lnTo>
                    <a:pt x="1277940" y="1132833"/>
                  </a:lnTo>
                  <a:lnTo>
                    <a:pt x="1274020" y="1132833"/>
                  </a:lnTo>
                  <a:lnTo>
                    <a:pt x="1270100" y="1132833"/>
                  </a:lnTo>
                  <a:lnTo>
                    <a:pt x="1266180" y="1132833"/>
                  </a:lnTo>
                  <a:lnTo>
                    <a:pt x="1262260" y="1132833"/>
                  </a:lnTo>
                  <a:lnTo>
                    <a:pt x="1258340" y="1132833"/>
                  </a:lnTo>
                  <a:lnTo>
                    <a:pt x="1254420" y="1132833"/>
                  </a:lnTo>
                  <a:lnTo>
                    <a:pt x="1250500" y="1132833"/>
                  </a:lnTo>
                  <a:lnTo>
                    <a:pt x="1246580" y="1132833"/>
                  </a:lnTo>
                  <a:lnTo>
                    <a:pt x="1242659" y="1132833"/>
                  </a:lnTo>
                  <a:lnTo>
                    <a:pt x="1238739" y="1132833"/>
                  </a:lnTo>
                  <a:lnTo>
                    <a:pt x="1234819" y="1132833"/>
                  </a:lnTo>
                  <a:lnTo>
                    <a:pt x="1230899" y="1132833"/>
                  </a:lnTo>
                  <a:lnTo>
                    <a:pt x="1226979" y="1132833"/>
                  </a:lnTo>
                  <a:lnTo>
                    <a:pt x="1223059" y="1132833"/>
                  </a:lnTo>
                  <a:lnTo>
                    <a:pt x="1219139" y="1132833"/>
                  </a:lnTo>
                  <a:lnTo>
                    <a:pt x="1215219" y="1132833"/>
                  </a:lnTo>
                  <a:lnTo>
                    <a:pt x="1211299" y="1132833"/>
                  </a:lnTo>
                  <a:lnTo>
                    <a:pt x="1207379" y="1132833"/>
                  </a:lnTo>
                  <a:lnTo>
                    <a:pt x="1203459" y="1132833"/>
                  </a:lnTo>
                  <a:lnTo>
                    <a:pt x="1199539" y="1132833"/>
                  </a:lnTo>
                  <a:lnTo>
                    <a:pt x="1195619" y="1132833"/>
                  </a:lnTo>
                  <a:lnTo>
                    <a:pt x="1191699" y="1132833"/>
                  </a:lnTo>
                  <a:lnTo>
                    <a:pt x="1187779" y="1132833"/>
                  </a:lnTo>
                  <a:lnTo>
                    <a:pt x="1183859" y="1132833"/>
                  </a:lnTo>
                  <a:lnTo>
                    <a:pt x="1179938" y="1132833"/>
                  </a:lnTo>
                  <a:lnTo>
                    <a:pt x="1176018" y="1132833"/>
                  </a:lnTo>
                  <a:lnTo>
                    <a:pt x="1172098" y="1132833"/>
                  </a:lnTo>
                  <a:lnTo>
                    <a:pt x="1168178" y="1132833"/>
                  </a:lnTo>
                  <a:lnTo>
                    <a:pt x="1164258" y="1132833"/>
                  </a:lnTo>
                  <a:lnTo>
                    <a:pt x="1160338" y="1132833"/>
                  </a:lnTo>
                  <a:lnTo>
                    <a:pt x="1156418" y="1132833"/>
                  </a:lnTo>
                  <a:lnTo>
                    <a:pt x="1152498" y="1132833"/>
                  </a:lnTo>
                  <a:lnTo>
                    <a:pt x="1148578" y="1132833"/>
                  </a:lnTo>
                  <a:lnTo>
                    <a:pt x="1144658" y="1132833"/>
                  </a:lnTo>
                  <a:lnTo>
                    <a:pt x="1140738" y="1132833"/>
                  </a:lnTo>
                  <a:lnTo>
                    <a:pt x="1136818" y="1132833"/>
                  </a:lnTo>
                  <a:lnTo>
                    <a:pt x="1132898" y="1132833"/>
                  </a:lnTo>
                  <a:lnTo>
                    <a:pt x="1128978" y="1132833"/>
                  </a:lnTo>
                  <a:lnTo>
                    <a:pt x="1125058" y="1132833"/>
                  </a:lnTo>
                  <a:lnTo>
                    <a:pt x="1121138" y="1132833"/>
                  </a:lnTo>
                  <a:lnTo>
                    <a:pt x="1117217" y="1132833"/>
                  </a:lnTo>
                  <a:lnTo>
                    <a:pt x="1113297" y="1132833"/>
                  </a:lnTo>
                  <a:lnTo>
                    <a:pt x="1109377" y="1132833"/>
                  </a:lnTo>
                  <a:lnTo>
                    <a:pt x="1105457" y="1132833"/>
                  </a:lnTo>
                  <a:lnTo>
                    <a:pt x="1101537" y="1132833"/>
                  </a:lnTo>
                  <a:lnTo>
                    <a:pt x="1097617" y="1132833"/>
                  </a:lnTo>
                  <a:lnTo>
                    <a:pt x="1093697" y="1132833"/>
                  </a:lnTo>
                  <a:lnTo>
                    <a:pt x="1089777" y="1132833"/>
                  </a:lnTo>
                  <a:lnTo>
                    <a:pt x="1085857" y="1132833"/>
                  </a:lnTo>
                  <a:lnTo>
                    <a:pt x="1081937" y="1132833"/>
                  </a:lnTo>
                  <a:lnTo>
                    <a:pt x="1078017" y="1132833"/>
                  </a:lnTo>
                  <a:lnTo>
                    <a:pt x="1074097" y="1132833"/>
                  </a:lnTo>
                  <a:lnTo>
                    <a:pt x="1070177" y="1132833"/>
                  </a:lnTo>
                  <a:lnTo>
                    <a:pt x="1066257" y="1132833"/>
                  </a:lnTo>
                  <a:lnTo>
                    <a:pt x="1062337" y="1132833"/>
                  </a:lnTo>
                  <a:lnTo>
                    <a:pt x="1058417" y="1132833"/>
                  </a:lnTo>
                  <a:lnTo>
                    <a:pt x="1054496" y="1132833"/>
                  </a:lnTo>
                  <a:lnTo>
                    <a:pt x="1050576" y="1132833"/>
                  </a:lnTo>
                  <a:lnTo>
                    <a:pt x="1046656" y="1132833"/>
                  </a:lnTo>
                  <a:lnTo>
                    <a:pt x="1042736" y="1132833"/>
                  </a:lnTo>
                  <a:lnTo>
                    <a:pt x="1038816" y="1132833"/>
                  </a:lnTo>
                  <a:lnTo>
                    <a:pt x="1034896" y="1132833"/>
                  </a:lnTo>
                  <a:lnTo>
                    <a:pt x="1030976" y="1132833"/>
                  </a:lnTo>
                  <a:lnTo>
                    <a:pt x="1027056" y="1132833"/>
                  </a:lnTo>
                  <a:lnTo>
                    <a:pt x="1023136" y="1132833"/>
                  </a:lnTo>
                  <a:lnTo>
                    <a:pt x="1019216" y="1132833"/>
                  </a:lnTo>
                  <a:lnTo>
                    <a:pt x="1015296" y="1132833"/>
                  </a:lnTo>
                  <a:lnTo>
                    <a:pt x="1011376" y="1132833"/>
                  </a:lnTo>
                  <a:lnTo>
                    <a:pt x="1007456" y="1132833"/>
                  </a:lnTo>
                  <a:lnTo>
                    <a:pt x="1003536" y="1132833"/>
                  </a:lnTo>
                  <a:lnTo>
                    <a:pt x="999616" y="1132833"/>
                  </a:lnTo>
                  <a:lnTo>
                    <a:pt x="995695" y="1132833"/>
                  </a:lnTo>
                  <a:lnTo>
                    <a:pt x="991775" y="1132833"/>
                  </a:lnTo>
                  <a:lnTo>
                    <a:pt x="987855" y="1132833"/>
                  </a:lnTo>
                  <a:lnTo>
                    <a:pt x="983935" y="1132833"/>
                  </a:lnTo>
                  <a:lnTo>
                    <a:pt x="980015" y="1132833"/>
                  </a:lnTo>
                  <a:lnTo>
                    <a:pt x="976095" y="1132833"/>
                  </a:lnTo>
                  <a:lnTo>
                    <a:pt x="972175" y="1132833"/>
                  </a:lnTo>
                  <a:lnTo>
                    <a:pt x="968255" y="1132833"/>
                  </a:lnTo>
                  <a:lnTo>
                    <a:pt x="964335" y="1132833"/>
                  </a:lnTo>
                  <a:lnTo>
                    <a:pt x="960415" y="1132833"/>
                  </a:lnTo>
                  <a:lnTo>
                    <a:pt x="956495" y="1132833"/>
                  </a:lnTo>
                  <a:lnTo>
                    <a:pt x="952575" y="1132833"/>
                  </a:lnTo>
                  <a:lnTo>
                    <a:pt x="948655" y="1132833"/>
                  </a:lnTo>
                  <a:lnTo>
                    <a:pt x="944735" y="1132833"/>
                  </a:lnTo>
                  <a:lnTo>
                    <a:pt x="940815" y="1132833"/>
                  </a:lnTo>
                  <a:lnTo>
                    <a:pt x="936895" y="1132833"/>
                  </a:lnTo>
                  <a:lnTo>
                    <a:pt x="932974" y="1132833"/>
                  </a:lnTo>
                  <a:lnTo>
                    <a:pt x="929054" y="1132833"/>
                  </a:lnTo>
                  <a:lnTo>
                    <a:pt x="925134" y="1132833"/>
                  </a:lnTo>
                  <a:lnTo>
                    <a:pt x="921214" y="1132833"/>
                  </a:lnTo>
                  <a:lnTo>
                    <a:pt x="917294" y="1132833"/>
                  </a:lnTo>
                  <a:lnTo>
                    <a:pt x="913374" y="1132833"/>
                  </a:lnTo>
                  <a:lnTo>
                    <a:pt x="909454" y="1132833"/>
                  </a:lnTo>
                  <a:lnTo>
                    <a:pt x="905534" y="1132833"/>
                  </a:lnTo>
                  <a:lnTo>
                    <a:pt x="901614" y="1132833"/>
                  </a:lnTo>
                  <a:lnTo>
                    <a:pt x="897694" y="1132833"/>
                  </a:lnTo>
                  <a:lnTo>
                    <a:pt x="893774" y="1132833"/>
                  </a:lnTo>
                  <a:lnTo>
                    <a:pt x="889854" y="1132833"/>
                  </a:lnTo>
                  <a:lnTo>
                    <a:pt x="885934" y="1132833"/>
                  </a:lnTo>
                  <a:lnTo>
                    <a:pt x="882014" y="1132833"/>
                  </a:lnTo>
                  <a:lnTo>
                    <a:pt x="878094" y="1132833"/>
                  </a:lnTo>
                  <a:lnTo>
                    <a:pt x="874174" y="1132833"/>
                  </a:lnTo>
                  <a:lnTo>
                    <a:pt x="870253" y="1132833"/>
                  </a:lnTo>
                  <a:lnTo>
                    <a:pt x="866333" y="1132833"/>
                  </a:lnTo>
                  <a:lnTo>
                    <a:pt x="862413" y="1132833"/>
                  </a:lnTo>
                  <a:lnTo>
                    <a:pt x="858493" y="1132833"/>
                  </a:lnTo>
                  <a:lnTo>
                    <a:pt x="854573" y="1132833"/>
                  </a:lnTo>
                  <a:lnTo>
                    <a:pt x="850653" y="1132833"/>
                  </a:lnTo>
                  <a:lnTo>
                    <a:pt x="846733" y="1132833"/>
                  </a:lnTo>
                  <a:lnTo>
                    <a:pt x="842813" y="1132833"/>
                  </a:lnTo>
                  <a:lnTo>
                    <a:pt x="838893" y="1132833"/>
                  </a:lnTo>
                  <a:lnTo>
                    <a:pt x="834973" y="1132833"/>
                  </a:lnTo>
                  <a:lnTo>
                    <a:pt x="831053" y="1132833"/>
                  </a:lnTo>
                  <a:lnTo>
                    <a:pt x="827133" y="1132833"/>
                  </a:lnTo>
                  <a:lnTo>
                    <a:pt x="823213" y="1132833"/>
                  </a:lnTo>
                  <a:lnTo>
                    <a:pt x="819293" y="1132833"/>
                  </a:lnTo>
                  <a:lnTo>
                    <a:pt x="815373" y="1132833"/>
                  </a:lnTo>
                  <a:lnTo>
                    <a:pt x="811453" y="1132833"/>
                  </a:lnTo>
                  <a:lnTo>
                    <a:pt x="807532" y="1132833"/>
                  </a:lnTo>
                  <a:lnTo>
                    <a:pt x="803612" y="1132833"/>
                  </a:lnTo>
                  <a:lnTo>
                    <a:pt x="799692" y="1132833"/>
                  </a:lnTo>
                  <a:lnTo>
                    <a:pt x="795772" y="1132833"/>
                  </a:lnTo>
                  <a:lnTo>
                    <a:pt x="791852" y="1132833"/>
                  </a:lnTo>
                  <a:lnTo>
                    <a:pt x="787932" y="1132833"/>
                  </a:lnTo>
                  <a:lnTo>
                    <a:pt x="784012" y="1132833"/>
                  </a:lnTo>
                  <a:lnTo>
                    <a:pt x="780092" y="1132833"/>
                  </a:lnTo>
                  <a:lnTo>
                    <a:pt x="776172" y="1132833"/>
                  </a:lnTo>
                  <a:lnTo>
                    <a:pt x="772252" y="1132833"/>
                  </a:lnTo>
                  <a:lnTo>
                    <a:pt x="768332" y="1132833"/>
                  </a:lnTo>
                  <a:lnTo>
                    <a:pt x="764412" y="1132833"/>
                  </a:lnTo>
                  <a:lnTo>
                    <a:pt x="760492" y="1132833"/>
                  </a:lnTo>
                  <a:lnTo>
                    <a:pt x="756572" y="1132833"/>
                  </a:lnTo>
                  <a:lnTo>
                    <a:pt x="752652" y="1132833"/>
                  </a:lnTo>
                  <a:lnTo>
                    <a:pt x="748732" y="1132833"/>
                  </a:lnTo>
                  <a:lnTo>
                    <a:pt x="744811" y="1132833"/>
                  </a:lnTo>
                  <a:lnTo>
                    <a:pt x="740891" y="1132833"/>
                  </a:lnTo>
                  <a:lnTo>
                    <a:pt x="736971" y="1132833"/>
                  </a:lnTo>
                  <a:lnTo>
                    <a:pt x="733051" y="1132833"/>
                  </a:lnTo>
                  <a:lnTo>
                    <a:pt x="729131" y="1132833"/>
                  </a:lnTo>
                  <a:lnTo>
                    <a:pt x="725211" y="1132833"/>
                  </a:lnTo>
                  <a:lnTo>
                    <a:pt x="721291" y="1132833"/>
                  </a:lnTo>
                  <a:lnTo>
                    <a:pt x="717371" y="1132833"/>
                  </a:lnTo>
                  <a:lnTo>
                    <a:pt x="713451" y="1132833"/>
                  </a:lnTo>
                  <a:lnTo>
                    <a:pt x="709531" y="1132833"/>
                  </a:lnTo>
                  <a:lnTo>
                    <a:pt x="705611" y="1132833"/>
                  </a:lnTo>
                  <a:lnTo>
                    <a:pt x="701691" y="1132833"/>
                  </a:lnTo>
                  <a:lnTo>
                    <a:pt x="697771" y="1132833"/>
                  </a:lnTo>
                  <a:lnTo>
                    <a:pt x="693851" y="1132833"/>
                  </a:lnTo>
                  <a:lnTo>
                    <a:pt x="689931" y="1132833"/>
                  </a:lnTo>
                  <a:lnTo>
                    <a:pt x="686011" y="1132833"/>
                  </a:lnTo>
                  <a:lnTo>
                    <a:pt x="682090" y="1132833"/>
                  </a:lnTo>
                  <a:lnTo>
                    <a:pt x="678170" y="1132833"/>
                  </a:lnTo>
                  <a:lnTo>
                    <a:pt x="674250" y="1132833"/>
                  </a:lnTo>
                  <a:lnTo>
                    <a:pt x="670330" y="1132833"/>
                  </a:lnTo>
                  <a:lnTo>
                    <a:pt x="666410" y="1132833"/>
                  </a:lnTo>
                  <a:lnTo>
                    <a:pt x="662490" y="1132833"/>
                  </a:lnTo>
                  <a:lnTo>
                    <a:pt x="658570" y="1132833"/>
                  </a:lnTo>
                  <a:lnTo>
                    <a:pt x="654650" y="1132833"/>
                  </a:lnTo>
                  <a:lnTo>
                    <a:pt x="650730" y="1132833"/>
                  </a:lnTo>
                  <a:lnTo>
                    <a:pt x="646810" y="1132833"/>
                  </a:lnTo>
                  <a:lnTo>
                    <a:pt x="642890" y="1132833"/>
                  </a:lnTo>
                  <a:lnTo>
                    <a:pt x="638970" y="1132833"/>
                  </a:lnTo>
                  <a:lnTo>
                    <a:pt x="635050" y="1132833"/>
                  </a:lnTo>
                  <a:lnTo>
                    <a:pt x="631130" y="1132833"/>
                  </a:lnTo>
                  <a:lnTo>
                    <a:pt x="627210" y="1132833"/>
                  </a:lnTo>
                  <a:lnTo>
                    <a:pt x="623290" y="1132833"/>
                  </a:lnTo>
                  <a:lnTo>
                    <a:pt x="619369" y="1132833"/>
                  </a:lnTo>
                  <a:lnTo>
                    <a:pt x="615449" y="1132833"/>
                  </a:lnTo>
                  <a:lnTo>
                    <a:pt x="611529" y="1132833"/>
                  </a:lnTo>
                  <a:lnTo>
                    <a:pt x="607609" y="1132833"/>
                  </a:lnTo>
                  <a:lnTo>
                    <a:pt x="603689" y="1132833"/>
                  </a:lnTo>
                  <a:lnTo>
                    <a:pt x="599769" y="1132833"/>
                  </a:lnTo>
                  <a:lnTo>
                    <a:pt x="595849" y="1132833"/>
                  </a:lnTo>
                  <a:lnTo>
                    <a:pt x="591929" y="1132833"/>
                  </a:lnTo>
                  <a:lnTo>
                    <a:pt x="588009" y="1132833"/>
                  </a:lnTo>
                  <a:lnTo>
                    <a:pt x="584089" y="1132833"/>
                  </a:lnTo>
                  <a:lnTo>
                    <a:pt x="580169" y="1132833"/>
                  </a:lnTo>
                  <a:lnTo>
                    <a:pt x="576249" y="1132833"/>
                  </a:lnTo>
                  <a:lnTo>
                    <a:pt x="572329" y="1132833"/>
                  </a:lnTo>
                  <a:lnTo>
                    <a:pt x="568409" y="1132833"/>
                  </a:lnTo>
                  <a:lnTo>
                    <a:pt x="564489" y="1132833"/>
                  </a:lnTo>
                  <a:lnTo>
                    <a:pt x="560569" y="1132833"/>
                  </a:lnTo>
                  <a:lnTo>
                    <a:pt x="556648" y="1132833"/>
                  </a:lnTo>
                  <a:lnTo>
                    <a:pt x="552728" y="1132833"/>
                  </a:lnTo>
                  <a:lnTo>
                    <a:pt x="548808" y="1132833"/>
                  </a:lnTo>
                  <a:lnTo>
                    <a:pt x="544888" y="1132833"/>
                  </a:lnTo>
                  <a:lnTo>
                    <a:pt x="540968" y="1132833"/>
                  </a:lnTo>
                  <a:lnTo>
                    <a:pt x="537048" y="1132833"/>
                  </a:lnTo>
                  <a:lnTo>
                    <a:pt x="533128" y="1132833"/>
                  </a:lnTo>
                  <a:lnTo>
                    <a:pt x="529208" y="1132833"/>
                  </a:lnTo>
                  <a:lnTo>
                    <a:pt x="525288" y="1132833"/>
                  </a:lnTo>
                  <a:lnTo>
                    <a:pt x="521368" y="1132833"/>
                  </a:lnTo>
                  <a:lnTo>
                    <a:pt x="517448" y="1132833"/>
                  </a:lnTo>
                  <a:lnTo>
                    <a:pt x="513528" y="1132833"/>
                  </a:lnTo>
                  <a:lnTo>
                    <a:pt x="509608" y="1132833"/>
                  </a:lnTo>
                  <a:lnTo>
                    <a:pt x="505688" y="1132833"/>
                  </a:lnTo>
                  <a:lnTo>
                    <a:pt x="501768" y="1132833"/>
                  </a:lnTo>
                  <a:lnTo>
                    <a:pt x="497847" y="1132833"/>
                  </a:lnTo>
                  <a:lnTo>
                    <a:pt x="493927" y="1132833"/>
                  </a:lnTo>
                  <a:lnTo>
                    <a:pt x="490007" y="1132833"/>
                  </a:lnTo>
                  <a:lnTo>
                    <a:pt x="486087" y="1132833"/>
                  </a:lnTo>
                  <a:lnTo>
                    <a:pt x="482167" y="1132833"/>
                  </a:lnTo>
                  <a:lnTo>
                    <a:pt x="478247" y="1132833"/>
                  </a:lnTo>
                  <a:lnTo>
                    <a:pt x="474327" y="1132833"/>
                  </a:lnTo>
                  <a:lnTo>
                    <a:pt x="470407" y="1132833"/>
                  </a:lnTo>
                  <a:lnTo>
                    <a:pt x="466487" y="1132833"/>
                  </a:lnTo>
                  <a:lnTo>
                    <a:pt x="462567" y="1132833"/>
                  </a:lnTo>
                  <a:lnTo>
                    <a:pt x="458647" y="1132833"/>
                  </a:lnTo>
                  <a:lnTo>
                    <a:pt x="454727" y="1132833"/>
                  </a:lnTo>
                  <a:lnTo>
                    <a:pt x="450807" y="1132833"/>
                  </a:lnTo>
                  <a:lnTo>
                    <a:pt x="446887" y="1132833"/>
                  </a:lnTo>
                  <a:lnTo>
                    <a:pt x="442967" y="1132833"/>
                  </a:lnTo>
                  <a:lnTo>
                    <a:pt x="439047" y="1132833"/>
                  </a:lnTo>
                  <a:lnTo>
                    <a:pt x="435126" y="1132833"/>
                  </a:lnTo>
                  <a:lnTo>
                    <a:pt x="431206" y="1132833"/>
                  </a:lnTo>
                  <a:lnTo>
                    <a:pt x="427286" y="1132833"/>
                  </a:lnTo>
                  <a:lnTo>
                    <a:pt x="423366" y="1132833"/>
                  </a:lnTo>
                  <a:lnTo>
                    <a:pt x="419446" y="1132833"/>
                  </a:lnTo>
                  <a:lnTo>
                    <a:pt x="415526" y="1132833"/>
                  </a:lnTo>
                  <a:lnTo>
                    <a:pt x="411606" y="1132833"/>
                  </a:lnTo>
                  <a:lnTo>
                    <a:pt x="407686" y="1132833"/>
                  </a:lnTo>
                  <a:lnTo>
                    <a:pt x="403766" y="1132833"/>
                  </a:lnTo>
                  <a:lnTo>
                    <a:pt x="399846" y="1132833"/>
                  </a:lnTo>
                  <a:lnTo>
                    <a:pt x="395926" y="1132833"/>
                  </a:lnTo>
                  <a:lnTo>
                    <a:pt x="392006" y="1132833"/>
                  </a:lnTo>
                  <a:lnTo>
                    <a:pt x="388086" y="1132833"/>
                  </a:lnTo>
                  <a:lnTo>
                    <a:pt x="384166" y="1132833"/>
                  </a:lnTo>
                  <a:lnTo>
                    <a:pt x="380246" y="1132833"/>
                  </a:lnTo>
                  <a:lnTo>
                    <a:pt x="376326" y="1132833"/>
                  </a:lnTo>
                  <a:lnTo>
                    <a:pt x="372405" y="1132833"/>
                  </a:lnTo>
                  <a:lnTo>
                    <a:pt x="368485" y="1132833"/>
                  </a:lnTo>
                  <a:lnTo>
                    <a:pt x="364565" y="1132833"/>
                  </a:lnTo>
                  <a:lnTo>
                    <a:pt x="360645" y="1132833"/>
                  </a:lnTo>
                  <a:lnTo>
                    <a:pt x="356725" y="1132833"/>
                  </a:lnTo>
                  <a:lnTo>
                    <a:pt x="352805" y="1132833"/>
                  </a:lnTo>
                  <a:lnTo>
                    <a:pt x="348885" y="1132833"/>
                  </a:lnTo>
                  <a:lnTo>
                    <a:pt x="344965" y="1132833"/>
                  </a:lnTo>
                  <a:lnTo>
                    <a:pt x="341045" y="1132833"/>
                  </a:lnTo>
                  <a:lnTo>
                    <a:pt x="337125" y="1132833"/>
                  </a:lnTo>
                  <a:lnTo>
                    <a:pt x="333205" y="1132833"/>
                  </a:lnTo>
                  <a:lnTo>
                    <a:pt x="329285" y="1132833"/>
                  </a:lnTo>
                  <a:lnTo>
                    <a:pt x="325365" y="1132833"/>
                  </a:lnTo>
                  <a:lnTo>
                    <a:pt x="321445" y="1132833"/>
                  </a:lnTo>
                  <a:lnTo>
                    <a:pt x="317525" y="1132833"/>
                  </a:lnTo>
                  <a:lnTo>
                    <a:pt x="313605" y="1132833"/>
                  </a:lnTo>
                  <a:lnTo>
                    <a:pt x="309684" y="1132833"/>
                  </a:lnTo>
                  <a:lnTo>
                    <a:pt x="305764" y="1132833"/>
                  </a:lnTo>
                  <a:lnTo>
                    <a:pt x="301844" y="1132833"/>
                  </a:lnTo>
                  <a:lnTo>
                    <a:pt x="297924" y="1132833"/>
                  </a:lnTo>
                  <a:lnTo>
                    <a:pt x="294004" y="1132833"/>
                  </a:lnTo>
                  <a:lnTo>
                    <a:pt x="290084" y="1132833"/>
                  </a:lnTo>
                  <a:lnTo>
                    <a:pt x="286164" y="1132833"/>
                  </a:lnTo>
                  <a:lnTo>
                    <a:pt x="282244" y="1132833"/>
                  </a:lnTo>
                  <a:lnTo>
                    <a:pt x="278324" y="1132833"/>
                  </a:lnTo>
                  <a:lnTo>
                    <a:pt x="274404" y="1132833"/>
                  </a:lnTo>
                  <a:lnTo>
                    <a:pt x="270484" y="1132833"/>
                  </a:lnTo>
                  <a:lnTo>
                    <a:pt x="266564" y="1132833"/>
                  </a:lnTo>
                  <a:lnTo>
                    <a:pt x="262644" y="1132833"/>
                  </a:lnTo>
                  <a:lnTo>
                    <a:pt x="258724" y="1132833"/>
                  </a:lnTo>
                  <a:lnTo>
                    <a:pt x="254804" y="1132833"/>
                  </a:lnTo>
                  <a:lnTo>
                    <a:pt x="250884" y="1132833"/>
                  </a:lnTo>
                  <a:lnTo>
                    <a:pt x="246963" y="1132833"/>
                  </a:lnTo>
                  <a:lnTo>
                    <a:pt x="243043" y="1132833"/>
                  </a:lnTo>
                  <a:lnTo>
                    <a:pt x="239123" y="1132833"/>
                  </a:lnTo>
                  <a:lnTo>
                    <a:pt x="235203" y="1132833"/>
                  </a:lnTo>
                  <a:lnTo>
                    <a:pt x="231283" y="1132833"/>
                  </a:lnTo>
                  <a:lnTo>
                    <a:pt x="227363" y="1132833"/>
                  </a:lnTo>
                  <a:lnTo>
                    <a:pt x="223443" y="1132833"/>
                  </a:lnTo>
                  <a:lnTo>
                    <a:pt x="219523" y="1132833"/>
                  </a:lnTo>
                  <a:lnTo>
                    <a:pt x="215603" y="1132833"/>
                  </a:lnTo>
                  <a:lnTo>
                    <a:pt x="211683" y="1132833"/>
                  </a:lnTo>
                  <a:lnTo>
                    <a:pt x="207763" y="1132833"/>
                  </a:lnTo>
                  <a:lnTo>
                    <a:pt x="203843" y="1132833"/>
                  </a:lnTo>
                  <a:lnTo>
                    <a:pt x="199923" y="1132833"/>
                  </a:lnTo>
                  <a:lnTo>
                    <a:pt x="196003" y="1132833"/>
                  </a:lnTo>
                  <a:lnTo>
                    <a:pt x="192083" y="1132833"/>
                  </a:lnTo>
                  <a:lnTo>
                    <a:pt x="188163" y="1132833"/>
                  </a:lnTo>
                  <a:lnTo>
                    <a:pt x="184242" y="1132833"/>
                  </a:lnTo>
                  <a:lnTo>
                    <a:pt x="180322" y="1132833"/>
                  </a:lnTo>
                  <a:lnTo>
                    <a:pt x="176402" y="1132833"/>
                  </a:lnTo>
                  <a:lnTo>
                    <a:pt x="172482" y="1132833"/>
                  </a:lnTo>
                  <a:lnTo>
                    <a:pt x="168562" y="1132833"/>
                  </a:lnTo>
                  <a:lnTo>
                    <a:pt x="164642" y="1132833"/>
                  </a:lnTo>
                  <a:lnTo>
                    <a:pt x="160722" y="1132833"/>
                  </a:lnTo>
                  <a:lnTo>
                    <a:pt x="156802" y="1132833"/>
                  </a:lnTo>
                  <a:lnTo>
                    <a:pt x="152882" y="1132833"/>
                  </a:lnTo>
                  <a:lnTo>
                    <a:pt x="148962" y="1132833"/>
                  </a:lnTo>
                  <a:lnTo>
                    <a:pt x="145042" y="1132833"/>
                  </a:lnTo>
                  <a:lnTo>
                    <a:pt x="141122" y="1132833"/>
                  </a:lnTo>
                  <a:lnTo>
                    <a:pt x="137202" y="1132833"/>
                  </a:lnTo>
                  <a:lnTo>
                    <a:pt x="133282" y="1132833"/>
                  </a:lnTo>
                  <a:lnTo>
                    <a:pt x="129362" y="1132833"/>
                  </a:lnTo>
                  <a:lnTo>
                    <a:pt x="125442" y="1132833"/>
                  </a:lnTo>
                  <a:lnTo>
                    <a:pt x="121521" y="1132833"/>
                  </a:lnTo>
                  <a:lnTo>
                    <a:pt x="117601" y="1132833"/>
                  </a:lnTo>
                  <a:lnTo>
                    <a:pt x="113681" y="1132833"/>
                  </a:lnTo>
                  <a:lnTo>
                    <a:pt x="109761" y="1132833"/>
                  </a:lnTo>
                  <a:lnTo>
                    <a:pt x="105841" y="1132833"/>
                  </a:lnTo>
                  <a:lnTo>
                    <a:pt x="101921" y="1132833"/>
                  </a:lnTo>
                  <a:lnTo>
                    <a:pt x="98001" y="1132833"/>
                  </a:lnTo>
                  <a:lnTo>
                    <a:pt x="94081" y="1132833"/>
                  </a:lnTo>
                  <a:lnTo>
                    <a:pt x="90161" y="1132833"/>
                  </a:lnTo>
                  <a:lnTo>
                    <a:pt x="86241" y="1132833"/>
                  </a:lnTo>
                  <a:lnTo>
                    <a:pt x="82321" y="1132833"/>
                  </a:lnTo>
                  <a:lnTo>
                    <a:pt x="78401" y="1132833"/>
                  </a:lnTo>
                  <a:lnTo>
                    <a:pt x="74481" y="1132833"/>
                  </a:lnTo>
                  <a:lnTo>
                    <a:pt x="70561" y="1132833"/>
                  </a:lnTo>
                  <a:lnTo>
                    <a:pt x="66641" y="1132833"/>
                  </a:lnTo>
                  <a:lnTo>
                    <a:pt x="62721" y="1132833"/>
                  </a:lnTo>
                  <a:lnTo>
                    <a:pt x="58800" y="1132833"/>
                  </a:lnTo>
                  <a:lnTo>
                    <a:pt x="54880" y="1132833"/>
                  </a:lnTo>
                  <a:lnTo>
                    <a:pt x="50960" y="1132833"/>
                  </a:lnTo>
                  <a:lnTo>
                    <a:pt x="47040" y="1132833"/>
                  </a:lnTo>
                  <a:lnTo>
                    <a:pt x="43120" y="1132833"/>
                  </a:lnTo>
                  <a:lnTo>
                    <a:pt x="39200" y="1132833"/>
                  </a:lnTo>
                  <a:lnTo>
                    <a:pt x="35280" y="1132833"/>
                  </a:lnTo>
                  <a:lnTo>
                    <a:pt x="31360" y="1132833"/>
                  </a:lnTo>
                  <a:lnTo>
                    <a:pt x="27440" y="1132833"/>
                  </a:lnTo>
                  <a:lnTo>
                    <a:pt x="23520" y="1132833"/>
                  </a:lnTo>
                  <a:lnTo>
                    <a:pt x="19600" y="1132833"/>
                  </a:lnTo>
                  <a:lnTo>
                    <a:pt x="15680" y="1132833"/>
                  </a:lnTo>
                  <a:lnTo>
                    <a:pt x="11760" y="1132833"/>
                  </a:lnTo>
                  <a:lnTo>
                    <a:pt x="7840" y="1132833"/>
                  </a:lnTo>
                  <a:lnTo>
                    <a:pt x="3920" y="1132833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7" name="pl7"/>
            <p:cNvSpPr/>
            <p:nvPr/>
          </p:nvSpPr>
          <p:spPr>
            <a:xfrm>
              <a:off x="1804741" y="5158716"/>
              <a:ext cx="2003152" cy="1132833"/>
            </a:xfrm>
            <a:custGeom>
              <a:avLst/>
              <a:gdLst/>
              <a:ahLst/>
              <a:cxnLst/>
              <a:rect l="0" t="0" r="0" b="0"/>
              <a:pathLst>
                <a:path w="2003152" h="1132833">
                  <a:moveTo>
                    <a:pt x="0" y="1132833"/>
                  </a:moveTo>
                  <a:lnTo>
                    <a:pt x="3920" y="1132833"/>
                  </a:lnTo>
                  <a:lnTo>
                    <a:pt x="7840" y="1132833"/>
                  </a:lnTo>
                  <a:lnTo>
                    <a:pt x="11760" y="1132833"/>
                  </a:lnTo>
                  <a:lnTo>
                    <a:pt x="15680" y="1132833"/>
                  </a:lnTo>
                  <a:lnTo>
                    <a:pt x="19600" y="1132833"/>
                  </a:lnTo>
                  <a:lnTo>
                    <a:pt x="23520" y="1132833"/>
                  </a:lnTo>
                  <a:lnTo>
                    <a:pt x="27440" y="1132833"/>
                  </a:lnTo>
                  <a:lnTo>
                    <a:pt x="31360" y="1132833"/>
                  </a:lnTo>
                  <a:lnTo>
                    <a:pt x="35280" y="1132833"/>
                  </a:lnTo>
                  <a:lnTo>
                    <a:pt x="39200" y="1132833"/>
                  </a:lnTo>
                  <a:lnTo>
                    <a:pt x="43120" y="1132833"/>
                  </a:lnTo>
                  <a:lnTo>
                    <a:pt x="47040" y="1132833"/>
                  </a:lnTo>
                  <a:lnTo>
                    <a:pt x="50960" y="1132833"/>
                  </a:lnTo>
                  <a:lnTo>
                    <a:pt x="54880" y="1132833"/>
                  </a:lnTo>
                  <a:lnTo>
                    <a:pt x="58800" y="1132833"/>
                  </a:lnTo>
                  <a:lnTo>
                    <a:pt x="62721" y="1132833"/>
                  </a:lnTo>
                  <a:lnTo>
                    <a:pt x="66641" y="1132833"/>
                  </a:lnTo>
                  <a:lnTo>
                    <a:pt x="70561" y="1132833"/>
                  </a:lnTo>
                  <a:lnTo>
                    <a:pt x="74481" y="1132833"/>
                  </a:lnTo>
                  <a:lnTo>
                    <a:pt x="78401" y="1132833"/>
                  </a:lnTo>
                  <a:lnTo>
                    <a:pt x="82321" y="1132833"/>
                  </a:lnTo>
                  <a:lnTo>
                    <a:pt x="86241" y="1132833"/>
                  </a:lnTo>
                  <a:lnTo>
                    <a:pt x="90161" y="1132833"/>
                  </a:lnTo>
                  <a:lnTo>
                    <a:pt x="94081" y="1132833"/>
                  </a:lnTo>
                  <a:lnTo>
                    <a:pt x="98001" y="1132833"/>
                  </a:lnTo>
                  <a:lnTo>
                    <a:pt x="101921" y="1132833"/>
                  </a:lnTo>
                  <a:lnTo>
                    <a:pt x="105841" y="1132833"/>
                  </a:lnTo>
                  <a:lnTo>
                    <a:pt x="109761" y="1132833"/>
                  </a:lnTo>
                  <a:lnTo>
                    <a:pt x="113681" y="1132832"/>
                  </a:lnTo>
                  <a:lnTo>
                    <a:pt x="117601" y="1132831"/>
                  </a:lnTo>
                  <a:lnTo>
                    <a:pt x="121521" y="1132828"/>
                  </a:lnTo>
                  <a:lnTo>
                    <a:pt x="125442" y="1132822"/>
                  </a:lnTo>
                  <a:lnTo>
                    <a:pt x="129362" y="1132809"/>
                  </a:lnTo>
                  <a:lnTo>
                    <a:pt x="133282" y="1132782"/>
                  </a:lnTo>
                  <a:lnTo>
                    <a:pt x="137202" y="1132730"/>
                  </a:lnTo>
                  <a:lnTo>
                    <a:pt x="141122" y="1132636"/>
                  </a:lnTo>
                  <a:lnTo>
                    <a:pt x="145042" y="1132474"/>
                  </a:lnTo>
                  <a:lnTo>
                    <a:pt x="148962" y="1132211"/>
                  </a:lnTo>
                  <a:lnTo>
                    <a:pt x="152882" y="1131808"/>
                  </a:lnTo>
                  <a:lnTo>
                    <a:pt x="156802" y="1131224"/>
                  </a:lnTo>
                  <a:lnTo>
                    <a:pt x="160722" y="1130426"/>
                  </a:lnTo>
                  <a:lnTo>
                    <a:pt x="164642" y="1129394"/>
                  </a:lnTo>
                  <a:lnTo>
                    <a:pt x="168562" y="1128136"/>
                  </a:lnTo>
                  <a:lnTo>
                    <a:pt x="172482" y="1126693"/>
                  </a:lnTo>
                  <a:lnTo>
                    <a:pt x="176402" y="1125143"/>
                  </a:lnTo>
                  <a:lnTo>
                    <a:pt x="180322" y="1123588"/>
                  </a:lnTo>
                  <a:lnTo>
                    <a:pt x="184242" y="1122148"/>
                  </a:lnTo>
                  <a:lnTo>
                    <a:pt x="188163" y="1120910"/>
                  </a:lnTo>
                  <a:lnTo>
                    <a:pt x="192083" y="1119889"/>
                  </a:lnTo>
                  <a:lnTo>
                    <a:pt x="196003" y="1119025"/>
                  </a:lnTo>
                  <a:lnTo>
                    <a:pt x="199923" y="1118173"/>
                  </a:lnTo>
                  <a:lnTo>
                    <a:pt x="203843" y="1117125"/>
                  </a:lnTo>
                  <a:lnTo>
                    <a:pt x="207763" y="1115642"/>
                  </a:lnTo>
                  <a:lnTo>
                    <a:pt x="211683" y="1113501"/>
                  </a:lnTo>
                  <a:lnTo>
                    <a:pt x="215603" y="1110537"/>
                  </a:lnTo>
                  <a:lnTo>
                    <a:pt x="219523" y="1106665"/>
                  </a:lnTo>
                  <a:lnTo>
                    <a:pt x="223443" y="1101890"/>
                  </a:lnTo>
                  <a:lnTo>
                    <a:pt x="227363" y="1096276"/>
                  </a:lnTo>
                  <a:lnTo>
                    <a:pt x="231283" y="1089911"/>
                  </a:lnTo>
                  <a:lnTo>
                    <a:pt x="235203" y="1082848"/>
                  </a:lnTo>
                  <a:lnTo>
                    <a:pt x="239123" y="1075069"/>
                  </a:lnTo>
                  <a:lnTo>
                    <a:pt x="243043" y="1066460"/>
                  </a:lnTo>
                  <a:lnTo>
                    <a:pt x="246963" y="1056765"/>
                  </a:lnTo>
                  <a:lnTo>
                    <a:pt x="250884" y="1045734"/>
                  </a:lnTo>
                  <a:lnTo>
                    <a:pt x="254804" y="1033200"/>
                  </a:lnTo>
                  <a:lnTo>
                    <a:pt x="258724" y="1019096"/>
                  </a:lnTo>
                  <a:lnTo>
                    <a:pt x="262644" y="1003558"/>
                  </a:lnTo>
                  <a:lnTo>
                    <a:pt x="266564" y="986978"/>
                  </a:lnTo>
                  <a:lnTo>
                    <a:pt x="270484" y="970022"/>
                  </a:lnTo>
                  <a:lnTo>
                    <a:pt x="274404" y="953601"/>
                  </a:lnTo>
                  <a:lnTo>
                    <a:pt x="278324" y="938792"/>
                  </a:lnTo>
                  <a:lnTo>
                    <a:pt x="282244" y="926717"/>
                  </a:lnTo>
                  <a:lnTo>
                    <a:pt x="286164" y="918402"/>
                  </a:lnTo>
                  <a:lnTo>
                    <a:pt x="290084" y="914632"/>
                  </a:lnTo>
                  <a:lnTo>
                    <a:pt x="294004" y="915843"/>
                  </a:lnTo>
                  <a:lnTo>
                    <a:pt x="297924" y="922055"/>
                  </a:lnTo>
                  <a:lnTo>
                    <a:pt x="301844" y="932869"/>
                  </a:lnTo>
                  <a:lnTo>
                    <a:pt x="305764" y="947511"/>
                  </a:lnTo>
                  <a:lnTo>
                    <a:pt x="309684" y="964980"/>
                  </a:lnTo>
                  <a:lnTo>
                    <a:pt x="313605" y="983895"/>
                  </a:lnTo>
                  <a:lnTo>
                    <a:pt x="317525" y="1002901"/>
                  </a:lnTo>
                  <a:lnTo>
                    <a:pt x="321445" y="1020824"/>
                  </a:lnTo>
                  <a:lnTo>
                    <a:pt x="325365" y="1036649"/>
                  </a:lnTo>
                  <a:lnTo>
                    <a:pt x="329285" y="1049564"/>
                  </a:lnTo>
                  <a:lnTo>
                    <a:pt x="333205" y="1058970"/>
                  </a:lnTo>
                  <a:lnTo>
                    <a:pt x="337125" y="1064469"/>
                  </a:lnTo>
                  <a:lnTo>
                    <a:pt x="341045" y="1065842"/>
                  </a:lnTo>
                  <a:lnTo>
                    <a:pt x="344965" y="1063032"/>
                  </a:lnTo>
                  <a:lnTo>
                    <a:pt x="348885" y="1056135"/>
                  </a:lnTo>
                  <a:lnTo>
                    <a:pt x="352805" y="1045386"/>
                  </a:lnTo>
                  <a:lnTo>
                    <a:pt x="356725" y="1031131"/>
                  </a:lnTo>
                  <a:lnTo>
                    <a:pt x="360645" y="1013748"/>
                  </a:lnTo>
                  <a:lnTo>
                    <a:pt x="364565" y="993512"/>
                  </a:lnTo>
                  <a:lnTo>
                    <a:pt x="368485" y="970401"/>
                  </a:lnTo>
                  <a:lnTo>
                    <a:pt x="372405" y="943728"/>
                  </a:lnTo>
                  <a:lnTo>
                    <a:pt x="376326" y="911977"/>
                  </a:lnTo>
                  <a:lnTo>
                    <a:pt x="380246" y="873137"/>
                  </a:lnTo>
                  <a:lnTo>
                    <a:pt x="384166" y="824545"/>
                  </a:lnTo>
                  <a:lnTo>
                    <a:pt x="388086" y="763500"/>
                  </a:lnTo>
                  <a:lnTo>
                    <a:pt x="392006" y="687955"/>
                  </a:lnTo>
                  <a:lnTo>
                    <a:pt x="395926" y="597334"/>
                  </a:lnTo>
                  <a:lnTo>
                    <a:pt x="399846" y="493335"/>
                  </a:lnTo>
                  <a:lnTo>
                    <a:pt x="403766" y="380474"/>
                  </a:lnTo>
                  <a:lnTo>
                    <a:pt x="407686" y="266194"/>
                  </a:lnTo>
                  <a:lnTo>
                    <a:pt x="411606" y="160343"/>
                  </a:lnTo>
                  <a:lnTo>
                    <a:pt x="415526" y="74004"/>
                  </a:lnTo>
                  <a:lnTo>
                    <a:pt x="419446" y="17803"/>
                  </a:lnTo>
                  <a:lnTo>
                    <a:pt x="423366" y="0"/>
                  </a:lnTo>
                  <a:lnTo>
                    <a:pt x="427286" y="24788"/>
                  </a:lnTo>
                  <a:lnTo>
                    <a:pt x="431206" y="91269"/>
                  </a:lnTo>
                  <a:lnTo>
                    <a:pt x="435126" y="193973"/>
                  </a:lnTo>
                  <a:lnTo>
                    <a:pt x="439047" y="321968"/>
                  </a:lnTo>
                  <a:lnTo>
                    <a:pt x="442967" y="461040"/>
                  </a:lnTo>
                  <a:lnTo>
                    <a:pt x="446887" y="599154"/>
                  </a:lnTo>
                  <a:lnTo>
                    <a:pt x="450807" y="726502"/>
                  </a:lnTo>
                  <a:lnTo>
                    <a:pt x="454727" y="836486"/>
                  </a:lnTo>
                  <a:lnTo>
                    <a:pt x="458647" y="925930"/>
                  </a:lnTo>
                  <a:lnTo>
                    <a:pt x="462567" y="994645"/>
                  </a:lnTo>
                  <a:lnTo>
                    <a:pt x="466487" y="1044613"/>
                  </a:lnTo>
                  <a:lnTo>
                    <a:pt x="470407" y="1079043"/>
                  </a:lnTo>
                  <a:lnTo>
                    <a:pt x="474327" y="1101537"/>
                  </a:lnTo>
                  <a:lnTo>
                    <a:pt x="478247" y="1115472"/>
                  </a:lnTo>
                  <a:lnTo>
                    <a:pt x="482167" y="1123658"/>
                  </a:lnTo>
                  <a:lnTo>
                    <a:pt x="486087" y="1128217"/>
                  </a:lnTo>
                  <a:lnTo>
                    <a:pt x="490007" y="1130624"/>
                  </a:lnTo>
                  <a:lnTo>
                    <a:pt x="493927" y="1131828"/>
                  </a:lnTo>
                  <a:lnTo>
                    <a:pt x="497847" y="1132393"/>
                  </a:lnTo>
                  <a:lnTo>
                    <a:pt x="501768" y="1132643"/>
                  </a:lnTo>
                  <a:lnTo>
                    <a:pt x="505688" y="1132754"/>
                  </a:lnTo>
                  <a:lnTo>
                    <a:pt x="509608" y="1132802"/>
                  </a:lnTo>
                  <a:lnTo>
                    <a:pt x="513528" y="1132821"/>
                  </a:lnTo>
                  <a:lnTo>
                    <a:pt x="517448" y="1132829"/>
                  </a:lnTo>
                  <a:lnTo>
                    <a:pt x="521368" y="1132831"/>
                  </a:lnTo>
                  <a:lnTo>
                    <a:pt x="525288" y="1132832"/>
                  </a:lnTo>
                  <a:lnTo>
                    <a:pt x="529208" y="1132833"/>
                  </a:lnTo>
                  <a:lnTo>
                    <a:pt x="533128" y="1132833"/>
                  </a:lnTo>
                  <a:lnTo>
                    <a:pt x="537048" y="1132833"/>
                  </a:lnTo>
                  <a:lnTo>
                    <a:pt x="540968" y="1132833"/>
                  </a:lnTo>
                  <a:lnTo>
                    <a:pt x="544888" y="1132833"/>
                  </a:lnTo>
                  <a:lnTo>
                    <a:pt x="548808" y="1132833"/>
                  </a:lnTo>
                  <a:lnTo>
                    <a:pt x="552728" y="1132833"/>
                  </a:lnTo>
                  <a:lnTo>
                    <a:pt x="556648" y="1132833"/>
                  </a:lnTo>
                  <a:lnTo>
                    <a:pt x="560569" y="1132833"/>
                  </a:lnTo>
                  <a:lnTo>
                    <a:pt x="564489" y="1132833"/>
                  </a:lnTo>
                  <a:lnTo>
                    <a:pt x="568409" y="1132833"/>
                  </a:lnTo>
                  <a:lnTo>
                    <a:pt x="572329" y="1132833"/>
                  </a:lnTo>
                  <a:lnTo>
                    <a:pt x="576249" y="1132833"/>
                  </a:lnTo>
                  <a:lnTo>
                    <a:pt x="580169" y="1132833"/>
                  </a:lnTo>
                  <a:lnTo>
                    <a:pt x="584089" y="1132833"/>
                  </a:lnTo>
                  <a:lnTo>
                    <a:pt x="588009" y="1132833"/>
                  </a:lnTo>
                  <a:lnTo>
                    <a:pt x="591929" y="1132833"/>
                  </a:lnTo>
                  <a:lnTo>
                    <a:pt x="595849" y="1132833"/>
                  </a:lnTo>
                  <a:lnTo>
                    <a:pt x="599769" y="1132833"/>
                  </a:lnTo>
                  <a:lnTo>
                    <a:pt x="603689" y="1132833"/>
                  </a:lnTo>
                  <a:lnTo>
                    <a:pt x="607609" y="1132833"/>
                  </a:lnTo>
                  <a:lnTo>
                    <a:pt x="611529" y="1132833"/>
                  </a:lnTo>
                  <a:lnTo>
                    <a:pt x="615449" y="1132833"/>
                  </a:lnTo>
                  <a:lnTo>
                    <a:pt x="619369" y="1132833"/>
                  </a:lnTo>
                  <a:lnTo>
                    <a:pt x="623290" y="1132833"/>
                  </a:lnTo>
                  <a:lnTo>
                    <a:pt x="627210" y="1132833"/>
                  </a:lnTo>
                  <a:lnTo>
                    <a:pt x="631130" y="1132833"/>
                  </a:lnTo>
                  <a:lnTo>
                    <a:pt x="635050" y="1132833"/>
                  </a:lnTo>
                  <a:lnTo>
                    <a:pt x="638970" y="1132833"/>
                  </a:lnTo>
                  <a:lnTo>
                    <a:pt x="642890" y="1132833"/>
                  </a:lnTo>
                  <a:lnTo>
                    <a:pt x="646810" y="1132833"/>
                  </a:lnTo>
                  <a:lnTo>
                    <a:pt x="650730" y="1132833"/>
                  </a:lnTo>
                  <a:lnTo>
                    <a:pt x="654650" y="1132833"/>
                  </a:lnTo>
                  <a:lnTo>
                    <a:pt x="658570" y="1132833"/>
                  </a:lnTo>
                  <a:lnTo>
                    <a:pt x="662490" y="1132833"/>
                  </a:lnTo>
                  <a:lnTo>
                    <a:pt x="666410" y="1132833"/>
                  </a:lnTo>
                  <a:lnTo>
                    <a:pt x="670330" y="1132833"/>
                  </a:lnTo>
                  <a:lnTo>
                    <a:pt x="674250" y="1132833"/>
                  </a:lnTo>
                  <a:lnTo>
                    <a:pt x="678170" y="1132833"/>
                  </a:lnTo>
                  <a:lnTo>
                    <a:pt x="682090" y="1132833"/>
                  </a:lnTo>
                  <a:lnTo>
                    <a:pt x="686011" y="1132833"/>
                  </a:lnTo>
                  <a:lnTo>
                    <a:pt x="689931" y="1132833"/>
                  </a:lnTo>
                  <a:lnTo>
                    <a:pt x="693851" y="1132833"/>
                  </a:lnTo>
                  <a:lnTo>
                    <a:pt x="697771" y="1132833"/>
                  </a:lnTo>
                  <a:lnTo>
                    <a:pt x="701691" y="1132833"/>
                  </a:lnTo>
                  <a:lnTo>
                    <a:pt x="705611" y="1132833"/>
                  </a:lnTo>
                  <a:lnTo>
                    <a:pt x="709531" y="1132833"/>
                  </a:lnTo>
                  <a:lnTo>
                    <a:pt x="713451" y="1132833"/>
                  </a:lnTo>
                  <a:lnTo>
                    <a:pt x="717371" y="1132833"/>
                  </a:lnTo>
                  <a:lnTo>
                    <a:pt x="721291" y="1132833"/>
                  </a:lnTo>
                  <a:lnTo>
                    <a:pt x="725211" y="1132833"/>
                  </a:lnTo>
                  <a:lnTo>
                    <a:pt x="729131" y="1132833"/>
                  </a:lnTo>
                  <a:lnTo>
                    <a:pt x="733051" y="1132833"/>
                  </a:lnTo>
                  <a:lnTo>
                    <a:pt x="736971" y="1132833"/>
                  </a:lnTo>
                  <a:lnTo>
                    <a:pt x="740891" y="1132833"/>
                  </a:lnTo>
                  <a:lnTo>
                    <a:pt x="744811" y="1132833"/>
                  </a:lnTo>
                  <a:lnTo>
                    <a:pt x="748732" y="1132833"/>
                  </a:lnTo>
                  <a:lnTo>
                    <a:pt x="752652" y="1132833"/>
                  </a:lnTo>
                  <a:lnTo>
                    <a:pt x="756572" y="1132833"/>
                  </a:lnTo>
                  <a:lnTo>
                    <a:pt x="760492" y="1132833"/>
                  </a:lnTo>
                  <a:lnTo>
                    <a:pt x="764412" y="1132833"/>
                  </a:lnTo>
                  <a:lnTo>
                    <a:pt x="768332" y="1132833"/>
                  </a:lnTo>
                  <a:lnTo>
                    <a:pt x="772252" y="1132833"/>
                  </a:lnTo>
                  <a:lnTo>
                    <a:pt x="776172" y="1132833"/>
                  </a:lnTo>
                  <a:lnTo>
                    <a:pt x="780092" y="1132833"/>
                  </a:lnTo>
                  <a:lnTo>
                    <a:pt x="784012" y="1132833"/>
                  </a:lnTo>
                  <a:lnTo>
                    <a:pt x="787932" y="1132833"/>
                  </a:lnTo>
                  <a:lnTo>
                    <a:pt x="791852" y="1132833"/>
                  </a:lnTo>
                  <a:lnTo>
                    <a:pt x="795772" y="1132833"/>
                  </a:lnTo>
                  <a:lnTo>
                    <a:pt x="799692" y="1132833"/>
                  </a:lnTo>
                  <a:lnTo>
                    <a:pt x="803612" y="1132833"/>
                  </a:lnTo>
                  <a:lnTo>
                    <a:pt x="807532" y="1132833"/>
                  </a:lnTo>
                  <a:lnTo>
                    <a:pt x="811453" y="1132833"/>
                  </a:lnTo>
                  <a:lnTo>
                    <a:pt x="815373" y="1132833"/>
                  </a:lnTo>
                  <a:lnTo>
                    <a:pt x="819293" y="1132833"/>
                  </a:lnTo>
                  <a:lnTo>
                    <a:pt x="823213" y="1132833"/>
                  </a:lnTo>
                  <a:lnTo>
                    <a:pt x="827133" y="1132833"/>
                  </a:lnTo>
                  <a:lnTo>
                    <a:pt x="831053" y="1132833"/>
                  </a:lnTo>
                  <a:lnTo>
                    <a:pt x="834973" y="1132833"/>
                  </a:lnTo>
                  <a:lnTo>
                    <a:pt x="838893" y="1132833"/>
                  </a:lnTo>
                  <a:lnTo>
                    <a:pt x="842813" y="1132833"/>
                  </a:lnTo>
                  <a:lnTo>
                    <a:pt x="846733" y="1132833"/>
                  </a:lnTo>
                  <a:lnTo>
                    <a:pt x="850653" y="1132833"/>
                  </a:lnTo>
                  <a:lnTo>
                    <a:pt x="854573" y="1132833"/>
                  </a:lnTo>
                  <a:lnTo>
                    <a:pt x="858493" y="1132833"/>
                  </a:lnTo>
                  <a:lnTo>
                    <a:pt x="862413" y="1132833"/>
                  </a:lnTo>
                  <a:lnTo>
                    <a:pt x="866333" y="1132833"/>
                  </a:lnTo>
                  <a:lnTo>
                    <a:pt x="870253" y="1132833"/>
                  </a:lnTo>
                  <a:lnTo>
                    <a:pt x="874174" y="1132833"/>
                  </a:lnTo>
                  <a:lnTo>
                    <a:pt x="878094" y="1132833"/>
                  </a:lnTo>
                  <a:lnTo>
                    <a:pt x="882014" y="1132833"/>
                  </a:lnTo>
                  <a:lnTo>
                    <a:pt x="885934" y="1132833"/>
                  </a:lnTo>
                  <a:lnTo>
                    <a:pt x="889854" y="1132833"/>
                  </a:lnTo>
                  <a:lnTo>
                    <a:pt x="893774" y="1132833"/>
                  </a:lnTo>
                  <a:lnTo>
                    <a:pt x="897694" y="1132833"/>
                  </a:lnTo>
                  <a:lnTo>
                    <a:pt x="901614" y="1132833"/>
                  </a:lnTo>
                  <a:lnTo>
                    <a:pt x="905534" y="1132833"/>
                  </a:lnTo>
                  <a:lnTo>
                    <a:pt x="909454" y="1132833"/>
                  </a:lnTo>
                  <a:lnTo>
                    <a:pt x="913374" y="1132833"/>
                  </a:lnTo>
                  <a:lnTo>
                    <a:pt x="917294" y="1132833"/>
                  </a:lnTo>
                  <a:lnTo>
                    <a:pt x="921214" y="1132833"/>
                  </a:lnTo>
                  <a:lnTo>
                    <a:pt x="925134" y="1132833"/>
                  </a:lnTo>
                  <a:lnTo>
                    <a:pt x="929054" y="1132833"/>
                  </a:lnTo>
                  <a:lnTo>
                    <a:pt x="932974" y="1132833"/>
                  </a:lnTo>
                  <a:lnTo>
                    <a:pt x="936895" y="1132833"/>
                  </a:lnTo>
                  <a:lnTo>
                    <a:pt x="940815" y="1132833"/>
                  </a:lnTo>
                  <a:lnTo>
                    <a:pt x="944735" y="1132833"/>
                  </a:lnTo>
                  <a:lnTo>
                    <a:pt x="948655" y="1132833"/>
                  </a:lnTo>
                  <a:lnTo>
                    <a:pt x="952575" y="1132833"/>
                  </a:lnTo>
                  <a:lnTo>
                    <a:pt x="956495" y="1132833"/>
                  </a:lnTo>
                  <a:lnTo>
                    <a:pt x="960415" y="1132833"/>
                  </a:lnTo>
                  <a:lnTo>
                    <a:pt x="964335" y="1132833"/>
                  </a:lnTo>
                  <a:lnTo>
                    <a:pt x="968255" y="1132833"/>
                  </a:lnTo>
                  <a:lnTo>
                    <a:pt x="972175" y="1132833"/>
                  </a:lnTo>
                  <a:lnTo>
                    <a:pt x="976095" y="1132833"/>
                  </a:lnTo>
                  <a:lnTo>
                    <a:pt x="980015" y="1132833"/>
                  </a:lnTo>
                  <a:lnTo>
                    <a:pt x="983935" y="1132833"/>
                  </a:lnTo>
                  <a:lnTo>
                    <a:pt x="987855" y="1132833"/>
                  </a:lnTo>
                  <a:lnTo>
                    <a:pt x="991775" y="1132833"/>
                  </a:lnTo>
                  <a:lnTo>
                    <a:pt x="995695" y="1132833"/>
                  </a:lnTo>
                  <a:lnTo>
                    <a:pt x="999616" y="1132833"/>
                  </a:lnTo>
                  <a:lnTo>
                    <a:pt x="1003536" y="1132833"/>
                  </a:lnTo>
                  <a:lnTo>
                    <a:pt x="1007456" y="1132833"/>
                  </a:lnTo>
                  <a:lnTo>
                    <a:pt x="1011376" y="1132833"/>
                  </a:lnTo>
                  <a:lnTo>
                    <a:pt x="1015296" y="1132833"/>
                  </a:lnTo>
                  <a:lnTo>
                    <a:pt x="1019216" y="1132833"/>
                  </a:lnTo>
                  <a:lnTo>
                    <a:pt x="1023136" y="1132833"/>
                  </a:lnTo>
                  <a:lnTo>
                    <a:pt x="1027056" y="1132833"/>
                  </a:lnTo>
                  <a:lnTo>
                    <a:pt x="1030976" y="1132833"/>
                  </a:lnTo>
                  <a:lnTo>
                    <a:pt x="1034896" y="1132833"/>
                  </a:lnTo>
                  <a:lnTo>
                    <a:pt x="1038816" y="1132833"/>
                  </a:lnTo>
                  <a:lnTo>
                    <a:pt x="1042736" y="1132833"/>
                  </a:lnTo>
                  <a:lnTo>
                    <a:pt x="1046656" y="1132833"/>
                  </a:lnTo>
                  <a:lnTo>
                    <a:pt x="1050576" y="1132833"/>
                  </a:lnTo>
                  <a:lnTo>
                    <a:pt x="1054496" y="1132833"/>
                  </a:lnTo>
                  <a:lnTo>
                    <a:pt x="1058417" y="1132833"/>
                  </a:lnTo>
                  <a:lnTo>
                    <a:pt x="1062337" y="1132833"/>
                  </a:lnTo>
                  <a:lnTo>
                    <a:pt x="1066257" y="1132833"/>
                  </a:lnTo>
                  <a:lnTo>
                    <a:pt x="1070177" y="1132833"/>
                  </a:lnTo>
                  <a:lnTo>
                    <a:pt x="1074097" y="1132833"/>
                  </a:lnTo>
                  <a:lnTo>
                    <a:pt x="1078017" y="1132833"/>
                  </a:lnTo>
                  <a:lnTo>
                    <a:pt x="1081937" y="1132833"/>
                  </a:lnTo>
                  <a:lnTo>
                    <a:pt x="1085857" y="1132833"/>
                  </a:lnTo>
                  <a:lnTo>
                    <a:pt x="1089777" y="1132833"/>
                  </a:lnTo>
                  <a:lnTo>
                    <a:pt x="1093697" y="1132833"/>
                  </a:lnTo>
                  <a:lnTo>
                    <a:pt x="1097617" y="1132833"/>
                  </a:lnTo>
                  <a:lnTo>
                    <a:pt x="1101537" y="1132833"/>
                  </a:lnTo>
                  <a:lnTo>
                    <a:pt x="1105457" y="1132833"/>
                  </a:lnTo>
                  <a:lnTo>
                    <a:pt x="1109377" y="1132833"/>
                  </a:lnTo>
                  <a:lnTo>
                    <a:pt x="1113297" y="1132833"/>
                  </a:lnTo>
                  <a:lnTo>
                    <a:pt x="1117217" y="1132833"/>
                  </a:lnTo>
                  <a:lnTo>
                    <a:pt x="1121138" y="1132833"/>
                  </a:lnTo>
                  <a:lnTo>
                    <a:pt x="1125058" y="1132833"/>
                  </a:lnTo>
                  <a:lnTo>
                    <a:pt x="1128978" y="1132833"/>
                  </a:lnTo>
                  <a:lnTo>
                    <a:pt x="1132898" y="1132833"/>
                  </a:lnTo>
                  <a:lnTo>
                    <a:pt x="1136818" y="1132833"/>
                  </a:lnTo>
                  <a:lnTo>
                    <a:pt x="1140738" y="1132833"/>
                  </a:lnTo>
                  <a:lnTo>
                    <a:pt x="1144658" y="1132833"/>
                  </a:lnTo>
                  <a:lnTo>
                    <a:pt x="1148578" y="1132833"/>
                  </a:lnTo>
                  <a:lnTo>
                    <a:pt x="1152498" y="1132833"/>
                  </a:lnTo>
                  <a:lnTo>
                    <a:pt x="1156418" y="1132833"/>
                  </a:lnTo>
                  <a:lnTo>
                    <a:pt x="1160338" y="1132833"/>
                  </a:lnTo>
                  <a:lnTo>
                    <a:pt x="1164258" y="1132833"/>
                  </a:lnTo>
                  <a:lnTo>
                    <a:pt x="1168178" y="1132833"/>
                  </a:lnTo>
                  <a:lnTo>
                    <a:pt x="1172098" y="1132833"/>
                  </a:lnTo>
                  <a:lnTo>
                    <a:pt x="1176018" y="1132833"/>
                  </a:lnTo>
                  <a:lnTo>
                    <a:pt x="1179938" y="1132833"/>
                  </a:lnTo>
                  <a:lnTo>
                    <a:pt x="1183859" y="1132833"/>
                  </a:lnTo>
                  <a:lnTo>
                    <a:pt x="1187779" y="1132833"/>
                  </a:lnTo>
                  <a:lnTo>
                    <a:pt x="1191699" y="1132833"/>
                  </a:lnTo>
                  <a:lnTo>
                    <a:pt x="1195619" y="1132833"/>
                  </a:lnTo>
                  <a:lnTo>
                    <a:pt x="1199539" y="1132833"/>
                  </a:lnTo>
                  <a:lnTo>
                    <a:pt x="1203459" y="1132833"/>
                  </a:lnTo>
                  <a:lnTo>
                    <a:pt x="1207379" y="1132833"/>
                  </a:lnTo>
                  <a:lnTo>
                    <a:pt x="1211299" y="1132833"/>
                  </a:lnTo>
                  <a:lnTo>
                    <a:pt x="1215219" y="1132833"/>
                  </a:lnTo>
                  <a:lnTo>
                    <a:pt x="1219139" y="1132833"/>
                  </a:lnTo>
                  <a:lnTo>
                    <a:pt x="1223059" y="1132833"/>
                  </a:lnTo>
                  <a:lnTo>
                    <a:pt x="1226979" y="1132833"/>
                  </a:lnTo>
                  <a:lnTo>
                    <a:pt x="1230899" y="1132833"/>
                  </a:lnTo>
                  <a:lnTo>
                    <a:pt x="1234819" y="1132833"/>
                  </a:lnTo>
                  <a:lnTo>
                    <a:pt x="1238739" y="1132833"/>
                  </a:lnTo>
                  <a:lnTo>
                    <a:pt x="1242659" y="1132833"/>
                  </a:lnTo>
                  <a:lnTo>
                    <a:pt x="1246580" y="1132833"/>
                  </a:lnTo>
                  <a:lnTo>
                    <a:pt x="1250500" y="1132833"/>
                  </a:lnTo>
                  <a:lnTo>
                    <a:pt x="1254420" y="1132833"/>
                  </a:lnTo>
                  <a:lnTo>
                    <a:pt x="1258340" y="1132833"/>
                  </a:lnTo>
                  <a:lnTo>
                    <a:pt x="1262260" y="1132833"/>
                  </a:lnTo>
                  <a:lnTo>
                    <a:pt x="1266180" y="1132833"/>
                  </a:lnTo>
                  <a:lnTo>
                    <a:pt x="1270100" y="1132833"/>
                  </a:lnTo>
                  <a:lnTo>
                    <a:pt x="1274020" y="1132833"/>
                  </a:lnTo>
                  <a:lnTo>
                    <a:pt x="1277940" y="1132833"/>
                  </a:lnTo>
                  <a:lnTo>
                    <a:pt x="1281860" y="1132833"/>
                  </a:lnTo>
                  <a:lnTo>
                    <a:pt x="1285780" y="1132833"/>
                  </a:lnTo>
                  <a:lnTo>
                    <a:pt x="1289700" y="1132833"/>
                  </a:lnTo>
                  <a:lnTo>
                    <a:pt x="1293620" y="1132833"/>
                  </a:lnTo>
                  <a:lnTo>
                    <a:pt x="1297540" y="1132833"/>
                  </a:lnTo>
                  <a:lnTo>
                    <a:pt x="1301460" y="1132833"/>
                  </a:lnTo>
                  <a:lnTo>
                    <a:pt x="1305380" y="1132833"/>
                  </a:lnTo>
                  <a:lnTo>
                    <a:pt x="1309301" y="1132833"/>
                  </a:lnTo>
                  <a:lnTo>
                    <a:pt x="1313221" y="1132833"/>
                  </a:lnTo>
                  <a:lnTo>
                    <a:pt x="1317141" y="1132833"/>
                  </a:lnTo>
                  <a:lnTo>
                    <a:pt x="1321061" y="1132833"/>
                  </a:lnTo>
                  <a:lnTo>
                    <a:pt x="1324981" y="1132833"/>
                  </a:lnTo>
                  <a:lnTo>
                    <a:pt x="1328901" y="1132833"/>
                  </a:lnTo>
                  <a:lnTo>
                    <a:pt x="1332821" y="1132833"/>
                  </a:lnTo>
                  <a:lnTo>
                    <a:pt x="1336741" y="1132833"/>
                  </a:lnTo>
                  <a:lnTo>
                    <a:pt x="1340661" y="1132833"/>
                  </a:lnTo>
                  <a:lnTo>
                    <a:pt x="1344581" y="1132833"/>
                  </a:lnTo>
                  <a:lnTo>
                    <a:pt x="1348501" y="1132833"/>
                  </a:lnTo>
                  <a:lnTo>
                    <a:pt x="1352421" y="1132833"/>
                  </a:lnTo>
                  <a:lnTo>
                    <a:pt x="1356341" y="1132833"/>
                  </a:lnTo>
                  <a:lnTo>
                    <a:pt x="1360261" y="1132833"/>
                  </a:lnTo>
                  <a:lnTo>
                    <a:pt x="1364181" y="1132833"/>
                  </a:lnTo>
                  <a:lnTo>
                    <a:pt x="1368101" y="1132833"/>
                  </a:lnTo>
                  <a:lnTo>
                    <a:pt x="1372022" y="1132833"/>
                  </a:lnTo>
                  <a:lnTo>
                    <a:pt x="1375942" y="1132833"/>
                  </a:lnTo>
                  <a:lnTo>
                    <a:pt x="1379862" y="1132833"/>
                  </a:lnTo>
                  <a:lnTo>
                    <a:pt x="1383782" y="1132833"/>
                  </a:lnTo>
                  <a:lnTo>
                    <a:pt x="1387702" y="1132833"/>
                  </a:lnTo>
                  <a:lnTo>
                    <a:pt x="1391622" y="1132833"/>
                  </a:lnTo>
                  <a:lnTo>
                    <a:pt x="1395542" y="1132833"/>
                  </a:lnTo>
                  <a:lnTo>
                    <a:pt x="1399462" y="1132833"/>
                  </a:lnTo>
                  <a:lnTo>
                    <a:pt x="1403382" y="1132833"/>
                  </a:lnTo>
                  <a:lnTo>
                    <a:pt x="1407302" y="1132833"/>
                  </a:lnTo>
                  <a:lnTo>
                    <a:pt x="1411222" y="1132833"/>
                  </a:lnTo>
                  <a:lnTo>
                    <a:pt x="1415142" y="1132833"/>
                  </a:lnTo>
                  <a:lnTo>
                    <a:pt x="1419062" y="1132833"/>
                  </a:lnTo>
                  <a:lnTo>
                    <a:pt x="1422982" y="1132833"/>
                  </a:lnTo>
                  <a:lnTo>
                    <a:pt x="1426902" y="1132833"/>
                  </a:lnTo>
                  <a:lnTo>
                    <a:pt x="1430822" y="1132833"/>
                  </a:lnTo>
                  <a:lnTo>
                    <a:pt x="1434743" y="1132833"/>
                  </a:lnTo>
                  <a:lnTo>
                    <a:pt x="1438663" y="1132833"/>
                  </a:lnTo>
                  <a:lnTo>
                    <a:pt x="1442583" y="1132833"/>
                  </a:lnTo>
                  <a:lnTo>
                    <a:pt x="1446503" y="1132833"/>
                  </a:lnTo>
                  <a:lnTo>
                    <a:pt x="1450423" y="1132833"/>
                  </a:lnTo>
                  <a:lnTo>
                    <a:pt x="1454343" y="1132833"/>
                  </a:lnTo>
                  <a:lnTo>
                    <a:pt x="1458263" y="1132833"/>
                  </a:lnTo>
                  <a:lnTo>
                    <a:pt x="1462183" y="1132833"/>
                  </a:lnTo>
                  <a:lnTo>
                    <a:pt x="1466103" y="1132833"/>
                  </a:lnTo>
                  <a:lnTo>
                    <a:pt x="1470023" y="1132833"/>
                  </a:lnTo>
                  <a:lnTo>
                    <a:pt x="1473943" y="1132833"/>
                  </a:lnTo>
                  <a:lnTo>
                    <a:pt x="1477863" y="1132833"/>
                  </a:lnTo>
                  <a:lnTo>
                    <a:pt x="1481783" y="1132833"/>
                  </a:lnTo>
                  <a:lnTo>
                    <a:pt x="1485703" y="1132833"/>
                  </a:lnTo>
                  <a:lnTo>
                    <a:pt x="1489623" y="1132833"/>
                  </a:lnTo>
                  <a:lnTo>
                    <a:pt x="1493543" y="1132833"/>
                  </a:lnTo>
                  <a:lnTo>
                    <a:pt x="1497464" y="1132833"/>
                  </a:lnTo>
                  <a:lnTo>
                    <a:pt x="1501384" y="1132833"/>
                  </a:lnTo>
                  <a:lnTo>
                    <a:pt x="1505304" y="1132833"/>
                  </a:lnTo>
                  <a:lnTo>
                    <a:pt x="1509224" y="1132833"/>
                  </a:lnTo>
                  <a:lnTo>
                    <a:pt x="1513144" y="1132833"/>
                  </a:lnTo>
                  <a:lnTo>
                    <a:pt x="1517064" y="1132833"/>
                  </a:lnTo>
                  <a:lnTo>
                    <a:pt x="1520984" y="1132833"/>
                  </a:lnTo>
                  <a:lnTo>
                    <a:pt x="1524904" y="1132833"/>
                  </a:lnTo>
                  <a:lnTo>
                    <a:pt x="1528824" y="1132833"/>
                  </a:lnTo>
                  <a:lnTo>
                    <a:pt x="1532744" y="1132833"/>
                  </a:lnTo>
                  <a:lnTo>
                    <a:pt x="1536664" y="1132833"/>
                  </a:lnTo>
                  <a:lnTo>
                    <a:pt x="1540584" y="1132833"/>
                  </a:lnTo>
                  <a:lnTo>
                    <a:pt x="1544504" y="1132833"/>
                  </a:lnTo>
                  <a:lnTo>
                    <a:pt x="1548424" y="1132833"/>
                  </a:lnTo>
                  <a:lnTo>
                    <a:pt x="1552344" y="1132833"/>
                  </a:lnTo>
                  <a:lnTo>
                    <a:pt x="1556265" y="1132833"/>
                  </a:lnTo>
                  <a:lnTo>
                    <a:pt x="1560185" y="1132833"/>
                  </a:lnTo>
                  <a:lnTo>
                    <a:pt x="1564105" y="1132833"/>
                  </a:lnTo>
                  <a:lnTo>
                    <a:pt x="1568025" y="1132833"/>
                  </a:lnTo>
                  <a:lnTo>
                    <a:pt x="1571945" y="1132833"/>
                  </a:lnTo>
                  <a:lnTo>
                    <a:pt x="1575865" y="1132833"/>
                  </a:lnTo>
                  <a:lnTo>
                    <a:pt x="1579785" y="1132833"/>
                  </a:lnTo>
                  <a:lnTo>
                    <a:pt x="1583705" y="1132833"/>
                  </a:lnTo>
                  <a:lnTo>
                    <a:pt x="1587625" y="1132833"/>
                  </a:lnTo>
                  <a:lnTo>
                    <a:pt x="1591545" y="1132833"/>
                  </a:lnTo>
                  <a:lnTo>
                    <a:pt x="1595465" y="1132833"/>
                  </a:lnTo>
                  <a:lnTo>
                    <a:pt x="1599385" y="1132833"/>
                  </a:lnTo>
                  <a:lnTo>
                    <a:pt x="1603305" y="1132833"/>
                  </a:lnTo>
                  <a:lnTo>
                    <a:pt x="1607225" y="1132833"/>
                  </a:lnTo>
                  <a:lnTo>
                    <a:pt x="1611145" y="1132833"/>
                  </a:lnTo>
                  <a:lnTo>
                    <a:pt x="1615065" y="1132833"/>
                  </a:lnTo>
                  <a:lnTo>
                    <a:pt x="1618986" y="1132833"/>
                  </a:lnTo>
                  <a:lnTo>
                    <a:pt x="1622906" y="1132833"/>
                  </a:lnTo>
                  <a:lnTo>
                    <a:pt x="1626826" y="1132833"/>
                  </a:lnTo>
                  <a:lnTo>
                    <a:pt x="1630746" y="1132833"/>
                  </a:lnTo>
                  <a:lnTo>
                    <a:pt x="1634666" y="1132833"/>
                  </a:lnTo>
                  <a:lnTo>
                    <a:pt x="1638586" y="1132833"/>
                  </a:lnTo>
                  <a:lnTo>
                    <a:pt x="1642506" y="1132833"/>
                  </a:lnTo>
                  <a:lnTo>
                    <a:pt x="1646426" y="1132833"/>
                  </a:lnTo>
                  <a:lnTo>
                    <a:pt x="1650346" y="1132833"/>
                  </a:lnTo>
                  <a:lnTo>
                    <a:pt x="1654266" y="1132833"/>
                  </a:lnTo>
                  <a:lnTo>
                    <a:pt x="1658186" y="1132833"/>
                  </a:lnTo>
                  <a:lnTo>
                    <a:pt x="1662106" y="1132833"/>
                  </a:lnTo>
                  <a:lnTo>
                    <a:pt x="1666026" y="1132833"/>
                  </a:lnTo>
                  <a:lnTo>
                    <a:pt x="1669946" y="1132833"/>
                  </a:lnTo>
                  <a:lnTo>
                    <a:pt x="1673866" y="1132833"/>
                  </a:lnTo>
                  <a:lnTo>
                    <a:pt x="1677786" y="1132833"/>
                  </a:lnTo>
                  <a:lnTo>
                    <a:pt x="1681707" y="1132833"/>
                  </a:lnTo>
                  <a:lnTo>
                    <a:pt x="1685627" y="1132833"/>
                  </a:lnTo>
                  <a:lnTo>
                    <a:pt x="1689547" y="1132833"/>
                  </a:lnTo>
                  <a:lnTo>
                    <a:pt x="1693467" y="1132833"/>
                  </a:lnTo>
                  <a:lnTo>
                    <a:pt x="1697387" y="1132833"/>
                  </a:lnTo>
                  <a:lnTo>
                    <a:pt x="1701307" y="1132833"/>
                  </a:lnTo>
                  <a:lnTo>
                    <a:pt x="1705227" y="1132832"/>
                  </a:lnTo>
                  <a:lnTo>
                    <a:pt x="1709147" y="1132832"/>
                  </a:lnTo>
                  <a:lnTo>
                    <a:pt x="1713067" y="1132830"/>
                  </a:lnTo>
                  <a:lnTo>
                    <a:pt x="1716987" y="1132827"/>
                  </a:lnTo>
                  <a:lnTo>
                    <a:pt x="1720907" y="1132819"/>
                  </a:lnTo>
                  <a:lnTo>
                    <a:pt x="1724827" y="1132805"/>
                  </a:lnTo>
                  <a:lnTo>
                    <a:pt x="1728747" y="1132780"/>
                  </a:lnTo>
                  <a:lnTo>
                    <a:pt x="1732667" y="1132737"/>
                  </a:lnTo>
                  <a:lnTo>
                    <a:pt x="1736587" y="1132668"/>
                  </a:lnTo>
                  <a:lnTo>
                    <a:pt x="1740507" y="1132565"/>
                  </a:lnTo>
                  <a:lnTo>
                    <a:pt x="1744428" y="1132420"/>
                  </a:lnTo>
                  <a:lnTo>
                    <a:pt x="1748348" y="1132230"/>
                  </a:lnTo>
                  <a:lnTo>
                    <a:pt x="1752268" y="1131998"/>
                  </a:lnTo>
                  <a:lnTo>
                    <a:pt x="1756188" y="1131736"/>
                  </a:lnTo>
                  <a:lnTo>
                    <a:pt x="1760108" y="1131467"/>
                  </a:lnTo>
                  <a:lnTo>
                    <a:pt x="1764028" y="1131226"/>
                  </a:lnTo>
                  <a:lnTo>
                    <a:pt x="1767948" y="1131046"/>
                  </a:lnTo>
                  <a:lnTo>
                    <a:pt x="1771868" y="1130951"/>
                  </a:lnTo>
                  <a:lnTo>
                    <a:pt x="1775788" y="1130957"/>
                  </a:lnTo>
                  <a:lnTo>
                    <a:pt x="1779708" y="1131062"/>
                  </a:lnTo>
                  <a:lnTo>
                    <a:pt x="1783628" y="1131248"/>
                  </a:lnTo>
                  <a:lnTo>
                    <a:pt x="1787548" y="1131489"/>
                  </a:lnTo>
                  <a:lnTo>
                    <a:pt x="1791468" y="1131754"/>
                  </a:lnTo>
                  <a:lnTo>
                    <a:pt x="1795388" y="1132012"/>
                  </a:lnTo>
                  <a:lnTo>
                    <a:pt x="1799308" y="1132242"/>
                  </a:lnTo>
                  <a:lnTo>
                    <a:pt x="1803228" y="1132430"/>
                  </a:lnTo>
                  <a:lnTo>
                    <a:pt x="1807149" y="1132574"/>
                  </a:lnTo>
                  <a:lnTo>
                    <a:pt x="1811069" y="1132675"/>
                  </a:lnTo>
                  <a:lnTo>
                    <a:pt x="1814989" y="1132743"/>
                  </a:lnTo>
                  <a:lnTo>
                    <a:pt x="1818909" y="1132784"/>
                  </a:lnTo>
                  <a:lnTo>
                    <a:pt x="1822829" y="1132808"/>
                  </a:lnTo>
                  <a:lnTo>
                    <a:pt x="1826749" y="1132820"/>
                  </a:lnTo>
                  <a:lnTo>
                    <a:pt x="1830669" y="1132827"/>
                  </a:lnTo>
                  <a:lnTo>
                    <a:pt x="1834589" y="1132830"/>
                  </a:lnTo>
                  <a:lnTo>
                    <a:pt x="1838509" y="1132832"/>
                  </a:lnTo>
                  <a:lnTo>
                    <a:pt x="1842429" y="1132832"/>
                  </a:lnTo>
                  <a:lnTo>
                    <a:pt x="1846349" y="1132833"/>
                  </a:lnTo>
                  <a:lnTo>
                    <a:pt x="1850269" y="1132833"/>
                  </a:lnTo>
                  <a:lnTo>
                    <a:pt x="1854189" y="1132833"/>
                  </a:lnTo>
                  <a:lnTo>
                    <a:pt x="1858109" y="1132833"/>
                  </a:lnTo>
                  <a:lnTo>
                    <a:pt x="1862029" y="1132833"/>
                  </a:lnTo>
                  <a:lnTo>
                    <a:pt x="1865949" y="1132833"/>
                  </a:lnTo>
                  <a:lnTo>
                    <a:pt x="1869870" y="1132833"/>
                  </a:lnTo>
                  <a:lnTo>
                    <a:pt x="1873790" y="1132833"/>
                  </a:lnTo>
                  <a:lnTo>
                    <a:pt x="1877710" y="1132833"/>
                  </a:lnTo>
                  <a:lnTo>
                    <a:pt x="1881630" y="1132833"/>
                  </a:lnTo>
                  <a:lnTo>
                    <a:pt x="1885550" y="1132833"/>
                  </a:lnTo>
                  <a:lnTo>
                    <a:pt x="1889470" y="1132833"/>
                  </a:lnTo>
                  <a:lnTo>
                    <a:pt x="1893390" y="1132833"/>
                  </a:lnTo>
                  <a:lnTo>
                    <a:pt x="1897310" y="1132833"/>
                  </a:lnTo>
                  <a:lnTo>
                    <a:pt x="1901230" y="1132833"/>
                  </a:lnTo>
                  <a:lnTo>
                    <a:pt x="1905150" y="1132833"/>
                  </a:lnTo>
                  <a:lnTo>
                    <a:pt x="1909070" y="1132833"/>
                  </a:lnTo>
                  <a:lnTo>
                    <a:pt x="1912990" y="1132833"/>
                  </a:lnTo>
                  <a:lnTo>
                    <a:pt x="1916910" y="1132833"/>
                  </a:lnTo>
                  <a:lnTo>
                    <a:pt x="1920830" y="1132833"/>
                  </a:lnTo>
                  <a:lnTo>
                    <a:pt x="1924750" y="1132833"/>
                  </a:lnTo>
                  <a:lnTo>
                    <a:pt x="1928670" y="1132833"/>
                  </a:lnTo>
                  <a:lnTo>
                    <a:pt x="1932591" y="1132833"/>
                  </a:lnTo>
                  <a:lnTo>
                    <a:pt x="1936511" y="1132833"/>
                  </a:lnTo>
                  <a:lnTo>
                    <a:pt x="1940431" y="1132833"/>
                  </a:lnTo>
                  <a:lnTo>
                    <a:pt x="1944351" y="1132833"/>
                  </a:lnTo>
                  <a:lnTo>
                    <a:pt x="1948271" y="1132833"/>
                  </a:lnTo>
                  <a:lnTo>
                    <a:pt x="1952191" y="1132833"/>
                  </a:lnTo>
                  <a:lnTo>
                    <a:pt x="1956111" y="1132833"/>
                  </a:lnTo>
                  <a:lnTo>
                    <a:pt x="1960031" y="1132833"/>
                  </a:lnTo>
                  <a:lnTo>
                    <a:pt x="1963951" y="1132833"/>
                  </a:lnTo>
                  <a:lnTo>
                    <a:pt x="1967871" y="1132833"/>
                  </a:lnTo>
                  <a:lnTo>
                    <a:pt x="1971791" y="1132833"/>
                  </a:lnTo>
                  <a:lnTo>
                    <a:pt x="1975711" y="1132833"/>
                  </a:lnTo>
                  <a:lnTo>
                    <a:pt x="1979631" y="1132833"/>
                  </a:lnTo>
                  <a:lnTo>
                    <a:pt x="1983551" y="1132833"/>
                  </a:lnTo>
                  <a:lnTo>
                    <a:pt x="1987471" y="1132833"/>
                  </a:lnTo>
                  <a:lnTo>
                    <a:pt x="1991391" y="1132833"/>
                  </a:lnTo>
                  <a:lnTo>
                    <a:pt x="1995312" y="1132833"/>
                  </a:lnTo>
                  <a:lnTo>
                    <a:pt x="1999232" y="1132833"/>
                  </a:lnTo>
                  <a:lnTo>
                    <a:pt x="2003152" y="1132833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8" name="pg8"/>
            <p:cNvSpPr/>
            <p:nvPr/>
          </p:nvSpPr>
          <p:spPr>
            <a:xfrm>
              <a:off x="1804741" y="3991888"/>
              <a:ext cx="2003152" cy="2299661"/>
            </a:xfrm>
            <a:custGeom>
              <a:avLst/>
              <a:gdLst/>
              <a:ahLst/>
              <a:cxnLst/>
              <a:rect l="0" t="0" r="0" b="0"/>
              <a:pathLst>
                <a:path w="2003152" h="2299661">
                  <a:moveTo>
                    <a:pt x="0" y="2299661"/>
                  </a:moveTo>
                  <a:lnTo>
                    <a:pt x="3920" y="2299661"/>
                  </a:lnTo>
                  <a:lnTo>
                    <a:pt x="7840" y="2299661"/>
                  </a:lnTo>
                  <a:lnTo>
                    <a:pt x="11760" y="2299661"/>
                  </a:lnTo>
                  <a:lnTo>
                    <a:pt x="15680" y="2299661"/>
                  </a:lnTo>
                  <a:lnTo>
                    <a:pt x="19600" y="2299661"/>
                  </a:lnTo>
                  <a:lnTo>
                    <a:pt x="23520" y="2299661"/>
                  </a:lnTo>
                  <a:lnTo>
                    <a:pt x="27440" y="2299661"/>
                  </a:lnTo>
                  <a:lnTo>
                    <a:pt x="31360" y="2299661"/>
                  </a:lnTo>
                  <a:lnTo>
                    <a:pt x="35280" y="2299661"/>
                  </a:lnTo>
                  <a:lnTo>
                    <a:pt x="39200" y="2299661"/>
                  </a:lnTo>
                  <a:lnTo>
                    <a:pt x="43120" y="2299661"/>
                  </a:lnTo>
                  <a:lnTo>
                    <a:pt x="47040" y="2299661"/>
                  </a:lnTo>
                  <a:lnTo>
                    <a:pt x="50960" y="2299661"/>
                  </a:lnTo>
                  <a:lnTo>
                    <a:pt x="54880" y="2299661"/>
                  </a:lnTo>
                  <a:lnTo>
                    <a:pt x="58800" y="2299661"/>
                  </a:lnTo>
                  <a:lnTo>
                    <a:pt x="62721" y="2299661"/>
                  </a:lnTo>
                  <a:lnTo>
                    <a:pt x="66641" y="2299661"/>
                  </a:lnTo>
                  <a:lnTo>
                    <a:pt x="70561" y="2299661"/>
                  </a:lnTo>
                  <a:lnTo>
                    <a:pt x="74481" y="2299661"/>
                  </a:lnTo>
                  <a:lnTo>
                    <a:pt x="78401" y="2299661"/>
                  </a:lnTo>
                  <a:lnTo>
                    <a:pt x="82321" y="2299661"/>
                  </a:lnTo>
                  <a:lnTo>
                    <a:pt x="86241" y="2299661"/>
                  </a:lnTo>
                  <a:lnTo>
                    <a:pt x="90161" y="2299661"/>
                  </a:lnTo>
                  <a:lnTo>
                    <a:pt x="94081" y="2299661"/>
                  </a:lnTo>
                  <a:lnTo>
                    <a:pt x="98001" y="2299661"/>
                  </a:lnTo>
                  <a:lnTo>
                    <a:pt x="101921" y="2299661"/>
                  </a:lnTo>
                  <a:lnTo>
                    <a:pt x="105841" y="2299661"/>
                  </a:lnTo>
                  <a:lnTo>
                    <a:pt x="109761" y="2299661"/>
                  </a:lnTo>
                  <a:lnTo>
                    <a:pt x="113681" y="2299661"/>
                  </a:lnTo>
                  <a:lnTo>
                    <a:pt x="117601" y="2299661"/>
                  </a:lnTo>
                  <a:lnTo>
                    <a:pt x="121521" y="2299661"/>
                  </a:lnTo>
                  <a:lnTo>
                    <a:pt x="125442" y="2299661"/>
                  </a:lnTo>
                  <a:lnTo>
                    <a:pt x="129362" y="2299661"/>
                  </a:lnTo>
                  <a:lnTo>
                    <a:pt x="133282" y="2299661"/>
                  </a:lnTo>
                  <a:lnTo>
                    <a:pt x="137202" y="2299661"/>
                  </a:lnTo>
                  <a:lnTo>
                    <a:pt x="141122" y="2299661"/>
                  </a:lnTo>
                  <a:lnTo>
                    <a:pt x="145042" y="2299661"/>
                  </a:lnTo>
                  <a:lnTo>
                    <a:pt x="148962" y="2299661"/>
                  </a:lnTo>
                  <a:lnTo>
                    <a:pt x="152882" y="2299661"/>
                  </a:lnTo>
                  <a:lnTo>
                    <a:pt x="156802" y="2299661"/>
                  </a:lnTo>
                  <a:lnTo>
                    <a:pt x="160722" y="2299661"/>
                  </a:lnTo>
                  <a:lnTo>
                    <a:pt x="164642" y="2299661"/>
                  </a:lnTo>
                  <a:lnTo>
                    <a:pt x="168562" y="2299661"/>
                  </a:lnTo>
                  <a:lnTo>
                    <a:pt x="172482" y="2299661"/>
                  </a:lnTo>
                  <a:lnTo>
                    <a:pt x="176402" y="2299661"/>
                  </a:lnTo>
                  <a:lnTo>
                    <a:pt x="180322" y="2299661"/>
                  </a:lnTo>
                  <a:lnTo>
                    <a:pt x="184242" y="2299661"/>
                  </a:lnTo>
                  <a:lnTo>
                    <a:pt x="188163" y="2299660"/>
                  </a:lnTo>
                  <a:lnTo>
                    <a:pt x="192083" y="2299654"/>
                  </a:lnTo>
                  <a:lnTo>
                    <a:pt x="196003" y="2299629"/>
                  </a:lnTo>
                  <a:lnTo>
                    <a:pt x="199923" y="2299542"/>
                  </a:lnTo>
                  <a:lnTo>
                    <a:pt x="203843" y="2299294"/>
                  </a:lnTo>
                  <a:lnTo>
                    <a:pt x="207763" y="2298720"/>
                  </a:lnTo>
                  <a:lnTo>
                    <a:pt x="211683" y="2297649"/>
                  </a:lnTo>
                  <a:lnTo>
                    <a:pt x="215603" y="2296060"/>
                  </a:lnTo>
                  <a:lnTo>
                    <a:pt x="219523" y="2294213"/>
                  </a:lnTo>
                  <a:lnTo>
                    <a:pt x="223443" y="2292590"/>
                  </a:lnTo>
                  <a:lnTo>
                    <a:pt x="227363" y="2291575"/>
                  </a:lnTo>
                  <a:lnTo>
                    <a:pt x="231283" y="2291129"/>
                  </a:lnTo>
                  <a:lnTo>
                    <a:pt x="235203" y="2290783"/>
                  </a:lnTo>
                  <a:lnTo>
                    <a:pt x="239123" y="2289955"/>
                  </a:lnTo>
                  <a:lnTo>
                    <a:pt x="243043" y="2288324"/>
                  </a:lnTo>
                  <a:lnTo>
                    <a:pt x="246963" y="2286027"/>
                  </a:lnTo>
                  <a:lnTo>
                    <a:pt x="250884" y="2283611"/>
                  </a:lnTo>
                  <a:lnTo>
                    <a:pt x="254804" y="2281763"/>
                  </a:lnTo>
                  <a:lnTo>
                    <a:pt x="258724" y="2280886"/>
                  </a:lnTo>
                  <a:lnTo>
                    <a:pt x="262644" y="2280821"/>
                  </a:lnTo>
                  <a:lnTo>
                    <a:pt x="266564" y="2281013"/>
                  </a:lnTo>
                  <a:lnTo>
                    <a:pt x="270484" y="2281032"/>
                  </a:lnTo>
                  <a:lnTo>
                    <a:pt x="274404" y="2280905"/>
                  </a:lnTo>
                  <a:lnTo>
                    <a:pt x="278324" y="2280893"/>
                  </a:lnTo>
                  <a:lnTo>
                    <a:pt x="282244" y="2281070"/>
                  </a:lnTo>
                  <a:lnTo>
                    <a:pt x="286164" y="2281261"/>
                  </a:lnTo>
                  <a:lnTo>
                    <a:pt x="290084" y="2281369"/>
                  </a:lnTo>
                  <a:lnTo>
                    <a:pt x="294004" y="2281612"/>
                  </a:lnTo>
                  <a:lnTo>
                    <a:pt x="297924" y="2282324"/>
                  </a:lnTo>
                  <a:lnTo>
                    <a:pt x="301844" y="2283534"/>
                  </a:lnTo>
                  <a:lnTo>
                    <a:pt x="305764" y="2284804"/>
                  </a:lnTo>
                  <a:lnTo>
                    <a:pt x="309684" y="2285706"/>
                  </a:lnTo>
                  <a:lnTo>
                    <a:pt x="313605" y="2286240"/>
                  </a:lnTo>
                  <a:lnTo>
                    <a:pt x="317525" y="2286731"/>
                  </a:lnTo>
                  <a:lnTo>
                    <a:pt x="321445" y="2287391"/>
                  </a:lnTo>
                  <a:lnTo>
                    <a:pt x="325365" y="2288109"/>
                  </a:lnTo>
                  <a:lnTo>
                    <a:pt x="329285" y="2288625"/>
                  </a:lnTo>
                  <a:lnTo>
                    <a:pt x="333205" y="2288796"/>
                  </a:lnTo>
                  <a:lnTo>
                    <a:pt x="337125" y="2288594"/>
                  </a:lnTo>
                  <a:lnTo>
                    <a:pt x="341045" y="2287845"/>
                  </a:lnTo>
                  <a:lnTo>
                    <a:pt x="344965" y="2285930"/>
                  </a:lnTo>
                  <a:lnTo>
                    <a:pt x="348885" y="2281760"/>
                  </a:lnTo>
                  <a:lnTo>
                    <a:pt x="352805" y="2274215"/>
                  </a:lnTo>
                  <a:lnTo>
                    <a:pt x="356725" y="2263038"/>
                  </a:lnTo>
                  <a:lnTo>
                    <a:pt x="360645" y="2249748"/>
                  </a:lnTo>
                  <a:lnTo>
                    <a:pt x="364565" y="2237714"/>
                  </a:lnTo>
                  <a:lnTo>
                    <a:pt x="368485" y="2230832"/>
                  </a:lnTo>
                  <a:lnTo>
                    <a:pt x="372405" y="2231311"/>
                  </a:lnTo>
                  <a:lnTo>
                    <a:pt x="376326" y="2238187"/>
                  </a:lnTo>
                  <a:lnTo>
                    <a:pt x="380246" y="2247887"/>
                  </a:lnTo>
                  <a:lnTo>
                    <a:pt x="384166" y="2256419"/>
                  </a:lnTo>
                  <a:lnTo>
                    <a:pt x="388086" y="2261324"/>
                  </a:lnTo>
                  <a:lnTo>
                    <a:pt x="392006" y="2262108"/>
                  </a:lnTo>
                  <a:lnTo>
                    <a:pt x="395926" y="2259662"/>
                  </a:lnTo>
                  <a:lnTo>
                    <a:pt x="399846" y="2255795"/>
                  </a:lnTo>
                  <a:lnTo>
                    <a:pt x="403766" y="2252815"/>
                  </a:lnTo>
                  <a:lnTo>
                    <a:pt x="407686" y="2252439"/>
                  </a:lnTo>
                  <a:lnTo>
                    <a:pt x="411606" y="2254427"/>
                  </a:lnTo>
                  <a:lnTo>
                    <a:pt x="415526" y="2256442"/>
                  </a:lnTo>
                  <a:lnTo>
                    <a:pt x="419446" y="2255577"/>
                  </a:lnTo>
                  <a:lnTo>
                    <a:pt x="423366" y="2250612"/>
                  </a:lnTo>
                  <a:lnTo>
                    <a:pt x="427286" y="2242460"/>
                  </a:lnTo>
                  <a:lnTo>
                    <a:pt x="431206" y="2232653"/>
                  </a:lnTo>
                  <a:lnTo>
                    <a:pt x="435126" y="2221735"/>
                  </a:lnTo>
                  <a:lnTo>
                    <a:pt x="439047" y="2208360"/>
                  </a:lnTo>
                  <a:lnTo>
                    <a:pt x="442967" y="2189744"/>
                  </a:lnTo>
                  <a:lnTo>
                    <a:pt x="446887" y="2164000"/>
                  </a:lnTo>
                  <a:lnTo>
                    <a:pt x="450807" y="2133377"/>
                  </a:lnTo>
                  <a:lnTo>
                    <a:pt x="454727" y="2105054"/>
                  </a:lnTo>
                  <a:lnTo>
                    <a:pt x="458647" y="2086881"/>
                  </a:lnTo>
                  <a:lnTo>
                    <a:pt x="462567" y="2080948"/>
                  </a:lnTo>
                  <a:lnTo>
                    <a:pt x="466487" y="2081443"/>
                  </a:lnTo>
                  <a:lnTo>
                    <a:pt x="470407" y="2079101"/>
                  </a:lnTo>
                  <a:lnTo>
                    <a:pt x="474327" y="2067484"/>
                  </a:lnTo>
                  <a:lnTo>
                    <a:pt x="478247" y="2045310"/>
                  </a:lnTo>
                  <a:lnTo>
                    <a:pt x="482167" y="2014260"/>
                  </a:lnTo>
                  <a:lnTo>
                    <a:pt x="486087" y="1975399"/>
                  </a:lnTo>
                  <a:lnTo>
                    <a:pt x="490007" y="1925716"/>
                  </a:lnTo>
                  <a:lnTo>
                    <a:pt x="493927" y="1853675"/>
                  </a:lnTo>
                  <a:lnTo>
                    <a:pt x="497847" y="1734064"/>
                  </a:lnTo>
                  <a:lnTo>
                    <a:pt x="501768" y="1528046"/>
                  </a:lnTo>
                  <a:lnTo>
                    <a:pt x="505688" y="1199885"/>
                  </a:lnTo>
                  <a:lnTo>
                    <a:pt x="509608" y="757490"/>
                  </a:lnTo>
                  <a:lnTo>
                    <a:pt x="513528" y="297475"/>
                  </a:lnTo>
                  <a:lnTo>
                    <a:pt x="517448" y="0"/>
                  </a:lnTo>
                  <a:lnTo>
                    <a:pt x="521368" y="32870"/>
                  </a:lnTo>
                  <a:lnTo>
                    <a:pt x="525288" y="420087"/>
                  </a:lnTo>
                  <a:lnTo>
                    <a:pt x="529208" y="1006195"/>
                  </a:lnTo>
                  <a:lnTo>
                    <a:pt x="533128" y="1567765"/>
                  </a:lnTo>
                  <a:lnTo>
                    <a:pt x="537048" y="1956323"/>
                  </a:lnTo>
                  <a:lnTo>
                    <a:pt x="540968" y="2165048"/>
                  </a:lnTo>
                  <a:lnTo>
                    <a:pt x="544888" y="2255495"/>
                  </a:lnTo>
                  <a:lnTo>
                    <a:pt x="548808" y="2287524"/>
                  </a:lnTo>
                  <a:lnTo>
                    <a:pt x="552728" y="2296874"/>
                  </a:lnTo>
                  <a:lnTo>
                    <a:pt x="556648" y="2299128"/>
                  </a:lnTo>
                  <a:lnTo>
                    <a:pt x="560569" y="2299577"/>
                  </a:lnTo>
                  <a:lnTo>
                    <a:pt x="564489" y="2299650"/>
                  </a:lnTo>
                  <a:lnTo>
                    <a:pt x="568409" y="2299660"/>
                  </a:lnTo>
                  <a:lnTo>
                    <a:pt x="572329" y="2299661"/>
                  </a:lnTo>
                  <a:lnTo>
                    <a:pt x="576249" y="2299661"/>
                  </a:lnTo>
                  <a:lnTo>
                    <a:pt x="580169" y="2299661"/>
                  </a:lnTo>
                  <a:lnTo>
                    <a:pt x="584089" y="2299661"/>
                  </a:lnTo>
                  <a:lnTo>
                    <a:pt x="588009" y="2299661"/>
                  </a:lnTo>
                  <a:lnTo>
                    <a:pt x="591929" y="2299661"/>
                  </a:lnTo>
                  <a:lnTo>
                    <a:pt x="595849" y="2299661"/>
                  </a:lnTo>
                  <a:lnTo>
                    <a:pt x="599769" y="2299661"/>
                  </a:lnTo>
                  <a:lnTo>
                    <a:pt x="603689" y="2299661"/>
                  </a:lnTo>
                  <a:lnTo>
                    <a:pt x="607609" y="2299661"/>
                  </a:lnTo>
                  <a:lnTo>
                    <a:pt x="611529" y="2299661"/>
                  </a:lnTo>
                  <a:lnTo>
                    <a:pt x="615449" y="2299661"/>
                  </a:lnTo>
                  <a:lnTo>
                    <a:pt x="619369" y="2299661"/>
                  </a:lnTo>
                  <a:lnTo>
                    <a:pt x="623290" y="2299661"/>
                  </a:lnTo>
                  <a:lnTo>
                    <a:pt x="627210" y="2299661"/>
                  </a:lnTo>
                  <a:lnTo>
                    <a:pt x="631130" y="2299661"/>
                  </a:lnTo>
                  <a:lnTo>
                    <a:pt x="635050" y="2299661"/>
                  </a:lnTo>
                  <a:lnTo>
                    <a:pt x="638970" y="2299661"/>
                  </a:lnTo>
                  <a:lnTo>
                    <a:pt x="642890" y="2299661"/>
                  </a:lnTo>
                  <a:lnTo>
                    <a:pt x="646810" y="2299661"/>
                  </a:lnTo>
                  <a:lnTo>
                    <a:pt x="650730" y="2299661"/>
                  </a:lnTo>
                  <a:lnTo>
                    <a:pt x="654650" y="2299661"/>
                  </a:lnTo>
                  <a:lnTo>
                    <a:pt x="658570" y="2299661"/>
                  </a:lnTo>
                  <a:lnTo>
                    <a:pt x="662490" y="2299661"/>
                  </a:lnTo>
                  <a:lnTo>
                    <a:pt x="666410" y="2299661"/>
                  </a:lnTo>
                  <a:lnTo>
                    <a:pt x="670330" y="2299661"/>
                  </a:lnTo>
                  <a:lnTo>
                    <a:pt x="674250" y="2299661"/>
                  </a:lnTo>
                  <a:lnTo>
                    <a:pt x="678170" y="2299661"/>
                  </a:lnTo>
                  <a:lnTo>
                    <a:pt x="682090" y="2299661"/>
                  </a:lnTo>
                  <a:lnTo>
                    <a:pt x="686011" y="2299661"/>
                  </a:lnTo>
                  <a:lnTo>
                    <a:pt x="689931" y="2299661"/>
                  </a:lnTo>
                  <a:lnTo>
                    <a:pt x="693851" y="2299661"/>
                  </a:lnTo>
                  <a:lnTo>
                    <a:pt x="697771" y="2299661"/>
                  </a:lnTo>
                  <a:lnTo>
                    <a:pt x="701691" y="2299661"/>
                  </a:lnTo>
                  <a:lnTo>
                    <a:pt x="705611" y="2299661"/>
                  </a:lnTo>
                  <a:lnTo>
                    <a:pt x="709531" y="2299661"/>
                  </a:lnTo>
                  <a:lnTo>
                    <a:pt x="713451" y="2299661"/>
                  </a:lnTo>
                  <a:lnTo>
                    <a:pt x="717371" y="2299661"/>
                  </a:lnTo>
                  <a:lnTo>
                    <a:pt x="721291" y="2299661"/>
                  </a:lnTo>
                  <a:lnTo>
                    <a:pt x="725211" y="2299661"/>
                  </a:lnTo>
                  <a:lnTo>
                    <a:pt x="729131" y="2299661"/>
                  </a:lnTo>
                  <a:lnTo>
                    <a:pt x="733051" y="2299661"/>
                  </a:lnTo>
                  <a:lnTo>
                    <a:pt x="736971" y="2299661"/>
                  </a:lnTo>
                  <a:lnTo>
                    <a:pt x="740891" y="2299661"/>
                  </a:lnTo>
                  <a:lnTo>
                    <a:pt x="744811" y="2299661"/>
                  </a:lnTo>
                  <a:lnTo>
                    <a:pt x="748732" y="2299661"/>
                  </a:lnTo>
                  <a:lnTo>
                    <a:pt x="752652" y="2299661"/>
                  </a:lnTo>
                  <a:lnTo>
                    <a:pt x="756572" y="2299661"/>
                  </a:lnTo>
                  <a:lnTo>
                    <a:pt x="760492" y="2299661"/>
                  </a:lnTo>
                  <a:lnTo>
                    <a:pt x="764412" y="2299661"/>
                  </a:lnTo>
                  <a:lnTo>
                    <a:pt x="768332" y="2299661"/>
                  </a:lnTo>
                  <a:lnTo>
                    <a:pt x="772252" y="2299661"/>
                  </a:lnTo>
                  <a:lnTo>
                    <a:pt x="776172" y="2299661"/>
                  </a:lnTo>
                  <a:lnTo>
                    <a:pt x="780092" y="2299661"/>
                  </a:lnTo>
                  <a:lnTo>
                    <a:pt x="784012" y="2299661"/>
                  </a:lnTo>
                  <a:lnTo>
                    <a:pt x="787932" y="2299661"/>
                  </a:lnTo>
                  <a:lnTo>
                    <a:pt x="791852" y="2299661"/>
                  </a:lnTo>
                  <a:lnTo>
                    <a:pt x="795772" y="2299661"/>
                  </a:lnTo>
                  <a:lnTo>
                    <a:pt x="799692" y="2299661"/>
                  </a:lnTo>
                  <a:lnTo>
                    <a:pt x="803612" y="2299661"/>
                  </a:lnTo>
                  <a:lnTo>
                    <a:pt x="807532" y="2299661"/>
                  </a:lnTo>
                  <a:lnTo>
                    <a:pt x="811453" y="2299661"/>
                  </a:lnTo>
                  <a:lnTo>
                    <a:pt x="815373" y="2299661"/>
                  </a:lnTo>
                  <a:lnTo>
                    <a:pt x="819293" y="2299661"/>
                  </a:lnTo>
                  <a:lnTo>
                    <a:pt x="823213" y="2299661"/>
                  </a:lnTo>
                  <a:lnTo>
                    <a:pt x="827133" y="2299661"/>
                  </a:lnTo>
                  <a:lnTo>
                    <a:pt x="831053" y="2299661"/>
                  </a:lnTo>
                  <a:lnTo>
                    <a:pt x="834973" y="2299661"/>
                  </a:lnTo>
                  <a:lnTo>
                    <a:pt x="838893" y="2299661"/>
                  </a:lnTo>
                  <a:lnTo>
                    <a:pt x="842813" y="2299661"/>
                  </a:lnTo>
                  <a:lnTo>
                    <a:pt x="846733" y="2299661"/>
                  </a:lnTo>
                  <a:lnTo>
                    <a:pt x="850653" y="2299661"/>
                  </a:lnTo>
                  <a:lnTo>
                    <a:pt x="854573" y="2299661"/>
                  </a:lnTo>
                  <a:lnTo>
                    <a:pt x="858493" y="2299661"/>
                  </a:lnTo>
                  <a:lnTo>
                    <a:pt x="862413" y="2299661"/>
                  </a:lnTo>
                  <a:lnTo>
                    <a:pt x="866333" y="2299661"/>
                  </a:lnTo>
                  <a:lnTo>
                    <a:pt x="870253" y="2299661"/>
                  </a:lnTo>
                  <a:lnTo>
                    <a:pt x="874174" y="2299661"/>
                  </a:lnTo>
                  <a:lnTo>
                    <a:pt x="878094" y="2299661"/>
                  </a:lnTo>
                  <a:lnTo>
                    <a:pt x="882014" y="2299661"/>
                  </a:lnTo>
                  <a:lnTo>
                    <a:pt x="885934" y="2299661"/>
                  </a:lnTo>
                  <a:lnTo>
                    <a:pt x="889854" y="2299661"/>
                  </a:lnTo>
                  <a:lnTo>
                    <a:pt x="893774" y="2299661"/>
                  </a:lnTo>
                  <a:lnTo>
                    <a:pt x="897694" y="2299661"/>
                  </a:lnTo>
                  <a:lnTo>
                    <a:pt x="901614" y="2299661"/>
                  </a:lnTo>
                  <a:lnTo>
                    <a:pt x="905534" y="2299661"/>
                  </a:lnTo>
                  <a:lnTo>
                    <a:pt x="909454" y="2299661"/>
                  </a:lnTo>
                  <a:lnTo>
                    <a:pt x="913374" y="2299661"/>
                  </a:lnTo>
                  <a:lnTo>
                    <a:pt x="917294" y="2299661"/>
                  </a:lnTo>
                  <a:lnTo>
                    <a:pt x="921214" y="2299661"/>
                  </a:lnTo>
                  <a:lnTo>
                    <a:pt x="925134" y="2299661"/>
                  </a:lnTo>
                  <a:lnTo>
                    <a:pt x="929054" y="2299661"/>
                  </a:lnTo>
                  <a:lnTo>
                    <a:pt x="932974" y="2299661"/>
                  </a:lnTo>
                  <a:lnTo>
                    <a:pt x="936895" y="2299661"/>
                  </a:lnTo>
                  <a:lnTo>
                    <a:pt x="940815" y="2299661"/>
                  </a:lnTo>
                  <a:lnTo>
                    <a:pt x="944735" y="2299661"/>
                  </a:lnTo>
                  <a:lnTo>
                    <a:pt x="948655" y="2299661"/>
                  </a:lnTo>
                  <a:lnTo>
                    <a:pt x="952575" y="2299661"/>
                  </a:lnTo>
                  <a:lnTo>
                    <a:pt x="956495" y="2299661"/>
                  </a:lnTo>
                  <a:lnTo>
                    <a:pt x="960415" y="2299661"/>
                  </a:lnTo>
                  <a:lnTo>
                    <a:pt x="964335" y="2299661"/>
                  </a:lnTo>
                  <a:lnTo>
                    <a:pt x="968255" y="2299661"/>
                  </a:lnTo>
                  <a:lnTo>
                    <a:pt x="972175" y="2299661"/>
                  </a:lnTo>
                  <a:lnTo>
                    <a:pt x="976095" y="2299661"/>
                  </a:lnTo>
                  <a:lnTo>
                    <a:pt x="980015" y="2299661"/>
                  </a:lnTo>
                  <a:lnTo>
                    <a:pt x="983935" y="2299661"/>
                  </a:lnTo>
                  <a:lnTo>
                    <a:pt x="987855" y="2299661"/>
                  </a:lnTo>
                  <a:lnTo>
                    <a:pt x="991775" y="2299661"/>
                  </a:lnTo>
                  <a:lnTo>
                    <a:pt x="995695" y="2299661"/>
                  </a:lnTo>
                  <a:lnTo>
                    <a:pt x="999616" y="2299661"/>
                  </a:lnTo>
                  <a:lnTo>
                    <a:pt x="1003536" y="2299661"/>
                  </a:lnTo>
                  <a:lnTo>
                    <a:pt x="1007456" y="2299661"/>
                  </a:lnTo>
                  <a:lnTo>
                    <a:pt x="1011376" y="2299661"/>
                  </a:lnTo>
                  <a:lnTo>
                    <a:pt x="1015296" y="2299661"/>
                  </a:lnTo>
                  <a:lnTo>
                    <a:pt x="1019216" y="2299661"/>
                  </a:lnTo>
                  <a:lnTo>
                    <a:pt x="1023136" y="2299661"/>
                  </a:lnTo>
                  <a:lnTo>
                    <a:pt x="1027056" y="2299661"/>
                  </a:lnTo>
                  <a:lnTo>
                    <a:pt x="1030976" y="2299661"/>
                  </a:lnTo>
                  <a:lnTo>
                    <a:pt x="1034896" y="2299661"/>
                  </a:lnTo>
                  <a:lnTo>
                    <a:pt x="1038816" y="2299661"/>
                  </a:lnTo>
                  <a:lnTo>
                    <a:pt x="1042736" y="2299661"/>
                  </a:lnTo>
                  <a:lnTo>
                    <a:pt x="1046656" y="2299661"/>
                  </a:lnTo>
                  <a:lnTo>
                    <a:pt x="1050576" y="2299661"/>
                  </a:lnTo>
                  <a:lnTo>
                    <a:pt x="1054496" y="2299661"/>
                  </a:lnTo>
                  <a:lnTo>
                    <a:pt x="1058417" y="2299661"/>
                  </a:lnTo>
                  <a:lnTo>
                    <a:pt x="1062337" y="2299661"/>
                  </a:lnTo>
                  <a:lnTo>
                    <a:pt x="1066257" y="2299661"/>
                  </a:lnTo>
                  <a:lnTo>
                    <a:pt x="1070177" y="2299661"/>
                  </a:lnTo>
                  <a:lnTo>
                    <a:pt x="1074097" y="2299661"/>
                  </a:lnTo>
                  <a:lnTo>
                    <a:pt x="1078017" y="2299661"/>
                  </a:lnTo>
                  <a:lnTo>
                    <a:pt x="1081937" y="2299661"/>
                  </a:lnTo>
                  <a:lnTo>
                    <a:pt x="1085857" y="2299661"/>
                  </a:lnTo>
                  <a:lnTo>
                    <a:pt x="1089777" y="2299661"/>
                  </a:lnTo>
                  <a:lnTo>
                    <a:pt x="1093697" y="2299661"/>
                  </a:lnTo>
                  <a:lnTo>
                    <a:pt x="1097617" y="2299661"/>
                  </a:lnTo>
                  <a:lnTo>
                    <a:pt x="1101537" y="2299661"/>
                  </a:lnTo>
                  <a:lnTo>
                    <a:pt x="1105457" y="2299661"/>
                  </a:lnTo>
                  <a:lnTo>
                    <a:pt x="1109377" y="2299661"/>
                  </a:lnTo>
                  <a:lnTo>
                    <a:pt x="1113297" y="2299661"/>
                  </a:lnTo>
                  <a:lnTo>
                    <a:pt x="1117217" y="2299661"/>
                  </a:lnTo>
                  <a:lnTo>
                    <a:pt x="1121138" y="2299661"/>
                  </a:lnTo>
                  <a:lnTo>
                    <a:pt x="1125058" y="2299661"/>
                  </a:lnTo>
                  <a:lnTo>
                    <a:pt x="1128978" y="2299661"/>
                  </a:lnTo>
                  <a:lnTo>
                    <a:pt x="1132898" y="2299661"/>
                  </a:lnTo>
                  <a:lnTo>
                    <a:pt x="1136818" y="2299661"/>
                  </a:lnTo>
                  <a:lnTo>
                    <a:pt x="1140738" y="2299661"/>
                  </a:lnTo>
                  <a:lnTo>
                    <a:pt x="1144658" y="2299661"/>
                  </a:lnTo>
                  <a:lnTo>
                    <a:pt x="1148578" y="2299661"/>
                  </a:lnTo>
                  <a:lnTo>
                    <a:pt x="1152498" y="2299661"/>
                  </a:lnTo>
                  <a:lnTo>
                    <a:pt x="1156418" y="2299661"/>
                  </a:lnTo>
                  <a:lnTo>
                    <a:pt x="1160338" y="2299661"/>
                  </a:lnTo>
                  <a:lnTo>
                    <a:pt x="1164258" y="2299661"/>
                  </a:lnTo>
                  <a:lnTo>
                    <a:pt x="1168178" y="2299661"/>
                  </a:lnTo>
                  <a:lnTo>
                    <a:pt x="1172098" y="2299661"/>
                  </a:lnTo>
                  <a:lnTo>
                    <a:pt x="1176018" y="2299661"/>
                  </a:lnTo>
                  <a:lnTo>
                    <a:pt x="1179938" y="2299661"/>
                  </a:lnTo>
                  <a:lnTo>
                    <a:pt x="1183859" y="2299661"/>
                  </a:lnTo>
                  <a:lnTo>
                    <a:pt x="1187779" y="2299661"/>
                  </a:lnTo>
                  <a:lnTo>
                    <a:pt x="1191699" y="2299661"/>
                  </a:lnTo>
                  <a:lnTo>
                    <a:pt x="1195619" y="2299661"/>
                  </a:lnTo>
                  <a:lnTo>
                    <a:pt x="1199539" y="2299661"/>
                  </a:lnTo>
                  <a:lnTo>
                    <a:pt x="1203459" y="2299661"/>
                  </a:lnTo>
                  <a:lnTo>
                    <a:pt x="1207379" y="2299661"/>
                  </a:lnTo>
                  <a:lnTo>
                    <a:pt x="1211299" y="2299661"/>
                  </a:lnTo>
                  <a:lnTo>
                    <a:pt x="1215219" y="2299661"/>
                  </a:lnTo>
                  <a:lnTo>
                    <a:pt x="1219139" y="2299661"/>
                  </a:lnTo>
                  <a:lnTo>
                    <a:pt x="1223059" y="2299661"/>
                  </a:lnTo>
                  <a:lnTo>
                    <a:pt x="1226979" y="2299661"/>
                  </a:lnTo>
                  <a:lnTo>
                    <a:pt x="1230899" y="2299661"/>
                  </a:lnTo>
                  <a:lnTo>
                    <a:pt x="1234819" y="2299661"/>
                  </a:lnTo>
                  <a:lnTo>
                    <a:pt x="1238739" y="2299661"/>
                  </a:lnTo>
                  <a:lnTo>
                    <a:pt x="1242659" y="2299661"/>
                  </a:lnTo>
                  <a:lnTo>
                    <a:pt x="1246580" y="2299661"/>
                  </a:lnTo>
                  <a:lnTo>
                    <a:pt x="1250500" y="2299661"/>
                  </a:lnTo>
                  <a:lnTo>
                    <a:pt x="1254420" y="2299661"/>
                  </a:lnTo>
                  <a:lnTo>
                    <a:pt x="1258340" y="2299661"/>
                  </a:lnTo>
                  <a:lnTo>
                    <a:pt x="1262260" y="2299661"/>
                  </a:lnTo>
                  <a:lnTo>
                    <a:pt x="1266180" y="2299661"/>
                  </a:lnTo>
                  <a:lnTo>
                    <a:pt x="1270100" y="2299661"/>
                  </a:lnTo>
                  <a:lnTo>
                    <a:pt x="1274020" y="2299661"/>
                  </a:lnTo>
                  <a:lnTo>
                    <a:pt x="1277940" y="2299661"/>
                  </a:lnTo>
                  <a:lnTo>
                    <a:pt x="1281860" y="2299661"/>
                  </a:lnTo>
                  <a:lnTo>
                    <a:pt x="1285780" y="2299661"/>
                  </a:lnTo>
                  <a:lnTo>
                    <a:pt x="1289700" y="2299661"/>
                  </a:lnTo>
                  <a:lnTo>
                    <a:pt x="1293620" y="2299661"/>
                  </a:lnTo>
                  <a:lnTo>
                    <a:pt x="1297540" y="2299661"/>
                  </a:lnTo>
                  <a:lnTo>
                    <a:pt x="1301460" y="2299661"/>
                  </a:lnTo>
                  <a:lnTo>
                    <a:pt x="1305380" y="2299661"/>
                  </a:lnTo>
                  <a:lnTo>
                    <a:pt x="1309301" y="2299661"/>
                  </a:lnTo>
                  <a:lnTo>
                    <a:pt x="1313221" y="2299661"/>
                  </a:lnTo>
                  <a:lnTo>
                    <a:pt x="1317141" y="2299661"/>
                  </a:lnTo>
                  <a:lnTo>
                    <a:pt x="1321061" y="2299661"/>
                  </a:lnTo>
                  <a:lnTo>
                    <a:pt x="1324981" y="2299661"/>
                  </a:lnTo>
                  <a:lnTo>
                    <a:pt x="1328901" y="2299661"/>
                  </a:lnTo>
                  <a:lnTo>
                    <a:pt x="1332821" y="2299661"/>
                  </a:lnTo>
                  <a:lnTo>
                    <a:pt x="1336741" y="2299661"/>
                  </a:lnTo>
                  <a:lnTo>
                    <a:pt x="1340661" y="2299661"/>
                  </a:lnTo>
                  <a:lnTo>
                    <a:pt x="1344581" y="2299661"/>
                  </a:lnTo>
                  <a:lnTo>
                    <a:pt x="1348501" y="2299661"/>
                  </a:lnTo>
                  <a:lnTo>
                    <a:pt x="1352421" y="2299661"/>
                  </a:lnTo>
                  <a:lnTo>
                    <a:pt x="1356341" y="2299661"/>
                  </a:lnTo>
                  <a:lnTo>
                    <a:pt x="1360261" y="2299661"/>
                  </a:lnTo>
                  <a:lnTo>
                    <a:pt x="1364181" y="2299661"/>
                  </a:lnTo>
                  <a:lnTo>
                    <a:pt x="1368101" y="2299661"/>
                  </a:lnTo>
                  <a:lnTo>
                    <a:pt x="1372022" y="2299661"/>
                  </a:lnTo>
                  <a:lnTo>
                    <a:pt x="1375942" y="2299661"/>
                  </a:lnTo>
                  <a:lnTo>
                    <a:pt x="1379862" y="2299661"/>
                  </a:lnTo>
                  <a:lnTo>
                    <a:pt x="1383782" y="2299661"/>
                  </a:lnTo>
                  <a:lnTo>
                    <a:pt x="1387702" y="2299661"/>
                  </a:lnTo>
                  <a:lnTo>
                    <a:pt x="1391622" y="2299661"/>
                  </a:lnTo>
                  <a:lnTo>
                    <a:pt x="1395542" y="2299661"/>
                  </a:lnTo>
                  <a:lnTo>
                    <a:pt x="1399462" y="2299661"/>
                  </a:lnTo>
                  <a:lnTo>
                    <a:pt x="1403382" y="2299661"/>
                  </a:lnTo>
                  <a:lnTo>
                    <a:pt x="1407302" y="2299661"/>
                  </a:lnTo>
                  <a:lnTo>
                    <a:pt x="1411222" y="2299661"/>
                  </a:lnTo>
                  <a:lnTo>
                    <a:pt x="1415142" y="2299661"/>
                  </a:lnTo>
                  <a:lnTo>
                    <a:pt x="1419062" y="2299661"/>
                  </a:lnTo>
                  <a:lnTo>
                    <a:pt x="1422982" y="2299661"/>
                  </a:lnTo>
                  <a:lnTo>
                    <a:pt x="1426902" y="2299661"/>
                  </a:lnTo>
                  <a:lnTo>
                    <a:pt x="1430822" y="2299661"/>
                  </a:lnTo>
                  <a:lnTo>
                    <a:pt x="1434743" y="2299661"/>
                  </a:lnTo>
                  <a:lnTo>
                    <a:pt x="1438663" y="2299661"/>
                  </a:lnTo>
                  <a:lnTo>
                    <a:pt x="1442583" y="2299661"/>
                  </a:lnTo>
                  <a:lnTo>
                    <a:pt x="1446503" y="2299661"/>
                  </a:lnTo>
                  <a:lnTo>
                    <a:pt x="1450423" y="2299661"/>
                  </a:lnTo>
                  <a:lnTo>
                    <a:pt x="1454343" y="2299661"/>
                  </a:lnTo>
                  <a:lnTo>
                    <a:pt x="1458263" y="2299661"/>
                  </a:lnTo>
                  <a:lnTo>
                    <a:pt x="1462183" y="2299661"/>
                  </a:lnTo>
                  <a:lnTo>
                    <a:pt x="1466103" y="2299661"/>
                  </a:lnTo>
                  <a:lnTo>
                    <a:pt x="1470023" y="2299661"/>
                  </a:lnTo>
                  <a:lnTo>
                    <a:pt x="1473943" y="2299661"/>
                  </a:lnTo>
                  <a:lnTo>
                    <a:pt x="1477863" y="2299661"/>
                  </a:lnTo>
                  <a:lnTo>
                    <a:pt x="1481783" y="2299661"/>
                  </a:lnTo>
                  <a:lnTo>
                    <a:pt x="1485703" y="2299661"/>
                  </a:lnTo>
                  <a:lnTo>
                    <a:pt x="1489623" y="2299661"/>
                  </a:lnTo>
                  <a:lnTo>
                    <a:pt x="1493543" y="2299661"/>
                  </a:lnTo>
                  <a:lnTo>
                    <a:pt x="1497464" y="2299661"/>
                  </a:lnTo>
                  <a:lnTo>
                    <a:pt x="1501384" y="2299661"/>
                  </a:lnTo>
                  <a:lnTo>
                    <a:pt x="1505304" y="2299661"/>
                  </a:lnTo>
                  <a:lnTo>
                    <a:pt x="1509224" y="2299661"/>
                  </a:lnTo>
                  <a:lnTo>
                    <a:pt x="1513144" y="2299661"/>
                  </a:lnTo>
                  <a:lnTo>
                    <a:pt x="1517064" y="2299661"/>
                  </a:lnTo>
                  <a:lnTo>
                    <a:pt x="1520984" y="2299661"/>
                  </a:lnTo>
                  <a:lnTo>
                    <a:pt x="1524904" y="2299661"/>
                  </a:lnTo>
                  <a:lnTo>
                    <a:pt x="1528824" y="2299661"/>
                  </a:lnTo>
                  <a:lnTo>
                    <a:pt x="1532744" y="2299661"/>
                  </a:lnTo>
                  <a:lnTo>
                    <a:pt x="1536664" y="2299661"/>
                  </a:lnTo>
                  <a:lnTo>
                    <a:pt x="1540584" y="2299661"/>
                  </a:lnTo>
                  <a:lnTo>
                    <a:pt x="1544504" y="2299661"/>
                  </a:lnTo>
                  <a:lnTo>
                    <a:pt x="1548424" y="2299661"/>
                  </a:lnTo>
                  <a:lnTo>
                    <a:pt x="1552344" y="2299661"/>
                  </a:lnTo>
                  <a:lnTo>
                    <a:pt x="1556265" y="2299661"/>
                  </a:lnTo>
                  <a:lnTo>
                    <a:pt x="1560185" y="2299661"/>
                  </a:lnTo>
                  <a:lnTo>
                    <a:pt x="1564105" y="2299661"/>
                  </a:lnTo>
                  <a:lnTo>
                    <a:pt x="1568025" y="2299661"/>
                  </a:lnTo>
                  <a:lnTo>
                    <a:pt x="1571945" y="2299661"/>
                  </a:lnTo>
                  <a:lnTo>
                    <a:pt x="1575865" y="2299661"/>
                  </a:lnTo>
                  <a:lnTo>
                    <a:pt x="1579785" y="2299661"/>
                  </a:lnTo>
                  <a:lnTo>
                    <a:pt x="1583705" y="2299661"/>
                  </a:lnTo>
                  <a:lnTo>
                    <a:pt x="1587625" y="2299661"/>
                  </a:lnTo>
                  <a:lnTo>
                    <a:pt x="1591545" y="2299661"/>
                  </a:lnTo>
                  <a:lnTo>
                    <a:pt x="1595465" y="2299661"/>
                  </a:lnTo>
                  <a:lnTo>
                    <a:pt x="1599385" y="2299661"/>
                  </a:lnTo>
                  <a:lnTo>
                    <a:pt x="1603305" y="2299661"/>
                  </a:lnTo>
                  <a:lnTo>
                    <a:pt x="1607225" y="2299661"/>
                  </a:lnTo>
                  <a:lnTo>
                    <a:pt x="1611145" y="2299661"/>
                  </a:lnTo>
                  <a:lnTo>
                    <a:pt x="1615065" y="2299661"/>
                  </a:lnTo>
                  <a:lnTo>
                    <a:pt x="1618986" y="2299661"/>
                  </a:lnTo>
                  <a:lnTo>
                    <a:pt x="1622906" y="2299661"/>
                  </a:lnTo>
                  <a:lnTo>
                    <a:pt x="1626826" y="2299661"/>
                  </a:lnTo>
                  <a:lnTo>
                    <a:pt x="1630746" y="2299661"/>
                  </a:lnTo>
                  <a:lnTo>
                    <a:pt x="1634666" y="2299661"/>
                  </a:lnTo>
                  <a:lnTo>
                    <a:pt x="1638586" y="2299661"/>
                  </a:lnTo>
                  <a:lnTo>
                    <a:pt x="1642506" y="2299661"/>
                  </a:lnTo>
                  <a:lnTo>
                    <a:pt x="1646426" y="2299661"/>
                  </a:lnTo>
                  <a:lnTo>
                    <a:pt x="1650346" y="2299661"/>
                  </a:lnTo>
                  <a:lnTo>
                    <a:pt x="1654266" y="2299661"/>
                  </a:lnTo>
                  <a:lnTo>
                    <a:pt x="1658186" y="2299661"/>
                  </a:lnTo>
                  <a:lnTo>
                    <a:pt x="1662106" y="2299661"/>
                  </a:lnTo>
                  <a:lnTo>
                    <a:pt x="1666026" y="2299661"/>
                  </a:lnTo>
                  <a:lnTo>
                    <a:pt x="1669946" y="2299661"/>
                  </a:lnTo>
                  <a:lnTo>
                    <a:pt x="1673866" y="2299661"/>
                  </a:lnTo>
                  <a:lnTo>
                    <a:pt x="1677786" y="2299661"/>
                  </a:lnTo>
                  <a:lnTo>
                    <a:pt x="1681707" y="2299661"/>
                  </a:lnTo>
                  <a:lnTo>
                    <a:pt x="1685627" y="2299661"/>
                  </a:lnTo>
                  <a:lnTo>
                    <a:pt x="1689547" y="2299661"/>
                  </a:lnTo>
                  <a:lnTo>
                    <a:pt x="1693467" y="2299661"/>
                  </a:lnTo>
                  <a:lnTo>
                    <a:pt x="1697387" y="2299661"/>
                  </a:lnTo>
                  <a:lnTo>
                    <a:pt x="1701307" y="2299661"/>
                  </a:lnTo>
                  <a:lnTo>
                    <a:pt x="1705227" y="2299661"/>
                  </a:lnTo>
                  <a:lnTo>
                    <a:pt x="1709147" y="2299661"/>
                  </a:lnTo>
                  <a:lnTo>
                    <a:pt x="1713067" y="2299661"/>
                  </a:lnTo>
                  <a:lnTo>
                    <a:pt x="1716987" y="2299661"/>
                  </a:lnTo>
                  <a:lnTo>
                    <a:pt x="1720907" y="2299661"/>
                  </a:lnTo>
                  <a:lnTo>
                    <a:pt x="1724827" y="2299661"/>
                  </a:lnTo>
                  <a:lnTo>
                    <a:pt x="1728747" y="2299661"/>
                  </a:lnTo>
                  <a:lnTo>
                    <a:pt x="1732667" y="2299661"/>
                  </a:lnTo>
                  <a:lnTo>
                    <a:pt x="1736587" y="2299661"/>
                  </a:lnTo>
                  <a:lnTo>
                    <a:pt x="1740507" y="2299661"/>
                  </a:lnTo>
                  <a:lnTo>
                    <a:pt x="1744428" y="2299661"/>
                  </a:lnTo>
                  <a:lnTo>
                    <a:pt x="1748348" y="2299661"/>
                  </a:lnTo>
                  <a:lnTo>
                    <a:pt x="1752268" y="2299661"/>
                  </a:lnTo>
                  <a:lnTo>
                    <a:pt x="1756188" y="2299661"/>
                  </a:lnTo>
                  <a:lnTo>
                    <a:pt x="1760108" y="2299661"/>
                  </a:lnTo>
                  <a:lnTo>
                    <a:pt x="1764028" y="2299661"/>
                  </a:lnTo>
                  <a:lnTo>
                    <a:pt x="1767948" y="2299661"/>
                  </a:lnTo>
                  <a:lnTo>
                    <a:pt x="1771868" y="2299661"/>
                  </a:lnTo>
                  <a:lnTo>
                    <a:pt x="1775788" y="2299661"/>
                  </a:lnTo>
                  <a:lnTo>
                    <a:pt x="1779708" y="2299661"/>
                  </a:lnTo>
                  <a:lnTo>
                    <a:pt x="1783628" y="2299661"/>
                  </a:lnTo>
                  <a:lnTo>
                    <a:pt x="1787548" y="2299661"/>
                  </a:lnTo>
                  <a:lnTo>
                    <a:pt x="1791468" y="2299661"/>
                  </a:lnTo>
                  <a:lnTo>
                    <a:pt x="1795388" y="2299661"/>
                  </a:lnTo>
                  <a:lnTo>
                    <a:pt x="1799308" y="2299661"/>
                  </a:lnTo>
                  <a:lnTo>
                    <a:pt x="1803228" y="2299661"/>
                  </a:lnTo>
                  <a:lnTo>
                    <a:pt x="1807149" y="2299661"/>
                  </a:lnTo>
                  <a:lnTo>
                    <a:pt x="1811069" y="2299661"/>
                  </a:lnTo>
                  <a:lnTo>
                    <a:pt x="1814989" y="2299661"/>
                  </a:lnTo>
                  <a:lnTo>
                    <a:pt x="1818909" y="2299661"/>
                  </a:lnTo>
                  <a:lnTo>
                    <a:pt x="1822829" y="2299661"/>
                  </a:lnTo>
                  <a:lnTo>
                    <a:pt x="1826749" y="2299661"/>
                  </a:lnTo>
                  <a:lnTo>
                    <a:pt x="1830669" y="2299661"/>
                  </a:lnTo>
                  <a:lnTo>
                    <a:pt x="1834589" y="2299661"/>
                  </a:lnTo>
                  <a:lnTo>
                    <a:pt x="1838509" y="2299661"/>
                  </a:lnTo>
                  <a:lnTo>
                    <a:pt x="1842429" y="2299661"/>
                  </a:lnTo>
                  <a:lnTo>
                    <a:pt x="1846349" y="2299661"/>
                  </a:lnTo>
                  <a:lnTo>
                    <a:pt x="1850269" y="2299661"/>
                  </a:lnTo>
                  <a:lnTo>
                    <a:pt x="1854189" y="2299661"/>
                  </a:lnTo>
                  <a:lnTo>
                    <a:pt x="1858109" y="2299661"/>
                  </a:lnTo>
                  <a:lnTo>
                    <a:pt x="1862029" y="2299661"/>
                  </a:lnTo>
                  <a:lnTo>
                    <a:pt x="1865949" y="2299661"/>
                  </a:lnTo>
                  <a:lnTo>
                    <a:pt x="1869870" y="2299661"/>
                  </a:lnTo>
                  <a:lnTo>
                    <a:pt x="1873790" y="2299661"/>
                  </a:lnTo>
                  <a:lnTo>
                    <a:pt x="1877710" y="2299661"/>
                  </a:lnTo>
                  <a:lnTo>
                    <a:pt x="1881630" y="2299661"/>
                  </a:lnTo>
                  <a:lnTo>
                    <a:pt x="1885550" y="2299661"/>
                  </a:lnTo>
                  <a:lnTo>
                    <a:pt x="1889470" y="2299661"/>
                  </a:lnTo>
                  <a:lnTo>
                    <a:pt x="1893390" y="2299661"/>
                  </a:lnTo>
                  <a:lnTo>
                    <a:pt x="1897310" y="2299661"/>
                  </a:lnTo>
                  <a:lnTo>
                    <a:pt x="1901230" y="2299661"/>
                  </a:lnTo>
                  <a:lnTo>
                    <a:pt x="1905150" y="2299661"/>
                  </a:lnTo>
                  <a:lnTo>
                    <a:pt x="1909070" y="2299661"/>
                  </a:lnTo>
                  <a:lnTo>
                    <a:pt x="1912990" y="2299661"/>
                  </a:lnTo>
                  <a:lnTo>
                    <a:pt x="1916910" y="2299661"/>
                  </a:lnTo>
                  <a:lnTo>
                    <a:pt x="1920830" y="2299661"/>
                  </a:lnTo>
                  <a:lnTo>
                    <a:pt x="1924750" y="2299661"/>
                  </a:lnTo>
                  <a:lnTo>
                    <a:pt x="1928670" y="2299661"/>
                  </a:lnTo>
                  <a:lnTo>
                    <a:pt x="1932591" y="2299661"/>
                  </a:lnTo>
                  <a:lnTo>
                    <a:pt x="1936511" y="2299661"/>
                  </a:lnTo>
                  <a:lnTo>
                    <a:pt x="1940431" y="2299661"/>
                  </a:lnTo>
                  <a:lnTo>
                    <a:pt x="1944351" y="2299661"/>
                  </a:lnTo>
                  <a:lnTo>
                    <a:pt x="1948271" y="2299661"/>
                  </a:lnTo>
                  <a:lnTo>
                    <a:pt x="1952191" y="2299661"/>
                  </a:lnTo>
                  <a:lnTo>
                    <a:pt x="1956111" y="2299661"/>
                  </a:lnTo>
                  <a:lnTo>
                    <a:pt x="1960031" y="2299661"/>
                  </a:lnTo>
                  <a:lnTo>
                    <a:pt x="1963951" y="2299661"/>
                  </a:lnTo>
                  <a:lnTo>
                    <a:pt x="1967871" y="2299661"/>
                  </a:lnTo>
                  <a:lnTo>
                    <a:pt x="1971791" y="2299661"/>
                  </a:lnTo>
                  <a:lnTo>
                    <a:pt x="1975711" y="2299661"/>
                  </a:lnTo>
                  <a:lnTo>
                    <a:pt x="1979631" y="2299661"/>
                  </a:lnTo>
                  <a:lnTo>
                    <a:pt x="1983551" y="2299661"/>
                  </a:lnTo>
                  <a:lnTo>
                    <a:pt x="1987471" y="2299661"/>
                  </a:lnTo>
                  <a:lnTo>
                    <a:pt x="1991391" y="2299661"/>
                  </a:lnTo>
                  <a:lnTo>
                    <a:pt x="1995312" y="2299661"/>
                  </a:lnTo>
                  <a:lnTo>
                    <a:pt x="1999232" y="2299661"/>
                  </a:lnTo>
                  <a:lnTo>
                    <a:pt x="2003152" y="2299661"/>
                  </a:lnTo>
                  <a:lnTo>
                    <a:pt x="1999232" y="2299661"/>
                  </a:lnTo>
                  <a:lnTo>
                    <a:pt x="1995312" y="2299661"/>
                  </a:lnTo>
                  <a:lnTo>
                    <a:pt x="1991391" y="2299661"/>
                  </a:lnTo>
                  <a:lnTo>
                    <a:pt x="1987471" y="2299661"/>
                  </a:lnTo>
                  <a:lnTo>
                    <a:pt x="1983551" y="2299661"/>
                  </a:lnTo>
                  <a:lnTo>
                    <a:pt x="1979631" y="2299661"/>
                  </a:lnTo>
                  <a:lnTo>
                    <a:pt x="1975711" y="2299661"/>
                  </a:lnTo>
                  <a:lnTo>
                    <a:pt x="1971791" y="2299661"/>
                  </a:lnTo>
                  <a:lnTo>
                    <a:pt x="1967871" y="2299661"/>
                  </a:lnTo>
                  <a:lnTo>
                    <a:pt x="1963951" y="2299661"/>
                  </a:lnTo>
                  <a:lnTo>
                    <a:pt x="1960031" y="2299661"/>
                  </a:lnTo>
                  <a:lnTo>
                    <a:pt x="1956111" y="2299661"/>
                  </a:lnTo>
                  <a:lnTo>
                    <a:pt x="1952191" y="2299661"/>
                  </a:lnTo>
                  <a:lnTo>
                    <a:pt x="1948271" y="2299661"/>
                  </a:lnTo>
                  <a:lnTo>
                    <a:pt x="1944351" y="2299661"/>
                  </a:lnTo>
                  <a:lnTo>
                    <a:pt x="1940431" y="2299661"/>
                  </a:lnTo>
                  <a:lnTo>
                    <a:pt x="1936511" y="2299661"/>
                  </a:lnTo>
                  <a:lnTo>
                    <a:pt x="1932591" y="2299661"/>
                  </a:lnTo>
                  <a:lnTo>
                    <a:pt x="1928670" y="2299661"/>
                  </a:lnTo>
                  <a:lnTo>
                    <a:pt x="1924750" y="2299661"/>
                  </a:lnTo>
                  <a:lnTo>
                    <a:pt x="1920830" y="2299661"/>
                  </a:lnTo>
                  <a:lnTo>
                    <a:pt x="1916910" y="2299661"/>
                  </a:lnTo>
                  <a:lnTo>
                    <a:pt x="1912990" y="2299661"/>
                  </a:lnTo>
                  <a:lnTo>
                    <a:pt x="1909070" y="2299661"/>
                  </a:lnTo>
                  <a:lnTo>
                    <a:pt x="1905150" y="2299661"/>
                  </a:lnTo>
                  <a:lnTo>
                    <a:pt x="1901230" y="2299661"/>
                  </a:lnTo>
                  <a:lnTo>
                    <a:pt x="1897310" y="2299661"/>
                  </a:lnTo>
                  <a:lnTo>
                    <a:pt x="1893390" y="2299661"/>
                  </a:lnTo>
                  <a:lnTo>
                    <a:pt x="1889470" y="2299661"/>
                  </a:lnTo>
                  <a:lnTo>
                    <a:pt x="1885550" y="2299661"/>
                  </a:lnTo>
                  <a:lnTo>
                    <a:pt x="1881630" y="2299661"/>
                  </a:lnTo>
                  <a:lnTo>
                    <a:pt x="1877710" y="2299661"/>
                  </a:lnTo>
                  <a:lnTo>
                    <a:pt x="1873790" y="2299661"/>
                  </a:lnTo>
                  <a:lnTo>
                    <a:pt x="1869870" y="2299661"/>
                  </a:lnTo>
                  <a:lnTo>
                    <a:pt x="1865949" y="2299661"/>
                  </a:lnTo>
                  <a:lnTo>
                    <a:pt x="1862029" y="2299661"/>
                  </a:lnTo>
                  <a:lnTo>
                    <a:pt x="1858109" y="2299661"/>
                  </a:lnTo>
                  <a:lnTo>
                    <a:pt x="1854189" y="2299661"/>
                  </a:lnTo>
                  <a:lnTo>
                    <a:pt x="1850269" y="2299661"/>
                  </a:lnTo>
                  <a:lnTo>
                    <a:pt x="1846349" y="2299661"/>
                  </a:lnTo>
                  <a:lnTo>
                    <a:pt x="1842429" y="2299661"/>
                  </a:lnTo>
                  <a:lnTo>
                    <a:pt x="1838509" y="2299661"/>
                  </a:lnTo>
                  <a:lnTo>
                    <a:pt x="1834589" y="2299661"/>
                  </a:lnTo>
                  <a:lnTo>
                    <a:pt x="1830669" y="2299661"/>
                  </a:lnTo>
                  <a:lnTo>
                    <a:pt x="1826749" y="2299661"/>
                  </a:lnTo>
                  <a:lnTo>
                    <a:pt x="1822829" y="2299661"/>
                  </a:lnTo>
                  <a:lnTo>
                    <a:pt x="1818909" y="2299661"/>
                  </a:lnTo>
                  <a:lnTo>
                    <a:pt x="1814989" y="2299661"/>
                  </a:lnTo>
                  <a:lnTo>
                    <a:pt x="1811069" y="2299661"/>
                  </a:lnTo>
                  <a:lnTo>
                    <a:pt x="1807149" y="2299661"/>
                  </a:lnTo>
                  <a:lnTo>
                    <a:pt x="1803228" y="2299661"/>
                  </a:lnTo>
                  <a:lnTo>
                    <a:pt x="1799308" y="2299661"/>
                  </a:lnTo>
                  <a:lnTo>
                    <a:pt x="1795388" y="2299661"/>
                  </a:lnTo>
                  <a:lnTo>
                    <a:pt x="1791468" y="2299661"/>
                  </a:lnTo>
                  <a:lnTo>
                    <a:pt x="1787548" y="2299661"/>
                  </a:lnTo>
                  <a:lnTo>
                    <a:pt x="1783628" y="2299661"/>
                  </a:lnTo>
                  <a:lnTo>
                    <a:pt x="1779708" y="2299661"/>
                  </a:lnTo>
                  <a:lnTo>
                    <a:pt x="1775788" y="2299661"/>
                  </a:lnTo>
                  <a:lnTo>
                    <a:pt x="1771868" y="2299661"/>
                  </a:lnTo>
                  <a:lnTo>
                    <a:pt x="1767948" y="2299661"/>
                  </a:lnTo>
                  <a:lnTo>
                    <a:pt x="1764028" y="2299661"/>
                  </a:lnTo>
                  <a:lnTo>
                    <a:pt x="1760108" y="2299661"/>
                  </a:lnTo>
                  <a:lnTo>
                    <a:pt x="1756188" y="2299661"/>
                  </a:lnTo>
                  <a:lnTo>
                    <a:pt x="1752268" y="2299661"/>
                  </a:lnTo>
                  <a:lnTo>
                    <a:pt x="1748348" y="2299661"/>
                  </a:lnTo>
                  <a:lnTo>
                    <a:pt x="1744428" y="2299661"/>
                  </a:lnTo>
                  <a:lnTo>
                    <a:pt x="1740507" y="2299661"/>
                  </a:lnTo>
                  <a:lnTo>
                    <a:pt x="1736587" y="2299661"/>
                  </a:lnTo>
                  <a:lnTo>
                    <a:pt x="1732667" y="2299661"/>
                  </a:lnTo>
                  <a:lnTo>
                    <a:pt x="1728747" y="2299661"/>
                  </a:lnTo>
                  <a:lnTo>
                    <a:pt x="1724827" y="2299661"/>
                  </a:lnTo>
                  <a:lnTo>
                    <a:pt x="1720907" y="2299661"/>
                  </a:lnTo>
                  <a:lnTo>
                    <a:pt x="1716987" y="2299661"/>
                  </a:lnTo>
                  <a:lnTo>
                    <a:pt x="1713067" y="2299661"/>
                  </a:lnTo>
                  <a:lnTo>
                    <a:pt x="1709147" y="2299661"/>
                  </a:lnTo>
                  <a:lnTo>
                    <a:pt x="1705227" y="2299661"/>
                  </a:lnTo>
                  <a:lnTo>
                    <a:pt x="1701307" y="2299661"/>
                  </a:lnTo>
                  <a:lnTo>
                    <a:pt x="1697387" y="2299661"/>
                  </a:lnTo>
                  <a:lnTo>
                    <a:pt x="1693467" y="2299661"/>
                  </a:lnTo>
                  <a:lnTo>
                    <a:pt x="1689547" y="2299661"/>
                  </a:lnTo>
                  <a:lnTo>
                    <a:pt x="1685627" y="2299661"/>
                  </a:lnTo>
                  <a:lnTo>
                    <a:pt x="1681707" y="2299661"/>
                  </a:lnTo>
                  <a:lnTo>
                    <a:pt x="1677786" y="2299661"/>
                  </a:lnTo>
                  <a:lnTo>
                    <a:pt x="1673866" y="2299661"/>
                  </a:lnTo>
                  <a:lnTo>
                    <a:pt x="1669946" y="2299661"/>
                  </a:lnTo>
                  <a:lnTo>
                    <a:pt x="1666026" y="2299661"/>
                  </a:lnTo>
                  <a:lnTo>
                    <a:pt x="1662106" y="2299661"/>
                  </a:lnTo>
                  <a:lnTo>
                    <a:pt x="1658186" y="2299661"/>
                  </a:lnTo>
                  <a:lnTo>
                    <a:pt x="1654266" y="2299661"/>
                  </a:lnTo>
                  <a:lnTo>
                    <a:pt x="1650346" y="2299661"/>
                  </a:lnTo>
                  <a:lnTo>
                    <a:pt x="1646426" y="2299661"/>
                  </a:lnTo>
                  <a:lnTo>
                    <a:pt x="1642506" y="2299661"/>
                  </a:lnTo>
                  <a:lnTo>
                    <a:pt x="1638586" y="2299661"/>
                  </a:lnTo>
                  <a:lnTo>
                    <a:pt x="1634666" y="2299661"/>
                  </a:lnTo>
                  <a:lnTo>
                    <a:pt x="1630746" y="2299661"/>
                  </a:lnTo>
                  <a:lnTo>
                    <a:pt x="1626826" y="2299661"/>
                  </a:lnTo>
                  <a:lnTo>
                    <a:pt x="1622906" y="2299661"/>
                  </a:lnTo>
                  <a:lnTo>
                    <a:pt x="1618986" y="2299661"/>
                  </a:lnTo>
                  <a:lnTo>
                    <a:pt x="1615065" y="2299661"/>
                  </a:lnTo>
                  <a:lnTo>
                    <a:pt x="1611145" y="2299661"/>
                  </a:lnTo>
                  <a:lnTo>
                    <a:pt x="1607225" y="2299661"/>
                  </a:lnTo>
                  <a:lnTo>
                    <a:pt x="1603305" y="2299661"/>
                  </a:lnTo>
                  <a:lnTo>
                    <a:pt x="1599385" y="2299661"/>
                  </a:lnTo>
                  <a:lnTo>
                    <a:pt x="1595465" y="2299661"/>
                  </a:lnTo>
                  <a:lnTo>
                    <a:pt x="1591545" y="2299661"/>
                  </a:lnTo>
                  <a:lnTo>
                    <a:pt x="1587625" y="2299661"/>
                  </a:lnTo>
                  <a:lnTo>
                    <a:pt x="1583705" y="2299661"/>
                  </a:lnTo>
                  <a:lnTo>
                    <a:pt x="1579785" y="2299661"/>
                  </a:lnTo>
                  <a:lnTo>
                    <a:pt x="1575865" y="2299661"/>
                  </a:lnTo>
                  <a:lnTo>
                    <a:pt x="1571945" y="2299661"/>
                  </a:lnTo>
                  <a:lnTo>
                    <a:pt x="1568025" y="2299661"/>
                  </a:lnTo>
                  <a:lnTo>
                    <a:pt x="1564105" y="2299661"/>
                  </a:lnTo>
                  <a:lnTo>
                    <a:pt x="1560185" y="2299661"/>
                  </a:lnTo>
                  <a:lnTo>
                    <a:pt x="1556265" y="2299661"/>
                  </a:lnTo>
                  <a:lnTo>
                    <a:pt x="1552344" y="2299661"/>
                  </a:lnTo>
                  <a:lnTo>
                    <a:pt x="1548424" y="2299661"/>
                  </a:lnTo>
                  <a:lnTo>
                    <a:pt x="1544504" y="2299661"/>
                  </a:lnTo>
                  <a:lnTo>
                    <a:pt x="1540584" y="2299661"/>
                  </a:lnTo>
                  <a:lnTo>
                    <a:pt x="1536664" y="2299661"/>
                  </a:lnTo>
                  <a:lnTo>
                    <a:pt x="1532744" y="2299661"/>
                  </a:lnTo>
                  <a:lnTo>
                    <a:pt x="1528824" y="2299661"/>
                  </a:lnTo>
                  <a:lnTo>
                    <a:pt x="1524904" y="2299661"/>
                  </a:lnTo>
                  <a:lnTo>
                    <a:pt x="1520984" y="2299661"/>
                  </a:lnTo>
                  <a:lnTo>
                    <a:pt x="1517064" y="2299661"/>
                  </a:lnTo>
                  <a:lnTo>
                    <a:pt x="1513144" y="2299661"/>
                  </a:lnTo>
                  <a:lnTo>
                    <a:pt x="1509224" y="2299661"/>
                  </a:lnTo>
                  <a:lnTo>
                    <a:pt x="1505304" y="2299661"/>
                  </a:lnTo>
                  <a:lnTo>
                    <a:pt x="1501384" y="2299661"/>
                  </a:lnTo>
                  <a:lnTo>
                    <a:pt x="1497464" y="2299661"/>
                  </a:lnTo>
                  <a:lnTo>
                    <a:pt x="1493543" y="2299661"/>
                  </a:lnTo>
                  <a:lnTo>
                    <a:pt x="1489623" y="2299661"/>
                  </a:lnTo>
                  <a:lnTo>
                    <a:pt x="1485703" y="2299661"/>
                  </a:lnTo>
                  <a:lnTo>
                    <a:pt x="1481783" y="2299661"/>
                  </a:lnTo>
                  <a:lnTo>
                    <a:pt x="1477863" y="2299661"/>
                  </a:lnTo>
                  <a:lnTo>
                    <a:pt x="1473943" y="2299661"/>
                  </a:lnTo>
                  <a:lnTo>
                    <a:pt x="1470023" y="2299661"/>
                  </a:lnTo>
                  <a:lnTo>
                    <a:pt x="1466103" y="2299661"/>
                  </a:lnTo>
                  <a:lnTo>
                    <a:pt x="1462183" y="2299661"/>
                  </a:lnTo>
                  <a:lnTo>
                    <a:pt x="1458263" y="2299661"/>
                  </a:lnTo>
                  <a:lnTo>
                    <a:pt x="1454343" y="2299661"/>
                  </a:lnTo>
                  <a:lnTo>
                    <a:pt x="1450423" y="2299661"/>
                  </a:lnTo>
                  <a:lnTo>
                    <a:pt x="1446503" y="2299661"/>
                  </a:lnTo>
                  <a:lnTo>
                    <a:pt x="1442583" y="2299661"/>
                  </a:lnTo>
                  <a:lnTo>
                    <a:pt x="1438663" y="2299661"/>
                  </a:lnTo>
                  <a:lnTo>
                    <a:pt x="1434743" y="2299661"/>
                  </a:lnTo>
                  <a:lnTo>
                    <a:pt x="1430822" y="2299661"/>
                  </a:lnTo>
                  <a:lnTo>
                    <a:pt x="1426902" y="2299661"/>
                  </a:lnTo>
                  <a:lnTo>
                    <a:pt x="1422982" y="2299661"/>
                  </a:lnTo>
                  <a:lnTo>
                    <a:pt x="1419062" y="2299661"/>
                  </a:lnTo>
                  <a:lnTo>
                    <a:pt x="1415142" y="2299661"/>
                  </a:lnTo>
                  <a:lnTo>
                    <a:pt x="1411222" y="2299661"/>
                  </a:lnTo>
                  <a:lnTo>
                    <a:pt x="1407302" y="2299661"/>
                  </a:lnTo>
                  <a:lnTo>
                    <a:pt x="1403382" y="2299661"/>
                  </a:lnTo>
                  <a:lnTo>
                    <a:pt x="1399462" y="2299661"/>
                  </a:lnTo>
                  <a:lnTo>
                    <a:pt x="1395542" y="2299661"/>
                  </a:lnTo>
                  <a:lnTo>
                    <a:pt x="1391622" y="2299661"/>
                  </a:lnTo>
                  <a:lnTo>
                    <a:pt x="1387702" y="2299661"/>
                  </a:lnTo>
                  <a:lnTo>
                    <a:pt x="1383782" y="2299661"/>
                  </a:lnTo>
                  <a:lnTo>
                    <a:pt x="1379862" y="2299661"/>
                  </a:lnTo>
                  <a:lnTo>
                    <a:pt x="1375942" y="2299661"/>
                  </a:lnTo>
                  <a:lnTo>
                    <a:pt x="1372022" y="2299661"/>
                  </a:lnTo>
                  <a:lnTo>
                    <a:pt x="1368101" y="2299661"/>
                  </a:lnTo>
                  <a:lnTo>
                    <a:pt x="1364181" y="2299661"/>
                  </a:lnTo>
                  <a:lnTo>
                    <a:pt x="1360261" y="2299661"/>
                  </a:lnTo>
                  <a:lnTo>
                    <a:pt x="1356341" y="2299661"/>
                  </a:lnTo>
                  <a:lnTo>
                    <a:pt x="1352421" y="2299661"/>
                  </a:lnTo>
                  <a:lnTo>
                    <a:pt x="1348501" y="2299661"/>
                  </a:lnTo>
                  <a:lnTo>
                    <a:pt x="1344581" y="2299661"/>
                  </a:lnTo>
                  <a:lnTo>
                    <a:pt x="1340661" y="2299661"/>
                  </a:lnTo>
                  <a:lnTo>
                    <a:pt x="1336741" y="2299661"/>
                  </a:lnTo>
                  <a:lnTo>
                    <a:pt x="1332821" y="2299661"/>
                  </a:lnTo>
                  <a:lnTo>
                    <a:pt x="1328901" y="2299661"/>
                  </a:lnTo>
                  <a:lnTo>
                    <a:pt x="1324981" y="2299661"/>
                  </a:lnTo>
                  <a:lnTo>
                    <a:pt x="1321061" y="2299661"/>
                  </a:lnTo>
                  <a:lnTo>
                    <a:pt x="1317141" y="2299661"/>
                  </a:lnTo>
                  <a:lnTo>
                    <a:pt x="1313221" y="2299661"/>
                  </a:lnTo>
                  <a:lnTo>
                    <a:pt x="1309301" y="2299661"/>
                  </a:lnTo>
                  <a:lnTo>
                    <a:pt x="1305380" y="2299661"/>
                  </a:lnTo>
                  <a:lnTo>
                    <a:pt x="1301460" y="2299661"/>
                  </a:lnTo>
                  <a:lnTo>
                    <a:pt x="1297540" y="2299661"/>
                  </a:lnTo>
                  <a:lnTo>
                    <a:pt x="1293620" y="2299661"/>
                  </a:lnTo>
                  <a:lnTo>
                    <a:pt x="1289700" y="2299661"/>
                  </a:lnTo>
                  <a:lnTo>
                    <a:pt x="1285780" y="2299661"/>
                  </a:lnTo>
                  <a:lnTo>
                    <a:pt x="1281860" y="2299661"/>
                  </a:lnTo>
                  <a:lnTo>
                    <a:pt x="1277940" y="2299661"/>
                  </a:lnTo>
                  <a:lnTo>
                    <a:pt x="1274020" y="2299661"/>
                  </a:lnTo>
                  <a:lnTo>
                    <a:pt x="1270100" y="2299661"/>
                  </a:lnTo>
                  <a:lnTo>
                    <a:pt x="1266180" y="2299661"/>
                  </a:lnTo>
                  <a:lnTo>
                    <a:pt x="1262260" y="2299661"/>
                  </a:lnTo>
                  <a:lnTo>
                    <a:pt x="1258340" y="2299661"/>
                  </a:lnTo>
                  <a:lnTo>
                    <a:pt x="1254420" y="2299661"/>
                  </a:lnTo>
                  <a:lnTo>
                    <a:pt x="1250500" y="2299661"/>
                  </a:lnTo>
                  <a:lnTo>
                    <a:pt x="1246580" y="2299661"/>
                  </a:lnTo>
                  <a:lnTo>
                    <a:pt x="1242659" y="2299661"/>
                  </a:lnTo>
                  <a:lnTo>
                    <a:pt x="1238739" y="2299661"/>
                  </a:lnTo>
                  <a:lnTo>
                    <a:pt x="1234819" y="2299661"/>
                  </a:lnTo>
                  <a:lnTo>
                    <a:pt x="1230899" y="2299661"/>
                  </a:lnTo>
                  <a:lnTo>
                    <a:pt x="1226979" y="2299661"/>
                  </a:lnTo>
                  <a:lnTo>
                    <a:pt x="1223059" y="2299661"/>
                  </a:lnTo>
                  <a:lnTo>
                    <a:pt x="1219139" y="2299661"/>
                  </a:lnTo>
                  <a:lnTo>
                    <a:pt x="1215219" y="2299661"/>
                  </a:lnTo>
                  <a:lnTo>
                    <a:pt x="1211299" y="2299661"/>
                  </a:lnTo>
                  <a:lnTo>
                    <a:pt x="1207379" y="2299661"/>
                  </a:lnTo>
                  <a:lnTo>
                    <a:pt x="1203459" y="2299661"/>
                  </a:lnTo>
                  <a:lnTo>
                    <a:pt x="1199539" y="2299661"/>
                  </a:lnTo>
                  <a:lnTo>
                    <a:pt x="1195619" y="2299661"/>
                  </a:lnTo>
                  <a:lnTo>
                    <a:pt x="1191699" y="2299661"/>
                  </a:lnTo>
                  <a:lnTo>
                    <a:pt x="1187779" y="2299661"/>
                  </a:lnTo>
                  <a:lnTo>
                    <a:pt x="1183859" y="2299661"/>
                  </a:lnTo>
                  <a:lnTo>
                    <a:pt x="1179938" y="2299661"/>
                  </a:lnTo>
                  <a:lnTo>
                    <a:pt x="1176018" y="2299661"/>
                  </a:lnTo>
                  <a:lnTo>
                    <a:pt x="1172098" y="2299661"/>
                  </a:lnTo>
                  <a:lnTo>
                    <a:pt x="1168178" y="2299661"/>
                  </a:lnTo>
                  <a:lnTo>
                    <a:pt x="1164258" y="2299661"/>
                  </a:lnTo>
                  <a:lnTo>
                    <a:pt x="1160338" y="2299661"/>
                  </a:lnTo>
                  <a:lnTo>
                    <a:pt x="1156418" y="2299661"/>
                  </a:lnTo>
                  <a:lnTo>
                    <a:pt x="1152498" y="2299661"/>
                  </a:lnTo>
                  <a:lnTo>
                    <a:pt x="1148578" y="2299661"/>
                  </a:lnTo>
                  <a:lnTo>
                    <a:pt x="1144658" y="2299661"/>
                  </a:lnTo>
                  <a:lnTo>
                    <a:pt x="1140738" y="2299661"/>
                  </a:lnTo>
                  <a:lnTo>
                    <a:pt x="1136818" y="2299661"/>
                  </a:lnTo>
                  <a:lnTo>
                    <a:pt x="1132898" y="2299661"/>
                  </a:lnTo>
                  <a:lnTo>
                    <a:pt x="1128978" y="2299661"/>
                  </a:lnTo>
                  <a:lnTo>
                    <a:pt x="1125058" y="2299661"/>
                  </a:lnTo>
                  <a:lnTo>
                    <a:pt x="1121138" y="2299661"/>
                  </a:lnTo>
                  <a:lnTo>
                    <a:pt x="1117217" y="2299661"/>
                  </a:lnTo>
                  <a:lnTo>
                    <a:pt x="1113297" y="2299661"/>
                  </a:lnTo>
                  <a:lnTo>
                    <a:pt x="1109377" y="2299661"/>
                  </a:lnTo>
                  <a:lnTo>
                    <a:pt x="1105457" y="2299661"/>
                  </a:lnTo>
                  <a:lnTo>
                    <a:pt x="1101537" y="2299661"/>
                  </a:lnTo>
                  <a:lnTo>
                    <a:pt x="1097617" y="2299661"/>
                  </a:lnTo>
                  <a:lnTo>
                    <a:pt x="1093697" y="2299661"/>
                  </a:lnTo>
                  <a:lnTo>
                    <a:pt x="1089777" y="2299661"/>
                  </a:lnTo>
                  <a:lnTo>
                    <a:pt x="1085857" y="2299661"/>
                  </a:lnTo>
                  <a:lnTo>
                    <a:pt x="1081937" y="2299661"/>
                  </a:lnTo>
                  <a:lnTo>
                    <a:pt x="1078017" y="2299661"/>
                  </a:lnTo>
                  <a:lnTo>
                    <a:pt x="1074097" y="2299661"/>
                  </a:lnTo>
                  <a:lnTo>
                    <a:pt x="1070177" y="2299661"/>
                  </a:lnTo>
                  <a:lnTo>
                    <a:pt x="1066257" y="2299661"/>
                  </a:lnTo>
                  <a:lnTo>
                    <a:pt x="1062337" y="2299661"/>
                  </a:lnTo>
                  <a:lnTo>
                    <a:pt x="1058417" y="2299661"/>
                  </a:lnTo>
                  <a:lnTo>
                    <a:pt x="1054496" y="2299661"/>
                  </a:lnTo>
                  <a:lnTo>
                    <a:pt x="1050576" y="2299661"/>
                  </a:lnTo>
                  <a:lnTo>
                    <a:pt x="1046656" y="2299661"/>
                  </a:lnTo>
                  <a:lnTo>
                    <a:pt x="1042736" y="2299661"/>
                  </a:lnTo>
                  <a:lnTo>
                    <a:pt x="1038816" y="2299661"/>
                  </a:lnTo>
                  <a:lnTo>
                    <a:pt x="1034896" y="2299661"/>
                  </a:lnTo>
                  <a:lnTo>
                    <a:pt x="1030976" y="2299661"/>
                  </a:lnTo>
                  <a:lnTo>
                    <a:pt x="1027056" y="2299661"/>
                  </a:lnTo>
                  <a:lnTo>
                    <a:pt x="1023136" y="2299661"/>
                  </a:lnTo>
                  <a:lnTo>
                    <a:pt x="1019216" y="2299661"/>
                  </a:lnTo>
                  <a:lnTo>
                    <a:pt x="1015296" y="2299661"/>
                  </a:lnTo>
                  <a:lnTo>
                    <a:pt x="1011376" y="2299661"/>
                  </a:lnTo>
                  <a:lnTo>
                    <a:pt x="1007456" y="2299661"/>
                  </a:lnTo>
                  <a:lnTo>
                    <a:pt x="1003536" y="2299661"/>
                  </a:lnTo>
                  <a:lnTo>
                    <a:pt x="999616" y="2299661"/>
                  </a:lnTo>
                  <a:lnTo>
                    <a:pt x="995695" y="2299661"/>
                  </a:lnTo>
                  <a:lnTo>
                    <a:pt x="991775" y="2299661"/>
                  </a:lnTo>
                  <a:lnTo>
                    <a:pt x="987855" y="2299661"/>
                  </a:lnTo>
                  <a:lnTo>
                    <a:pt x="983935" y="2299661"/>
                  </a:lnTo>
                  <a:lnTo>
                    <a:pt x="980015" y="2299661"/>
                  </a:lnTo>
                  <a:lnTo>
                    <a:pt x="976095" y="2299661"/>
                  </a:lnTo>
                  <a:lnTo>
                    <a:pt x="972175" y="2299661"/>
                  </a:lnTo>
                  <a:lnTo>
                    <a:pt x="968255" y="2299661"/>
                  </a:lnTo>
                  <a:lnTo>
                    <a:pt x="964335" y="2299661"/>
                  </a:lnTo>
                  <a:lnTo>
                    <a:pt x="960415" y="2299661"/>
                  </a:lnTo>
                  <a:lnTo>
                    <a:pt x="956495" y="2299661"/>
                  </a:lnTo>
                  <a:lnTo>
                    <a:pt x="952575" y="2299661"/>
                  </a:lnTo>
                  <a:lnTo>
                    <a:pt x="948655" y="2299661"/>
                  </a:lnTo>
                  <a:lnTo>
                    <a:pt x="944735" y="2299661"/>
                  </a:lnTo>
                  <a:lnTo>
                    <a:pt x="940815" y="2299661"/>
                  </a:lnTo>
                  <a:lnTo>
                    <a:pt x="936895" y="2299661"/>
                  </a:lnTo>
                  <a:lnTo>
                    <a:pt x="932974" y="2299661"/>
                  </a:lnTo>
                  <a:lnTo>
                    <a:pt x="929054" y="2299661"/>
                  </a:lnTo>
                  <a:lnTo>
                    <a:pt x="925134" y="2299661"/>
                  </a:lnTo>
                  <a:lnTo>
                    <a:pt x="921214" y="2299661"/>
                  </a:lnTo>
                  <a:lnTo>
                    <a:pt x="917294" y="2299661"/>
                  </a:lnTo>
                  <a:lnTo>
                    <a:pt x="913374" y="2299661"/>
                  </a:lnTo>
                  <a:lnTo>
                    <a:pt x="909454" y="2299661"/>
                  </a:lnTo>
                  <a:lnTo>
                    <a:pt x="905534" y="2299661"/>
                  </a:lnTo>
                  <a:lnTo>
                    <a:pt x="901614" y="2299661"/>
                  </a:lnTo>
                  <a:lnTo>
                    <a:pt x="897694" y="2299661"/>
                  </a:lnTo>
                  <a:lnTo>
                    <a:pt x="893774" y="2299661"/>
                  </a:lnTo>
                  <a:lnTo>
                    <a:pt x="889854" y="2299661"/>
                  </a:lnTo>
                  <a:lnTo>
                    <a:pt x="885934" y="2299661"/>
                  </a:lnTo>
                  <a:lnTo>
                    <a:pt x="882014" y="2299661"/>
                  </a:lnTo>
                  <a:lnTo>
                    <a:pt x="878094" y="2299661"/>
                  </a:lnTo>
                  <a:lnTo>
                    <a:pt x="874174" y="2299661"/>
                  </a:lnTo>
                  <a:lnTo>
                    <a:pt x="870253" y="2299661"/>
                  </a:lnTo>
                  <a:lnTo>
                    <a:pt x="866333" y="2299661"/>
                  </a:lnTo>
                  <a:lnTo>
                    <a:pt x="862413" y="2299661"/>
                  </a:lnTo>
                  <a:lnTo>
                    <a:pt x="858493" y="2299661"/>
                  </a:lnTo>
                  <a:lnTo>
                    <a:pt x="854573" y="2299661"/>
                  </a:lnTo>
                  <a:lnTo>
                    <a:pt x="850653" y="2299661"/>
                  </a:lnTo>
                  <a:lnTo>
                    <a:pt x="846733" y="2299661"/>
                  </a:lnTo>
                  <a:lnTo>
                    <a:pt x="842813" y="2299661"/>
                  </a:lnTo>
                  <a:lnTo>
                    <a:pt x="838893" y="2299661"/>
                  </a:lnTo>
                  <a:lnTo>
                    <a:pt x="834973" y="2299661"/>
                  </a:lnTo>
                  <a:lnTo>
                    <a:pt x="831053" y="2299661"/>
                  </a:lnTo>
                  <a:lnTo>
                    <a:pt x="827133" y="2299661"/>
                  </a:lnTo>
                  <a:lnTo>
                    <a:pt x="823213" y="2299661"/>
                  </a:lnTo>
                  <a:lnTo>
                    <a:pt x="819293" y="2299661"/>
                  </a:lnTo>
                  <a:lnTo>
                    <a:pt x="815373" y="2299661"/>
                  </a:lnTo>
                  <a:lnTo>
                    <a:pt x="811453" y="2299661"/>
                  </a:lnTo>
                  <a:lnTo>
                    <a:pt x="807532" y="2299661"/>
                  </a:lnTo>
                  <a:lnTo>
                    <a:pt x="803612" y="2299661"/>
                  </a:lnTo>
                  <a:lnTo>
                    <a:pt x="799692" y="2299661"/>
                  </a:lnTo>
                  <a:lnTo>
                    <a:pt x="795772" y="2299661"/>
                  </a:lnTo>
                  <a:lnTo>
                    <a:pt x="791852" y="2299661"/>
                  </a:lnTo>
                  <a:lnTo>
                    <a:pt x="787932" y="2299661"/>
                  </a:lnTo>
                  <a:lnTo>
                    <a:pt x="784012" y="2299661"/>
                  </a:lnTo>
                  <a:lnTo>
                    <a:pt x="780092" y="2299661"/>
                  </a:lnTo>
                  <a:lnTo>
                    <a:pt x="776172" y="2299661"/>
                  </a:lnTo>
                  <a:lnTo>
                    <a:pt x="772252" y="2299661"/>
                  </a:lnTo>
                  <a:lnTo>
                    <a:pt x="768332" y="2299661"/>
                  </a:lnTo>
                  <a:lnTo>
                    <a:pt x="764412" y="2299661"/>
                  </a:lnTo>
                  <a:lnTo>
                    <a:pt x="760492" y="2299661"/>
                  </a:lnTo>
                  <a:lnTo>
                    <a:pt x="756572" y="2299661"/>
                  </a:lnTo>
                  <a:lnTo>
                    <a:pt x="752652" y="2299661"/>
                  </a:lnTo>
                  <a:lnTo>
                    <a:pt x="748732" y="2299661"/>
                  </a:lnTo>
                  <a:lnTo>
                    <a:pt x="744811" y="2299661"/>
                  </a:lnTo>
                  <a:lnTo>
                    <a:pt x="740891" y="2299661"/>
                  </a:lnTo>
                  <a:lnTo>
                    <a:pt x="736971" y="2299661"/>
                  </a:lnTo>
                  <a:lnTo>
                    <a:pt x="733051" y="2299661"/>
                  </a:lnTo>
                  <a:lnTo>
                    <a:pt x="729131" y="2299661"/>
                  </a:lnTo>
                  <a:lnTo>
                    <a:pt x="725211" y="2299661"/>
                  </a:lnTo>
                  <a:lnTo>
                    <a:pt x="721291" y="2299661"/>
                  </a:lnTo>
                  <a:lnTo>
                    <a:pt x="717371" y="2299661"/>
                  </a:lnTo>
                  <a:lnTo>
                    <a:pt x="713451" y="2299661"/>
                  </a:lnTo>
                  <a:lnTo>
                    <a:pt x="709531" y="2299661"/>
                  </a:lnTo>
                  <a:lnTo>
                    <a:pt x="705611" y="2299661"/>
                  </a:lnTo>
                  <a:lnTo>
                    <a:pt x="701691" y="2299661"/>
                  </a:lnTo>
                  <a:lnTo>
                    <a:pt x="697771" y="2299661"/>
                  </a:lnTo>
                  <a:lnTo>
                    <a:pt x="693851" y="2299661"/>
                  </a:lnTo>
                  <a:lnTo>
                    <a:pt x="689931" y="2299661"/>
                  </a:lnTo>
                  <a:lnTo>
                    <a:pt x="686011" y="2299661"/>
                  </a:lnTo>
                  <a:lnTo>
                    <a:pt x="682090" y="2299661"/>
                  </a:lnTo>
                  <a:lnTo>
                    <a:pt x="678170" y="2299661"/>
                  </a:lnTo>
                  <a:lnTo>
                    <a:pt x="674250" y="2299661"/>
                  </a:lnTo>
                  <a:lnTo>
                    <a:pt x="670330" y="2299661"/>
                  </a:lnTo>
                  <a:lnTo>
                    <a:pt x="666410" y="2299661"/>
                  </a:lnTo>
                  <a:lnTo>
                    <a:pt x="662490" y="2299661"/>
                  </a:lnTo>
                  <a:lnTo>
                    <a:pt x="658570" y="2299661"/>
                  </a:lnTo>
                  <a:lnTo>
                    <a:pt x="654650" y="2299661"/>
                  </a:lnTo>
                  <a:lnTo>
                    <a:pt x="650730" y="2299661"/>
                  </a:lnTo>
                  <a:lnTo>
                    <a:pt x="646810" y="2299661"/>
                  </a:lnTo>
                  <a:lnTo>
                    <a:pt x="642890" y="2299661"/>
                  </a:lnTo>
                  <a:lnTo>
                    <a:pt x="638970" y="2299661"/>
                  </a:lnTo>
                  <a:lnTo>
                    <a:pt x="635050" y="2299661"/>
                  </a:lnTo>
                  <a:lnTo>
                    <a:pt x="631130" y="2299661"/>
                  </a:lnTo>
                  <a:lnTo>
                    <a:pt x="627210" y="2299661"/>
                  </a:lnTo>
                  <a:lnTo>
                    <a:pt x="623290" y="2299661"/>
                  </a:lnTo>
                  <a:lnTo>
                    <a:pt x="619369" y="2299661"/>
                  </a:lnTo>
                  <a:lnTo>
                    <a:pt x="615449" y="2299661"/>
                  </a:lnTo>
                  <a:lnTo>
                    <a:pt x="611529" y="2299661"/>
                  </a:lnTo>
                  <a:lnTo>
                    <a:pt x="607609" y="2299661"/>
                  </a:lnTo>
                  <a:lnTo>
                    <a:pt x="603689" y="2299661"/>
                  </a:lnTo>
                  <a:lnTo>
                    <a:pt x="599769" y="2299661"/>
                  </a:lnTo>
                  <a:lnTo>
                    <a:pt x="595849" y="2299661"/>
                  </a:lnTo>
                  <a:lnTo>
                    <a:pt x="591929" y="2299661"/>
                  </a:lnTo>
                  <a:lnTo>
                    <a:pt x="588009" y="2299661"/>
                  </a:lnTo>
                  <a:lnTo>
                    <a:pt x="584089" y="2299661"/>
                  </a:lnTo>
                  <a:lnTo>
                    <a:pt x="580169" y="2299661"/>
                  </a:lnTo>
                  <a:lnTo>
                    <a:pt x="576249" y="2299661"/>
                  </a:lnTo>
                  <a:lnTo>
                    <a:pt x="572329" y="2299661"/>
                  </a:lnTo>
                  <a:lnTo>
                    <a:pt x="568409" y="2299661"/>
                  </a:lnTo>
                  <a:lnTo>
                    <a:pt x="564489" y="2299661"/>
                  </a:lnTo>
                  <a:lnTo>
                    <a:pt x="560569" y="2299661"/>
                  </a:lnTo>
                  <a:lnTo>
                    <a:pt x="556648" y="2299661"/>
                  </a:lnTo>
                  <a:lnTo>
                    <a:pt x="552728" y="2299661"/>
                  </a:lnTo>
                  <a:lnTo>
                    <a:pt x="548808" y="2299661"/>
                  </a:lnTo>
                  <a:lnTo>
                    <a:pt x="544888" y="2299661"/>
                  </a:lnTo>
                  <a:lnTo>
                    <a:pt x="540968" y="2299661"/>
                  </a:lnTo>
                  <a:lnTo>
                    <a:pt x="537048" y="2299661"/>
                  </a:lnTo>
                  <a:lnTo>
                    <a:pt x="533128" y="2299661"/>
                  </a:lnTo>
                  <a:lnTo>
                    <a:pt x="529208" y="2299661"/>
                  </a:lnTo>
                  <a:lnTo>
                    <a:pt x="525288" y="2299661"/>
                  </a:lnTo>
                  <a:lnTo>
                    <a:pt x="521368" y="2299661"/>
                  </a:lnTo>
                  <a:lnTo>
                    <a:pt x="517448" y="2299661"/>
                  </a:lnTo>
                  <a:lnTo>
                    <a:pt x="513528" y="2299661"/>
                  </a:lnTo>
                  <a:lnTo>
                    <a:pt x="509608" y="2299661"/>
                  </a:lnTo>
                  <a:lnTo>
                    <a:pt x="505688" y="2299661"/>
                  </a:lnTo>
                  <a:lnTo>
                    <a:pt x="501768" y="2299661"/>
                  </a:lnTo>
                  <a:lnTo>
                    <a:pt x="497847" y="2299661"/>
                  </a:lnTo>
                  <a:lnTo>
                    <a:pt x="493927" y="2299661"/>
                  </a:lnTo>
                  <a:lnTo>
                    <a:pt x="490007" y="2299661"/>
                  </a:lnTo>
                  <a:lnTo>
                    <a:pt x="486087" y="2299661"/>
                  </a:lnTo>
                  <a:lnTo>
                    <a:pt x="482167" y="2299661"/>
                  </a:lnTo>
                  <a:lnTo>
                    <a:pt x="478247" y="2299661"/>
                  </a:lnTo>
                  <a:lnTo>
                    <a:pt x="474327" y="2299661"/>
                  </a:lnTo>
                  <a:lnTo>
                    <a:pt x="470407" y="2299661"/>
                  </a:lnTo>
                  <a:lnTo>
                    <a:pt x="466487" y="2299661"/>
                  </a:lnTo>
                  <a:lnTo>
                    <a:pt x="462567" y="2299661"/>
                  </a:lnTo>
                  <a:lnTo>
                    <a:pt x="458647" y="2299661"/>
                  </a:lnTo>
                  <a:lnTo>
                    <a:pt x="454727" y="2299661"/>
                  </a:lnTo>
                  <a:lnTo>
                    <a:pt x="450807" y="2299661"/>
                  </a:lnTo>
                  <a:lnTo>
                    <a:pt x="446887" y="2299661"/>
                  </a:lnTo>
                  <a:lnTo>
                    <a:pt x="442967" y="2299661"/>
                  </a:lnTo>
                  <a:lnTo>
                    <a:pt x="439047" y="2299661"/>
                  </a:lnTo>
                  <a:lnTo>
                    <a:pt x="435126" y="2299661"/>
                  </a:lnTo>
                  <a:lnTo>
                    <a:pt x="431206" y="2299661"/>
                  </a:lnTo>
                  <a:lnTo>
                    <a:pt x="427286" y="2299661"/>
                  </a:lnTo>
                  <a:lnTo>
                    <a:pt x="423366" y="2299661"/>
                  </a:lnTo>
                  <a:lnTo>
                    <a:pt x="419446" y="2299661"/>
                  </a:lnTo>
                  <a:lnTo>
                    <a:pt x="415526" y="2299661"/>
                  </a:lnTo>
                  <a:lnTo>
                    <a:pt x="411606" y="2299661"/>
                  </a:lnTo>
                  <a:lnTo>
                    <a:pt x="407686" y="2299661"/>
                  </a:lnTo>
                  <a:lnTo>
                    <a:pt x="403766" y="2299661"/>
                  </a:lnTo>
                  <a:lnTo>
                    <a:pt x="399846" y="2299661"/>
                  </a:lnTo>
                  <a:lnTo>
                    <a:pt x="395926" y="2299661"/>
                  </a:lnTo>
                  <a:lnTo>
                    <a:pt x="392006" y="2299661"/>
                  </a:lnTo>
                  <a:lnTo>
                    <a:pt x="388086" y="2299661"/>
                  </a:lnTo>
                  <a:lnTo>
                    <a:pt x="384166" y="2299661"/>
                  </a:lnTo>
                  <a:lnTo>
                    <a:pt x="380246" y="2299661"/>
                  </a:lnTo>
                  <a:lnTo>
                    <a:pt x="376326" y="2299661"/>
                  </a:lnTo>
                  <a:lnTo>
                    <a:pt x="372405" y="2299661"/>
                  </a:lnTo>
                  <a:lnTo>
                    <a:pt x="368485" y="2299661"/>
                  </a:lnTo>
                  <a:lnTo>
                    <a:pt x="364565" y="2299661"/>
                  </a:lnTo>
                  <a:lnTo>
                    <a:pt x="360645" y="2299661"/>
                  </a:lnTo>
                  <a:lnTo>
                    <a:pt x="356725" y="2299661"/>
                  </a:lnTo>
                  <a:lnTo>
                    <a:pt x="352805" y="2299661"/>
                  </a:lnTo>
                  <a:lnTo>
                    <a:pt x="348885" y="2299661"/>
                  </a:lnTo>
                  <a:lnTo>
                    <a:pt x="344965" y="2299661"/>
                  </a:lnTo>
                  <a:lnTo>
                    <a:pt x="341045" y="2299661"/>
                  </a:lnTo>
                  <a:lnTo>
                    <a:pt x="337125" y="2299661"/>
                  </a:lnTo>
                  <a:lnTo>
                    <a:pt x="333205" y="2299661"/>
                  </a:lnTo>
                  <a:lnTo>
                    <a:pt x="329285" y="2299661"/>
                  </a:lnTo>
                  <a:lnTo>
                    <a:pt x="325365" y="2299661"/>
                  </a:lnTo>
                  <a:lnTo>
                    <a:pt x="321445" y="2299661"/>
                  </a:lnTo>
                  <a:lnTo>
                    <a:pt x="317525" y="2299661"/>
                  </a:lnTo>
                  <a:lnTo>
                    <a:pt x="313605" y="2299661"/>
                  </a:lnTo>
                  <a:lnTo>
                    <a:pt x="309684" y="2299661"/>
                  </a:lnTo>
                  <a:lnTo>
                    <a:pt x="305764" y="2299661"/>
                  </a:lnTo>
                  <a:lnTo>
                    <a:pt x="301844" y="2299661"/>
                  </a:lnTo>
                  <a:lnTo>
                    <a:pt x="297924" y="2299661"/>
                  </a:lnTo>
                  <a:lnTo>
                    <a:pt x="294004" y="2299661"/>
                  </a:lnTo>
                  <a:lnTo>
                    <a:pt x="290084" y="2299661"/>
                  </a:lnTo>
                  <a:lnTo>
                    <a:pt x="286164" y="2299661"/>
                  </a:lnTo>
                  <a:lnTo>
                    <a:pt x="282244" y="2299661"/>
                  </a:lnTo>
                  <a:lnTo>
                    <a:pt x="278324" y="2299661"/>
                  </a:lnTo>
                  <a:lnTo>
                    <a:pt x="274404" y="2299661"/>
                  </a:lnTo>
                  <a:lnTo>
                    <a:pt x="270484" y="2299661"/>
                  </a:lnTo>
                  <a:lnTo>
                    <a:pt x="266564" y="2299661"/>
                  </a:lnTo>
                  <a:lnTo>
                    <a:pt x="262644" y="2299661"/>
                  </a:lnTo>
                  <a:lnTo>
                    <a:pt x="258724" y="2299661"/>
                  </a:lnTo>
                  <a:lnTo>
                    <a:pt x="254804" y="2299661"/>
                  </a:lnTo>
                  <a:lnTo>
                    <a:pt x="250884" y="2299661"/>
                  </a:lnTo>
                  <a:lnTo>
                    <a:pt x="246963" y="2299661"/>
                  </a:lnTo>
                  <a:lnTo>
                    <a:pt x="243043" y="2299661"/>
                  </a:lnTo>
                  <a:lnTo>
                    <a:pt x="239123" y="2299661"/>
                  </a:lnTo>
                  <a:lnTo>
                    <a:pt x="235203" y="2299661"/>
                  </a:lnTo>
                  <a:lnTo>
                    <a:pt x="231283" y="2299661"/>
                  </a:lnTo>
                  <a:lnTo>
                    <a:pt x="227363" y="2299661"/>
                  </a:lnTo>
                  <a:lnTo>
                    <a:pt x="223443" y="2299661"/>
                  </a:lnTo>
                  <a:lnTo>
                    <a:pt x="219523" y="2299661"/>
                  </a:lnTo>
                  <a:lnTo>
                    <a:pt x="215603" y="2299661"/>
                  </a:lnTo>
                  <a:lnTo>
                    <a:pt x="211683" y="2299661"/>
                  </a:lnTo>
                  <a:lnTo>
                    <a:pt x="207763" y="2299661"/>
                  </a:lnTo>
                  <a:lnTo>
                    <a:pt x="203843" y="2299661"/>
                  </a:lnTo>
                  <a:lnTo>
                    <a:pt x="199923" y="2299661"/>
                  </a:lnTo>
                  <a:lnTo>
                    <a:pt x="196003" y="2299661"/>
                  </a:lnTo>
                  <a:lnTo>
                    <a:pt x="192083" y="2299661"/>
                  </a:lnTo>
                  <a:lnTo>
                    <a:pt x="188163" y="2299661"/>
                  </a:lnTo>
                  <a:lnTo>
                    <a:pt x="184242" y="2299661"/>
                  </a:lnTo>
                  <a:lnTo>
                    <a:pt x="180322" y="2299661"/>
                  </a:lnTo>
                  <a:lnTo>
                    <a:pt x="176402" y="2299661"/>
                  </a:lnTo>
                  <a:lnTo>
                    <a:pt x="172482" y="2299661"/>
                  </a:lnTo>
                  <a:lnTo>
                    <a:pt x="168562" y="2299661"/>
                  </a:lnTo>
                  <a:lnTo>
                    <a:pt x="164642" y="2299661"/>
                  </a:lnTo>
                  <a:lnTo>
                    <a:pt x="160722" y="2299661"/>
                  </a:lnTo>
                  <a:lnTo>
                    <a:pt x="156802" y="2299661"/>
                  </a:lnTo>
                  <a:lnTo>
                    <a:pt x="152882" y="2299661"/>
                  </a:lnTo>
                  <a:lnTo>
                    <a:pt x="148962" y="2299661"/>
                  </a:lnTo>
                  <a:lnTo>
                    <a:pt x="145042" y="2299661"/>
                  </a:lnTo>
                  <a:lnTo>
                    <a:pt x="141122" y="2299661"/>
                  </a:lnTo>
                  <a:lnTo>
                    <a:pt x="137202" y="2299661"/>
                  </a:lnTo>
                  <a:lnTo>
                    <a:pt x="133282" y="2299661"/>
                  </a:lnTo>
                  <a:lnTo>
                    <a:pt x="129362" y="2299661"/>
                  </a:lnTo>
                  <a:lnTo>
                    <a:pt x="125442" y="2299661"/>
                  </a:lnTo>
                  <a:lnTo>
                    <a:pt x="121521" y="2299661"/>
                  </a:lnTo>
                  <a:lnTo>
                    <a:pt x="117601" y="2299661"/>
                  </a:lnTo>
                  <a:lnTo>
                    <a:pt x="113681" y="2299661"/>
                  </a:lnTo>
                  <a:lnTo>
                    <a:pt x="109761" y="2299661"/>
                  </a:lnTo>
                  <a:lnTo>
                    <a:pt x="105841" y="2299661"/>
                  </a:lnTo>
                  <a:lnTo>
                    <a:pt x="101921" y="2299661"/>
                  </a:lnTo>
                  <a:lnTo>
                    <a:pt x="98001" y="2299661"/>
                  </a:lnTo>
                  <a:lnTo>
                    <a:pt x="94081" y="2299661"/>
                  </a:lnTo>
                  <a:lnTo>
                    <a:pt x="90161" y="2299661"/>
                  </a:lnTo>
                  <a:lnTo>
                    <a:pt x="86241" y="2299661"/>
                  </a:lnTo>
                  <a:lnTo>
                    <a:pt x="82321" y="2299661"/>
                  </a:lnTo>
                  <a:lnTo>
                    <a:pt x="78401" y="2299661"/>
                  </a:lnTo>
                  <a:lnTo>
                    <a:pt x="74481" y="2299661"/>
                  </a:lnTo>
                  <a:lnTo>
                    <a:pt x="70561" y="2299661"/>
                  </a:lnTo>
                  <a:lnTo>
                    <a:pt x="66641" y="2299661"/>
                  </a:lnTo>
                  <a:lnTo>
                    <a:pt x="62721" y="2299661"/>
                  </a:lnTo>
                  <a:lnTo>
                    <a:pt x="58800" y="2299661"/>
                  </a:lnTo>
                  <a:lnTo>
                    <a:pt x="54880" y="2299661"/>
                  </a:lnTo>
                  <a:lnTo>
                    <a:pt x="50960" y="2299661"/>
                  </a:lnTo>
                  <a:lnTo>
                    <a:pt x="47040" y="2299661"/>
                  </a:lnTo>
                  <a:lnTo>
                    <a:pt x="43120" y="2299661"/>
                  </a:lnTo>
                  <a:lnTo>
                    <a:pt x="39200" y="2299661"/>
                  </a:lnTo>
                  <a:lnTo>
                    <a:pt x="35280" y="2299661"/>
                  </a:lnTo>
                  <a:lnTo>
                    <a:pt x="31360" y="2299661"/>
                  </a:lnTo>
                  <a:lnTo>
                    <a:pt x="27440" y="2299661"/>
                  </a:lnTo>
                  <a:lnTo>
                    <a:pt x="23520" y="2299661"/>
                  </a:lnTo>
                  <a:lnTo>
                    <a:pt x="19600" y="2299661"/>
                  </a:lnTo>
                  <a:lnTo>
                    <a:pt x="15680" y="2299661"/>
                  </a:lnTo>
                  <a:lnTo>
                    <a:pt x="11760" y="2299661"/>
                  </a:lnTo>
                  <a:lnTo>
                    <a:pt x="7840" y="2299661"/>
                  </a:lnTo>
                  <a:lnTo>
                    <a:pt x="3920" y="2299661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9" name="pl9"/>
            <p:cNvSpPr/>
            <p:nvPr/>
          </p:nvSpPr>
          <p:spPr>
            <a:xfrm>
              <a:off x="1804741" y="3991888"/>
              <a:ext cx="2003152" cy="2299661"/>
            </a:xfrm>
            <a:custGeom>
              <a:avLst/>
              <a:gdLst/>
              <a:ahLst/>
              <a:cxnLst/>
              <a:rect l="0" t="0" r="0" b="0"/>
              <a:pathLst>
                <a:path w="2003152" h="2299661">
                  <a:moveTo>
                    <a:pt x="0" y="2299661"/>
                  </a:moveTo>
                  <a:lnTo>
                    <a:pt x="3920" y="2299661"/>
                  </a:lnTo>
                  <a:lnTo>
                    <a:pt x="7840" y="2299661"/>
                  </a:lnTo>
                  <a:lnTo>
                    <a:pt x="11760" y="2299661"/>
                  </a:lnTo>
                  <a:lnTo>
                    <a:pt x="15680" y="2299661"/>
                  </a:lnTo>
                  <a:lnTo>
                    <a:pt x="19600" y="2299661"/>
                  </a:lnTo>
                  <a:lnTo>
                    <a:pt x="23520" y="2299661"/>
                  </a:lnTo>
                  <a:lnTo>
                    <a:pt x="27440" y="2299661"/>
                  </a:lnTo>
                  <a:lnTo>
                    <a:pt x="31360" y="2299661"/>
                  </a:lnTo>
                  <a:lnTo>
                    <a:pt x="35280" y="2299661"/>
                  </a:lnTo>
                  <a:lnTo>
                    <a:pt x="39200" y="2299661"/>
                  </a:lnTo>
                  <a:lnTo>
                    <a:pt x="43120" y="2299661"/>
                  </a:lnTo>
                  <a:lnTo>
                    <a:pt x="47040" y="2299661"/>
                  </a:lnTo>
                  <a:lnTo>
                    <a:pt x="50960" y="2299661"/>
                  </a:lnTo>
                  <a:lnTo>
                    <a:pt x="54880" y="2299661"/>
                  </a:lnTo>
                  <a:lnTo>
                    <a:pt x="58800" y="2299661"/>
                  </a:lnTo>
                  <a:lnTo>
                    <a:pt x="62721" y="2299661"/>
                  </a:lnTo>
                  <a:lnTo>
                    <a:pt x="66641" y="2299661"/>
                  </a:lnTo>
                  <a:lnTo>
                    <a:pt x="70561" y="2299661"/>
                  </a:lnTo>
                  <a:lnTo>
                    <a:pt x="74481" y="2299661"/>
                  </a:lnTo>
                  <a:lnTo>
                    <a:pt x="78401" y="2299661"/>
                  </a:lnTo>
                  <a:lnTo>
                    <a:pt x="82321" y="2299661"/>
                  </a:lnTo>
                  <a:lnTo>
                    <a:pt x="86241" y="2299661"/>
                  </a:lnTo>
                  <a:lnTo>
                    <a:pt x="90161" y="2299661"/>
                  </a:lnTo>
                  <a:lnTo>
                    <a:pt x="94081" y="2299661"/>
                  </a:lnTo>
                  <a:lnTo>
                    <a:pt x="98001" y="2299661"/>
                  </a:lnTo>
                  <a:lnTo>
                    <a:pt x="101921" y="2299661"/>
                  </a:lnTo>
                  <a:lnTo>
                    <a:pt x="105841" y="2299661"/>
                  </a:lnTo>
                  <a:lnTo>
                    <a:pt x="109761" y="2299661"/>
                  </a:lnTo>
                  <a:lnTo>
                    <a:pt x="113681" y="2299661"/>
                  </a:lnTo>
                  <a:lnTo>
                    <a:pt x="117601" y="2299661"/>
                  </a:lnTo>
                  <a:lnTo>
                    <a:pt x="121521" y="2299661"/>
                  </a:lnTo>
                  <a:lnTo>
                    <a:pt x="125442" y="2299661"/>
                  </a:lnTo>
                  <a:lnTo>
                    <a:pt x="129362" y="2299661"/>
                  </a:lnTo>
                  <a:lnTo>
                    <a:pt x="133282" y="2299661"/>
                  </a:lnTo>
                  <a:lnTo>
                    <a:pt x="137202" y="2299661"/>
                  </a:lnTo>
                  <a:lnTo>
                    <a:pt x="141122" y="2299661"/>
                  </a:lnTo>
                  <a:lnTo>
                    <a:pt x="145042" y="2299661"/>
                  </a:lnTo>
                  <a:lnTo>
                    <a:pt x="148962" y="2299661"/>
                  </a:lnTo>
                  <a:lnTo>
                    <a:pt x="152882" y="2299661"/>
                  </a:lnTo>
                  <a:lnTo>
                    <a:pt x="156802" y="2299661"/>
                  </a:lnTo>
                  <a:lnTo>
                    <a:pt x="160722" y="2299661"/>
                  </a:lnTo>
                  <a:lnTo>
                    <a:pt x="164642" y="2299661"/>
                  </a:lnTo>
                  <a:lnTo>
                    <a:pt x="168562" y="2299661"/>
                  </a:lnTo>
                  <a:lnTo>
                    <a:pt x="172482" y="2299661"/>
                  </a:lnTo>
                  <a:lnTo>
                    <a:pt x="176402" y="2299661"/>
                  </a:lnTo>
                  <a:lnTo>
                    <a:pt x="180322" y="2299661"/>
                  </a:lnTo>
                  <a:lnTo>
                    <a:pt x="184242" y="2299661"/>
                  </a:lnTo>
                  <a:lnTo>
                    <a:pt x="188163" y="2299660"/>
                  </a:lnTo>
                  <a:lnTo>
                    <a:pt x="192083" y="2299654"/>
                  </a:lnTo>
                  <a:lnTo>
                    <a:pt x="196003" y="2299629"/>
                  </a:lnTo>
                  <a:lnTo>
                    <a:pt x="199923" y="2299542"/>
                  </a:lnTo>
                  <a:lnTo>
                    <a:pt x="203843" y="2299294"/>
                  </a:lnTo>
                  <a:lnTo>
                    <a:pt x="207763" y="2298720"/>
                  </a:lnTo>
                  <a:lnTo>
                    <a:pt x="211683" y="2297649"/>
                  </a:lnTo>
                  <a:lnTo>
                    <a:pt x="215603" y="2296060"/>
                  </a:lnTo>
                  <a:lnTo>
                    <a:pt x="219523" y="2294213"/>
                  </a:lnTo>
                  <a:lnTo>
                    <a:pt x="223443" y="2292590"/>
                  </a:lnTo>
                  <a:lnTo>
                    <a:pt x="227363" y="2291575"/>
                  </a:lnTo>
                  <a:lnTo>
                    <a:pt x="231283" y="2291129"/>
                  </a:lnTo>
                  <a:lnTo>
                    <a:pt x="235203" y="2290783"/>
                  </a:lnTo>
                  <a:lnTo>
                    <a:pt x="239123" y="2289955"/>
                  </a:lnTo>
                  <a:lnTo>
                    <a:pt x="243043" y="2288324"/>
                  </a:lnTo>
                  <a:lnTo>
                    <a:pt x="246963" y="2286027"/>
                  </a:lnTo>
                  <a:lnTo>
                    <a:pt x="250884" y="2283611"/>
                  </a:lnTo>
                  <a:lnTo>
                    <a:pt x="254804" y="2281763"/>
                  </a:lnTo>
                  <a:lnTo>
                    <a:pt x="258724" y="2280886"/>
                  </a:lnTo>
                  <a:lnTo>
                    <a:pt x="262644" y="2280821"/>
                  </a:lnTo>
                  <a:lnTo>
                    <a:pt x="266564" y="2281013"/>
                  </a:lnTo>
                  <a:lnTo>
                    <a:pt x="270484" y="2281032"/>
                  </a:lnTo>
                  <a:lnTo>
                    <a:pt x="274404" y="2280905"/>
                  </a:lnTo>
                  <a:lnTo>
                    <a:pt x="278324" y="2280893"/>
                  </a:lnTo>
                  <a:lnTo>
                    <a:pt x="282244" y="2281070"/>
                  </a:lnTo>
                  <a:lnTo>
                    <a:pt x="286164" y="2281261"/>
                  </a:lnTo>
                  <a:lnTo>
                    <a:pt x="290084" y="2281369"/>
                  </a:lnTo>
                  <a:lnTo>
                    <a:pt x="294004" y="2281612"/>
                  </a:lnTo>
                  <a:lnTo>
                    <a:pt x="297924" y="2282324"/>
                  </a:lnTo>
                  <a:lnTo>
                    <a:pt x="301844" y="2283534"/>
                  </a:lnTo>
                  <a:lnTo>
                    <a:pt x="305764" y="2284804"/>
                  </a:lnTo>
                  <a:lnTo>
                    <a:pt x="309684" y="2285706"/>
                  </a:lnTo>
                  <a:lnTo>
                    <a:pt x="313605" y="2286240"/>
                  </a:lnTo>
                  <a:lnTo>
                    <a:pt x="317525" y="2286731"/>
                  </a:lnTo>
                  <a:lnTo>
                    <a:pt x="321445" y="2287391"/>
                  </a:lnTo>
                  <a:lnTo>
                    <a:pt x="325365" y="2288109"/>
                  </a:lnTo>
                  <a:lnTo>
                    <a:pt x="329285" y="2288625"/>
                  </a:lnTo>
                  <a:lnTo>
                    <a:pt x="333205" y="2288796"/>
                  </a:lnTo>
                  <a:lnTo>
                    <a:pt x="337125" y="2288594"/>
                  </a:lnTo>
                  <a:lnTo>
                    <a:pt x="341045" y="2287845"/>
                  </a:lnTo>
                  <a:lnTo>
                    <a:pt x="344965" y="2285930"/>
                  </a:lnTo>
                  <a:lnTo>
                    <a:pt x="348885" y="2281760"/>
                  </a:lnTo>
                  <a:lnTo>
                    <a:pt x="352805" y="2274215"/>
                  </a:lnTo>
                  <a:lnTo>
                    <a:pt x="356725" y="2263038"/>
                  </a:lnTo>
                  <a:lnTo>
                    <a:pt x="360645" y="2249748"/>
                  </a:lnTo>
                  <a:lnTo>
                    <a:pt x="364565" y="2237714"/>
                  </a:lnTo>
                  <a:lnTo>
                    <a:pt x="368485" y="2230832"/>
                  </a:lnTo>
                  <a:lnTo>
                    <a:pt x="372405" y="2231311"/>
                  </a:lnTo>
                  <a:lnTo>
                    <a:pt x="376326" y="2238187"/>
                  </a:lnTo>
                  <a:lnTo>
                    <a:pt x="380246" y="2247887"/>
                  </a:lnTo>
                  <a:lnTo>
                    <a:pt x="384166" y="2256419"/>
                  </a:lnTo>
                  <a:lnTo>
                    <a:pt x="388086" y="2261324"/>
                  </a:lnTo>
                  <a:lnTo>
                    <a:pt x="392006" y="2262108"/>
                  </a:lnTo>
                  <a:lnTo>
                    <a:pt x="395926" y="2259662"/>
                  </a:lnTo>
                  <a:lnTo>
                    <a:pt x="399846" y="2255795"/>
                  </a:lnTo>
                  <a:lnTo>
                    <a:pt x="403766" y="2252815"/>
                  </a:lnTo>
                  <a:lnTo>
                    <a:pt x="407686" y="2252439"/>
                  </a:lnTo>
                  <a:lnTo>
                    <a:pt x="411606" y="2254427"/>
                  </a:lnTo>
                  <a:lnTo>
                    <a:pt x="415526" y="2256442"/>
                  </a:lnTo>
                  <a:lnTo>
                    <a:pt x="419446" y="2255577"/>
                  </a:lnTo>
                  <a:lnTo>
                    <a:pt x="423366" y="2250612"/>
                  </a:lnTo>
                  <a:lnTo>
                    <a:pt x="427286" y="2242460"/>
                  </a:lnTo>
                  <a:lnTo>
                    <a:pt x="431206" y="2232653"/>
                  </a:lnTo>
                  <a:lnTo>
                    <a:pt x="435126" y="2221735"/>
                  </a:lnTo>
                  <a:lnTo>
                    <a:pt x="439047" y="2208360"/>
                  </a:lnTo>
                  <a:lnTo>
                    <a:pt x="442967" y="2189744"/>
                  </a:lnTo>
                  <a:lnTo>
                    <a:pt x="446887" y="2164000"/>
                  </a:lnTo>
                  <a:lnTo>
                    <a:pt x="450807" y="2133377"/>
                  </a:lnTo>
                  <a:lnTo>
                    <a:pt x="454727" y="2105054"/>
                  </a:lnTo>
                  <a:lnTo>
                    <a:pt x="458647" y="2086881"/>
                  </a:lnTo>
                  <a:lnTo>
                    <a:pt x="462567" y="2080948"/>
                  </a:lnTo>
                  <a:lnTo>
                    <a:pt x="466487" y="2081443"/>
                  </a:lnTo>
                  <a:lnTo>
                    <a:pt x="470407" y="2079101"/>
                  </a:lnTo>
                  <a:lnTo>
                    <a:pt x="474327" y="2067484"/>
                  </a:lnTo>
                  <a:lnTo>
                    <a:pt x="478247" y="2045310"/>
                  </a:lnTo>
                  <a:lnTo>
                    <a:pt x="482167" y="2014260"/>
                  </a:lnTo>
                  <a:lnTo>
                    <a:pt x="486087" y="1975399"/>
                  </a:lnTo>
                  <a:lnTo>
                    <a:pt x="490007" y="1925716"/>
                  </a:lnTo>
                  <a:lnTo>
                    <a:pt x="493927" y="1853675"/>
                  </a:lnTo>
                  <a:lnTo>
                    <a:pt x="497847" y="1734064"/>
                  </a:lnTo>
                  <a:lnTo>
                    <a:pt x="501768" y="1528046"/>
                  </a:lnTo>
                  <a:lnTo>
                    <a:pt x="505688" y="1199885"/>
                  </a:lnTo>
                  <a:lnTo>
                    <a:pt x="509608" y="757490"/>
                  </a:lnTo>
                  <a:lnTo>
                    <a:pt x="513528" y="297475"/>
                  </a:lnTo>
                  <a:lnTo>
                    <a:pt x="517448" y="0"/>
                  </a:lnTo>
                  <a:lnTo>
                    <a:pt x="521368" y="32870"/>
                  </a:lnTo>
                  <a:lnTo>
                    <a:pt x="525288" y="420087"/>
                  </a:lnTo>
                  <a:lnTo>
                    <a:pt x="529208" y="1006195"/>
                  </a:lnTo>
                  <a:lnTo>
                    <a:pt x="533128" y="1567765"/>
                  </a:lnTo>
                  <a:lnTo>
                    <a:pt x="537048" y="1956323"/>
                  </a:lnTo>
                  <a:lnTo>
                    <a:pt x="540968" y="2165048"/>
                  </a:lnTo>
                  <a:lnTo>
                    <a:pt x="544888" y="2255495"/>
                  </a:lnTo>
                  <a:lnTo>
                    <a:pt x="548808" y="2287524"/>
                  </a:lnTo>
                  <a:lnTo>
                    <a:pt x="552728" y="2296874"/>
                  </a:lnTo>
                  <a:lnTo>
                    <a:pt x="556648" y="2299128"/>
                  </a:lnTo>
                  <a:lnTo>
                    <a:pt x="560569" y="2299577"/>
                  </a:lnTo>
                  <a:lnTo>
                    <a:pt x="564489" y="2299650"/>
                  </a:lnTo>
                  <a:lnTo>
                    <a:pt x="568409" y="2299660"/>
                  </a:lnTo>
                  <a:lnTo>
                    <a:pt x="572329" y="2299661"/>
                  </a:lnTo>
                  <a:lnTo>
                    <a:pt x="576249" y="2299661"/>
                  </a:lnTo>
                  <a:lnTo>
                    <a:pt x="580169" y="2299661"/>
                  </a:lnTo>
                  <a:lnTo>
                    <a:pt x="584089" y="2299661"/>
                  </a:lnTo>
                  <a:lnTo>
                    <a:pt x="588009" y="2299661"/>
                  </a:lnTo>
                  <a:lnTo>
                    <a:pt x="591929" y="2299661"/>
                  </a:lnTo>
                  <a:lnTo>
                    <a:pt x="595849" y="2299661"/>
                  </a:lnTo>
                  <a:lnTo>
                    <a:pt x="599769" y="2299661"/>
                  </a:lnTo>
                  <a:lnTo>
                    <a:pt x="603689" y="2299661"/>
                  </a:lnTo>
                  <a:lnTo>
                    <a:pt x="607609" y="2299661"/>
                  </a:lnTo>
                  <a:lnTo>
                    <a:pt x="611529" y="2299661"/>
                  </a:lnTo>
                  <a:lnTo>
                    <a:pt x="615449" y="2299661"/>
                  </a:lnTo>
                  <a:lnTo>
                    <a:pt x="619369" y="2299661"/>
                  </a:lnTo>
                  <a:lnTo>
                    <a:pt x="623290" y="2299661"/>
                  </a:lnTo>
                  <a:lnTo>
                    <a:pt x="627210" y="2299661"/>
                  </a:lnTo>
                  <a:lnTo>
                    <a:pt x="631130" y="2299661"/>
                  </a:lnTo>
                  <a:lnTo>
                    <a:pt x="635050" y="2299661"/>
                  </a:lnTo>
                  <a:lnTo>
                    <a:pt x="638970" y="2299661"/>
                  </a:lnTo>
                  <a:lnTo>
                    <a:pt x="642890" y="2299661"/>
                  </a:lnTo>
                  <a:lnTo>
                    <a:pt x="646810" y="2299661"/>
                  </a:lnTo>
                  <a:lnTo>
                    <a:pt x="650730" y="2299661"/>
                  </a:lnTo>
                  <a:lnTo>
                    <a:pt x="654650" y="2299661"/>
                  </a:lnTo>
                  <a:lnTo>
                    <a:pt x="658570" y="2299661"/>
                  </a:lnTo>
                  <a:lnTo>
                    <a:pt x="662490" y="2299661"/>
                  </a:lnTo>
                  <a:lnTo>
                    <a:pt x="666410" y="2299661"/>
                  </a:lnTo>
                  <a:lnTo>
                    <a:pt x="670330" y="2299661"/>
                  </a:lnTo>
                  <a:lnTo>
                    <a:pt x="674250" y="2299661"/>
                  </a:lnTo>
                  <a:lnTo>
                    <a:pt x="678170" y="2299661"/>
                  </a:lnTo>
                  <a:lnTo>
                    <a:pt x="682090" y="2299661"/>
                  </a:lnTo>
                  <a:lnTo>
                    <a:pt x="686011" y="2299661"/>
                  </a:lnTo>
                  <a:lnTo>
                    <a:pt x="689931" y="2299661"/>
                  </a:lnTo>
                  <a:lnTo>
                    <a:pt x="693851" y="2299661"/>
                  </a:lnTo>
                  <a:lnTo>
                    <a:pt x="697771" y="2299661"/>
                  </a:lnTo>
                  <a:lnTo>
                    <a:pt x="701691" y="2299661"/>
                  </a:lnTo>
                  <a:lnTo>
                    <a:pt x="705611" y="2299661"/>
                  </a:lnTo>
                  <a:lnTo>
                    <a:pt x="709531" y="2299661"/>
                  </a:lnTo>
                  <a:lnTo>
                    <a:pt x="713451" y="2299661"/>
                  </a:lnTo>
                  <a:lnTo>
                    <a:pt x="717371" y="2299661"/>
                  </a:lnTo>
                  <a:lnTo>
                    <a:pt x="721291" y="2299661"/>
                  </a:lnTo>
                  <a:lnTo>
                    <a:pt x="725211" y="2299661"/>
                  </a:lnTo>
                  <a:lnTo>
                    <a:pt x="729131" y="2299661"/>
                  </a:lnTo>
                  <a:lnTo>
                    <a:pt x="733051" y="2299661"/>
                  </a:lnTo>
                  <a:lnTo>
                    <a:pt x="736971" y="2299661"/>
                  </a:lnTo>
                  <a:lnTo>
                    <a:pt x="740891" y="2299661"/>
                  </a:lnTo>
                  <a:lnTo>
                    <a:pt x="744811" y="2299661"/>
                  </a:lnTo>
                  <a:lnTo>
                    <a:pt x="748732" y="2299661"/>
                  </a:lnTo>
                  <a:lnTo>
                    <a:pt x="752652" y="2299661"/>
                  </a:lnTo>
                  <a:lnTo>
                    <a:pt x="756572" y="2299661"/>
                  </a:lnTo>
                  <a:lnTo>
                    <a:pt x="760492" y="2299661"/>
                  </a:lnTo>
                  <a:lnTo>
                    <a:pt x="764412" y="2299661"/>
                  </a:lnTo>
                  <a:lnTo>
                    <a:pt x="768332" y="2299661"/>
                  </a:lnTo>
                  <a:lnTo>
                    <a:pt x="772252" y="2299661"/>
                  </a:lnTo>
                  <a:lnTo>
                    <a:pt x="776172" y="2299661"/>
                  </a:lnTo>
                  <a:lnTo>
                    <a:pt x="780092" y="2299661"/>
                  </a:lnTo>
                  <a:lnTo>
                    <a:pt x="784012" y="2299661"/>
                  </a:lnTo>
                  <a:lnTo>
                    <a:pt x="787932" y="2299661"/>
                  </a:lnTo>
                  <a:lnTo>
                    <a:pt x="791852" y="2299661"/>
                  </a:lnTo>
                  <a:lnTo>
                    <a:pt x="795772" y="2299661"/>
                  </a:lnTo>
                  <a:lnTo>
                    <a:pt x="799692" y="2299661"/>
                  </a:lnTo>
                  <a:lnTo>
                    <a:pt x="803612" y="2299661"/>
                  </a:lnTo>
                  <a:lnTo>
                    <a:pt x="807532" y="2299661"/>
                  </a:lnTo>
                  <a:lnTo>
                    <a:pt x="811453" y="2299661"/>
                  </a:lnTo>
                  <a:lnTo>
                    <a:pt x="815373" y="2299661"/>
                  </a:lnTo>
                  <a:lnTo>
                    <a:pt x="819293" y="2299661"/>
                  </a:lnTo>
                  <a:lnTo>
                    <a:pt x="823213" y="2299661"/>
                  </a:lnTo>
                  <a:lnTo>
                    <a:pt x="827133" y="2299661"/>
                  </a:lnTo>
                  <a:lnTo>
                    <a:pt x="831053" y="2299661"/>
                  </a:lnTo>
                  <a:lnTo>
                    <a:pt x="834973" y="2299661"/>
                  </a:lnTo>
                  <a:lnTo>
                    <a:pt x="838893" y="2299661"/>
                  </a:lnTo>
                  <a:lnTo>
                    <a:pt x="842813" y="2299661"/>
                  </a:lnTo>
                  <a:lnTo>
                    <a:pt x="846733" y="2299661"/>
                  </a:lnTo>
                  <a:lnTo>
                    <a:pt x="850653" y="2299661"/>
                  </a:lnTo>
                  <a:lnTo>
                    <a:pt x="854573" y="2299661"/>
                  </a:lnTo>
                  <a:lnTo>
                    <a:pt x="858493" y="2299661"/>
                  </a:lnTo>
                  <a:lnTo>
                    <a:pt x="862413" y="2299661"/>
                  </a:lnTo>
                  <a:lnTo>
                    <a:pt x="866333" y="2299661"/>
                  </a:lnTo>
                  <a:lnTo>
                    <a:pt x="870253" y="2299661"/>
                  </a:lnTo>
                  <a:lnTo>
                    <a:pt x="874174" y="2299661"/>
                  </a:lnTo>
                  <a:lnTo>
                    <a:pt x="878094" y="2299661"/>
                  </a:lnTo>
                  <a:lnTo>
                    <a:pt x="882014" y="2299661"/>
                  </a:lnTo>
                  <a:lnTo>
                    <a:pt x="885934" y="2299661"/>
                  </a:lnTo>
                  <a:lnTo>
                    <a:pt x="889854" y="2299661"/>
                  </a:lnTo>
                  <a:lnTo>
                    <a:pt x="893774" y="2299661"/>
                  </a:lnTo>
                  <a:lnTo>
                    <a:pt x="897694" y="2299661"/>
                  </a:lnTo>
                  <a:lnTo>
                    <a:pt x="901614" y="2299661"/>
                  </a:lnTo>
                  <a:lnTo>
                    <a:pt x="905534" y="2299661"/>
                  </a:lnTo>
                  <a:lnTo>
                    <a:pt x="909454" y="2299661"/>
                  </a:lnTo>
                  <a:lnTo>
                    <a:pt x="913374" y="2299661"/>
                  </a:lnTo>
                  <a:lnTo>
                    <a:pt x="917294" y="2299661"/>
                  </a:lnTo>
                  <a:lnTo>
                    <a:pt x="921214" y="2299661"/>
                  </a:lnTo>
                  <a:lnTo>
                    <a:pt x="925134" y="2299661"/>
                  </a:lnTo>
                  <a:lnTo>
                    <a:pt x="929054" y="2299661"/>
                  </a:lnTo>
                  <a:lnTo>
                    <a:pt x="932974" y="2299661"/>
                  </a:lnTo>
                  <a:lnTo>
                    <a:pt x="936895" y="2299661"/>
                  </a:lnTo>
                  <a:lnTo>
                    <a:pt x="940815" y="2299661"/>
                  </a:lnTo>
                  <a:lnTo>
                    <a:pt x="944735" y="2299661"/>
                  </a:lnTo>
                  <a:lnTo>
                    <a:pt x="948655" y="2299661"/>
                  </a:lnTo>
                  <a:lnTo>
                    <a:pt x="952575" y="2299661"/>
                  </a:lnTo>
                  <a:lnTo>
                    <a:pt x="956495" y="2299661"/>
                  </a:lnTo>
                  <a:lnTo>
                    <a:pt x="960415" y="2299661"/>
                  </a:lnTo>
                  <a:lnTo>
                    <a:pt x="964335" y="2299661"/>
                  </a:lnTo>
                  <a:lnTo>
                    <a:pt x="968255" y="2299661"/>
                  </a:lnTo>
                  <a:lnTo>
                    <a:pt x="972175" y="2299661"/>
                  </a:lnTo>
                  <a:lnTo>
                    <a:pt x="976095" y="2299661"/>
                  </a:lnTo>
                  <a:lnTo>
                    <a:pt x="980015" y="2299661"/>
                  </a:lnTo>
                  <a:lnTo>
                    <a:pt x="983935" y="2299661"/>
                  </a:lnTo>
                  <a:lnTo>
                    <a:pt x="987855" y="2299661"/>
                  </a:lnTo>
                  <a:lnTo>
                    <a:pt x="991775" y="2299661"/>
                  </a:lnTo>
                  <a:lnTo>
                    <a:pt x="995695" y="2299661"/>
                  </a:lnTo>
                  <a:lnTo>
                    <a:pt x="999616" y="2299661"/>
                  </a:lnTo>
                  <a:lnTo>
                    <a:pt x="1003536" y="2299661"/>
                  </a:lnTo>
                  <a:lnTo>
                    <a:pt x="1007456" y="2299661"/>
                  </a:lnTo>
                  <a:lnTo>
                    <a:pt x="1011376" y="2299661"/>
                  </a:lnTo>
                  <a:lnTo>
                    <a:pt x="1015296" y="2299661"/>
                  </a:lnTo>
                  <a:lnTo>
                    <a:pt x="1019216" y="2299661"/>
                  </a:lnTo>
                  <a:lnTo>
                    <a:pt x="1023136" y="2299661"/>
                  </a:lnTo>
                  <a:lnTo>
                    <a:pt x="1027056" y="2299661"/>
                  </a:lnTo>
                  <a:lnTo>
                    <a:pt x="1030976" y="2299661"/>
                  </a:lnTo>
                  <a:lnTo>
                    <a:pt x="1034896" y="2299661"/>
                  </a:lnTo>
                  <a:lnTo>
                    <a:pt x="1038816" y="2299661"/>
                  </a:lnTo>
                  <a:lnTo>
                    <a:pt x="1042736" y="2299661"/>
                  </a:lnTo>
                  <a:lnTo>
                    <a:pt x="1046656" y="2299661"/>
                  </a:lnTo>
                  <a:lnTo>
                    <a:pt x="1050576" y="2299661"/>
                  </a:lnTo>
                  <a:lnTo>
                    <a:pt x="1054496" y="2299661"/>
                  </a:lnTo>
                  <a:lnTo>
                    <a:pt x="1058417" y="2299661"/>
                  </a:lnTo>
                  <a:lnTo>
                    <a:pt x="1062337" y="2299661"/>
                  </a:lnTo>
                  <a:lnTo>
                    <a:pt x="1066257" y="2299661"/>
                  </a:lnTo>
                  <a:lnTo>
                    <a:pt x="1070177" y="2299661"/>
                  </a:lnTo>
                  <a:lnTo>
                    <a:pt x="1074097" y="2299661"/>
                  </a:lnTo>
                  <a:lnTo>
                    <a:pt x="1078017" y="2299661"/>
                  </a:lnTo>
                  <a:lnTo>
                    <a:pt x="1081937" y="2299661"/>
                  </a:lnTo>
                  <a:lnTo>
                    <a:pt x="1085857" y="2299661"/>
                  </a:lnTo>
                  <a:lnTo>
                    <a:pt x="1089777" y="2299661"/>
                  </a:lnTo>
                  <a:lnTo>
                    <a:pt x="1093697" y="2299661"/>
                  </a:lnTo>
                  <a:lnTo>
                    <a:pt x="1097617" y="2299661"/>
                  </a:lnTo>
                  <a:lnTo>
                    <a:pt x="1101537" y="2299661"/>
                  </a:lnTo>
                  <a:lnTo>
                    <a:pt x="1105457" y="2299661"/>
                  </a:lnTo>
                  <a:lnTo>
                    <a:pt x="1109377" y="2299661"/>
                  </a:lnTo>
                  <a:lnTo>
                    <a:pt x="1113297" y="2299661"/>
                  </a:lnTo>
                  <a:lnTo>
                    <a:pt x="1117217" y="2299661"/>
                  </a:lnTo>
                  <a:lnTo>
                    <a:pt x="1121138" y="2299661"/>
                  </a:lnTo>
                  <a:lnTo>
                    <a:pt x="1125058" y="2299661"/>
                  </a:lnTo>
                  <a:lnTo>
                    <a:pt x="1128978" y="2299661"/>
                  </a:lnTo>
                  <a:lnTo>
                    <a:pt x="1132898" y="2299661"/>
                  </a:lnTo>
                  <a:lnTo>
                    <a:pt x="1136818" y="2299661"/>
                  </a:lnTo>
                  <a:lnTo>
                    <a:pt x="1140738" y="2299661"/>
                  </a:lnTo>
                  <a:lnTo>
                    <a:pt x="1144658" y="2299661"/>
                  </a:lnTo>
                  <a:lnTo>
                    <a:pt x="1148578" y="2299661"/>
                  </a:lnTo>
                  <a:lnTo>
                    <a:pt x="1152498" y="2299661"/>
                  </a:lnTo>
                  <a:lnTo>
                    <a:pt x="1156418" y="2299661"/>
                  </a:lnTo>
                  <a:lnTo>
                    <a:pt x="1160338" y="2299661"/>
                  </a:lnTo>
                  <a:lnTo>
                    <a:pt x="1164258" y="2299661"/>
                  </a:lnTo>
                  <a:lnTo>
                    <a:pt x="1168178" y="2299661"/>
                  </a:lnTo>
                  <a:lnTo>
                    <a:pt x="1172098" y="2299661"/>
                  </a:lnTo>
                  <a:lnTo>
                    <a:pt x="1176018" y="2299661"/>
                  </a:lnTo>
                  <a:lnTo>
                    <a:pt x="1179938" y="2299661"/>
                  </a:lnTo>
                  <a:lnTo>
                    <a:pt x="1183859" y="2299661"/>
                  </a:lnTo>
                  <a:lnTo>
                    <a:pt x="1187779" y="2299661"/>
                  </a:lnTo>
                  <a:lnTo>
                    <a:pt x="1191699" y="2299661"/>
                  </a:lnTo>
                  <a:lnTo>
                    <a:pt x="1195619" y="2299661"/>
                  </a:lnTo>
                  <a:lnTo>
                    <a:pt x="1199539" y="2299661"/>
                  </a:lnTo>
                  <a:lnTo>
                    <a:pt x="1203459" y="2299661"/>
                  </a:lnTo>
                  <a:lnTo>
                    <a:pt x="1207379" y="2299661"/>
                  </a:lnTo>
                  <a:lnTo>
                    <a:pt x="1211299" y="2299661"/>
                  </a:lnTo>
                  <a:lnTo>
                    <a:pt x="1215219" y="2299661"/>
                  </a:lnTo>
                  <a:lnTo>
                    <a:pt x="1219139" y="2299661"/>
                  </a:lnTo>
                  <a:lnTo>
                    <a:pt x="1223059" y="2299661"/>
                  </a:lnTo>
                  <a:lnTo>
                    <a:pt x="1226979" y="2299661"/>
                  </a:lnTo>
                  <a:lnTo>
                    <a:pt x="1230899" y="2299661"/>
                  </a:lnTo>
                  <a:lnTo>
                    <a:pt x="1234819" y="2299661"/>
                  </a:lnTo>
                  <a:lnTo>
                    <a:pt x="1238739" y="2299661"/>
                  </a:lnTo>
                  <a:lnTo>
                    <a:pt x="1242659" y="2299661"/>
                  </a:lnTo>
                  <a:lnTo>
                    <a:pt x="1246580" y="2299661"/>
                  </a:lnTo>
                  <a:lnTo>
                    <a:pt x="1250500" y="2299661"/>
                  </a:lnTo>
                  <a:lnTo>
                    <a:pt x="1254420" y="2299661"/>
                  </a:lnTo>
                  <a:lnTo>
                    <a:pt x="1258340" y="2299661"/>
                  </a:lnTo>
                  <a:lnTo>
                    <a:pt x="1262260" y="2299661"/>
                  </a:lnTo>
                  <a:lnTo>
                    <a:pt x="1266180" y="2299661"/>
                  </a:lnTo>
                  <a:lnTo>
                    <a:pt x="1270100" y="2299661"/>
                  </a:lnTo>
                  <a:lnTo>
                    <a:pt x="1274020" y="2299661"/>
                  </a:lnTo>
                  <a:lnTo>
                    <a:pt x="1277940" y="2299661"/>
                  </a:lnTo>
                  <a:lnTo>
                    <a:pt x="1281860" y="2299661"/>
                  </a:lnTo>
                  <a:lnTo>
                    <a:pt x="1285780" y="2299661"/>
                  </a:lnTo>
                  <a:lnTo>
                    <a:pt x="1289700" y="2299661"/>
                  </a:lnTo>
                  <a:lnTo>
                    <a:pt x="1293620" y="2299661"/>
                  </a:lnTo>
                  <a:lnTo>
                    <a:pt x="1297540" y="2299661"/>
                  </a:lnTo>
                  <a:lnTo>
                    <a:pt x="1301460" y="2299661"/>
                  </a:lnTo>
                  <a:lnTo>
                    <a:pt x="1305380" y="2299661"/>
                  </a:lnTo>
                  <a:lnTo>
                    <a:pt x="1309301" y="2299661"/>
                  </a:lnTo>
                  <a:lnTo>
                    <a:pt x="1313221" y="2299661"/>
                  </a:lnTo>
                  <a:lnTo>
                    <a:pt x="1317141" y="2299661"/>
                  </a:lnTo>
                  <a:lnTo>
                    <a:pt x="1321061" y="2299661"/>
                  </a:lnTo>
                  <a:lnTo>
                    <a:pt x="1324981" y="2299661"/>
                  </a:lnTo>
                  <a:lnTo>
                    <a:pt x="1328901" y="2299661"/>
                  </a:lnTo>
                  <a:lnTo>
                    <a:pt x="1332821" y="2299661"/>
                  </a:lnTo>
                  <a:lnTo>
                    <a:pt x="1336741" y="2299661"/>
                  </a:lnTo>
                  <a:lnTo>
                    <a:pt x="1340661" y="2299661"/>
                  </a:lnTo>
                  <a:lnTo>
                    <a:pt x="1344581" y="2299661"/>
                  </a:lnTo>
                  <a:lnTo>
                    <a:pt x="1348501" y="2299661"/>
                  </a:lnTo>
                  <a:lnTo>
                    <a:pt x="1352421" y="2299661"/>
                  </a:lnTo>
                  <a:lnTo>
                    <a:pt x="1356341" y="2299661"/>
                  </a:lnTo>
                  <a:lnTo>
                    <a:pt x="1360261" y="2299661"/>
                  </a:lnTo>
                  <a:lnTo>
                    <a:pt x="1364181" y="2299661"/>
                  </a:lnTo>
                  <a:lnTo>
                    <a:pt x="1368101" y="2299661"/>
                  </a:lnTo>
                  <a:lnTo>
                    <a:pt x="1372022" y="2299661"/>
                  </a:lnTo>
                  <a:lnTo>
                    <a:pt x="1375942" y="2299661"/>
                  </a:lnTo>
                  <a:lnTo>
                    <a:pt x="1379862" y="2299661"/>
                  </a:lnTo>
                  <a:lnTo>
                    <a:pt x="1383782" y="2299661"/>
                  </a:lnTo>
                  <a:lnTo>
                    <a:pt x="1387702" y="2299661"/>
                  </a:lnTo>
                  <a:lnTo>
                    <a:pt x="1391622" y="2299661"/>
                  </a:lnTo>
                  <a:lnTo>
                    <a:pt x="1395542" y="2299661"/>
                  </a:lnTo>
                  <a:lnTo>
                    <a:pt x="1399462" y="2299661"/>
                  </a:lnTo>
                  <a:lnTo>
                    <a:pt x="1403382" y="2299661"/>
                  </a:lnTo>
                  <a:lnTo>
                    <a:pt x="1407302" y="2299661"/>
                  </a:lnTo>
                  <a:lnTo>
                    <a:pt x="1411222" y="2299661"/>
                  </a:lnTo>
                  <a:lnTo>
                    <a:pt x="1415142" y="2299661"/>
                  </a:lnTo>
                  <a:lnTo>
                    <a:pt x="1419062" y="2299661"/>
                  </a:lnTo>
                  <a:lnTo>
                    <a:pt x="1422982" y="2299661"/>
                  </a:lnTo>
                  <a:lnTo>
                    <a:pt x="1426902" y="2299661"/>
                  </a:lnTo>
                  <a:lnTo>
                    <a:pt x="1430822" y="2299661"/>
                  </a:lnTo>
                  <a:lnTo>
                    <a:pt x="1434743" y="2299661"/>
                  </a:lnTo>
                  <a:lnTo>
                    <a:pt x="1438663" y="2299661"/>
                  </a:lnTo>
                  <a:lnTo>
                    <a:pt x="1442583" y="2299661"/>
                  </a:lnTo>
                  <a:lnTo>
                    <a:pt x="1446503" y="2299661"/>
                  </a:lnTo>
                  <a:lnTo>
                    <a:pt x="1450423" y="2299661"/>
                  </a:lnTo>
                  <a:lnTo>
                    <a:pt x="1454343" y="2299661"/>
                  </a:lnTo>
                  <a:lnTo>
                    <a:pt x="1458263" y="2299661"/>
                  </a:lnTo>
                  <a:lnTo>
                    <a:pt x="1462183" y="2299661"/>
                  </a:lnTo>
                  <a:lnTo>
                    <a:pt x="1466103" y="2299661"/>
                  </a:lnTo>
                  <a:lnTo>
                    <a:pt x="1470023" y="2299661"/>
                  </a:lnTo>
                  <a:lnTo>
                    <a:pt x="1473943" y="2299661"/>
                  </a:lnTo>
                  <a:lnTo>
                    <a:pt x="1477863" y="2299661"/>
                  </a:lnTo>
                  <a:lnTo>
                    <a:pt x="1481783" y="2299661"/>
                  </a:lnTo>
                  <a:lnTo>
                    <a:pt x="1485703" y="2299661"/>
                  </a:lnTo>
                  <a:lnTo>
                    <a:pt x="1489623" y="2299661"/>
                  </a:lnTo>
                  <a:lnTo>
                    <a:pt x="1493543" y="2299661"/>
                  </a:lnTo>
                  <a:lnTo>
                    <a:pt x="1497464" y="2299661"/>
                  </a:lnTo>
                  <a:lnTo>
                    <a:pt x="1501384" y="2299661"/>
                  </a:lnTo>
                  <a:lnTo>
                    <a:pt x="1505304" y="2299661"/>
                  </a:lnTo>
                  <a:lnTo>
                    <a:pt x="1509224" y="2299661"/>
                  </a:lnTo>
                  <a:lnTo>
                    <a:pt x="1513144" y="2299661"/>
                  </a:lnTo>
                  <a:lnTo>
                    <a:pt x="1517064" y="2299661"/>
                  </a:lnTo>
                  <a:lnTo>
                    <a:pt x="1520984" y="2299661"/>
                  </a:lnTo>
                  <a:lnTo>
                    <a:pt x="1524904" y="2299661"/>
                  </a:lnTo>
                  <a:lnTo>
                    <a:pt x="1528824" y="2299661"/>
                  </a:lnTo>
                  <a:lnTo>
                    <a:pt x="1532744" y="2299661"/>
                  </a:lnTo>
                  <a:lnTo>
                    <a:pt x="1536664" y="2299661"/>
                  </a:lnTo>
                  <a:lnTo>
                    <a:pt x="1540584" y="2299661"/>
                  </a:lnTo>
                  <a:lnTo>
                    <a:pt x="1544504" y="2299661"/>
                  </a:lnTo>
                  <a:lnTo>
                    <a:pt x="1548424" y="2299661"/>
                  </a:lnTo>
                  <a:lnTo>
                    <a:pt x="1552344" y="2299661"/>
                  </a:lnTo>
                  <a:lnTo>
                    <a:pt x="1556265" y="2299661"/>
                  </a:lnTo>
                  <a:lnTo>
                    <a:pt x="1560185" y="2299661"/>
                  </a:lnTo>
                  <a:lnTo>
                    <a:pt x="1564105" y="2299661"/>
                  </a:lnTo>
                  <a:lnTo>
                    <a:pt x="1568025" y="2299661"/>
                  </a:lnTo>
                  <a:lnTo>
                    <a:pt x="1571945" y="2299661"/>
                  </a:lnTo>
                  <a:lnTo>
                    <a:pt x="1575865" y="2299661"/>
                  </a:lnTo>
                  <a:lnTo>
                    <a:pt x="1579785" y="2299661"/>
                  </a:lnTo>
                  <a:lnTo>
                    <a:pt x="1583705" y="2299661"/>
                  </a:lnTo>
                  <a:lnTo>
                    <a:pt x="1587625" y="2299661"/>
                  </a:lnTo>
                  <a:lnTo>
                    <a:pt x="1591545" y="2299661"/>
                  </a:lnTo>
                  <a:lnTo>
                    <a:pt x="1595465" y="2299661"/>
                  </a:lnTo>
                  <a:lnTo>
                    <a:pt x="1599385" y="2299661"/>
                  </a:lnTo>
                  <a:lnTo>
                    <a:pt x="1603305" y="2299661"/>
                  </a:lnTo>
                  <a:lnTo>
                    <a:pt x="1607225" y="2299661"/>
                  </a:lnTo>
                  <a:lnTo>
                    <a:pt x="1611145" y="2299661"/>
                  </a:lnTo>
                  <a:lnTo>
                    <a:pt x="1615065" y="2299661"/>
                  </a:lnTo>
                  <a:lnTo>
                    <a:pt x="1618986" y="2299661"/>
                  </a:lnTo>
                  <a:lnTo>
                    <a:pt x="1622906" y="2299661"/>
                  </a:lnTo>
                  <a:lnTo>
                    <a:pt x="1626826" y="2299661"/>
                  </a:lnTo>
                  <a:lnTo>
                    <a:pt x="1630746" y="2299661"/>
                  </a:lnTo>
                  <a:lnTo>
                    <a:pt x="1634666" y="2299661"/>
                  </a:lnTo>
                  <a:lnTo>
                    <a:pt x="1638586" y="2299661"/>
                  </a:lnTo>
                  <a:lnTo>
                    <a:pt x="1642506" y="2299661"/>
                  </a:lnTo>
                  <a:lnTo>
                    <a:pt x="1646426" y="2299661"/>
                  </a:lnTo>
                  <a:lnTo>
                    <a:pt x="1650346" y="2299661"/>
                  </a:lnTo>
                  <a:lnTo>
                    <a:pt x="1654266" y="2299661"/>
                  </a:lnTo>
                  <a:lnTo>
                    <a:pt x="1658186" y="2299661"/>
                  </a:lnTo>
                  <a:lnTo>
                    <a:pt x="1662106" y="2299661"/>
                  </a:lnTo>
                  <a:lnTo>
                    <a:pt x="1666026" y="2299661"/>
                  </a:lnTo>
                  <a:lnTo>
                    <a:pt x="1669946" y="2299661"/>
                  </a:lnTo>
                  <a:lnTo>
                    <a:pt x="1673866" y="2299661"/>
                  </a:lnTo>
                  <a:lnTo>
                    <a:pt x="1677786" y="2299661"/>
                  </a:lnTo>
                  <a:lnTo>
                    <a:pt x="1681707" y="2299661"/>
                  </a:lnTo>
                  <a:lnTo>
                    <a:pt x="1685627" y="2299661"/>
                  </a:lnTo>
                  <a:lnTo>
                    <a:pt x="1689547" y="2299661"/>
                  </a:lnTo>
                  <a:lnTo>
                    <a:pt x="1693467" y="2299661"/>
                  </a:lnTo>
                  <a:lnTo>
                    <a:pt x="1697387" y="2299661"/>
                  </a:lnTo>
                  <a:lnTo>
                    <a:pt x="1701307" y="2299661"/>
                  </a:lnTo>
                  <a:lnTo>
                    <a:pt x="1705227" y="2299661"/>
                  </a:lnTo>
                  <a:lnTo>
                    <a:pt x="1709147" y="2299661"/>
                  </a:lnTo>
                  <a:lnTo>
                    <a:pt x="1713067" y="2299661"/>
                  </a:lnTo>
                  <a:lnTo>
                    <a:pt x="1716987" y="2299661"/>
                  </a:lnTo>
                  <a:lnTo>
                    <a:pt x="1720907" y="2299661"/>
                  </a:lnTo>
                  <a:lnTo>
                    <a:pt x="1724827" y="2299661"/>
                  </a:lnTo>
                  <a:lnTo>
                    <a:pt x="1728747" y="2299661"/>
                  </a:lnTo>
                  <a:lnTo>
                    <a:pt x="1732667" y="2299661"/>
                  </a:lnTo>
                  <a:lnTo>
                    <a:pt x="1736587" y="2299661"/>
                  </a:lnTo>
                  <a:lnTo>
                    <a:pt x="1740507" y="2299661"/>
                  </a:lnTo>
                  <a:lnTo>
                    <a:pt x="1744428" y="2299661"/>
                  </a:lnTo>
                  <a:lnTo>
                    <a:pt x="1748348" y="2299661"/>
                  </a:lnTo>
                  <a:lnTo>
                    <a:pt x="1752268" y="2299661"/>
                  </a:lnTo>
                  <a:lnTo>
                    <a:pt x="1756188" y="2299661"/>
                  </a:lnTo>
                  <a:lnTo>
                    <a:pt x="1760108" y="2299661"/>
                  </a:lnTo>
                  <a:lnTo>
                    <a:pt x="1764028" y="2299661"/>
                  </a:lnTo>
                  <a:lnTo>
                    <a:pt x="1767948" y="2299661"/>
                  </a:lnTo>
                  <a:lnTo>
                    <a:pt x="1771868" y="2299661"/>
                  </a:lnTo>
                  <a:lnTo>
                    <a:pt x="1775788" y="2299661"/>
                  </a:lnTo>
                  <a:lnTo>
                    <a:pt x="1779708" y="2299661"/>
                  </a:lnTo>
                  <a:lnTo>
                    <a:pt x="1783628" y="2299661"/>
                  </a:lnTo>
                  <a:lnTo>
                    <a:pt x="1787548" y="2299661"/>
                  </a:lnTo>
                  <a:lnTo>
                    <a:pt x="1791468" y="2299661"/>
                  </a:lnTo>
                  <a:lnTo>
                    <a:pt x="1795388" y="2299661"/>
                  </a:lnTo>
                  <a:lnTo>
                    <a:pt x="1799308" y="2299661"/>
                  </a:lnTo>
                  <a:lnTo>
                    <a:pt x="1803228" y="2299661"/>
                  </a:lnTo>
                  <a:lnTo>
                    <a:pt x="1807149" y="2299661"/>
                  </a:lnTo>
                  <a:lnTo>
                    <a:pt x="1811069" y="2299661"/>
                  </a:lnTo>
                  <a:lnTo>
                    <a:pt x="1814989" y="2299661"/>
                  </a:lnTo>
                  <a:lnTo>
                    <a:pt x="1818909" y="2299661"/>
                  </a:lnTo>
                  <a:lnTo>
                    <a:pt x="1822829" y="2299661"/>
                  </a:lnTo>
                  <a:lnTo>
                    <a:pt x="1826749" y="2299661"/>
                  </a:lnTo>
                  <a:lnTo>
                    <a:pt x="1830669" y="2299661"/>
                  </a:lnTo>
                  <a:lnTo>
                    <a:pt x="1834589" y="2299661"/>
                  </a:lnTo>
                  <a:lnTo>
                    <a:pt x="1838509" y="2299661"/>
                  </a:lnTo>
                  <a:lnTo>
                    <a:pt x="1842429" y="2299661"/>
                  </a:lnTo>
                  <a:lnTo>
                    <a:pt x="1846349" y="2299661"/>
                  </a:lnTo>
                  <a:lnTo>
                    <a:pt x="1850269" y="2299661"/>
                  </a:lnTo>
                  <a:lnTo>
                    <a:pt x="1854189" y="2299661"/>
                  </a:lnTo>
                  <a:lnTo>
                    <a:pt x="1858109" y="2299661"/>
                  </a:lnTo>
                  <a:lnTo>
                    <a:pt x="1862029" y="2299661"/>
                  </a:lnTo>
                  <a:lnTo>
                    <a:pt x="1865949" y="2299661"/>
                  </a:lnTo>
                  <a:lnTo>
                    <a:pt x="1869870" y="2299661"/>
                  </a:lnTo>
                  <a:lnTo>
                    <a:pt x="1873790" y="2299661"/>
                  </a:lnTo>
                  <a:lnTo>
                    <a:pt x="1877710" y="2299661"/>
                  </a:lnTo>
                  <a:lnTo>
                    <a:pt x="1881630" y="2299661"/>
                  </a:lnTo>
                  <a:lnTo>
                    <a:pt x="1885550" y="2299661"/>
                  </a:lnTo>
                  <a:lnTo>
                    <a:pt x="1889470" y="2299661"/>
                  </a:lnTo>
                  <a:lnTo>
                    <a:pt x="1893390" y="2299661"/>
                  </a:lnTo>
                  <a:lnTo>
                    <a:pt x="1897310" y="2299661"/>
                  </a:lnTo>
                  <a:lnTo>
                    <a:pt x="1901230" y="2299661"/>
                  </a:lnTo>
                  <a:lnTo>
                    <a:pt x="1905150" y="2299661"/>
                  </a:lnTo>
                  <a:lnTo>
                    <a:pt x="1909070" y="2299661"/>
                  </a:lnTo>
                  <a:lnTo>
                    <a:pt x="1912990" y="2299661"/>
                  </a:lnTo>
                  <a:lnTo>
                    <a:pt x="1916910" y="2299661"/>
                  </a:lnTo>
                  <a:lnTo>
                    <a:pt x="1920830" y="2299661"/>
                  </a:lnTo>
                  <a:lnTo>
                    <a:pt x="1924750" y="2299661"/>
                  </a:lnTo>
                  <a:lnTo>
                    <a:pt x="1928670" y="2299661"/>
                  </a:lnTo>
                  <a:lnTo>
                    <a:pt x="1932591" y="2299661"/>
                  </a:lnTo>
                  <a:lnTo>
                    <a:pt x="1936511" y="2299661"/>
                  </a:lnTo>
                  <a:lnTo>
                    <a:pt x="1940431" y="2299661"/>
                  </a:lnTo>
                  <a:lnTo>
                    <a:pt x="1944351" y="2299661"/>
                  </a:lnTo>
                  <a:lnTo>
                    <a:pt x="1948271" y="2299661"/>
                  </a:lnTo>
                  <a:lnTo>
                    <a:pt x="1952191" y="2299661"/>
                  </a:lnTo>
                  <a:lnTo>
                    <a:pt x="1956111" y="2299661"/>
                  </a:lnTo>
                  <a:lnTo>
                    <a:pt x="1960031" y="2299661"/>
                  </a:lnTo>
                  <a:lnTo>
                    <a:pt x="1963951" y="2299661"/>
                  </a:lnTo>
                  <a:lnTo>
                    <a:pt x="1967871" y="2299661"/>
                  </a:lnTo>
                  <a:lnTo>
                    <a:pt x="1971791" y="2299661"/>
                  </a:lnTo>
                  <a:lnTo>
                    <a:pt x="1975711" y="2299661"/>
                  </a:lnTo>
                  <a:lnTo>
                    <a:pt x="1979631" y="2299661"/>
                  </a:lnTo>
                  <a:lnTo>
                    <a:pt x="1983551" y="2299661"/>
                  </a:lnTo>
                  <a:lnTo>
                    <a:pt x="1987471" y="2299661"/>
                  </a:lnTo>
                  <a:lnTo>
                    <a:pt x="1991391" y="2299661"/>
                  </a:lnTo>
                  <a:lnTo>
                    <a:pt x="1995312" y="2299661"/>
                  </a:lnTo>
                  <a:lnTo>
                    <a:pt x="1999232" y="2299661"/>
                  </a:lnTo>
                  <a:lnTo>
                    <a:pt x="2003152" y="2299661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0" name="pg10"/>
            <p:cNvSpPr/>
            <p:nvPr/>
          </p:nvSpPr>
          <p:spPr>
            <a:xfrm>
              <a:off x="1804741" y="5057248"/>
              <a:ext cx="2003152" cy="1234300"/>
            </a:xfrm>
            <a:custGeom>
              <a:avLst/>
              <a:gdLst/>
              <a:ahLst/>
              <a:cxnLst/>
              <a:rect l="0" t="0" r="0" b="0"/>
              <a:pathLst>
                <a:path w="2003152" h="1234300">
                  <a:moveTo>
                    <a:pt x="0" y="1234300"/>
                  </a:moveTo>
                  <a:lnTo>
                    <a:pt x="3920" y="1234300"/>
                  </a:lnTo>
                  <a:lnTo>
                    <a:pt x="7840" y="1234300"/>
                  </a:lnTo>
                  <a:lnTo>
                    <a:pt x="11760" y="1234300"/>
                  </a:lnTo>
                  <a:lnTo>
                    <a:pt x="15680" y="1234300"/>
                  </a:lnTo>
                  <a:lnTo>
                    <a:pt x="19600" y="1234300"/>
                  </a:lnTo>
                  <a:lnTo>
                    <a:pt x="23520" y="1234300"/>
                  </a:lnTo>
                  <a:lnTo>
                    <a:pt x="27440" y="1234300"/>
                  </a:lnTo>
                  <a:lnTo>
                    <a:pt x="31360" y="1234300"/>
                  </a:lnTo>
                  <a:lnTo>
                    <a:pt x="35280" y="1234300"/>
                  </a:lnTo>
                  <a:lnTo>
                    <a:pt x="39200" y="1234300"/>
                  </a:lnTo>
                  <a:lnTo>
                    <a:pt x="43120" y="1234300"/>
                  </a:lnTo>
                  <a:lnTo>
                    <a:pt x="47040" y="1234300"/>
                  </a:lnTo>
                  <a:lnTo>
                    <a:pt x="50960" y="1234300"/>
                  </a:lnTo>
                  <a:lnTo>
                    <a:pt x="54880" y="1234300"/>
                  </a:lnTo>
                  <a:lnTo>
                    <a:pt x="58800" y="1234300"/>
                  </a:lnTo>
                  <a:lnTo>
                    <a:pt x="62721" y="1234300"/>
                  </a:lnTo>
                  <a:lnTo>
                    <a:pt x="66641" y="1234300"/>
                  </a:lnTo>
                  <a:lnTo>
                    <a:pt x="70561" y="1234300"/>
                  </a:lnTo>
                  <a:lnTo>
                    <a:pt x="74481" y="1234300"/>
                  </a:lnTo>
                  <a:lnTo>
                    <a:pt x="78401" y="1234300"/>
                  </a:lnTo>
                  <a:lnTo>
                    <a:pt x="82321" y="1234300"/>
                  </a:lnTo>
                  <a:lnTo>
                    <a:pt x="86241" y="1234300"/>
                  </a:lnTo>
                  <a:lnTo>
                    <a:pt x="90161" y="1234300"/>
                  </a:lnTo>
                  <a:lnTo>
                    <a:pt x="94081" y="1234300"/>
                  </a:lnTo>
                  <a:lnTo>
                    <a:pt x="98001" y="1234300"/>
                  </a:lnTo>
                  <a:lnTo>
                    <a:pt x="101921" y="1234300"/>
                  </a:lnTo>
                  <a:lnTo>
                    <a:pt x="105841" y="1234300"/>
                  </a:lnTo>
                  <a:lnTo>
                    <a:pt x="109761" y="1234300"/>
                  </a:lnTo>
                  <a:lnTo>
                    <a:pt x="113681" y="1234300"/>
                  </a:lnTo>
                  <a:lnTo>
                    <a:pt x="117601" y="1234300"/>
                  </a:lnTo>
                  <a:lnTo>
                    <a:pt x="121521" y="1234300"/>
                  </a:lnTo>
                  <a:lnTo>
                    <a:pt x="125442" y="1234300"/>
                  </a:lnTo>
                  <a:lnTo>
                    <a:pt x="129362" y="1234300"/>
                  </a:lnTo>
                  <a:lnTo>
                    <a:pt x="133282" y="1234300"/>
                  </a:lnTo>
                  <a:lnTo>
                    <a:pt x="137202" y="1234300"/>
                  </a:lnTo>
                  <a:lnTo>
                    <a:pt x="141122" y="1234300"/>
                  </a:lnTo>
                  <a:lnTo>
                    <a:pt x="145042" y="1234300"/>
                  </a:lnTo>
                  <a:lnTo>
                    <a:pt x="148962" y="1234300"/>
                  </a:lnTo>
                  <a:lnTo>
                    <a:pt x="152882" y="1234300"/>
                  </a:lnTo>
                  <a:lnTo>
                    <a:pt x="156802" y="1234300"/>
                  </a:lnTo>
                  <a:lnTo>
                    <a:pt x="160722" y="1234300"/>
                  </a:lnTo>
                  <a:lnTo>
                    <a:pt x="164642" y="1234300"/>
                  </a:lnTo>
                  <a:lnTo>
                    <a:pt x="168562" y="1234300"/>
                  </a:lnTo>
                  <a:lnTo>
                    <a:pt x="172482" y="1234300"/>
                  </a:lnTo>
                  <a:lnTo>
                    <a:pt x="176402" y="1234300"/>
                  </a:lnTo>
                  <a:lnTo>
                    <a:pt x="180322" y="1234300"/>
                  </a:lnTo>
                  <a:lnTo>
                    <a:pt x="184242" y="1234300"/>
                  </a:lnTo>
                  <a:lnTo>
                    <a:pt x="188163" y="1234300"/>
                  </a:lnTo>
                  <a:lnTo>
                    <a:pt x="192083" y="1234300"/>
                  </a:lnTo>
                  <a:lnTo>
                    <a:pt x="196003" y="1234300"/>
                  </a:lnTo>
                  <a:lnTo>
                    <a:pt x="199923" y="1234300"/>
                  </a:lnTo>
                  <a:lnTo>
                    <a:pt x="203843" y="1234300"/>
                  </a:lnTo>
                  <a:lnTo>
                    <a:pt x="207763" y="1234300"/>
                  </a:lnTo>
                  <a:lnTo>
                    <a:pt x="211683" y="1234300"/>
                  </a:lnTo>
                  <a:lnTo>
                    <a:pt x="215603" y="1234298"/>
                  </a:lnTo>
                  <a:lnTo>
                    <a:pt x="219523" y="1234293"/>
                  </a:lnTo>
                  <a:lnTo>
                    <a:pt x="223443" y="1234277"/>
                  </a:lnTo>
                  <a:lnTo>
                    <a:pt x="227363" y="1234237"/>
                  </a:lnTo>
                  <a:lnTo>
                    <a:pt x="231283" y="1234147"/>
                  </a:lnTo>
                  <a:lnTo>
                    <a:pt x="235203" y="1233970"/>
                  </a:lnTo>
                  <a:lnTo>
                    <a:pt x="239123" y="1233667"/>
                  </a:lnTo>
                  <a:lnTo>
                    <a:pt x="243043" y="1233220"/>
                  </a:lnTo>
                  <a:lnTo>
                    <a:pt x="246963" y="1232658"/>
                  </a:lnTo>
                  <a:lnTo>
                    <a:pt x="250884" y="1232077"/>
                  </a:lnTo>
                  <a:lnTo>
                    <a:pt x="254804" y="1231612"/>
                  </a:lnTo>
                  <a:lnTo>
                    <a:pt x="258724" y="1231386"/>
                  </a:lnTo>
                  <a:lnTo>
                    <a:pt x="262644" y="1231427"/>
                  </a:lnTo>
                  <a:lnTo>
                    <a:pt x="266564" y="1231641"/>
                  </a:lnTo>
                  <a:lnTo>
                    <a:pt x="270484" y="1231830"/>
                  </a:lnTo>
                  <a:lnTo>
                    <a:pt x="274404" y="1231818"/>
                  </a:lnTo>
                  <a:lnTo>
                    <a:pt x="278324" y="1231524"/>
                  </a:lnTo>
                  <a:lnTo>
                    <a:pt x="282244" y="1230973"/>
                  </a:lnTo>
                  <a:lnTo>
                    <a:pt x="286164" y="1230236"/>
                  </a:lnTo>
                  <a:lnTo>
                    <a:pt x="290084" y="1229365"/>
                  </a:lnTo>
                  <a:lnTo>
                    <a:pt x="294004" y="1228371"/>
                  </a:lnTo>
                  <a:lnTo>
                    <a:pt x="297924" y="1227238"/>
                  </a:lnTo>
                  <a:lnTo>
                    <a:pt x="301844" y="1225957"/>
                  </a:lnTo>
                  <a:lnTo>
                    <a:pt x="305764" y="1224542"/>
                  </a:lnTo>
                  <a:lnTo>
                    <a:pt x="309684" y="1223036"/>
                  </a:lnTo>
                  <a:lnTo>
                    <a:pt x="313605" y="1221539"/>
                  </a:lnTo>
                  <a:lnTo>
                    <a:pt x="317525" y="1220249"/>
                  </a:lnTo>
                  <a:lnTo>
                    <a:pt x="321445" y="1219464"/>
                  </a:lnTo>
                  <a:lnTo>
                    <a:pt x="325365" y="1219481"/>
                  </a:lnTo>
                  <a:lnTo>
                    <a:pt x="329285" y="1220430"/>
                  </a:lnTo>
                  <a:lnTo>
                    <a:pt x="333205" y="1222134"/>
                  </a:lnTo>
                  <a:lnTo>
                    <a:pt x="337125" y="1224117"/>
                  </a:lnTo>
                  <a:lnTo>
                    <a:pt x="341045" y="1225765"/>
                  </a:lnTo>
                  <a:lnTo>
                    <a:pt x="344965" y="1226547"/>
                  </a:lnTo>
                  <a:lnTo>
                    <a:pt x="348885" y="1226164"/>
                  </a:lnTo>
                  <a:lnTo>
                    <a:pt x="352805" y="1224594"/>
                  </a:lnTo>
                  <a:lnTo>
                    <a:pt x="356725" y="1222084"/>
                  </a:lnTo>
                  <a:lnTo>
                    <a:pt x="360645" y="1219160"/>
                  </a:lnTo>
                  <a:lnTo>
                    <a:pt x="364565" y="1216585"/>
                  </a:lnTo>
                  <a:lnTo>
                    <a:pt x="368485" y="1215057"/>
                  </a:lnTo>
                  <a:lnTo>
                    <a:pt x="372405" y="1214977"/>
                  </a:lnTo>
                  <a:lnTo>
                    <a:pt x="376326" y="1216315"/>
                  </a:lnTo>
                  <a:lnTo>
                    <a:pt x="380246" y="1218684"/>
                  </a:lnTo>
                  <a:lnTo>
                    <a:pt x="384166" y="1221558"/>
                  </a:lnTo>
                  <a:lnTo>
                    <a:pt x="388086" y="1224479"/>
                  </a:lnTo>
                  <a:lnTo>
                    <a:pt x="392006" y="1227142"/>
                  </a:lnTo>
                  <a:lnTo>
                    <a:pt x="395926" y="1229379"/>
                  </a:lnTo>
                  <a:lnTo>
                    <a:pt x="399846" y="1231111"/>
                  </a:lnTo>
                  <a:lnTo>
                    <a:pt x="403766" y="1232296"/>
                  </a:lnTo>
                  <a:lnTo>
                    <a:pt x="407686" y="1232898"/>
                  </a:lnTo>
                  <a:lnTo>
                    <a:pt x="411606" y="1232838"/>
                  </a:lnTo>
                  <a:lnTo>
                    <a:pt x="415526" y="1231933"/>
                  </a:lnTo>
                  <a:lnTo>
                    <a:pt x="419446" y="1229870"/>
                  </a:lnTo>
                  <a:lnTo>
                    <a:pt x="423366" y="1226230"/>
                  </a:lnTo>
                  <a:lnTo>
                    <a:pt x="427286" y="1220619"/>
                  </a:lnTo>
                  <a:lnTo>
                    <a:pt x="431206" y="1212875"/>
                  </a:lnTo>
                  <a:lnTo>
                    <a:pt x="435126" y="1203313"/>
                  </a:lnTo>
                  <a:lnTo>
                    <a:pt x="439047" y="1192897"/>
                  </a:lnTo>
                  <a:lnTo>
                    <a:pt x="442967" y="1183215"/>
                  </a:lnTo>
                  <a:lnTo>
                    <a:pt x="446887" y="1176160"/>
                  </a:lnTo>
                  <a:lnTo>
                    <a:pt x="450807" y="1173403"/>
                  </a:lnTo>
                  <a:lnTo>
                    <a:pt x="454727" y="1175666"/>
                  </a:lnTo>
                  <a:lnTo>
                    <a:pt x="458647" y="1181920"/>
                  </a:lnTo>
                  <a:lnTo>
                    <a:pt x="462567" y="1190165"/>
                  </a:lnTo>
                  <a:lnTo>
                    <a:pt x="466487" y="1198012"/>
                  </a:lnTo>
                  <a:lnTo>
                    <a:pt x="470407" y="1203526"/>
                  </a:lnTo>
                  <a:lnTo>
                    <a:pt x="474327" y="1205783"/>
                  </a:lnTo>
                  <a:lnTo>
                    <a:pt x="478247" y="1204956"/>
                  </a:lnTo>
                  <a:lnTo>
                    <a:pt x="482167" y="1201983"/>
                  </a:lnTo>
                  <a:lnTo>
                    <a:pt x="486087" y="1198059"/>
                  </a:lnTo>
                  <a:lnTo>
                    <a:pt x="490007" y="1194189"/>
                  </a:lnTo>
                  <a:lnTo>
                    <a:pt x="493927" y="1190976"/>
                  </a:lnTo>
                  <a:lnTo>
                    <a:pt x="497847" y="1188628"/>
                  </a:lnTo>
                  <a:lnTo>
                    <a:pt x="501768" y="1187099"/>
                  </a:lnTo>
                  <a:lnTo>
                    <a:pt x="505688" y="1186236"/>
                  </a:lnTo>
                  <a:lnTo>
                    <a:pt x="509608" y="1185838"/>
                  </a:lnTo>
                  <a:lnTo>
                    <a:pt x="513528" y="1185630"/>
                  </a:lnTo>
                  <a:lnTo>
                    <a:pt x="517448" y="1185204"/>
                  </a:lnTo>
                  <a:lnTo>
                    <a:pt x="521368" y="1184014"/>
                  </a:lnTo>
                  <a:lnTo>
                    <a:pt x="525288" y="1181469"/>
                  </a:lnTo>
                  <a:lnTo>
                    <a:pt x="529208" y="1177067"/>
                  </a:lnTo>
                  <a:lnTo>
                    <a:pt x="533128" y="1170495"/>
                  </a:lnTo>
                  <a:lnTo>
                    <a:pt x="537048" y="1161623"/>
                  </a:lnTo>
                  <a:lnTo>
                    <a:pt x="540968" y="1150473"/>
                  </a:lnTo>
                  <a:lnTo>
                    <a:pt x="544888" y="1137270"/>
                  </a:lnTo>
                  <a:lnTo>
                    <a:pt x="548808" y="1122915"/>
                  </a:lnTo>
                  <a:lnTo>
                    <a:pt x="552728" y="1108850"/>
                  </a:lnTo>
                  <a:lnTo>
                    <a:pt x="556648" y="1096711"/>
                  </a:lnTo>
                  <a:lnTo>
                    <a:pt x="560569" y="1087561"/>
                  </a:lnTo>
                  <a:lnTo>
                    <a:pt x="564489" y="1081164"/>
                  </a:lnTo>
                  <a:lnTo>
                    <a:pt x="568409" y="1075859"/>
                  </a:lnTo>
                  <a:lnTo>
                    <a:pt x="572329" y="1069228"/>
                  </a:lnTo>
                  <a:lnTo>
                    <a:pt x="576249" y="1059148"/>
                  </a:lnTo>
                  <a:lnTo>
                    <a:pt x="580169" y="1044545"/>
                  </a:lnTo>
                  <a:lnTo>
                    <a:pt x="584089" y="1025319"/>
                  </a:lnTo>
                  <a:lnTo>
                    <a:pt x="588009" y="1001427"/>
                  </a:lnTo>
                  <a:lnTo>
                    <a:pt x="591929" y="971689"/>
                  </a:lnTo>
                  <a:lnTo>
                    <a:pt x="595849" y="933053"/>
                  </a:lnTo>
                  <a:lnTo>
                    <a:pt x="599769" y="880810"/>
                  </a:lnTo>
                  <a:lnTo>
                    <a:pt x="603689" y="809713"/>
                  </a:lnTo>
                  <a:lnTo>
                    <a:pt x="607609" y="715679"/>
                  </a:lnTo>
                  <a:lnTo>
                    <a:pt x="611529" y="597692"/>
                  </a:lnTo>
                  <a:lnTo>
                    <a:pt x="615449" y="459680"/>
                  </a:lnTo>
                  <a:lnTo>
                    <a:pt x="619369" y="311966"/>
                  </a:lnTo>
                  <a:lnTo>
                    <a:pt x="623290" y="171533"/>
                  </a:lnTo>
                  <a:lnTo>
                    <a:pt x="627210" y="60157"/>
                  </a:lnTo>
                  <a:lnTo>
                    <a:pt x="631130" y="0"/>
                  </a:lnTo>
                  <a:lnTo>
                    <a:pt x="635050" y="8593"/>
                  </a:lnTo>
                  <a:lnTo>
                    <a:pt x="638970" y="91159"/>
                  </a:lnTo>
                  <a:lnTo>
                    <a:pt x="642890" y="234241"/>
                  </a:lnTo>
                  <a:lnTo>
                    <a:pt x="646810" y="415200"/>
                  </a:lnTo>
                  <a:lnTo>
                    <a:pt x="650730" y="606772"/>
                  </a:lnTo>
                  <a:lnTo>
                    <a:pt x="654650" y="784543"/>
                  </a:lnTo>
                  <a:lnTo>
                    <a:pt x="658570" y="932267"/>
                  </a:lnTo>
                  <a:lnTo>
                    <a:pt x="662490" y="1043462"/>
                  </a:lnTo>
                  <a:lnTo>
                    <a:pt x="666410" y="1119686"/>
                  </a:lnTo>
                  <a:lnTo>
                    <a:pt x="670330" y="1167184"/>
                  </a:lnTo>
                  <a:lnTo>
                    <a:pt x="674250" y="1193679"/>
                  </a:lnTo>
                  <a:lnTo>
                    <a:pt x="678170" y="1206288"/>
                  </a:lnTo>
                  <a:lnTo>
                    <a:pt x="682090" y="1210625"/>
                  </a:lnTo>
                  <a:lnTo>
                    <a:pt x="686011" y="1210710"/>
                  </a:lnTo>
                  <a:lnTo>
                    <a:pt x="689931" y="1209183"/>
                  </a:lnTo>
                  <a:lnTo>
                    <a:pt x="693851" y="1207579"/>
                  </a:lnTo>
                  <a:lnTo>
                    <a:pt x="697771" y="1206553"/>
                  </a:lnTo>
                  <a:lnTo>
                    <a:pt x="701691" y="1206115"/>
                  </a:lnTo>
                  <a:lnTo>
                    <a:pt x="705611" y="1205893"/>
                  </a:lnTo>
                  <a:lnTo>
                    <a:pt x="709531" y="1205423"/>
                  </a:lnTo>
                  <a:lnTo>
                    <a:pt x="713451" y="1204396"/>
                  </a:lnTo>
                  <a:lnTo>
                    <a:pt x="717371" y="1202763"/>
                  </a:lnTo>
                  <a:lnTo>
                    <a:pt x="721291" y="1200592"/>
                  </a:lnTo>
                  <a:lnTo>
                    <a:pt x="725211" y="1197709"/>
                  </a:lnTo>
                  <a:lnTo>
                    <a:pt x="729131" y="1193142"/>
                  </a:lnTo>
                  <a:lnTo>
                    <a:pt x="733051" y="1185109"/>
                  </a:lnTo>
                  <a:lnTo>
                    <a:pt x="736971" y="1171343"/>
                  </a:lnTo>
                  <a:lnTo>
                    <a:pt x="740891" y="1149895"/>
                  </a:lnTo>
                  <a:lnTo>
                    <a:pt x="744811" y="1120217"/>
                  </a:lnTo>
                  <a:lnTo>
                    <a:pt x="748732" y="1084122"/>
                  </a:lnTo>
                  <a:lnTo>
                    <a:pt x="752652" y="1046134"/>
                  </a:lnTo>
                  <a:lnTo>
                    <a:pt x="756572" y="1012817"/>
                  </a:lnTo>
                  <a:lnTo>
                    <a:pt x="760492" y="991031"/>
                  </a:lnTo>
                  <a:lnTo>
                    <a:pt x="764412" y="985711"/>
                  </a:lnTo>
                  <a:lnTo>
                    <a:pt x="768332" y="998155"/>
                  </a:lnTo>
                  <a:lnTo>
                    <a:pt x="772252" y="1025633"/>
                  </a:lnTo>
                  <a:lnTo>
                    <a:pt x="776172" y="1062499"/>
                  </a:lnTo>
                  <a:lnTo>
                    <a:pt x="780092" y="1102167"/>
                  </a:lnTo>
                  <a:lnTo>
                    <a:pt x="784012" y="1139031"/>
                  </a:lnTo>
                  <a:lnTo>
                    <a:pt x="787932" y="1169606"/>
                  </a:lnTo>
                  <a:lnTo>
                    <a:pt x="791852" y="1192674"/>
                  </a:lnTo>
                  <a:lnTo>
                    <a:pt x="795772" y="1208734"/>
                  </a:lnTo>
                  <a:lnTo>
                    <a:pt x="799692" y="1219191"/>
                  </a:lnTo>
                  <a:lnTo>
                    <a:pt x="803612" y="1225654"/>
                  </a:lnTo>
                  <a:lnTo>
                    <a:pt x="807532" y="1229503"/>
                  </a:lnTo>
                  <a:lnTo>
                    <a:pt x="811453" y="1231736"/>
                  </a:lnTo>
                  <a:lnTo>
                    <a:pt x="815373" y="1232997"/>
                  </a:lnTo>
                  <a:lnTo>
                    <a:pt x="819293" y="1233675"/>
                  </a:lnTo>
                  <a:lnTo>
                    <a:pt x="823213" y="1234019"/>
                  </a:lnTo>
                  <a:lnTo>
                    <a:pt x="827133" y="1234184"/>
                  </a:lnTo>
                  <a:lnTo>
                    <a:pt x="831053" y="1234256"/>
                  </a:lnTo>
                  <a:lnTo>
                    <a:pt x="834973" y="1234285"/>
                  </a:lnTo>
                  <a:lnTo>
                    <a:pt x="838893" y="1234296"/>
                  </a:lnTo>
                  <a:lnTo>
                    <a:pt x="842813" y="1234299"/>
                  </a:lnTo>
                  <a:lnTo>
                    <a:pt x="846733" y="1234300"/>
                  </a:lnTo>
                  <a:lnTo>
                    <a:pt x="850653" y="1234300"/>
                  </a:lnTo>
                  <a:lnTo>
                    <a:pt x="854573" y="1234300"/>
                  </a:lnTo>
                  <a:lnTo>
                    <a:pt x="858493" y="1234300"/>
                  </a:lnTo>
                  <a:lnTo>
                    <a:pt x="862413" y="1234300"/>
                  </a:lnTo>
                  <a:lnTo>
                    <a:pt x="866333" y="1234300"/>
                  </a:lnTo>
                  <a:lnTo>
                    <a:pt x="870253" y="1234300"/>
                  </a:lnTo>
                  <a:lnTo>
                    <a:pt x="874174" y="1234300"/>
                  </a:lnTo>
                  <a:lnTo>
                    <a:pt x="878094" y="1234300"/>
                  </a:lnTo>
                  <a:lnTo>
                    <a:pt x="882014" y="1234300"/>
                  </a:lnTo>
                  <a:lnTo>
                    <a:pt x="885934" y="1234300"/>
                  </a:lnTo>
                  <a:lnTo>
                    <a:pt x="889854" y="1234300"/>
                  </a:lnTo>
                  <a:lnTo>
                    <a:pt x="893774" y="1234300"/>
                  </a:lnTo>
                  <a:lnTo>
                    <a:pt x="897694" y="1234300"/>
                  </a:lnTo>
                  <a:lnTo>
                    <a:pt x="901614" y="1234300"/>
                  </a:lnTo>
                  <a:lnTo>
                    <a:pt x="905534" y="1234300"/>
                  </a:lnTo>
                  <a:lnTo>
                    <a:pt x="909454" y="1234300"/>
                  </a:lnTo>
                  <a:lnTo>
                    <a:pt x="913374" y="1234300"/>
                  </a:lnTo>
                  <a:lnTo>
                    <a:pt x="917294" y="1234300"/>
                  </a:lnTo>
                  <a:lnTo>
                    <a:pt x="921214" y="1234300"/>
                  </a:lnTo>
                  <a:lnTo>
                    <a:pt x="925134" y="1234300"/>
                  </a:lnTo>
                  <a:lnTo>
                    <a:pt x="929054" y="1234300"/>
                  </a:lnTo>
                  <a:lnTo>
                    <a:pt x="932974" y="1234300"/>
                  </a:lnTo>
                  <a:lnTo>
                    <a:pt x="936895" y="1234300"/>
                  </a:lnTo>
                  <a:lnTo>
                    <a:pt x="940815" y="1234300"/>
                  </a:lnTo>
                  <a:lnTo>
                    <a:pt x="944735" y="1234300"/>
                  </a:lnTo>
                  <a:lnTo>
                    <a:pt x="948655" y="1234300"/>
                  </a:lnTo>
                  <a:lnTo>
                    <a:pt x="952575" y="1234300"/>
                  </a:lnTo>
                  <a:lnTo>
                    <a:pt x="956495" y="1234300"/>
                  </a:lnTo>
                  <a:lnTo>
                    <a:pt x="960415" y="1234300"/>
                  </a:lnTo>
                  <a:lnTo>
                    <a:pt x="964335" y="1234300"/>
                  </a:lnTo>
                  <a:lnTo>
                    <a:pt x="968255" y="1234300"/>
                  </a:lnTo>
                  <a:lnTo>
                    <a:pt x="972175" y="1234300"/>
                  </a:lnTo>
                  <a:lnTo>
                    <a:pt x="976095" y="1234300"/>
                  </a:lnTo>
                  <a:lnTo>
                    <a:pt x="980015" y="1234300"/>
                  </a:lnTo>
                  <a:lnTo>
                    <a:pt x="983935" y="1234300"/>
                  </a:lnTo>
                  <a:lnTo>
                    <a:pt x="987855" y="1234300"/>
                  </a:lnTo>
                  <a:lnTo>
                    <a:pt x="991775" y="1234300"/>
                  </a:lnTo>
                  <a:lnTo>
                    <a:pt x="995695" y="1234300"/>
                  </a:lnTo>
                  <a:lnTo>
                    <a:pt x="999616" y="1234300"/>
                  </a:lnTo>
                  <a:lnTo>
                    <a:pt x="1003536" y="1234300"/>
                  </a:lnTo>
                  <a:lnTo>
                    <a:pt x="1007456" y="1234300"/>
                  </a:lnTo>
                  <a:lnTo>
                    <a:pt x="1011376" y="1234300"/>
                  </a:lnTo>
                  <a:lnTo>
                    <a:pt x="1015296" y="1234300"/>
                  </a:lnTo>
                  <a:lnTo>
                    <a:pt x="1019216" y="1234300"/>
                  </a:lnTo>
                  <a:lnTo>
                    <a:pt x="1023136" y="1234300"/>
                  </a:lnTo>
                  <a:lnTo>
                    <a:pt x="1027056" y="1234300"/>
                  </a:lnTo>
                  <a:lnTo>
                    <a:pt x="1030976" y="1234300"/>
                  </a:lnTo>
                  <a:lnTo>
                    <a:pt x="1034896" y="1234300"/>
                  </a:lnTo>
                  <a:lnTo>
                    <a:pt x="1038816" y="1234300"/>
                  </a:lnTo>
                  <a:lnTo>
                    <a:pt x="1042736" y="1234300"/>
                  </a:lnTo>
                  <a:lnTo>
                    <a:pt x="1046656" y="1234300"/>
                  </a:lnTo>
                  <a:lnTo>
                    <a:pt x="1050576" y="1234300"/>
                  </a:lnTo>
                  <a:lnTo>
                    <a:pt x="1054496" y="1234300"/>
                  </a:lnTo>
                  <a:lnTo>
                    <a:pt x="1058417" y="1234300"/>
                  </a:lnTo>
                  <a:lnTo>
                    <a:pt x="1062337" y="1234300"/>
                  </a:lnTo>
                  <a:lnTo>
                    <a:pt x="1066257" y="1234300"/>
                  </a:lnTo>
                  <a:lnTo>
                    <a:pt x="1070177" y="1234300"/>
                  </a:lnTo>
                  <a:lnTo>
                    <a:pt x="1074097" y="1234300"/>
                  </a:lnTo>
                  <a:lnTo>
                    <a:pt x="1078017" y="1234300"/>
                  </a:lnTo>
                  <a:lnTo>
                    <a:pt x="1081937" y="1234300"/>
                  </a:lnTo>
                  <a:lnTo>
                    <a:pt x="1085857" y="1234300"/>
                  </a:lnTo>
                  <a:lnTo>
                    <a:pt x="1089777" y="1234300"/>
                  </a:lnTo>
                  <a:lnTo>
                    <a:pt x="1093697" y="1234300"/>
                  </a:lnTo>
                  <a:lnTo>
                    <a:pt x="1097617" y="1234300"/>
                  </a:lnTo>
                  <a:lnTo>
                    <a:pt x="1101537" y="1234300"/>
                  </a:lnTo>
                  <a:lnTo>
                    <a:pt x="1105457" y="1234300"/>
                  </a:lnTo>
                  <a:lnTo>
                    <a:pt x="1109377" y="1234300"/>
                  </a:lnTo>
                  <a:lnTo>
                    <a:pt x="1113297" y="1234300"/>
                  </a:lnTo>
                  <a:lnTo>
                    <a:pt x="1117217" y="1234300"/>
                  </a:lnTo>
                  <a:lnTo>
                    <a:pt x="1121138" y="1234300"/>
                  </a:lnTo>
                  <a:lnTo>
                    <a:pt x="1125058" y="1234300"/>
                  </a:lnTo>
                  <a:lnTo>
                    <a:pt x="1128978" y="1234300"/>
                  </a:lnTo>
                  <a:lnTo>
                    <a:pt x="1132898" y="1234300"/>
                  </a:lnTo>
                  <a:lnTo>
                    <a:pt x="1136818" y="1234300"/>
                  </a:lnTo>
                  <a:lnTo>
                    <a:pt x="1140738" y="1234300"/>
                  </a:lnTo>
                  <a:lnTo>
                    <a:pt x="1144658" y="1234300"/>
                  </a:lnTo>
                  <a:lnTo>
                    <a:pt x="1148578" y="1234300"/>
                  </a:lnTo>
                  <a:lnTo>
                    <a:pt x="1152498" y="1234300"/>
                  </a:lnTo>
                  <a:lnTo>
                    <a:pt x="1156418" y="1234300"/>
                  </a:lnTo>
                  <a:lnTo>
                    <a:pt x="1160338" y="1234300"/>
                  </a:lnTo>
                  <a:lnTo>
                    <a:pt x="1164258" y="1234300"/>
                  </a:lnTo>
                  <a:lnTo>
                    <a:pt x="1168178" y="1234300"/>
                  </a:lnTo>
                  <a:lnTo>
                    <a:pt x="1172098" y="1234300"/>
                  </a:lnTo>
                  <a:lnTo>
                    <a:pt x="1176018" y="1234300"/>
                  </a:lnTo>
                  <a:lnTo>
                    <a:pt x="1179938" y="1234300"/>
                  </a:lnTo>
                  <a:lnTo>
                    <a:pt x="1183859" y="1234300"/>
                  </a:lnTo>
                  <a:lnTo>
                    <a:pt x="1187779" y="1234300"/>
                  </a:lnTo>
                  <a:lnTo>
                    <a:pt x="1191699" y="1234300"/>
                  </a:lnTo>
                  <a:lnTo>
                    <a:pt x="1195619" y="1234300"/>
                  </a:lnTo>
                  <a:lnTo>
                    <a:pt x="1199539" y="1234300"/>
                  </a:lnTo>
                  <a:lnTo>
                    <a:pt x="1203459" y="1234300"/>
                  </a:lnTo>
                  <a:lnTo>
                    <a:pt x="1207379" y="1234300"/>
                  </a:lnTo>
                  <a:lnTo>
                    <a:pt x="1211299" y="1234300"/>
                  </a:lnTo>
                  <a:lnTo>
                    <a:pt x="1215219" y="1234300"/>
                  </a:lnTo>
                  <a:lnTo>
                    <a:pt x="1219139" y="1234300"/>
                  </a:lnTo>
                  <a:lnTo>
                    <a:pt x="1223059" y="1234300"/>
                  </a:lnTo>
                  <a:lnTo>
                    <a:pt x="1226979" y="1234300"/>
                  </a:lnTo>
                  <a:lnTo>
                    <a:pt x="1230899" y="1234300"/>
                  </a:lnTo>
                  <a:lnTo>
                    <a:pt x="1234819" y="1234300"/>
                  </a:lnTo>
                  <a:lnTo>
                    <a:pt x="1238739" y="1234300"/>
                  </a:lnTo>
                  <a:lnTo>
                    <a:pt x="1242659" y="1234300"/>
                  </a:lnTo>
                  <a:lnTo>
                    <a:pt x="1246580" y="1234300"/>
                  </a:lnTo>
                  <a:lnTo>
                    <a:pt x="1250500" y="1234300"/>
                  </a:lnTo>
                  <a:lnTo>
                    <a:pt x="1254420" y="1234300"/>
                  </a:lnTo>
                  <a:lnTo>
                    <a:pt x="1258340" y="1234300"/>
                  </a:lnTo>
                  <a:lnTo>
                    <a:pt x="1262260" y="1234300"/>
                  </a:lnTo>
                  <a:lnTo>
                    <a:pt x="1266180" y="1234300"/>
                  </a:lnTo>
                  <a:lnTo>
                    <a:pt x="1270100" y="1234300"/>
                  </a:lnTo>
                  <a:lnTo>
                    <a:pt x="1274020" y="1234300"/>
                  </a:lnTo>
                  <a:lnTo>
                    <a:pt x="1277940" y="1234300"/>
                  </a:lnTo>
                  <a:lnTo>
                    <a:pt x="1281860" y="1234300"/>
                  </a:lnTo>
                  <a:lnTo>
                    <a:pt x="1285780" y="1234300"/>
                  </a:lnTo>
                  <a:lnTo>
                    <a:pt x="1289700" y="1234300"/>
                  </a:lnTo>
                  <a:lnTo>
                    <a:pt x="1293620" y="1234300"/>
                  </a:lnTo>
                  <a:lnTo>
                    <a:pt x="1297540" y="1234300"/>
                  </a:lnTo>
                  <a:lnTo>
                    <a:pt x="1301460" y="1234300"/>
                  </a:lnTo>
                  <a:lnTo>
                    <a:pt x="1305380" y="1234300"/>
                  </a:lnTo>
                  <a:lnTo>
                    <a:pt x="1309301" y="1234300"/>
                  </a:lnTo>
                  <a:lnTo>
                    <a:pt x="1313221" y="1234300"/>
                  </a:lnTo>
                  <a:lnTo>
                    <a:pt x="1317141" y="1234300"/>
                  </a:lnTo>
                  <a:lnTo>
                    <a:pt x="1321061" y="1234300"/>
                  </a:lnTo>
                  <a:lnTo>
                    <a:pt x="1324981" y="1234300"/>
                  </a:lnTo>
                  <a:lnTo>
                    <a:pt x="1328901" y="1234300"/>
                  </a:lnTo>
                  <a:lnTo>
                    <a:pt x="1332821" y="1234300"/>
                  </a:lnTo>
                  <a:lnTo>
                    <a:pt x="1336741" y="1234300"/>
                  </a:lnTo>
                  <a:lnTo>
                    <a:pt x="1340661" y="1234300"/>
                  </a:lnTo>
                  <a:lnTo>
                    <a:pt x="1344581" y="1234300"/>
                  </a:lnTo>
                  <a:lnTo>
                    <a:pt x="1348501" y="1234300"/>
                  </a:lnTo>
                  <a:lnTo>
                    <a:pt x="1352421" y="1234300"/>
                  </a:lnTo>
                  <a:lnTo>
                    <a:pt x="1356341" y="1234300"/>
                  </a:lnTo>
                  <a:lnTo>
                    <a:pt x="1360261" y="1234300"/>
                  </a:lnTo>
                  <a:lnTo>
                    <a:pt x="1364181" y="1234300"/>
                  </a:lnTo>
                  <a:lnTo>
                    <a:pt x="1368101" y="1234300"/>
                  </a:lnTo>
                  <a:lnTo>
                    <a:pt x="1372022" y="1234300"/>
                  </a:lnTo>
                  <a:lnTo>
                    <a:pt x="1375942" y="1234300"/>
                  </a:lnTo>
                  <a:lnTo>
                    <a:pt x="1379862" y="1234300"/>
                  </a:lnTo>
                  <a:lnTo>
                    <a:pt x="1383782" y="1234300"/>
                  </a:lnTo>
                  <a:lnTo>
                    <a:pt x="1387702" y="1234300"/>
                  </a:lnTo>
                  <a:lnTo>
                    <a:pt x="1391622" y="1234300"/>
                  </a:lnTo>
                  <a:lnTo>
                    <a:pt x="1395542" y="1234300"/>
                  </a:lnTo>
                  <a:lnTo>
                    <a:pt x="1399462" y="1234300"/>
                  </a:lnTo>
                  <a:lnTo>
                    <a:pt x="1403382" y="1234300"/>
                  </a:lnTo>
                  <a:lnTo>
                    <a:pt x="1407302" y="1234300"/>
                  </a:lnTo>
                  <a:lnTo>
                    <a:pt x="1411222" y="1234300"/>
                  </a:lnTo>
                  <a:lnTo>
                    <a:pt x="1415142" y="1234300"/>
                  </a:lnTo>
                  <a:lnTo>
                    <a:pt x="1419062" y="1234300"/>
                  </a:lnTo>
                  <a:lnTo>
                    <a:pt x="1422982" y="1234300"/>
                  </a:lnTo>
                  <a:lnTo>
                    <a:pt x="1426902" y="1234300"/>
                  </a:lnTo>
                  <a:lnTo>
                    <a:pt x="1430822" y="1234300"/>
                  </a:lnTo>
                  <a:lnTo>
                    <a:pt x="1434743" y="1234300"/>
                  </a:lnTo>
                  <a:lnTo>
                    <a:pt x="1438663" y="1234300"/>
                  </a:lnTo>
                  <a:lnTo>
                    <a:pt x="1442583" y="1234300"/>
                  </a:lnTo>
                  <a:lnTo>
                    <a:pt x="1446503" y="1234300"/>
                  </a:lnTo>
                  <a:lnTo>
                    <a:pt x="1450423" y="1234300"/>
                  </a:lnTo>
                  <a:lnTo>
                    <a:pt x="1454343" y="1234300"/>
                  </a:lnTo>
                  <a:lnTo>
                    <a:pt x="1458263" y="1234300"/>
                  </a:lnTo>
                  <a:lnTo>
                    <a:pt x="1462183" y="1234300"/>
                  </a:lnTo>
                  <a:lnTo>
                    <a:pt x="1466103" y="1234300"/>
                  </a:lnTo>
                  <a:lnTo>
                    <a:pt x="1470023" y="1234300"/>
                  </a:lnTo>
                  <a:lnTo>
                    <a:pt x="1473943" y="1234300"/>
                  </a:lnTo>
                  <a:lnTo>
                    <a:pt x="1477863" y="1234300"/>
                  </a:lnTo>
                  <a:lnTo>
                    <a:pt x="1481783" y="1234300"/>
                  </a:lnTo>
                  <a:lnTo>
                    <a:pt x="1485703" y="1234300"/>
                  </a:lnTo>
                  <a:lnTo>
                    <a:pt x="1489623" y="1234300"/>
                  </a:lnTo>
                  <a:lnTo>
                    <a:pt x="1493543" y="1234300"/>
                  </a:lnTo>
                  <a:lnTo>
                    <a:pt x="1497464" y="1234300"/>
                  </a:lnTo>
                  <a:lnTo>
                    <a:pt x="1501384" y="1234300"/>
                  </a:lnTo>
                  <a:lnTo>
                    <a:pt x="1505304" y="1234300"/>
                  </a:lnTo>
                  <a:lnTo>
                    <a:pt x="1509224" y="1234300"/>
                  </a:lnTo>
                  <a:lnTo>
                    <a:pt x="1513144" y="1234300"/>
                  </a:lnTo>
                  <a:lnTo>
                    <a:pt x="1517064" y="1234300"/>
                  </a:lnTo>
                  <a:lnTo>
                    <a:pt x="1520984" y="1234300"/>
                  </a:lnTo>
                  <a:lnTo>
                    <a:pt x="1524904" y="1234300"/>
                  </a:lnTo>
                  <a:lnTo>
                    <a:pt x="1528824" y="1234300"/>
                  </a:lnTo>
                  <a:lnTo>
                    <a:pt x="1532744" y="1234300"/>
                  </a:lnTo>
                  <a:lnTo>
                    <a:pt x="1536664" y="1234300"/>
                  </a:lnTo>
                  <a:lnTo>
                    <a:pt x="1540584" y="1234300"/>
                  </a:lnTo>
                  <a:lnTo>
                    <a:pt x="1544504" y="1234300"/>
                  </a:lnTo>
                  <a:lnTo>
                    <a:pt x="1548424" y="1234300"/>
                  </a:lnTo>
                  <a:lnTo>
                    <a:pt x="1552344" y="1234300"/>
                  </a:lnTo>
                  <a:lnTo>
                    <a:pt x="1556265" y="1234300"/>
                  </a:lnTo>
                  <a:lnTo>
                    <a:pt x="1560185" y="1234300"/>
                  </a:lnTo>
                  <a:lnTo>
                    <a:pt x="1564105" y="1234300"/>
                  </a:lnTo>
                  <a:lnTo>
                    <a:pt x="1568025" y="1234300"/>
                  </a:lnTo>
                  <a:lnTo>
                    <a:pt x="1571945" y="1234300"/>
                  </a:lnTo>
                  <a:lnTo>
                    <a:pt x="1575865" y="1234300"/>
                  </a:lnTo>
                  <a:lnTo>
                    <a:pt x="1579785" y="1234300"/>
                  </a:lnTo>
                  <a:lnTo>
                    <a:pt x="1583705" y="1234300"/>
                  </a:lnTo>
                  <a:lnTo>
                    <a:pt x="1587625" y="1234300"/>
                  </a:lnTo>
                  <a:lnTo>
                    <a:pt x="1591545" y="1234300"/>
                  </a:lnTo>
                  <a:lnTo>
                    <a:pt x="1595465" y="1234300"/>
                  </a:lnTo>
                  <a:lnTo>
                    <a:pt x="1599385" y="1234300"/>
                  </a:lnTo>
                  <a:lnTo>
                    <a:pt x="1603305" y="1234300"/>
                  </a:lnTo>
                  <a:lnTo>
                    <a:pt x="1607225" y="1234300"/>
                  </a:lnTo>
                  <a:lnTo>
                    <a:pt x="1611145" y="1234300"/>
                  </a:lnTo>
                  <a:lnTo>
                    <a:pt x="1615065" y="1234300"/>
                  </a:lnTo>
                  <a:lnTo>
                    <a:pt x="1618986" y="1234300"/>
                  </a:lnTo>
                  <a:lnTo>
                    <a:pt x="1622906" y="1234300"/>
                  </a:lnTo>
                  <a:lnTo>
                    <a:pt x="1626826" y="1234300"/>
                  </a:lnTo>
                  <a:lnTo>
                    <a:pt x="1630746" y="1234300"/>
                  </a:lnTo>
                  <a:lnTo>
                    <a:pt x="1634666" y="1234300"/>
                  </a:lnTo>
                  <a:lnTo>
                    <a:pt x="1638586" y="1234300"/>
                  </a:lnTo>
                  <a:lnTo>
                    <a:pt x="1642506" y="1234300"/>
                  </a:lnTo>
                  <a:lnTo>
                    <a:pt x="1646426" y="1234300"/>
                  </a:lnTo>
                  <a:lnTo>
                    <a:pt x="1650346" y="1234300"/>
                  </a:lnTo>
                  <a:lnTo>
                    <a:pt x="1654266" y="1234300"/>
                  </a:lnTo>
                  <a:lnTo>
                    <a:pt x="1658186" y="1234300"/>
                  </a:lnTo>
                  <a:lnTo>
                    <a:pt x="1662106" y="1234300"/>
                  </a:lnTo>
                  <a:lnTo>
                    <a:pt x="1666026" y="1234300"/>
                  </a:lnTo>
                  <a:lnTo>
                    <a:pt x="1669946" y="1234300"/>
                  </a:lnTo>
                  <a:lnTo>
                    <a:pt x="1673866" y="1234300"/>
                  </a:lnTo>
                  <a:lnTo>
                    <a:pt x="1677786" y="1234300"/>
                  </a:lnTo>
                  <a:lnTo>
                    <a:pt x="1681707" y="1234300"/>
                  </a:lnTo>
                  <a:lnTo>
                    <a:pt x="1685627" y="1234300"/>
                  </a:lnTo>
                  <a:lnTo>
                    <a:pt x="1689547" y="1234300"/>
                  </a:lnTo>
                  <a:lnTo>
                    <a:pt x="1693467" y="1234300"/>
                  </a:lnTo>
                  <a:lnTo>
                    <a:pt x="1697387" y="1234300"/>
                  </a:lnTo>
                  <a:lnTo>
                    <a:pt x="1701307" y="1234300"/>
                  </a:lnTo>
                  <a:lnTo>
                    <a:pt x="1705227" y="1234300"/>
                  </a:lnTo>
                  <a:lnTo>
                    <a:pt x="1709147" y="1234300"/>
                  </a:lnTo>
                  <a:lnTo>
                    <a:pt x="1713067" y="1234300"/>
                  </a:lnTo>
                  <a:lnTo>
                    <a:pt x="1716987" y="1234300"/>
                  </a:lnTo>
                  <a:lnTo>
                    <a:pt x="1720907" y="1234300"/>
                  </a:lnTo>
                  <a:lnTo>
                    <a:pt x="1724827" y="1234300"/>
                  </a:lnTo>
                  <a:lnTo>
                    <a:pt x="1728747" y="1234300"/>
                  </a:lnTo>
                  <a:lnTo>
                    <a:pt x="1732667" y="1234300"/>
                  </a:lnTo>
                  <a:lnTo>
                    <a:pt x="1736587" y="1234300"/>
                  </a:lnTo>
                  <a:lnTo>
                    <a:pt x="1740507" y="1234300"/>
                  </a:lnTo>
                  <a:lnTo>
                    <a:pt x="1744428" y="1234300"/>
                  </a:lnTo>
                  <a:lnTo>
                    <a:pt x="1748348" y="1234300"/>
                  </a:lnTo>
                  <a:lnTo>
                    <a:pt x="1752268" y="1234300"/>
                  </a:lnTo>
                  <a:lnTo>
                    <a:pt x="1756188" y="1234300"/>
                  </a:lnTo>
                  <a:lnTo>
                    <a:pt x="1760108" y="1234300"/>
                  </a:lnTo>
                  <a:lnTo>
                    <a:pt x="1764028" y="1234300"/>
                  </a:lnTo>
                  <a:lnTo>
                    <a:pt x="1767948" y="1234300"/>
                  </a:lnTo>
                  <a:lnTo>
                    <a:pt x="1771868" y="1234300"/>
                  </a:lnTo>
                  <a:lnTo>
                    <a:pt x="1775788" y="1234300"/>
                  </a:lnTo>
                  <a:lnTo>
                    <a:pt x="1779708" y="1234300"/>
                  </a:lnTo>
                  <a:lnTo>
                    <a:pt x="1783628" y="1234300"/>
                  </a:lnTo>
                  <a:lnTo>
                    <a:pt x="1787548" y="1234300"/>
                  </a:lnTo>
                  <a:lnTo>
                    <a:pt x="1791468" y="1234300"/>
                  </a:lnTo>
                  <a:lnTo>
                    <a:pt x="1795388" y="1234300"/>
                  </a:lnTo>
                  <a:lnTo>
                    <a:pt x="1799308" y="1234300"/>
                  </a:lnTo>
                  <a:lnTo>
                    <a:pt x="1803228" y="1234300"/>
                  </a:lnTo>
                  <a:lnTo>
                    <a:pt x="1807149" y="1234300"/>
                  </a:lnTo>
                  <a:lnTo>
                    <a:pt x="1811069" y="1234300"/>
                  </a:lnTo>
                  <a:lnTo>
                    <a:pt x="1814989" y="1234300"/>
                  </a:lnTo>
                  <a:lnTo>
                    <a:pt x="1818909" y="1234300"/>
                  </a:lnTo>
                  <a:lnTo>
                    <a:pt x="1822829" y="1234300"/>
                  </a:lnTo>
                  <a:lnTo>
                    <a:pt x="1826749" y="1234300"/>
                  </a:lnTo>
                  <a:lnTo>
                    <a:pt x="1830669" y="1234300"/>
                  </a:lnTo>
                  <a:lnTo>
                    <a:pt x="1834589" y="1234300"/>
                  </a:lnTo>
                  <a:lnTo>
                    <a:pt x="1838509" y="1234300"/>
                  </a:lnTo>
                  <a:lnTo>
                    <a:pt x="1842429" y="1234300"/>
                  </a:lnTo>
                  <a:lnTo>
                    <a:pt x="1846349" y="1234300"/>
                  </a:lnTo>
                  <a:lnTo>
                    <a:pt x="1850269" y="1234300"/>
                  </a:lnTo>
                  <a:lnTo>
                    <a:pt x="1854189" y="1234300"/>
                  </a:lnTo>
                  <a:lnTo>
                    <a:pt x="1858109" y="1234300"/>
                  </a:lnTo>
                  <a:lnTo>
                    <a:pt x="1862029" y="1234300"/>
                  </a:lnTo>
                  <a:lnTo>
                    <a:pt x="1865949" y="1234300"/>
                  </a:lnTo>
                  <a:lnTo>
                    <a:pt x="1869870" y="1234300"/>
                  </a:lnTo>
                  <a:lnTo>
                    <a:pt x="1873790" y="1234300"/>
                  </a:lnTo>
                  <a:lnTo>
                    <a:pt x="1877710" y="1234300"/>
                  </a:lnTo>
                  <a:lnTo>
                    <a:pt x="1881630" y="1234300"/>
                  </a:lnTo>
                  <a:lnTo>
                    <a:pt x="1885550" y="1234300"/>
                  </a:lnTo>
                  <a:lnTo>
                    <a:pt x="1889470" y="1234300"/>
                  </a:lnTo>
                  <a:lnTo>
                    <a:pt x="1893390" y="1234300"/>
                  </a:lnTo>
                  <a:lnTo>
                    <a:pt x="1897310" y="1234300"/>
                  </a:lnTo>
                  <a:lnTo>
                    <a:pt x="1901230" y="1234300"/>
                  </a:lnTo>
                  <a:lnTo>
                    <a:pt x="1905150" y="1234300"/>
                  </a:lnTo>
                  <a:lnTo>
                    <a:pt x="1909070" y="1234300"/>
                  </a:lnTo>
                  <a:lnTo>
                    <a:pt x="1912990" y="1234300"/>
                  </a:lnTo>
                  <a:lnTo>
                    <a:pt x="1916910" y="1234300"/>
                  </a:lnTo>
                  <a:lnTo>
                    <a:pt x="1920830" y="1234300"/>
                  </a:lnTo>
                  <a:lnTo>
                    <a:pt x="1924750" y="1234300"/>
                  </a:lnTo>
                  <a:lnTo>
                    <a:pt x="1928670" y="1234300"/>
                  </a:lnTo>
                  <a:lnTo>
                    <a:pt x="1932591" y="1234300"/>
                  </a:lnTo>
                  <a:lnTo>
                    <a:pt x="1936511" y="1234300"/>
                  </a:lnTo>
                  <a:lnTo>
                    <a:pt x="1940431" y="1234300"/>
                  </a:lnTo>
                  <a:lnTo>
                    <a:pt x="1944351" y="1234300"/>
                  </a:lnTo>
                  <a:lnTo>
                    <a:pt x="1948271" y="1234300"/>
                  </a:lnTo>
                  <a:lnTo>
                    <a:pt x="1952191" y="1234300"/>
                  </a:lnTo>
                  <a:lnTo>
                    <a:pt x="1956111" y="1234300"/>
                  </a:lnTo>
                  <a:lnTo>
                    <a:pt x="1960031" y="1234300"/>
                  </a:lnTo>
                  <a:lnTo>
                    <a:pt x="1963951" y="1234300"/>
                  </a:lnTo>
                  <a:lnTo>
                    <a:pt x="1967871" y="1234300"/>
                  </a:lnTo>
                  <a:lnTo>
                    <a:pt x="1971791" y="1234300"/>
                  </a:lnTo>
                  <a:lnTo>
                    <a:pt x="1975711" y="1234300"/>
                  </a:lnTo>
                  <a:lnTo>
                    <a:pt x="1979631" y="1234300"/>
                  </a:lnTo>
                  <a:lnTo>
                    <a:pt x="1983551" y="1234300"/>
                  </a:lnTo>
                  <a:lnTo>
                    <a:pt x="1987471" y="1234300"/>
                  </a:lnTo>
                  <a:lnTo>
                    <a:pt x="1991391" y="1234300"/>
                  </a:lnTo>
                  <a:lnTo>
                    <a:pt x="1995312" y="1234300"/>
                  </a:lnTo>
                  <a:lnTo>
                    <a:pt x="1999232" y="1234300"/>
                  </a:lnTo>
                  <a:lnTo>
                    <a:pt x="2003152" y="1234300"/>
                  </a:lnTo>
                  <a:lnTo>
                    <a:pt x="1999232" y="1234300"/>
                  </a:lnTo>
                  <a:lnTo>
                    <a:pt x="1995312" y="1234300"/>
                  </a:lnTo>
                  <a:lnTo>
                    <a:pt x="1991391" y="1234300"/>
                  </a:lnTo>
                  <a:lnTo>
                    <a:pt x="1987471" y="1234300"/>
                  </a:lnTo>
                  <a:lnTo>
                    <a:pt x="1983551" y="1234300"/>
                  </a:lnTo>
                  <a:lnTo>
                    <a:pt x="1979631" y="1234300"/>
                  </a:lnTo>
                  <a:lnTo>
                    <a:pt x="1975711" y="1234300"/>
                  </a:lnTo>
                  <a:lnTo>
                    <a:pt x="1971791" y="1234300"/>
                  </a:lnTo>
                  <a:lnTo>
                    <a:pt x="1967871" y="1234300"/>
                  </a:lnTo>
                  <a:lnTo>
                    <a:pt x="1963951" y="1234300"/>
                  </a:lnTo>
                  <a:lnTo>
                    <a:pt x="1960031" y="1234300"/>
                  </a:lnTo>
                  <a:lnTo>
                    <a:pt x="1956111" y="1234300"/>
                  </a:lnTo>
                  <a:lnTo>
                    <a:pt x="1952191" y="1234300"/>
                  </a:lnTo>
                  <a:lnTo>
                    <a:pt x="1948271" y="1234300"/>
                  </a:lnTo>
                  <a:lnTo>
                    <a:pt x="1944351" y="1234300"/>
                  </a:lnTo>
                  <a:lnTo>
                    <a:pt x="1940431" y="1234300"/>
                  </a:lnTo>
                  <a:lnTo>
                    <a:pt x="1936511" y="1234300"/>
                  </a:lnTo>
                  <a:lnTo>
                    <a:pt x="1932591" y="1234300"/>
                  </a:lnTo>
                  <a:lnTo>
                    <a:pt x="1928670" y="1234300"/>
                  </a:lnTo>
                  <a:lnTo>
                    <a:pt x="1924750" y="1234300"/>
                  </a:lnTo>
                  <a:lnTo>
                    <a:pt x="1920830" y="1234300"/>
                  </a:lnTo>
                  <a:lnTo>
                    <a:pt x="1916910" y="1234300"/>
                  </a:lnTo>
                  <a:lnTo>
                    <a:pt x="1912990" y="1234300"/>
                  </a:lnTo>
                  <a:lnTo>
                    <a:pt x="1909070" y="1234300"/>
                  </a:lnTo>
                  <a:lnTo>
                    <a:pt x="1905150" y="1234300"/>
                  </a:lnTo>
                  <a:lnTo>
                    <a:pt x="1901230" y="1234300"/>
                  </a:lnTo>
                  <a:lnTo>
                    <a:pt x="1897310" y="1234300"/>
                  </a:lnTo>
                  <a:lnTo>
                    <a:pt x="1893390" y="1234300"/>
                  </a:lnTo>
                  <a:lnTo>
                    <a:pt x="1889470" y="1234300"/>
                  </a:lnTo>
                  <a:lnTo>
                    <a:pt x="1885550" y="1234300"/>
                  </a:lnTo>
                  <a:lnTo>
                    <a:pt x="1881630" y="1234300"/>
                  </a:lnTo>
                  <a:lnTo>
                    <a:pt x="1877710" y="1234300"/>
                  </a:lnTo>
                  <a:lnTo>
                    <a:pt x="1873790" y="1234300"/>
                  </a:lnTo>
                  <a:lnTo>
                    <a:pt x="1869870" y="1234300"/>
                  </a:lnTo>
                  <a:lnTo>
                    <a:pt x="1865949" y="1234300"/>
                  </a:lnTo>
                  <a:lnTo>
                    <a:pt x="1862029" y="1234300"/>
                  </a:lnTo>
                  <a:lnTo>
                    <a:pt x="1858109" y="1234300"/>
                  </a:lnTo>
                  <a:lnTo>
                    <a:pt x="1854189" y="1234300"/>
                  </a:lnTo>
                  <a:lnTo>
                    <a:pt x="1850269" y="1234300"/>
                  </a:lnTo>
                  <a:lnTo>
                    <a:pt x="1846349" y="1234300"/>
                  </a:lnTo>
                  <a:lnTo>
                    <a:pt x="1842429" y="1234300"/>
                  </a:lnTo>
                  <a:lnTo>
                    <a:pt x="1838509" y="1234300"/>
                  </a:lnTo>
                  <a:lnTo>
                    <a:pt x="1834589" y="1234300"/>
                  </a:lnTo>
                  <a:lnTo>
                    <a:pt x="1830669" y="1234300"/>
                  </a:lnTo>
                  <a:lnTo>
                    <a:pt x="1826749" y="1234300"/>
                  </a:lnTo>
                  <a:lnTo>
                    <a:pt x="1822829" y="1234300"/>
                  </a:lnTo>
                  <a:lnTo>
                    <a:pt x="1818909" y="1234300"/>
                  </a:lnTo>
                  <a:lnTo>
                    <a:pt x="1814989" y="1234300"/>
                  </a:lnTo>
                  <a:lnTo>
                    <a:pt x="1811069" y="1234300"/>
                  </a:lnTo>
                  <a:lnTo>
                    <a:pt x="1807149" y="1234300"/>
                  </a:lnTo>
                  <a:lnTo>
                    <a:pt x="1803228" y="1234300"/>
                  </a:lnTo>
                  <a:lnTo>
                    <a:pt x="1799308" y="1234300"/>
                  </a:lnTo>
                  <a:lnTo>
                    <a:pt x="1795388" y="1234300"/>
                  </a:lnTo>
                  <a:lnTo>
                    <a:pt x="1791468" y="1234300"/>
                  </a:lnTo>
                  <a:lnTo>
                    <a:pt x="1787548" y="1234300"/>
                  </a:lnTo>
                  <a:lnTo>
                    <a:pt x="1783628" y="1234300"/>
                  </a:lnTo>
                  <a:lnTo>
                    <a:pt x="1779708" y="1234300"/>
                  </a:lnTo>
                  <a:lnTo>
                    <a:pt x="1775788" y="1234300"/>
                  </a:lnTo>
                  <a:lnTo>
                    <a:pt x="1771868" y="1234300"/>
                  </a:lnTo>
                  <a:lnTo>
                    <a:pt x="1767948" y="1234300"/>
                  </a:lnTo>
                  <a:lnTo>
                    <a:pt x="1764028" y="1234300"/>
                  </a:lnTo>
                  <a:lnTo>
                    <a:pt x="1760108" y="1234300"/>
                  </a:lnTo>
                  <a:lnTo>
                    <a:pt x="1756188" y="1234300"/>
                  </a:lnTo>
                  <a:lnTo>
                    <a:pt x="1752268" y="1234300"/>
                  </a:lnTo>
                  <a:lnTo>
                    <a:pt x="1748348" y="1234300"/>
                  </a:lnTo>
                  <a:lnTo>
                    <a:pt x="1744428" y="1234300"/>
                  </a:lnTo>
                  <a:lnTo>
                    <a:pt x="1740507" y="1234300"/>
                  </a:lnTo>
                  <a:lnTo>
                    <a:pt x="1736587" y="1234300"/>
                  </a:lnTo>
                  <a:lnTo>
                    <a:pt x="1732667" y="1234300"/>
                  </a:lnTo>
                  <a:lnTo>
                    <a:pt x="1728747" y="1234300"/>
                  </a:lnTo>
                  <a:lnTo>
                    <a:pt x="1724827" y="1234300"/>
                  </a:lnTo>
                  <a:lnTo>
                    <a:pt x="1720907" y="1234300"/>
                  </a:lnTo>
                  <a:lnTo>
                    <a:pt x="1716987" y="1234300"/>
                  </a:lnTo>
                  <a:lnTo>
                    <a:pt x="1713067" y="1234300"/>
                  </a:lnTo>
                  <a:lnTo>
                    <a:pt x="1709147" y="1234300"/>
                  </a:lnTo>
                  <a:lnTo>
                    <a:pt x="1705227" y="1234300"/>
                  </a:lnTo>
                  <a:lnTo>
                    <a:pt x="1701307" y="1234300"/>
                  </a:lnTo>
                  <a:lnTo>
                    <a:pt x="1697387" y="1234300"/>
                  </a:lnTo>
                  <a:lnTo>
                    <a:pt x="1693467" y="1234300"/>
                  </a:lnTo>
                  <a:lnTo>
                    <a:pt x="1689547" y="1234300"/>
                  </a:lnTo>
                  <a:lnTo>
                    <a:pt x="1685627" y="1234300"/>
                  </a:lnTo>
                  <a:lnTo>
                    <a:pt x="1681707" y="1234300"/>
                  </a:lnTo>
                  <a:lnTo>
                    <a:pt x="1677786" y="1234300"/>
                  </a:lnTo>
                  <a:lnTo>
                    <a:pt x="1673866" y="1234300"/>
                  </a:lnTo>
                  <a:lnTo>
                    <a:pt x="1669946" y="1234300"/>
                  </a:lnTo>
                  <a:lnTo>
                    <a:pt x="1666026" y="1234300"/>
                  </a:lnTo>
                  <a:lnTo>
                    <a:pt x="1662106" y="1234300"/>
                  </a:lnTo>
                  <a:lnTo>
                    <a:pt x="1658186" y="1234300"/>
                  </a:lnTo>
                  <a:lnTo>
                    <a:pt x="1654266" y="1234300"/>
                  </a:lnTo>
                  <a:lnTo>
                    <a:pt x="1650346" y="1234300"/>
                  </a:lnTo>
                  <a:lnTo>
                    <a:pt x="1646426" y="1234300"/>
                  </a:lnTo>
                  <a:lnTo>
                    <a:pt x="1642506" y="1234300"/>
                  </a:lnTo>
                  <a:lnTo>
                    <a:pt x="1638586" y="1234300"/>
                  </a:lnTo>
                  <a:lnTo>
                    <a:pt x="1634666" y="1234300"/>
                  </a:lnTo>
                  <a:lnTo>
                    <a:pt x="1630746" y="1234300"/>
                  </a:lnTo>
                  <a:lnTo>
                    <a:pt x="1626826" y="1234300"/>
                  </a:lnTo>
                  <a:lnTo>
                    <a:pt x="1622906" y="1234300"/>
                  </a:lnTo>
                  <a:lnTo>
                    <a:pt x="1618986" y="1234300"/>
                  </a:lnTo>
                  <a:lnTo>
                    <a:pt x="1615065" y="1234300"/>
                  </a:lnTo>
                  <a:lnTo>
                    <a:pt x="1611145" y="1234300"/>
                  </a:lnTo>
                  <a:lnTo>
                    <a:pt x="1607225" y="1234300"/>
                  </a:lnTo>
                  <a:lnTo>
                    <a:pt x="1603305" y="1234300"/>
                  </a:lnTo>
                  <a:lnTo>
                    <a:pt x="1599385" y="1234300"/>
                  </a:lnTo>
                  <a:lnTo>
                    <a:pt x="1595465" y="1234300"/>
                  </a:lnTo>
                  <a:lnTo>
                    <a:pt x="1591545" y="1234300"/>
                  </a:lnTo>
                  <a:lnTo>
                    <a:pt x="1587625" y="1234300"/>
                  </a:lnTo>
                  <a:lnTo>
                    <a:pt x="1583705" y="1234300"/>
                  </a:lnTo>
                  <a:lnTo>
                    <a:pt x="1579785" y="1234300"/>
                  </a:lnTo>
                  <a:lnTo>
                    <a:pt x="1575865" y="1234300"/>
                  </a:lnTo>
                  <a:lnTo>
                    <a:pt x="1571945" y="1234300"/>
                  </a:lnTo>
                  <a:lnTo>
                    <a:pt x="1568025" y="1234300"/>
                  </a:lnTo>
                  <a:lnTo>
                    <a:pt x="1564105" y="1234300"/>
                  </a:lnTo>
                  <a:lnTo>
                    <a:pt x="1560185" y="1234300"/>
                  </a:lnTo>
                  <a:lnTo>
                    <a:pt x="1556265" y="1234300"/>
                  </a:lnTo>
                  <a:lnTo>
                    <a:pt x="1552344" y="1234300"/>
                  </a:lnTo>
                  <a:lnTo>
                    <a:pt x="1548424" y="1234300"/>
                  </a:lnTo>
                  <a:lnTo>
                    <a:pt x="1544504" y="1234300"/>
                  </a:lnTo>
                  <a:lnTo>
                    <a:pt x="1540584" y="1234300"/>
                  </a:lnTo>
                  <a:lnTo>
                    <a:pt x="1536664" y="1234300"/>
                  </a:lnTo>
                  <a:lnTo>
                    <a:pt x="1532744" y="1234300"/>
                  </a:lnTo>
                  <a:lnTo>
                    <a:pt x="1528824" y="1234300"/>
                  </a:lnTo>
                  <a:lnTo>
                    <a:pt x="1524904" y="1234300"/>
                  </a:lnTo>
                  <a:lnTo>
                    <a:pt x="1520984" y="1234300"/>
                  </a:lnTo>
                  <a:lnTo>
                    <a:pt x="1517064" y="1234300"/>
                  </a:lnTo>
                  <a:lnTo>
                    <a:pt x="1513144" y="1234300"/>
                  </a:lnTo>
                  <a:lnTo>
                    <a:pt x="1509224" y="1234300"/>
                  </a:lnTo>
                  <a:lnTo>
                    <a:pt x="1505304" y="1234300"/>
                  </a:lnTo>
                  <a:lnTo>
                    <a:pt x="1501384" y="1234300"/>
                  </a:lnTo>
                  <a:lnTo>
                    <a:pt x="1497464" y="1234300"/>
                  </a:lnTo>
                  <a:lnTo>
                    <a:pt x="1493543" y="1234300"/>
                  </a:lnTo>
                  <a:lnTo>
                    <a:pt x="1489623" y="1234300"/>
                  </a:lnTo>
                  <a:lnTo>
                    <a:pt x="1485703" y="1234300"/>
                  </a:lnTo>
                  <a:lnTo>
                    <a:pt x="1481783" y="1234300"/>
                  </a:lnTo>
                  <a:lnTo>
                    <a:pt x="1477863" y="1234300"/>
                  </a:lnTo>
                  <a:lnTo>
                    <a:pt x="1473943" y="1234300"/>
                  </a:lnTo>
                  <a:lnTo>
                    <a:pt x="1470023" y="1234300"/>
                  </a:lnTo>
                  <a:lnTo>
                    <a:pt x="1466103" y="1234300"/>
                  </a:lnTo>
                  <a:lnTo>
                    <a:pt x="1462183" y="1234300"/>
                  </a:lnTo>
                  <a:lnTo>
                    <a:pt x="1458263" y="1234300"/>
                  </a:lnTo>
                  <a:lnTo>
                    <a:pt x="1454343" y="1234300"/>
                  </a:lnTo>
                  <a:lnTo>
                    <a:pt x="1450423" y="1234300"/>
                  </a:lnTo>
                  <a:lnTo>
                    <a:pt x="1446503" y="1234300"/>
                  </a:lnTo>
                  <a:lnTo>
                    <a:pt x="1442583" y="1234300"/>
                  </a:lnTo>
                  <a:lnTo>
                    <a:pt x="1438663" y="1234300"/>
                  </a:lnTo>
                  <a:lnTo>
                    <a:pt x="1434743" y="1234300"/>
                  </a:lnTo>
                  <a:lnTo>
                    <a:pt x="1430822" y="1234300"/>
                  </a:lnTo>
                  <a:lnTo>
                    <a:pt x="1426902" y="1234300"/>
                  </a:lnTo>
                  <a:lnTo>
                    <a:pt x="1422982" y="1234300"/>
                  </a:lnTo>
                  <a:lnTo>
                    <a:pt x="1419062" y="1234300"/>
                  </a:lnTo>
                  <a:lnTo>
                    <a:pt x="1415142" y="1234300"/>
                  </a:lnTo>
                  <a:lnTo>
                    <a:pt x="1411222" y="1234300"/>
                  </a:lnTo>
                  <a:lnTo>
                    <a:pt x="1407302" y="1234300"/>
                  </a:lnTo>
                  <a:lnTo>
                    <a:pt x="1403382" y="1234300"/>
                  </a:lnTo>
                  <a:lnTo>
                    <a:pt x="1399462" y="1234300"/>
                  </a:lnTo>
                  <a:lnTo>
                    <a:pt x="1395542" y="1234300"/>
                  </a:lnTo>
                  <a:lnTo>
                    <a:pt x="1391622" y="1234300"/>
                  </a:lnTo>
                  <a:lnTo>
                    <a:pt x="1387702" y="1234300"/>
                  </a:lnTo>
                  <a:lnTo>
                    <a:pt x="1383782" y="1234300"/>
                  </a:lnTo>
                  <a:lnTo>
                    <a:pt x="1379862" y="1234300"/>
                  </a:lnTo>
                  <a:lnTo>
                    <a:pt x="1375942" y="1234300"/>
                  </a:lnTo>
                  <a:lnTo>
                    <a:pt x="1372022" y="1234300"/>
                  </a:lnTo>
                  <a:lnTo>
                    <a:pt x="1368101" y="1234300"/>
                  </a:lnTo>
                  <a:lnTo>
                    <a:pt x="1364181" y="1234300"/>
                  </a:lnTo>
                  <a:lnTo>
                    <a:pt x="1360261" y="1234300"/>
                  </a:lnTo>
                  <a:lnTo>
                    <a:pt x="1356341" y="1234300"/>
                  </a:lnTo>
                  <a:lnTo>
                    <a:pt x="1352421" y="1234300"/>
                  </a:lnTo>
                  <a:lnTo>
                    <a:pt x="1348501" y="1234300"/>
                  </a:lnTo>
                  <a:lnTo>
                    <a:pt x="1344581" y="1234300"/>
                  </a:lnTo>
                  <a:lnTo>
                    <a:pt x="1340661" y="1234300"/>
                  </a:lnTo>
                  <a:lnTo>
                    <a:pt x="1336741" y="1234300"/>
                  </a:lnTo>
                  <a:lnTo>
                    <a:pt x="1332821" y="1234300"/>
                  </a:lnTo>
                  <a:lnTo>
                    <a:pt x="1328901" y="1234300"/>
                  </a:lnTo>
                  <a:lnTo>
                    <a:pt x="1324981" y="1234300"/>
                  </a:lnTo>
                  <a:lnTo>
                    <a:pt x="1321061" y="1234300"/>
                  </a:lnTo>
                  <a:lnTo>
                    <a:pt x="1317141" y="1234300"/>
                  </a:lnTo>
                  <a:lnTo>
                    <a:pt x="1313221" y="1234300"/>
                  </a:lnTo>
                  <a:lnTo>
                    <a:pt x="1309301" y="1234300"/>
                  </a:lnTo>
                  <a:lnTo>
                    <a:pt x="1305380" y="1234300"/>
                  </a:lnTo>
                  <a:lnTo>
                    <a:pt x="1301460" y="1234300"/>
                  </a:lnTo>
                  <a:lnTo>
                    <a:pt x="1297540" y="1234300"/>
                  </a:lnTo>
                  <a:lnTo>
                    <a:pt x="1293620" y="1234300"/>
                  </a:lnTo>
                  <a:lnTo>
                    <a:pt x="1289700" y="1234300"/>
                  </a:lnTo>
                  <a:lnTo>
                    <a:pt x="1285780" y="1234300"/>
                  </a:lnTo>
                  <a:lnTo>
                    <a:pt x="1281860" y="1234300"/>
                  </a:lnTo>
                  <a:lnTo>
                    <a:pt x="1277940" y="1234300"/>
                  </a:lnTo>
                  <a:lnTo>
                    <a:pt x="1274020" y="1234300"/>
                  </a:lnTo>
                  <a:lnTo>
                    <a:pt x="1270100" y="1234300"/>
                  </a:lnTo>
                  <a:lnTo>
                    <a:pt x="1266180" y="1234300"/>
                  </a:lnTo>
                  <a:lnTo>
                    <a:pt x="1262260" y="1234300"/>
                  </a:lnTo>
                  <a:lnTo>
                    <a:pt x="1258340" y="1234300"/>
                  </a:lnTo>
                  <a:lnTo>
                    <a:pt x="1254420" y="1234300"/>
                  </a:lnTo>
                  <a:lnTo>
                    <a:pt x="1250500" y="1234300"/>
                  </a:lnTo>
                  <a:lnTo>
                    <a:pt x="1246580" y="1234300"/>
                  </a:lnTo>
                  <a:lnTo>
                    <a:pt x="1242659" y="1234300"/>
                  </a:lnTo>
                  <a:lnTo>
                    <a:pt x="1238739" y="1234300"/>
                  </a:lnTo>
                  <a:lnTo>
                    <a:pt x="1234819" y="1234300"/>
                  </a:lnTo>
                  <a:lnTo>
                    <a:pt x="1230899" y="1234300"/>
                  </a:lnTo>
                  <a:lnTo>
                    <a:pt x="1226979" y="1234300"/>
                  </a:lnTo>
                  <a:lnTo>
                    <a:pt x="1223059" y="1234300"/>
                  </a:lnTo>
                  <a:lnTo>
                    <a:pt x="1219139" y="1234300"/>
                  </a:lnTo>
                  <a:lnTo>
                    <a:pt x="1215219" y="1234300"/>
                  </a:lnTo>
                  <a:lnTo>
                    <a:pt x="1211299" y="1234300"/>
                  </a:lnTo>
                  <a:lnTo>
                    <a:pt x="1207379" y="1234300"/>
                  </a:lnTo>
                  <a:lnTo>
                    <a:pt x="1203459" y="1234300"/>
                  </a:lnTo>
                  <a:lnTo>
                    <a:pt x="1199539" y="1234300"/>
                  </a:lnTo>
                  <a:lnTo>
                    <a:pt x="1195619" y="1234300"/>
                  </a:lnTo>
                  <a:lnTo>
                    <a:pt x="1191699" y="1234300"/>
                  </a:lnTo>
                  <a:lnTo>
                    <a:pt x="1187779" y="1234300"/>
                  </a:lnTo>
                  <a:lnTo>
                    <a:pt x="1183859" y="1234300"/>
                  </a:lnTo>
                  <a:lnTo>
                    <a:pt x="1179938" y="1234300"/>
                  </a:lnTo>
                  <a:lnTo>
                    <a:pt x="1176018" y="1234300"/>
                  </a:lnTo>
                  <a:lnTo>
                    <a:pt x="1172098" y="1234300"/>
                  </a:lnTo>
                  <a:lnTo>
                    <a:pt x="1168178" y="1234300"/>
                  </a:lnTo>
                  <a:lnTo>
                    <a:pt x="1164258" y="1234300"/>
                  </a:lnTo>
                  <a:lnTo>
                    <a:pt x="1160338" y="1234300"/>
                  </a:lnTo>
                  <a:lnTo>
                    <a:pt x="1156418" y="1234300"/>
                  </a:lnTo>
                  <a:lnTo>
                    <a:pt x="1152498" y="1234300"/>
                  </a:lnTo>
                  <a:lnTo>
                    <a:pt x="1148578" y="1234300"/>
                  </a:lnTo>
                  <a:lnTo>
                    <a:pt x="1144658" y="1234300"/>
                  </a:lnTo>
                  <a:lnTo>
                    <a:pt x="1140738" y="1234300"/>
                  </a:lnTo>
                  <a:lnTo>
                    <a:pt x="1136818" y="1234300"/>
                  </a:lnTo>
                  <a:lnTo>
                    <a:pt x="1132898" y="1234300"/>
                  </a:lnTo>
                  <a:lnTo>
                    <a:pt x="1128978" y="1234300"/>
                  </a:lnTo>
                  <a:lnTo>
                    <a:pt x="1125058" y="1234300"/>
                  </a:lnTo>
                  <a:lnTo>
                    <a:pt x="1121138" y="1234300"/>
                  </a:lnTo>
                  <a:lnTo>
                    <a:pt x="1117217" y="1234300"/>
                  </a:lnTo>
                  <a:lnTo>
                    <a:pt x="1113297" y="1234300"/>
                  </a:lnTo>
                  <a:lnTo>
                    <a:pt x="1109377" y="1234300"/>
                  </a:lnTo>
                  <a:lnTo>
                    <a:pt x="1105457" y="1234300"/>
                  </a:lnTo>
                  <a:lnTo>
                    <a:pt x="1101537" y="1234300"/>
                  </a:lnTo>
                  <a:lnTo>
                    <a:pt x="1097617" y="1234300"/>
                  </a:lnTo>
                  <a:lnTo>
                    <a:pt x="1093697" y="1234300"/>
                  </a:lnTo>
                  <a:lnTo>
                    <a:pt x="1089777" y="1234300"/>
                  </a:lnTo>
                  <a:lnTo>
                    <a:pt x="1085857" y="1234300"/>
                  </a:lnTo>
                  <a:lnTo>
                    <a:pt x="1081937" y="1234300"/>
                  </a:lnTo>
                  <a:lnTo>
                    <a:pt x="1078017" y="1234300"/>
                  </a:lnTo>
                  <a:lnTo>
                    <a:pt x="1074097" y="1234300"/>
                  </a:lnTo>
                  <a:lnTo>
                    <a:pt x="1070177" y="1234300"/>
                  </a:lnTo>
                  <a:lnTo>
                    <a:pt x="1066257" y="1234300"/>
                  </a:lnTo>
                  <a:lnTo>
                    <a:pt x="1062337" y="1234300"/>
                  </a:lnTo>
                  <a:lnTo>
                    <a:pt x="1058417" y="1234300"/>
                  </a:lnTo>
                  <a:lnTo>
                    <a:pt x="1054496" y="1234300"/>
                  </a:lnTo>
                  <a:lnTo>
                    <a:pt x="1050576" y="1234300"/>
                  </a:lnTo>
                  <a:lnTo>
                    <a:pt x="1046656" y="1234300"/>
                  </a:lnTo>
                  <a:lnTo>
                    <a:pt x="1042736" y="1234300"/>
                  </a:lnTo>
                  <a:lnTo>
                    <a:pt x="1038816" y="1234300"/>
                  </a:lnTo>
                  <a:lnTo>
                    <a:pt x="1034896" y="1234300"/>
                  </a:lnTo>
                  <a:lnTo>
                    <a:pt x="1030976" y="1234300"/>
                  </a:lnTo>
                  <a:lnTo>
                    <a:pt x="1027056" y="1234300"/>
                  </a:lnTo>
                  <a:lnTo>
                    <a:pt x="1023136" y="1234300"/>
                  </a:lnTo>
                  <a:lnTo>
                    <a:pt x="1019216" y="1234300"/>
                  </a:lnTo>
                  <a:lnTo>
                    <a:pt x="1015296" y="1234300"/>
                  </a:lnTo>
                  <a:lnTo>
                    <a:pt x="1011376" y="1234300"/>
                  </a:lnTo>
                  <a:lnTo>
                    <a:pt x="1007456" y="1234300"/>
                  </a:lnTo>
                  <a:lnTo>
                    <a:pt x="1003536" y="1234300"/>
                  </a:lnTo>
                  <a:lnTo>
                    <a:pt x="999616" y="1234300"/>
                  </a:lnTo>
                  <a:lnTo>
                    <a:pt x="995695" y="1234300"/>
                  </a:lnTo>
                  <a:lnTo>
                    <a:pt x="991775" y="1234300"/>
                  </a:lnTo>
                  <a:lnTo>
                    <a:pt x="987855" y="1234300"/>
                  </a:lnTo>
                  <a:lnTo>
                    <a:pt x="983935" y="1234300"/>
                  </a:lnTo>
                  <a:lnTo>
                    <a:pt x="980015" y="1234300"/>
                  </a:lnTo>
                  <a:lnTo>
                    <a:pt x="976095" y="1234300"/>
                  </a:lnTo>
                  <a:lnTo>
                    <a:pt x="972175" y="1234300"/>
                  </a:lnTo>
                  <a:lnTo>
                    <a:pt x="968255" y="1234300"/>
                  </a:lnTo>
                  <a:lnTo>
                    <a:pt x="964335" y="1234300"/>
                  </a:lnTo>
                  <a:lnTo>
                    <a:pt x="960415" y="1234300"/>
                  </a:lnTo>
                  <a:lnTo>
                    <a:pt x="956495" y="1234300"/>
                  </a:lnTo>
                  <a:lnTo>
                    <a:pt x="952575" y="1234300"/>
                  </a:lnTo>
                  <a:lnTo>
                    <a:pt x="948655" y="1234300"/>
                  </a:lnTo>
                  <a:lnTo>
                    <a:pt x="944735" y="1234300"/>
                  </a:lnTo>
                  <a:lnTo>
                    <a:pt x="940815" y="1234300"/>
                  </a:lnTo>
                  <a:lnTo>
                    <a:pt x="936895" y="1234300"/>
                  </a:lnTo>
                  <a:lnTo>
                    <a:pt x="932974" y="1234300"/>
                  </a:lnTo>
                  <a:lnTo>
                    <a:pt x="929054" y="1234300"/>
                  </a:lnTo>
                  <a:lnTo>
                    <a:pt x="925134" y="1234300"/>
                  </a:lnTo>
                  <a:lnTo>
                    <a:pt x="921214" y="1234300"/>
                  </a:lnTo>
                  <a:lnTo>
                    <a:pt x="917294" y="1234300"/>
                  </a:lnTo>
                  <a:lnTo>
                    <a:pt x="913374" y="1234300"/>
                  </a:lnTo>
                  <a:lnTo>
                    <a:pt x="909454" y="1234300"/>
                  </a:lnTo>
                  <a:lnTo>
                    <a:pt x="905534" y="1234300"/>
                  </a:lnTo>
                  <a:lnTo>
                    <a:pt x="901614" y="1234300"/>
                  </a:lnTo>
                  <a:lnTo>
                    <a:pt x="897694" y="1234300"/>
                  </a:lnTo>
                  <a:lnTo>
                    <a:pt x="893774" y="1234300"/>
                  </a:lnTo>
                  <a:lnTo>
                    <a:pt x="889854" y="1234300"/>
                  </a:lnTo>
                  <a:lnTo>
                    <a:pt x="885934" y="1234300"/>
                  </a:lnTo>
                  <a:lnTo>
                    <a:pt x="882014" y="1234300"/>
                  </a:lnTo>
                  <a:lnTo>
                    <a:pt x="878094" y="1234300"/>
                  </a:lnTo>
                  <a:lnTo>
                    <a:pt x="874174" y="1234300"/>
                  </a:lnTo>
                  <a:lnTo>
                    <a:pt x="870253" y="1234300"/>
                  </a:lnTo>
                  <a:lnTo>
                    <a:pt x="866333" y="1234300"/>
                  </a:lnTo>
                  <a:lnTo>
                    <a:pt x="862413" y="1234300"/>
                  </a:lnTo>
                  <a:lnTo>
                    <a:pt x="858493" y="1234300"/>
                  </a:lnTo>
                  <a:lnTo>
                    <a:pt x="854573" y="1234300"/>
                  </a:lnTo>
                  <a:lnTo>
                    <a:pt x="850653" y="1234300"/>
                  </a:lnTo>
                  <a:lnTo>
                    <a:pt x="846733" y="1234300"/>
                  </a:lnTo>
                  <a:lnTo>
                    <a:pt x="842813" y="1234300"/>
                  </a:lnTo>
                  <a:lnTo>
                    <a:pt x="838893" y="1234300"/>
                  </a:lnTo>
                  <a:lnTo>
                    <a:pt x="834973" y="1234300"/>
                  </a:lnTo>
                  <a:lnTo>
                    <a:pt x="831053" y="1234300"/>
                  </a:lnTo>
                  <a:lnTo>
                    <a:pt x="827133" y="1234300"/>
                  </a:lnTo>
                  <a:lnTo>
                    <a:pt x="823213" y="1234300"/>
                  </a:lnTo>
                  <a:lnTo>
                    <a:pt x="819293" y="1234300"/>
                  </a:lnTo>
                  <a:lnTo>
                    <a:pt x="815373" y="1234300"/>
                  </a:lnTo>
                  <a:lnTo>
                    <a:pt x="811453" y="1234300"/>
                  </a:lnTo>
                  <a:lnTo>
                    <a:pt x="807532" y="1234300"/>
                  </a:lnTo>
                  <a:lnTo>
                    <a:pt x="803612" y="1234300"/>
                  </a:lnTo>
                  <a:lnTo>
                    <a:pt x="799692" y="1234300"/>
                  </a:lnTo>
                  <a:lnTo>
                    <a:pt x="795772" y="1234300"/>
                  </a:lnTo>
                  <a:lnTo>
                    <a:pt x="791852" y="1234300"/>
                  </a:lnTo>
                  <a:lnTo>
                    <a:pt x="787932" y="1234300"/>
                  </a:lnTo>
                  <a:lnTo>
                    <a:pt x="784012" y="1234300"/>
                  </a:lnTo>
                  <a:lnTo>
                    <a:pt x="780092" y="1234300"/>
                  </a:lnTo>
                  <a:lnTo>
                    <a:pt x="776172" y="1234300"/>
                  </a:lnTo>
                  <a:lnTo>
                    <a:pt x="772252" y="1234300"/>
                  </a:lnTo>
                  <a:lnTo>
                    <a:pt x="768332" y="1234300"/>
                  </a:lnTo>
                  <a:lnTo>
                    <a:pt x="764412" y="1234300"/>
                  </a:lnTo>
                  <a:lnTo>
                    <a:pt x="760492" y="1234300"/>
                  </a:lnTo>
                  <a:lnTo>
                    <a:pt x="756572" y="1234300"/>
                  </a:lnTo>
                  <a:lnTo>
                    <a:pt x="752652" y="1234300"/>
                  </a:lnTo>
                  <a:lnTo>
                    <a:pt x="748732" y="1234300"/>
                  </a:lnTo>
                  <a:lnTo>
                    <a:pt x="744811" y="1234300"/>
                  </a:lnTo>
                  <a:lnTo>
                    <a:pt x="740891" y="1234300"/>
                  </a:lnTo>
                  <a:lnTo>
                    <a:pt x="736971" y="1234300"/>
                  </a:lnTo>
                  <a:lnTo>
                    <a:pt x="733051" y="1234300"/>
                  </a:lnTo>
                  <a:lnTo>
                    <a:pt x="729131" y="1234300"/>
                  </a:lnTo>
                  <a:lnTo>
                    <a:pt x="725211" y="1234300"/>
                  </a:lnTo>
                  <a:lnTo>
                    <a:pt x="721291" y="1234300"/>
                  </a:lnTo>
                  <a:lnTo>
                    <a:pt x="717371" y="1234300"/>
                  </a:lnTo>
                  <a:lnTo>
                    <a:pt x="713451" y="1234300"/>
                  </a:lnTo>
                  <a:lnTo>
                    <a:pt x="709531" y="1234300"/>
                  </a:lnTo>
                  <a:lnTo>
                    <a:pt x="705611" y="1234300"/>
                  </a:lnTo>
                  <a:lnTo>
                    <a:pt x="701691" y="1234300"/>
                  </a:lnTo>
                  <a:lnTo>
                    <a:pt x="697771" y="1234300"/>
                  </a:lnTo>
                  <a:lnTo>
                    <a:pt x="693851" y="1234300"/>
                  </a:lnTo>
                  <a:lnTo>
                    <a:pt x="689931" y="1234300"/>
                  </a:lnTo>
                  <a:lnTo>
                    <a:pt x="686011" y="1234300"/>
                  </a:lnTo>
                  <a:lnTo>
                    <a:pt x="682090" y="1234300"/>
                  </a:lnTo>
                  <a:lnTo>
                    <a:pt x="678170" y="1234300"/>
                  </a:lnTo>
                  <a:lnTo>
                    <a:pt x="674250" y="1234300"/>
                  </a:lnTo>
                  <a:lnTo>
                    <a:pt x="670330" y="1234300"/>
                  </a:lnTo>
                  <a:lnTo>
                    <a:pt x="666410" y="1234300"/>
                  </a:lnTo>
                  <a:lnTo>
                    <a:pt x="662490" y="1234300"/>
                  </a:lnTo>
                  <a:lnTo>
                    <a:pt x="658570" y="1234300"/>
                  </a:lnTo>
                  <a:lnTo>
                    <a:pt x="654650" y="1234300"/>
                  </a:lnTo>
                  <a:lnTo>
                    <a:pt x="650730" y="1234300"/>
                  </a:lnTo>
                  <a:lnTo>
                    <a:pt x="646810" y="1234300"/>
                  </a:lnTo>
                  <a:lnTo>
                    <a:pt x="642890" y="1234300"/>
                  </a:lnTo>
                  <a:lnTo>
                    <a:pt x="638970" y="1234300"/>
                  </a:lnTo>
                  <a:lnTo>
                    <a:pt x="635050" y="1234300"/>
                  </a:lnTo>
                  <a:lnTo>
                    <a:pt x="631130" y="1234300"/>
                  </a:lnTo>
                  <a:lnTo>
                    <a:pt x="627210" y="1234300"/>
                  </a:lnTo>
                  <a:lnTo>
                    <a:pt x="623290" y="1234300"/>
                  </a:lnTo>
                  <a:lnTo>
                    <a:pt x="619369" y="1234300"/>
                  </a:lnTo>
                  <a:lnTo>
                    <a:pt x="615449" y="1234300"/>
                  </a:lnTo>
                  <a:lnTo>
                    <a:pt x="611529" y="1234300"/>
                  </a:lnTo>
                  <a:lnTo>
                    <a:pt x="607609" y="1234300"/>
                  </a:lnTo>
                  <a:lnTo>
                    <a:pt x="603689" y="1234300"/>
                  </a:lnTo>
                  <a:lnTo>
                    <a:pt x="599769" y="1234300"/>
                  </a:lnTo>
                  <a:lnTo>
                    <a:pt x="595849" y="1234300"/>
                  </a:lnTo>
                  <a:lnTo>
                    <a:pt x="591929" y="1234300"/>
                  </a:lnTo>
                  <a:lnTo>
                    <a:pt x="588009" y="1234300"/>
                  </a:lnTo>
                  <a:lnTo>
                    <a:pt x="584089" y="1234300"/>
                  </a:lnTo>
                  <a:lnTo>
                    <a:pt x="580169" y="1234300"/>
                  </a:lnTo>
                  <a:lnTo>
                    <a:pt x="576249" y="1234300"/>
                  </a:lnTo>
                  <a:lnTo>
                    <a:pt x="572329" y="1234300"/>
                  </a:lnTo>
                  <a:lnTo>
                    <a:pt x="568409" y="1234300"/>
                  </a:lnTo>
                  <a:lnTo>
                    <a:pt x="564489" y="1234300"/>
                  </a:lnTo>
                  <a:lnTo>
                    <a:pt x="560569" y="1234300"/>
                  </a:lnTo>
                  <a:lnTo>
                    <a:pt x="556648" y="1234300"/>
                  </a:lnTo>
                  <a:lnTo>
                    <a:pt x="552728" y="1234300"/>
                  </a:lnTo>
                  <a:lnTo>
                    <a:pt x="548808" y="1234300"/>
                  </a:lnTo>
                  <a:lnTo>
                    <a:pt x="544888" y="1234300"/>
                  </a:lnTo>
                  <a:lnTo>
                    <a:pt x="540968" y="1234300"/>
                  </a:lnTo>
                  <a:lnTo>
                    <a:pt x="537048" y="1234300"/>
                  </a:lnTo>
                  <a:lnTo>
                    <a:pt x="533128" y="1234300"/>
                  </a:lnTo>
                  <a:lnTo>
                    <a:pt x="529208" y="1234300"/>
                  </a:lnTo>
                  <a:lnTo>
                    <a:pt x="525288" y="1234300"/>
                  </a:lnTo>
                  <a:lnTo>
                    <a:pt x="521368" y="1234300"/>
                  </a:lnTo>
                  <a:lnTo>
                    <a:pt x="517448" y="1234300"/>
                  </a:lnTo>
                  <a:lnTo>
                    <a:pt x="513528" y="1234300"/>
                  </a:lnTo>
                  <a:lnTo>
                    <a:pt x="509608" y="1234300"/>
                  </a:lnTo>
                  <a:lnTo>
                    <a:pt x="505688" y="1234300"/>
                  </a:lnTo>
                  <a:lnTo>
                    <a:pt x="501768" y="1234300"/>
                  </a:lnTo>
                  <a:lnTo>
                    <a:pt x="497847" y="1234300"/>
                  </a:lnTo>
                  <a:lnTo>
                    <a:pt x="493927" y="1234300"/>
                  </a:lnTo>
                  <a:lnTo>
                    <a:pt x="490007" y="1234300"/>
                  </a:lnTo>
                  <a:lnTo>
                    <a:pt x="486087" y="1234300"/>
                  </a:lnTo>
                  <a:lnTo>
                    <a:pt x="482167" y="1234300"/>
                  </a:lnTo>
                  <a:lnTo>
                    <a:pt x="478247" y="1234300"/>
                  </a:lnTo>
                  <a:lnTo>
                    <a:pt x="474327" y="1234300"/>
                  </a:lnTo>
                  <a:lnTo>
                    <a:pt x="470407" y="1234300"/>
                  </a:lnTo>
                  <a:lnTo>
                    <a:pt x="466487" y="1234300"/>
                  </a:lnTo>
                  <a:lnTo>
                    <a:pt x="462567" y="1234300"/>
                  </a:lnTo>
                  <a:lnTo>
                    <a:pt x="458647" y="1234300"/>
                  </a:lnTo>
                  <a:lnTo>
                    <a:pt x="454727" y="1234300"/>
                  </a:lnTo>
                  <a:lnTo>
                    <a:pt x="450807" y="1234300"/>
                  </a:lnTo>
                  <a:lnTo>
                    <a:pt x="446887" y="1234300"/>
                  </a:lnTo>
                  <a:lnTo>
                    <a:pt x="442967" y="1234300"/>
                  </a:lnTo>
                  <a:lnTo>
                    <a:pt x="439047" y="1234300"/>
                  </a:lnTo>
                  <a:lnTo>
                    <a:pt x="435126" y="1234300"/>
                  </a:lnTo>
                  <a:lnTo>
                    <a:pt x="431206" y="1234300"/>
                  </a:lnTo>
                  <a:lnTo>
                    <a:pt x="427286" y="1234300"/>
                  </a:lnTo>
                  <a:lnTo>
                    <a:pt x="423366" y="1234300"/>
                  </a:lnTo>
                  <a:lnTo>
                    <a:pt x="419446" y="1234300"/>
                  </a:lnTo>
                  <a:lnTo>
                    <a:pt x="415526" y="1234300"/>
                  </a:lnTo>
                  <a:lnTo>
                    <a:pt x="411606" y="1234300"/>
                  </a:lnTo>
                  <a:lnTo>
                    <a:pt x="407686" y="1234300"/>
                  </a:lnTo>
                  <a:lnTo>
                    <a:pt x="403766" y="1234300"/>
                  </a:lnTo>
                  <a:lnTo>
                    <a:pt x="399846" y="1234300"/>
                  </a:lnTo>
                  <a:lnTo>
                    <a:pt x="395926" y="1234300"/>
                  </a:lnTo>
                  <a:lnTo>
                    <a:pt x="392006" y="1234300"/>
                  </a:lnTo>
                  <a:lnTo>
                    <a:pt x="388086" y="1234300"/>
                  </a:lnTo>
                  <a:lnTo>
                    <a:pt x="384166" y="1234300"/>
                  </a:lnTo>
                  <a:lnTo>
                    <a:pt x="380246" y="1234300"/>
                  </a:lnTo>
                  <a:lnTo>
                    <a:pt x="376326" y="1234300"/>
                  </a:lnTo>
                  <a:lnTo>
                    <a:pt x="372405" y="1234300"/>
                  </a:lnTo>
                  <a:lnTo>
                    <a:pt x="368485" y="1234300"/>
                  </a:lnTo>
                  <a:lnTo>
                    <a:pt x="364565" y="1234300"/>
                  </a:lnTo>
                  <a:lnTo>
                    <a:pt x="360645" y="1234300"/>
                  </a:lnTo>
                  <a:lnTo>
                    <a:pt x="356725" y="1234300"/>
                  </a:lnTo>
                  <a:lnTo>
                    <a:pt x="352805" y="1234300"/>
                  </a:lnTo>
                  <a:lnTo>
                    <a:pt x="348885" y="1234300"/>
                  </a:lnTo>
                  <a:lnTo>
                    <a:pt x="344965" y="1234300"/>
                  </a:lnTo>
                  <a:lnTo>
                    <a:pt x="341045" y="1234300"/>
                  </a:lnTo>
                  <a:lnTo>
                    <a:pt x="337125" y="1234300"/>
                  </a:lnTo>
                  <a:lnTo>
                    <a:pt x="333205" y="1234300"/>
                  </a:lnTo>
                  <a:lnTo>
                    <a:pt x="329285" y="1234300"/>
                  </a:lnTo>
                  <a:lnTo>
                    <a:pt x="325365" y="1234300"/>
                  </a:lnTo>
                  <a:lnTo>
                    <a:pt x="321445" y="1234300"/>
                  </a:lnTo>
                  <a:lnTo>
                    <a:pt x="317525" y="1234300"/>
                  </a:lnTo>
                  <a:lnTo>
                    <a:pt x="313605" y="1234300"/>
                  </a:lnTo>
                  <a:lnTo>
                    <a:pt x="309684" y="1234300"/>
                  </a:lnTo>
                  <a:lnTo>
                    <a:pt x="305764" y="1234300"/>
                  </a:lnTo>
                  <a:lnTo>
                    <a:pt x="301844" y="1234300"/>
                  </a:lnTo>
                  <a:lnTo>
                    <a:pt x="297924" y="1234300"/>
                  </a:lnTo>
                  <a:lnTo>
                    <a:pt x="294004" y="1234300"/>
                  </a:lnTo>
                  <a:lnTo>
                    <a:pt x="290084" y="1234300"/>
                  </a:lnTo>
                  <a:lnTo>
                    <a:pt x="286164" y="1234300"/>
                  </a:lnTo>
                  <a:lnTo>
                    <a:pt x="282244" y="1234300"/>
                  </a:lnTo>
                  <a:lnTo>
                    <a:pt x="278324" y="1234300"/>
                  </a:lnTo>
                  <a:lnTo>
                    <a:pt x="274404" y="1234300"/>
                  </a:lnTo>
                  <a:lnTo>
                    <a:pt x="270484" y="1234300"/>
                  </a:lnTo>
                  <a:lnTo>
                    <a:pt x="266564" y="1234300"/>
                  </a:lnTo>
                  <a:lnTo>
                    <a:pt x="262644" y="1234300"/>
                  </a:lnTo>
                  <a:lnTo>
                    <a:pt x="258724" y="1234300"/>
                  </a:lnTo>
                  <a:lnTo>
                    <a:pt x="254804" y="1234300"/>
                  </a:lnTo>
                  <a:lnTo>
                    <a:pt x="250884" y="1234300"/>
                  </a:lnTo>
                  <a:lnTo>
                    <a:pt x="246963" y="1234300"/>
                  </a:lnTo>
                  <a:lnTo>
                    <a:pt x="243043" y="1234300"/>
                  </a:lnTo>
                  <a:lnTo>
                    <a:pt x="239123" y="1234300"/>
                  </a:lnTo>
                  <a:lnTo>
                    <a:pt x="235203" y="1234300"/>
                  </a:lnTo>
                  <a:lnTo>
                    <a:pt x="231283" y="1234300"/>
                  </a:lnTo>
                  <a:lnTo>
                    <a:pt x="227363" y="1234300"/>
                  </a:lnTo>
                  <a:lnTo>
                    <a:pt x="223443" y="1234300"/>
                  </a:lnTo>
                  <a:lnTo>
                    <a:pt x="219523" y="1234300"/>
                  </a:lnTo>
                  <a:lnTo>
                    <a:pt x="215603" y="1234300"/>
                  </a:lnTo>
                  <a:lnTo>
                    <a:pt x="211683" y="1234300"/>
                  </a:lnTo>
                  <a:lnTo>
                    <a:pt x="207763" y="1234300"/>
                  </a:lnTo>
                  <a:lnTo>
                    <a:pt x="203843" y="1234300"/>
                  </a:lnTo>
                  <a:lnTo>
                    <a:pt x="199923" y="1234300"/>
                  </a:lnTo>
                  <a:lnTo>
                    <a:pt x="196003" y="1234300"/>
                  </a:lnTo>
                  <a:lnTo>
                    <a:pt x="192083" y="1234300"/>
                  </a:lnTo>
                  <a:lnTo>
                    <a:pt x="188163" y="1234300"/>
                  </a:lnTo>
                  <a:lnTo>
                    <a:pt x="184242" y="1234300"/>
                  </a:lnTo>
                  <a:lnTo>
                    <a:pt x="180322" y="1234300"/>
                  </a:lnTo>
                  <a:lnTo>
                    <a:pt x="176402" y="1234300"/>
                  </a:lnTo>
                  <a:lnTo>
                    <a:pt x="172482" y="1234300"/>
                  </a:lnTo>
                  <a:lnTo>
                    <a:pt x="168562" y="1234300"/>
                  </a:lnTo>
                  <a:lnTo>
                    <a:pt x="164642" y="1234300"/>
                  </a:lnTo>
                  <a:lnTo>
                    <a:pt x="160722" y="1234300"/>
                  </a:lnTo>
                  <a:lnTo>
                    <a:pt x="156802" y="1234300"/>
                  </a:lnTo>
                  <a:lnTo>
                    <a:pt x="152882" y="1234300"/>
                  </a:lnTo>
                  <a:lnTo>
                    <a:pt x="148962" y="1234300"/>
                  </a:lnTo>
                  <a:lnTo>
                    <a:pt x="145042" y="1234300"/>
                  </a:lnTo>
                  <a:lnTo>
                    <a:pt x="141122" y="1234300"/>
                  </a:lnTo>
                  <a:lnTo>
                    <a:pt x="137202" y="1234300"/>
                  </a:lnTo>
                  <a:lnTo>
                    <a:pt x="133282" y="1234300"/>
                  </a:lnTo>
                  <a:lnTo>
                    <a:pt x="129362" y="1234300"/>
                  </a:lnTo>
                  <a:lnTo>
                    <a:pt x="125442" y="1234300"/>
                  </a:lnTo>
                  <a:lnTo>
                    <a:pt x="121521" y="1234300"/>
                  </a:lnTo>
                  <a:lnTo>
                    <a:pt x="117601" y="1234300"/>
                  </a:lnTo>
                  <a:lnTo>
                    <a:pt x="113681" y="1234300"/>
                  </a:lnTo>
                  <a:lnTo>
                    <a:pt x="109761" y="1234300"/>
                  </a:lnTo>
                  <a:lnTo>
                    <a:pt x="105841" y="1234300"/>
                  </a:lnTo>
                  <a:lnTo>
                    <a:pt x="101921" y="1234300"/>
                  </a:lnTo>
                  <a:lnTo>
                    <a:pt x="98001" y="1234300"/>
                  </a:lnTo>
                  <a:lnTo>
                    <a:pt x="94081" y="1234300"/>
                  </a:lnTo>
                  <a:lnTo>
                    <a:pt x="90161" y="1234300"/>
                  </a:lnTo>
                  <a:lnTo>
                    <a:pt x="86241" y="1234300"/>
                  </a:lnTo>
                  <a:lnTo>
                    <a:pt x="82321" y="1234300"/>
                  </a:lnTo>
                  <a:lnTo>
                    <a:pt x="78401" y="1234300"/>
                  </a:lnTo>
                  <a:lnTo>
                    <a:pt x="74481" y="1234300"/>
                  </a:lnTo>
                  <a:lnTo>
                    <a:pt x="70561" y="1234300"/>
                  </a:lnTo>
                  <a:lnTo>
                    <a:pt x="66641" y="1234300"/>
                  </a:lnTo>
                  <a:lnTo>
                    <a:pt x="62721" y="1234300"/>
                  </a:lnTo>
                  <a:lnTo>
                    <a:pt x="58800" y="1234300"/>
                  </a:lnTo>
                  <a:lnTo>
                    <a:pt x="54880" y="1234300"/>
                  </a:lnTo>
                  <a:lnTo>
                    <a:pt x="50960" y="1234300"/>
                  </a:lnTo>
                  <a:lnTo>
                    <a:pt x="47040" y="1234300"/>
                  </a:lnTo>
                  <a:lnTo>
                    <a:pt x="43120" y="1234300"/>
                  </a:lnTo>
                  <a:lnTo>
                    <a:pt x="39200" y="1234300"/>
                  </a:lnTo>
                  <a:lnTo>
                    <a:pt x="35280" y="1234300"/>
                  </a:lnTo>
                  <a:lnTo>
                    <a:pt x="31360" y="1234300"/>
                  </a:lnTo>
                  <a:lnTo>
                    <a:pt x="27440" y="1234300"/>
                  </a:lnTo>
                  <a:lnTo>
                    <a:pt x="23520" y="1234300"/>
                  </a:lnTo>
                  <a:lnTo>
                    <a:pt x="19600" y="1234300"/>
                  </a:lnTo>
                  <a:lnTo>
                    <a:pt x="15680" y="1234300"/>
                  </a:lnTo>
                  <a:lnTo>
                    <a:pt x="11760" y="1234300"/>
                  </a:lnTo>
                  <a:lnTo>
                    <a:pt x="7840" y="1234300"/>
                  </a:lnTo>
                  <a:lnTo>
                    <a:pt x="3920" y="1234300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11" name="pl11"/>
            <p:cNvSpPr/>
            <p:nvPr/>
          </p:nvSpPr>
          <p:spPr>
            <a:xfrm>
              <a:off x="1804741" y="5057248"/>
              <a:ext cx="2003152" cy="1234300"/>
            </a:xfrm>
            <a:custGeom>
              <a:avLst/>
              <a:gdLst/>
              <a:ahLst/>
              <a:cxnLst/>
              <a:rect l="0" t="0" r="0" b="0"/>
              <a:pathLst>
                <a:path w="2003152" h="1234300">
                  <a:moveTo>
                    <a:pt x="0" y="1234300"/>
                  </a:moveTo>
                  <a:lnTo>
                    <a:pt x="3920" y="1234300"/>
                  </a:lnTo>
                  <a:lnTo>
                    <a:pt x="7840" y="1234300"/>
                  </a:lnTo>
                  <a:lnTo>
                    <a:pt x="11760" y="1234300"/>
                  </a:lnTo>
                  <a:lnTo>
                    <a:pt x="15680" y="1234300"/>
                  </a:lnTo>
                  <a:lnTo>
                    <a:pt x="19600" y="1234300"/>
                  </a:lnTo>
                  <a:lnTo>
                    <a:pt x="23520" y="1234300"/>
                  </a:lnTo>
                  <a:lnTo>
                    <a:pt x="27440" y="1234300"/>
                  </a:lnTo>
                  <a:lnTo>
                    <a:pt x="31360" y="1234300"/>
                  </a:lnTo>
                  <a:lnTo>
                    <a:pt x="35280" y="1234300"/>
                  </a:lnTo>
                  <a:lnTo>
                    <a:pt x="39200" y="1234300"/>
                  </a:lnTo>
                  <a:lnTo>
                    <a:pt x="43120" y="1234300"/>
                  </a:lnTo>
                  <a:lnTo>
                    <a:pt x="47040" y="1234300"/>
                  </a:lnTo>
                  <a:lnTo>
                    <a:pt x="50960" y="1234300"/>
                  </a:lnTo>
                  <a:lnTo>
                    <a:pt x="54880" y="1234300"/>
                  </a:lnTo>
                  <a:lnTo>
                    <a:pt x="58800" y="1234300"/>
                  </a:lnTo>
                  <a:lnTo>
                    <a:pt x="62721" y="1234300"/>
                  </a:lnTo>
                  <a:lnTo>
                    <a:pt x="66641" y="1234300"/>
                  </a:lnTo>
                  <a:lnTo>
                    <a:pt x="70561" y="1234300"/>
                  </a:lnTo>
                  <a:lnTo>
                    <a:pt x="74481" y="1234300"/>
                  </a:lnTo>
                  <a:lnTo>
                    <a:pt x="78401" y="1234300"/>
                  </a:lnTo>
                  <a:lnTo>
                    <a:pt x="82321" y="1234300"/>
                  </a:lnTo>
                  <a:lnTo>
                    <a:pt x="86241" y="1234300"/>
                  </a:lnTo>
                  <a:lnTo>
                    <a:pt x="90161" y="1234300"/>
                  </a:lnTo>
                  <a:lnTo>
                    <a:pt x="94081" y="1234300"/>
                  </a:lnTo>
                  <a:lnTo>
                    <a:pt x="98001" y="1234300"/>
                  </a:lnTo>
                  <a:lnTo>
                    <a:pt x="101921" y="1234300"/>
                  </a:lnTo>
                  <a:lnTo>
                    <a:pt x="105841" y="1234300"/>
                  </a:lnTo>
                  <a:lnTo>
                    <a:pt x="109761" y="1234300"/>
                  </a:lnTo>
                  <a:lnTo>
                    <a:pt x="113681" y="1234300"/>
                  </a:lnTo>
                  <a:lnTo>
                    <a:pt x="117601" y="1234300"/>
                  </a:lnTo>
                  <a:lnTo>
                    <a:pt x="121521" y="1234300"/>
                  </a:lnTo>
                  <a:lnTo>
                    <a:pt x="125442" y="1234300"/>
                  </a:lnTo>
                  <a:lnTo>
                    <a:pt x="129362" y="1234300"/>
                  </a:lnTo>
                  <a:lnTo>
                    <a:pt x="133282" y="1234300"/>
                  </a:lnTo>
                  <a:lnTo>
                    <a:pt x="137202" y="1234300"/>
                  </a:lnTo>
                  <a:lnTo>
                    <a:pt x="141122" y="1234300"/>
                  </a:lnTo>
                  <a:lnTo>
                    <a:pt x="145042" y="1234300"/>
                  </a:lnTo>
                  <a:lnTo>
                    <a:pt x="148962" y="1234300"/>
                  </a:lnTo>
                  <a:lnTo>
                    <a:pt x="152882" y="1234300"/>
                  </a:lnTo>
                  <a:lnTo>
                    <a:pt x="156802" y="1234300"/>
                  </a:lnTo>
                  <a:lnTo>
                    <a:pt x="160722" y="1234300"/>
                  </a:lnTo>
                  <a:lnTo>
                    <a:pt x="164642" y="1234300"/>
                  </a:lnTo>
                  <a:lnTo>
                    <a:pt x="168562" y="1234300"/>
                  </a:lnTo>
                  <a:lnTo>
                    <a:pt x="172482" y="1234300"/>
                  </a:lnTo>
                  <a:lnTo>
                    <a:pt x="176402" y="1234300"/>
                  </a:lnTo>
                  <a:lnTo>
                    <a:pt x="180322" y="1234300"/>
                  </a:lnTo>
                  <a:lnTo>
                    <a:pt x="184242" y="1234300"/>
                  </a:lnTo>
                  <a:lnTo>
                    <a:pt x="188163" y="1234300"/>
                  </a:lnTo>
                  <a:lnTo>
                    <a:pt x="192083" y="1234300"/>
                  </a:lnTo>
                  <a:lnTo>
                    <a:pt x="196003" y="1234300"/>
                  </a:lnTo>
                  <a:lnTo>
                    <a:pt x="199923" y="1234300"/>
                  </a:lnTo>
                  <a:lnTo>
                    <a:pt x="203843" y="1234300"/>
                  </a:lnTo>
                  <a:lnTo>
                    <a:pt x="207763" y="1234300"/>
                  </a:lnTo>
                  <a:lnTo>
                    <a:pt x="211683" y="1234300"/>
                  </a:lnTo>
                  <a:lnTo>
                    <a:pt x="215603" y="1234298"/>
                  </a:lnTo>
                  <a:lnTo>
                    <a:pt x="219523" y="1234293"/>
                  </a:lnTo>
                  <a:lnTo>
                    <a:pt x="223443" y="1234277"/>
                  </a:lnTo>
                  <a:lnTo>
                    <a:pt x="227363" y="1234237"/>
                  </a:lnTo>
                  <a:lnTo>
                    <a:pt x="231283" y="1234147"/>
                  </a:lnTo>
                  <a:lnTo>
                    <a:pt x="235203" y="1233970"/>
                  </a:lnTo>
                  <a:lnTo>
                    <a:pt x="239123" y="1233667"/>
                  </a:lnTo>
                  <a:lnTo>
                    <a:pt x="243043" y="1233220"/>
                  </a:lnTo>
                  <a:lnTo>
                    <a:pt x="246963" y="1232658"/>
                  </a:lnTo>
                  <a:lnTo>
                    <a:pt x="250884" y="1232077"/>
                  </a:lnTo>
                  <a:lnTo>
                    <a:pt x="254804" y="1231612"/>
                  </a:lnTo>
                  <a:lnTo>
                    <a:pt x="258724" y="1231386"/>
                  </a:lnTo>
                  <a:lnTo>
                    <a:pt x="262644" y="1231427"/>
                  </a:lnTo>
                  <a:lnTo>
                    <a:pt x="266564" y="1231641"/>
                  </a:lnTo>
                  <a:lnTo>
                    <a:pt x="270484" y="1231830"/>
                  </a:lnTo>
                  <a:lnTo>
                    <a:pt x="274404" y="1231818"/>
                  </a:lnTo>
                  <a:lnTo>
                    <a:pt x="278324" y="1231524"/>
                  </a:lnTo>
                  <a:lnTo>
                    <a:pt x="282244" y="1230973"/>
                  </a:lnTo>
                  <a:lnTo>
                    <a:pt x="286164" y="1230236"/>
                  </a:lnTo>
                  <a:lnTo>
                    <a:pt x="290084" y="1229365"/>
                  </a:lnTo>
                  <a:lnTo>
                    <a:pt x="294004" y="1228371"/>
                  </a:lnTo>
                  <a:lnTo>
                    <a:pt x="297924" y="1227238"/>
                  </a:lnTo>
                  <a:lnTo>
                    <a:pt x="301844" y="1225957"/>
                  </a:lnTo>
                  <a:lnTo>
                    <a:pt x="305764" y="1224542"/>
                  </a:lnTo>
                  <a:lnTo>
                    <a:pt x="309684" y="1223036"/>
                  </a:lnTo>
                  <a:lnTo>
                    <a:pt x="313605" y="1221539"/>
                  </a:lnTo>
                  <a:lnTo>
                    <a:pt x="317525" y="1220249"/>
                  </a:lnTo>
                  <a:lnTo>
                    <a:pt x="321445" y="1219464"/>
                  </a:lnTo>
                  <a:lnTo>
                    <a:pt x="325365" y="1219481"/>
                  </a:lnTo>
                  <a:lnTo>
                    <a:pt x="329285" y="1220430"/>
                  </a:lnTo>
                  <a:lnTo>
                    <a:pt x="333205" y="1222134"/>
                  </a:lnTo>
                  <a:lnTo>
                    <a:pt x="337125" y="1224117"/>
                  </a:lnTo>
                  <a:lnTo>
                    <a:pt x="341045" y="1225765"/>
                  </a:lnTo>
                  <a:lnTo>
                    <a:pt x="344965" y="1226547"/>
                  </a:lnTo>
                  <a:lnTo>
                    <a:pt x="348885" y="1226164"/>
                  </a:lnTo>
                  <a:lnTo>
                    <a:pt x="352805" y="1224594"/>
                  </a:lnTo>
                  <a:lnTo>
                    <a:pt x="356725" y="1222084"/>
                  </a:lnTo>
                  <a:lnTo>
                    <a:pt x="360645" y="1219160"/>
                  </a:lnTo>
                  <a:lnTo>
                    <a:pt x="364565" y="1216585"/>
                  </a:lnTo>
                  <a:lnTo>
                    <a:pt x="368485" y="1215057"/>
                  </a:lnTo>
                  <a:lnTo>
                    <a:pt x="372405" y="1214977"/>
                  </a:lnTo>
                  <a:lnTo>
                    <a:pt x="376326" y="1216315"/>
                  </a:lnTo>
                  <a:lnTo>
                    <a:pt x="380246" y="1218684"/>
                  </a:lnTo>
                  <a:lnTo>
                    <a:pt x="384166" y="1221558"/>
                  </a:lnTo>
                  <a:lnTo>
                    <a:pt x="388086" y="1224479"/>
                  </a:lnTo>
                  <a:lnTo>
                    <a:pt x="392006" y="1227142"/>
                  </a:lnTo>
                  <a:lnTo>
                    <a:pt x="395926" y="1229379"/>
                  </a:lnTo>
                  <a:lnTo>
                    <a:pt x="399846" y="1231111"/>
                  </a:lnTo>
                  <a:lnTo>
                    <a:pt x="403766" y="1232296"/>
                  </a:lnTo>
                  <a:lnTo>
                    <a:pt x="407686" y="1232898"/>
                  </a:lnTo>
                  <a:lnTo>
                    <a:pt x="411606" y="1232838"/>
                  </a:lnTo>
                  <a:lnTo>
                    <a:pt x="415526" y="1231933"/>
                  </a:lnTo>
                  <a:lnTo>
                    <a:pt x="419446" y="1229870"/>
                  </a:lnTo>
                  <a:lnTo>
                    <a:pt x="423366" y="1226230"/>
                  </a:lnTo>
                  <a:lnTo>
                    <a:pt x="427286" y="1220619"/>
                  </a:lnTo>
                  <a:lnTo>
                    <a:pt x="431206" y="1212875"/>
                  </a:lnTo>
                  <a:lnTo>
                    <a:pt x="435126" y="1203313"/>
                  </a:lnTo>
                  <a:lnTo>
                    <a:pt x="439047" y="1192897"/>
                  </a:lnTo>
                  <a:lnTo>
                    <a:pt x="442967" y="1183215"/>
                  </a:lnTo>
                  <a:lnTo>
                    <a:pt x="446887" y="1176160"/>
                  </a:lnTo>
                  <a:lnTo>
                    <a:pt x="450807" y="1173403"/>
                  </a:lnTo>
                  <a:lnTo>
                    <a:pt x="454727" y="1175666"/>
                  </a:lnTo>
                  <a:lnTo>
                    <a:pt x="458647" y="1181920"/>
                  </a:lnTo>
                  <a:lnTo>
                    <a:pt x="462567" y="1190165"/>
                  </a:lnTo>
                  <a:lnTo>
                    <a:pt x="466487" y="1198012"/>
                  </a:lnTo>
                  <a:lnTo>
                    <a:pt x="470407" y="1203526"/>
                  </a:lnTo>
                  <a:lnTo>
                    <a:pt x="474327" y="1205783"/>
                  </a:lnTo>
                  <a:lnTo>
                    <a:pt x="478247" y="1204956"/>
                  </a:lnTo>
                  <a:lnTo>
                    <a:pt x="482167" y="1201983"/>
                  </a:lnTo>
                  <a:lnTo>
                    <a:pt x="486087" y="1198059"/>
                  </a:lnTo>
                  <a:lnTo>
                    <a:pt x="490007" y="1194189"/>
                  </a:lnTo>
                  <a:lnTo>
                    <a:pt x="493927" y="1190976"/>
                  </a:lnTo>
                  <a:lnTo>
                    <a:pt x="497847" y="1188628"/>
                  </a:lnTo>
                  <a:lnTo>
                    <a:pt x="501768" y="1187099"/>
                  </a:lnTo>
                  <a:lnTo>
                    <a:pt x="505688" y="1186236"/>
                  </a:lnTo>
                  <a:lnTo>
                    <a:pt x="509608" y="1185838"/>
                  </a:lnTo>
                  <a:lnTo>
                    <a:pt x="513528" y="1185630"/>
                  </a:lnTo>
                  <a:lnTo>
                    <a:pt x="517448" y="1185204"/>
                  </a:lnTo>
                  <a:lnTo>
                    <a:pt x="521368" y="1184014"/>
                  </a:lnTo>
                  <a:lnTo>
                    <a:pt x="525288" y="1181469"/>
                  </a:lnTo>
                  <a:lnTo>
                    <a:pt x="529208" y="1177067"/>
                  </a:lnTo>
                  <a:lnTo>
                    <a:pt x="533128" y="1170495"/>
                  </a:lnTo>
                  <a:lnTo>
                    <a:pt x="537048" y="1161623"/>
                  </a:lnTo>
                  <a:lnTo>
                    <a:pt x="540968" y="1150473"/>
                  </a:lnTo>
                  <a:lnTo>
                    <a:pt x="544888" y="1137270"/>
                  </a:lnTo>
                  <a:lnTo>
                    <a:pt x="548808" y="1122915"/>
                  </a:lnTo>
                  <a:lnTo>
                    <a:pt x="552728" y="1108850"/>
                  </a:lnTo>
                  <a:lnTo>
                    <a:pt x="556648" y="1096711"/>
                  </a:lnTo>
                  <a:lnTo>
                    <a:pt x="560569" y="1087561"/>
                  </a:lnTo>
                  <a:lnTo>
                    <a:pt x="564489" y="1081164"/>
                  </a:lnTo>
                  <a:lnTo>
                    <a:pt x="568409" y="1075859"/>
                  </a:lnTo>
                  <a:lnTo>
                    <a:pt x="572329" y="1069228"/>
                  </a:lnTo>
                  <a:lnTo>
                    <a:pt x="576249" y="1059148"/>
                  </a:lnTo>
                  <a:lnTo>
                    <a:pt x="580169" y="1044545"/>
                  </a:lnTo>
                  <a:lnTo>
                    <a:pt x="584089" y="1025319"/>
                  </a:lnTo>
                  <a:lnTo>
                    <a:pt x="588009" y="1001427"/>
                  </a:lnTo>
                  <a:lnTo>
                    <a:pt x="591929" y="971689"/>
                  </a:lnTo>
                  <a:lnTo>
                    <a:pt x="595849" y="933053"/>
                  </a:lnTo>
                  <a:lnTo>
                    <a:pt x="599769" y="880810"/>
                  </a:lnTo>
                  <a:lnTo>
                    <a:pt x="603689" y="809713"/>
                  </a:lnTo>
                  <a:lnTo>
                    <a:pt x="607609" y="715679"/>
                  </a:lnTo>
                  <a:lnTo>
                    <a:pt x="611529" y="597692"/>
                  </a:lnTo>
                  <a:lnTo>
                    <a:pt x="615449" y="459680"/>
                  </a:lnTo>
                  <a:lnTo>
                    <a:pt x="619369" y="311966"/>
                  </a:lnTo>
                  <a:lnTo>
                    <a:pt x="623290" y="171533"/>
                  </a:lnTo>
                  <a:lnTo>
                    <a:pt x="627210" y="60157"/>
                  </a:lnTo>
                  <a:lnTo>
                    <a:pt x="631130" y="0"/>
                  </a:lnTo>
                  <a:lnTo>
                    <a:pt x="635050" y="8593"/>
                  </a:lnTo>
                  <a:lnTo>
                    <a:pt x="638970" y="91159"/>
                  </a:lnTo>
                  <a:lnTo>
                    <a:pt x="642890" y="234241"/>
                  </a:lnTo>
                  <a:lnTo>
                    <a:pt x="646810" y="415200"/>
                  </a:lnTo>
                  <a:lnTo>
                    <a:pt x="650730" y="606772"/>
                  </a:lnTo>
                  <a:lnTo>
                    <a:pt x="654650" y="784543"/>
                  </a:lnTo>
                  <a:lnTo>
                    <a:pt x="658570" y="932267"/>
                  </a:lnTo>
                  <a:lnTo>
                    <a:pt x="662490" y="1043462"/>
                  </a:lnTo>
                  <a:lnTo>
                    <a:pt x="666410" y="1119686"/>
                  </a:lnTo>
                  <a:lnTo>
                    <a:pt x="670330" y="1167184"/>
                  </a:lnTo>
                  <a:lnTo>
                    <a:pt x="674250" y="1193679"/>
                  </a:lnTo>
                  <a:lnTo>
                    <a:pt x="678170" y="1206288"/>
                  </a:lnTo>
                  <a:lnTo>
                    <a:pt x="682090" y="1210625"/>
                  </a:lnTo>
                  <a:lnTo>
                    <a:pt x="686011" y="1210710"/>
                  </a:lnTo>
                  <a:lnTo>
                    <a:pt x="689931" y="1209183"/>
                  </a:lnTo>
                  <a:lnTo>
                    <a:pt x="693851" y="1207579"/>
                  </a:lnTo>
                  <a:lnTo>
                    <a:pt x="697771" y="1206553"/>
                  </a:lnTo>
                  <a:lnTo>
                    <a:pt x="701691" y="1206115"/>
                  </a:lnTo>
                  <a:lnTo>
                    <a:pt x="705611" y="1205893"/>
                  </a:lnTo>
                  <a:lnTo>
                    <a:pt x="709531" y="1205423"/>
                  </a:lnTo>
                  <a:lnTo>
                    <a:pt x="713451" y="1204396"/>
                  </a:lnTo>
                  <a:lnTo>
                    <a:pt x="717371" y="1202763"/>
                  </a:lnTo>
                  <a:lnTo>
                    <a:pt x="721291" y="1200592"/>
                  </a:lnTo>
                  <a:lnTo>
                    <a:pt x="725211" y="1197709"/>
                  </a:lnTo>
                  <a:lnTo>
                    <a:pt x="729131" y="1193142"/>
                  </a:lnTo>
                  <a:lnTo>
                    <a:pt x="733051" y="1185109"/>
                  </a:lnTo>
                  <a:lnTo>
                    <a:pt x="736971" y="1171343"/>
                  </a:lnTo>
                  <a:lnTo>
                    <a:pt x="740891" y="1149895"/>
                  </a:lnTo>
                  <a:lnTo>
                    <a:pt x="744811" y="1120217"/>
                  </a:lnTo>
                  <a:lnTo>
                    <a:pt x="748732" y="1084122"/>
                  </a:lnTo>
                  <a:lnTo>
                    <a:pt x="752652" y="1046134"/>
                  </a:lnTo>
                  <a:lnTo>
                    <a:pt x="756572" y="1012817"/>
                  </a:lnTo>
                  <a:lnTo>
                    <a:pt x="760492" y="991031"/>
                  </a:lnTo>
                  <a:lnTo>
                    <a:pt x="764412" y="985711"/>
                  </a:lnTo>
                  <a:lnTo>
                    <a:pt x="768332" y="998155"/>
                  </a:lnTo>
                  <a:lnTo>
                    <a:pt x="772252" y="1025633"/>
                  </a:lnTo>
                  <a:lnTo>
                    <a:pt x="776172" y="1062499"/>
                  </a:lnTo>
                  <a:lnTo>
                    <a:pt x="780092" y="1102167"/>
                  </a:lnTo>
                  <a:lnTo>
                    <a:pt x="784012" y="1139031"/>
                  </a:lnTo>
                  <a:lnTo>
                    <a:pt x="787932" y="1169606"/>
                  </a:lnTo>
                  <a:lnTo>
                    <a:pt x="791852" y="1192674"/>
                  </a:lnTo>
                  <a:lnTo>
                    <a:pt x="795772" y="1208734"/>
                  </a:lnTo>
                  <a:lnTo>
                    <a:pt x="799692" y="1219191"/>
                  </a:lnTo>
                  <a:lnTo>
                    <a:pt x="803612" y="1225654"/>
                  </a:lnTo>
                  <a:lnTo>
                    <a:pt x="807532" y="1229503"/>
                  </a:lnTo>
                  <a:lnTo>
                    <a:pt x="811453" y="1231736"/>
                  </a:lnTo>
                  <a:lnTo>
                    <a:pt x="815373" y="1232997"/>
                  </a:lnTo>
                  <a:lnTo>
                    <a:pt x="819293" y="1233675"/>
                  </a:lnTo>
                  <a:lnTo>
                    <a:pt x="823213" y="1234019"/>
                  </a:lnTo>
                  <a:lnTo>
                    <a:pt x="827133" y="1234184"/>
                  </a:lnTo>
                  <a:lnTo>
                    <a:pt x="831053" y="1234256"/>
                  </a:lnTo>
                  <a:lnTo>
                    <a:pt x="834973" y="1234285"/>
                  </a:lnTo>
                  <a:lnTo>
                    <a:pt x="838893" y="1234296"/>
                  </a:lnTo>
                  <a:lnTo>
                    <a:pt x="842813" y="1234299"/>
                  </a:lnTo>
                  <a:lnTo>
                    <a:pt x="846733" y="1234300"/>
                  </a:lnTo>
                  <a:lnTo>
                    <a:pt x="850653" y="1234300"/>
                  </a:lnTo>
                  <a:lnTo>
                    <a:pt x="854573" y="1234300"/>
                  </a:lnTo>
                  <a:lnTo>
                    <a:pt x="858493" y="1234300"/>
                  </a:lnTo>
                  <a:lnTo>
                    <a:pt x="862413" y="1234300"/>
                  </a:lnTo>
                  <a:lnTo>
                    <a:pt x="866333" y="1234300"/>
                  </a:lnTo>
                  <a:lnTo>
                    <a:pt x="870253" y="1234300"/>
                  </a:lnTo>
                  <a:lnTo>
                    <a:pt x="874174" y="1234300"/>
                  </a:lnTo>
                  <a:lnTo>
                    <a:pt x="878094" y="1234300"/>
                  </a:lnTo>
                  <a:lnTo>
                    <a:pt x="882014" y="1234300"/>
                  </a:lnTo>
                  <a:lnTo>
                    <a:pt x="885934" y="1234300"/>
                  </a:lnTo>
                  <a:lnTo>
                    <a:pt x="889854" y="1234300"/>
                  </a:lnTo>
                  <a:lnTo>
                    <a:pt x="893774" y="1234300"/>
                  </a:lnTo>
                  <a:lnTo>
                    <a:pt x="897694" y="1234300"/>
                  </a:lnTo>
                  <a:lnTo>
                    <a:pt x="901614" y="1234300"/>
                  </a:lnTo>
                  <a:lnTo>
                    <a:pt x="905534" y="1234300"/>
                  </a:lnTo>
                  <a:lnTo>
                    <a:pt x="909454" y="1234300"/>
                  </a:lnTo>
                  <a:lnTo>
                    <a:pt x="913374" y="1234300"/>
                  </a:lnTo>
                  <a:lnTo>
                    <a:pt x="917294" y="1234300"/>
                  </a:lnTo>
                  <a:lnTo>
                    <a:pt x="921214" y="1234300"/>
                  </a:lnTo>
                  <a:lnTo>
                    <a:pt x="925134" y="1234300"/>
                  </a:lnTo>
                  <a:lnTo>
                    <a:pt x="929054" y="1234300"/>
                  </a:lnTo>
                  <a:lnTo>
                    <a:pt x="932974" y="1234300"/>
                  </a:lnTo>
                  <a:lnTo>
                    <a:pt x="936895" y="1234300"/>
                  </a:lnTo>
                  <a:lnTo>
                    <a:pt x="940815" y="1234300"/>
                  </a:lnTo>
                  <a:lnTo>
                    <a:pt x="944735" y="1234300"/>
                  </a:lnTo>
                  <a:lnTo>
                    <a:pt x="948655" y="1234300"/>
                  </a:lnTo>
                  <a:lnTo>
                    <a:pt x="952575" y="1234300"/>
                  </a:lnTo>
                  <a:lnTo>
                    <a:pt x="956495" y="1234300"/>
                  </a:lnTo>
                  <a:lnTo>
                    <a:pt x="960415" y="1234300"/>
                  </a:lnTo>
                  <a:lnTo>
                    <a:pt x="964335" y="1234300"/>
                  </a:lnTo>
                  <a:lnTo>
                    <a:pt x="968255" y="1234300"/>
                  </a:lnTo>
                  <a:lnTo>
                    <a:pt x="972175" y="1234300"/>
                  </a:lnTo>
                  <a:lnTo>
                    <a:pt x="976095" y="1234300"/>
                  </a:lnTo>
                  <a:lnTo>
                    <a:pt x="980015" y="1234300"/>
                  </a:lnTo>
                  <a:lnTo>
                    <a:pt x="983935" y="1234300"/>
                  </a:lnTo>
                  <a:lnTo>
                    <a:pt x="987855" y="1234300"/>
                  </a:lnTo>
                  <a:lnTo>
                    <a:pt x="991775" y="1234300"/>
                  </a:lnTo>
                  <a:lnTo>
                    <a:pt x="995695" y="1234300"/>
                  </a:lnTo>
                  <a:lnTo>
                    <a:pt x="999616" y="1234300"/>
                  </a:lnTo>
                  <a:lnTo>
                    <a:pt x="1003536" y="1234300"/>
                  </a:lnTo>
                  <a:lnTo>
                    <a:pt x="1007456" y="1234300"/>
                  </a:lnTo>
                  <a:lnTo>
                    <a:pt x="1011376" y="1234300"/>
                  </a:lnTo>
                  <a:lnTo>
                    <a:pt x="1015296" y="1234300"/>
                  </a:lnTo>
                  <a:lnTo>
                    <a:pt x="1019216" y="1234300"/>
                  </a:lnTo>
                  <a:lnTo>
                    <a:pt x="1023136" y="1234300"/>
                  </a:lnTo>
                  <a:lnTo>
                    <a:pt x="1027056" y="1234300"/>
                  </a:lnTo>
                  <a:lnTo>
                    <a:pt x="1030976" y="1234300"/>
                  </a:lnTo>
                  <a:lnTo>
                    <a:pt x="1034896" y="1234300"/>
                  </a:lnTo>
                  <a:lnTo>
                    <a:pt x="1038816" y="1234300"/>
                  </a:lnTo>
                  <a:lnTo>
                    <a:pt x="1042736" y="1234300"/>
                  </a:lnTo>
                  <a:lnTo>
                    <a:pt x="1046656" y="1234300"/>
                  </a:lnTo>
                  <a:lnTo>
                    <a:pt x="1050576" y="1234300"/>
                  </a:lnTo>
                  <a:lnTo>
                    <a:pt x="1054496" y="1234300"/>
                  </a:lnTo>
                  <a:lnTo>
                    <a:pt x="1058417" y="1234300"/>
                  </a:lnTo>
                  <a:lnTo>
                    <a:pt x="1062337" y="1234300"/>
                  </a:lnTo>
                  <a:lnTo>
                    <a:pt x="1066257" y="1234300"/>
                  </a:lnTo>
                  <a:lnTo>
                    <a:pt x="1070177" y="1234300"/>
                  </a:lnTo>
                  <a:lnTo>
                    <a:pt x="1074097" y="1234300"/>
                  </a:lnTo>
                  <a:lnTo>
                    <a:pt x="1078017" y="1234300"/>
                  </a:lnTo>
                  <a:lnTo>
                    <a:pt x="1081937" y="1234300"/>
                  </a:lnTo>
                  <a:lnTo>
                    <a:pt x="1085857" y="1234300"/>
                  </a:lnTo>
                  <a:lnTo>
                    <a:pt x="1089777" y="1234300"/>
                  </a:lnTo>
                  <a:lnTo>
                    <a:pt x="1093697" y="1234300"/>
                  </a:lnTo>
                  <a:lnTo>
                    <a:pt x="1097617" y="1234300"/>
                  </a:lnTo>
                  <a:lnTo>
                    <a:pt x="1101537" y="1234300"/>
                  </a:lnTo>
                  <a:lnTo>
                    <a:pt x="1105457" y="1234300"/>
                  </a:lnTo>
                  <a:lnTo>
                    <a:pt x="1109377" y="1234300"/>
                  </a:lnTo>
                  <a:lnTo>
                    <a:pt x="1113297" y="1234300"/>
                  </a:lnTo>
                  <a:lnTo>
                    <a:pt x="1117217" y="1234300"/>
                  </a:lnTo>
                  <a:lnTo>
                    <a:pt x="1121138" y="1234300"/>
                  </a:lnTo>
                  <a:lnTo>
                    <a:pt x="1125058" y="1234300"/>
                  </a:lnTo>
                  <a:lnTo>
                    <a:pt x="1128978" y="1234300"/>
                  </a:lnTo>
                  <a:lnTo>
                    <a:pt x="1132898" y="1234300"/>
                  </a:lnTo>
                  <a:lnTo>
                    <a:pt x="1136818" y="1234300"/>
                  </a:lnTo>
                  <a:lnTo>
                    <a:pt x="1140738" y="1234300"/>
                  </a:lnTo>
                  <a:lnTo>
                    <a:pt x="1144658" y="1234300"/>
                  </a:lnTo>
                  <a:lnTo>
                    <a:pt x="1148578" y="1234300"/>
                  </a:lnTo>
                  <a:lnTo>
                    <a:pt x="1152498" y="1234300"/>
                  </a:lnTo>
                  <a:lnTo>
                    <a:pt x="1156418" y="1234300"/>
                  </a:lnTo>
                  <a:lnTo>
                    <a:pt x="1160338" y="1234300"/>
                  </a:lnTo>
                  <a:lnTo>
                    <a:pt x="1164258" y="1234300"/>
                  </a:lnTo>
                  <a:lnTo>
                    <a:pt x="1168178" y="1234300"/>
                  </a:lnTo>
                  <a:lnTo>
                    <a:pt x="1172098" y="1234300"/>
                  </a:lnTo>
                  <a:lnTo>
                    <a:pt x="1176018" y="1234300"/>
                  </a:lnTo>
                  <a:lnTo>
                    <a:pt x="1179938" y="1234300"/>
                  </a:lnTo>
                  <a:lnTo>
                    <a:pt x="1183859" y="1234300"/>
                  </a:lnTo>
                  <a:lnTo>
                    <a:pt x="1187779" y="1234300"/>
                  </a:lnTo>
                  <a:lnTo>
                    <a:pt x="1191699" y="1234300"/>
                  </a:lnTo>
                  <a:lnTo>
                    <a:pt x="1195619" y="1234300"/>
                  </a:lnTo>
                  <a:lnTo>
                    <a:pt x="1199539" y="1234300"/>
                  </a:lnTo>
                  <a:lnTo>
                    <a:pt x="1203459" y="1234300"/>
                  </a:lnTo>
                  <a:lnTo>
                    <a:pt x="1207379" y="1234300"/>
                  </a:lnTo>
                  <a:lnTo>
                    <a:pt x="1211299" y="1234300"/>
                  </a:lnTo>
                  <a:lnTo>
                    <a:pt x="1215219" y="1234300"/>
                  </a:lnTo>
                  <a:lnTo>
                    <a:pt x="1219139" y="1234300"/>
                  </a:lnTo>
                  <a:lnTo>
                    <a:pt x="1223059" y="1234300"/>
                  </a:lnTo>
                  <a:lnTo>
                    <a:pt x="1226979" y="1234300"/>
                  </a:lnTo>
                  <a:lnTo>
                    <a:pt x="1230899" y="1234300"/>
                  </a:lnTo>
                  <a:lnTo>
                    <a:pt x="1234819" y="1234300"/>
                  </a:lnTo>
                  <a:lnTo>
                    <a:pt x="1238739" y="1234300"/>
                  </a:lnTo>
                  <a:lnTo>
                    <a:pt x="1242659" y="1234300"/>
                  </a:lnTo>
                  <a:lnTo>
                    <a:pt x="1246580" y="1234300"/>
                  </a:lnTo>
                  <a:lnTo>
                    <a:pt x="1250500" y="1234300"/>
                  </a:lnTo>
                  <a:lnTo>
                    <a:pt x="1254420" y="1234300"/>
                  </a:lnTo>
                  <a:lnTo>
                    <a:pt x="1258340" y="1234300"/>
                  </a:lnTo>
                  <a:lnTo>
                    <a:pt x="1262260" y="1234300"/>
                  </a:lnTo>
                  <a:lnTo>
                    <a:pt x="1266180" y="1234300"/>
                  </a:lnTo>
                  <a:lnTo>
                    <a:pt x="1270100" y="1234300"/>
                  </a:lnTo>
                  <a:lnTo>
                    <a:pt x="1274020" y="1234300"/>
                  </a:lnTo>
                  <a:lnTo>
                    <a:pt x="1277940" y="1234300"/>
                  </a:lnTo>
                  <a:lnTo>
                    <a:pt x="1281860" y="1234300"/>
                  </a:lnTo>
                  <a:lnTo>
                    <a:pt x="1285780" y="1234300"/>
                  </a:lnTo>
                  <a:lnTo>
                    <a:pt x="1289700" y="1234300"/>
                  </a:lnTo>
                  <a:lnTo>
                    <a:pt x="1293620" y="1234300"/>
                  </a:lnTo>
                  <a:lnTo>
                    <a:pt x="1297540" y="1234300"/>
                  </a:lnTo>
                  <a:lnTo>
                    <a:pt x="1301460" y="1234300"/>
                  </a:lnTo>
                  <a:lnTo>
                    <a:pt x="1305380" y="1234300"/>
                  </a:lnTo>
                  <a:lnTo>
                    <a:pt x="1309301" y="1234300"/>
                  </a:lnTo>
                  <a:lnTo>
                    <a:pt x="1313221" y="1234300"/>
                  </a:lnTo>
                  <a:lnTo>
                    <a:pt x="1317141" y="1234300"/>
                  </a:lnTo>
                  <a:lnTo>
                    <a:pt x="1321061" y="1234300"/>
                  </a:lnTo>
                  <a:lnTo>
                    <a:pt x="1324981" y="1234300"/>
                  </a:lnTo>
                  <a:lnTo>
                    <a:pt x="1328901" y="1234300"/>
                  </a:lnTo>
                  <a:lnTo>
                    <a:pt x="1332821" y="1234300"/>
                  </a:lnTo>
                  <a:lnTo>
                    <a:pt x="1336741" y="1234300"/>
                  </a:lnTo>
                  <a:lnTo>
                    <a:pt x="1340661" y="1234300"/>
                  </a:lnTo>
                  <a:lnTo>
                    <a:pt x="1344581" y="1234300"/>
                  </a:lnTo>
                  <a:lnTo>
                    <a:pt x="1348501" y="1234300"/>
                  </a:lnTo>
                  <a:lnTo>
                    <a:pt x="1352421" y="1234300"/>
                  </a:lnTo>
                  <a:lnTo>
                    <a:pt x="1356341" y="1234300"/>
                  </a:lnTo>
                  <a:lnTo>
                    <a:pt x="1360261" y="1234300"/>
                  </a:lnTo>
                  <a:lnTo>
                    <a:pt x="1364181" y="1234300"/>
                  </a:lnTo>
                  <a:lnTo>
                    <a:pt x="1368101" y="1234300"/>
                  </a:lnTo>
                  <a:lnTo>
                    <a:pt x="1372022" y="1234300"/>
                  </a:lnTo>
                  <a:lnTo>
                    <a:pt x="1375942" y="1234300"/>
                  </a:lnTo>
                  <a:lnTo>
                    <a:pt x="1379862" y="1234300"/>
                  </a:lnTo>
                  <a:lnTo>
                    <a:pt x="1383782" y="1234300"/>
                  </a:lnTo>
                  <a:lnTo>
                    <a:pt x="1387702" y="1234300"/>
                  </a:lnTo>
                  <a:lnTo>
                    <a:pt x="1391622" y="1234300"/>
                  </a:lnTo>
                  <a:lnTo>
                    <a:pt x="1395542" y="1234300"/>
                  </a:lnTo>
                  <a:lnTo>
                    <a:pt x="1399462" y="1234300"/>
                  </a:lnTo>
                  <a:lnTo>
                    <a:pt x="1403382" y="1234300"/>
                  </a:lnTo>
                  <a:lnTo>
                    <a:pt x="1407302" y="1234300"/>
                  </a:lnTo>
                  <a:lnTo>
                    <a:pt x="1411222" y="1234300"/>
                  </a:lnTo>
                  <a:lnTo>
                    <a:pt x="1415142" y="1234300"/>
                  </a:lnTo>
                  <a:lnTo>
                    <a:pt x="1419062" y="1234300"/>
                  </a:lnTo>
                  <a:lnTo>
                    <a:pt x="1422982" y="1234300"/>
                  </a:lnTo>
                  <a:lnTo>
                    <a:pt x="1426902" y="1234300"/>
                  </a:lnTo>
                  <a:lnTo>
                    <a:pt x="1430822" y="1234300"/>
                  </a:lnTo>
                  <a:lnTo>
                    <a:pt x="1434743" y="1234300"/>
                  </a:lnTo>
                  <a:lnTo>
                    <a:pt x="1438663" y="1234300"/>
                  </a:lnTo>
                  <a:lnTo>
                    <a:pt x="1442583" y="1234300"/>
                  </a:lnTo>
                  <a:lnTo>
                    <a:pt x="1446503" y="1234300"/>
                  </a:lnTo>
                  <a:lnTo>
                    <a:pt x="1450423" y="1234300"/>
                  </a:lnTo>
                  <a:lnTo>
                    <a:pt x="1454343" y="1234300"/>
                  </a:lnTo>
                  <a:lnTo>
                    <a:pt x="1458263" y="1234300"/>
                  </a:lnTo>
                  <a:lnTo>
                    <a:pt x="1462183" y="1234300"/>
                  </a:lnTo>
                  <a:lnTo>
                    <a:pt x="1466103" y="1234300"/>
                  </a:lnTo>
                  <a:lnTo>
                    <a:pt x="1470023" y="1234300"/>
                  </a:lnTo>
                  <a:lnTo>
                    <a:pt x="1473943" y="1234300"/>
                  </a:lnTo>
                  <a:lnTo>
                    <a:pt x="1477863" y="1234300"/>
                  </a:lnTo>
                  <a:lnTo>
                    <a:pt x="1481783" y="1234300"/>
                  </a:lnTo>
                  <a:lnTo>
                    <a:pt x="1485703" y="1234300"/>
                  </a:lnTo>
                  <a:lnTo>
                    <a:pt x="1489623" y="1234300"/>
                  </a:lnTo>
                  <a:lnTo>
                    <a:pt x="1493543" y="1234300"/>
                  </a:lnTo>
                  <a:lnTo>
                    <a:pt x="1497464" y="1234300"/>
                  </a:lnTo>
                  <a:lnTo>
                    <a:pt x="1501384" y="1234300"/>
                  </a:lnTo>
                  <a:lnTo>
                    <a:pt x="1505304" y="1234300"/>
                  </a:lnTo>
                  <a:lnTo>
                    <a:pt x="1509224" y="1234300"/>
                  </a:lnTo>
                  <a:lnTo>
                    <a:pt x="1513144" y="1234300"/>
                  </a:lnTo>
                  <a:lnTo>
                    <a:pt x="1517064" y="1234300"/>
                  </a:lnTo>
                  <a:lnTo>
                    <a:pt x="1520984" y="1234300"/>
                  </a:lnTo>
                  <a:lnTo>
                    <a:pt x="1524904" y="1234300"/>
                  </a:lnTo>
                  <a:lnTo>
                    <a:pt x="1528824" y="1234300"/>
                  </a:lnTo>
                  <a:lnTo>
                    <a:pt x="1532744" y="1234300"/>
                  </a:lnTo>
                  <a:lnTo>
                    <a:pt x="1536664" y="1234300"/>
                  </a:lnTo>
                  <a:lnTo>
                    <a:pt x="1540584" y="1234300"/>
                  </a:lnTo>
                  <a:lnTo>
                    <a:pt x="1544504" y="1234300"/>
                  </a:lnTo>
                  <a:lnTo>
                    <a:pt x="1548424" y="1234300"/>
                  </a:lnTo>
                  <a:lnTo>
                    <a:pt x="1552344" y="1234300"/>
                  </a:lnTo>
                  <a:lnTo>
                    <a:pt x="1556265" y="1234300"/>
                  </a:lnTo>
                  <a:lnTo>
                    <a:pt x="1560185" y="1234300"/>
                  </a:lnTo>
                  <a:lnTo>
                    <a:pt x="1564105" y="1234300"/>
                  </a:lnTo>
                  <a:lnTo>
                    <a:pt x="1568025" y="1234300"/>
                  </a:lnTo>
                  <a:lnTo>
                    <a:pt x="1571945" y="1234300"/>
                  </a:lnTo>
                  <a:lnTo>
                    <a:pt x="1575865" y="1234300"/>
                  </a:lnTo>
                  <a:lnTo>
                    <a:pt x="1579785" y="1234300"/>
                  </a:lnTo>
                  <a:lnTo>
                    <a:pt x="1583705" y="1234300"/>
                  </a:lnTo>
                  <a:lnTo>
                    <a:pt x="1587625" y="1234300"/>
                  </a:lnTo>
                  <a:lnTo>
                    <a:pt x="1591545" y="1234300"/>
                  </a:lnTo>
                  <a:lnTo>
                    <a:pt x="1595465" y="1234300"/>
                  </a:lnTo>
                  <a:lnTo>
                    <a:pt x="1599385" y="1234300"/>
                  </a:lnTo>
                  <a:lnTo>
                    <a:pt x="1603305" y="1234300"/>
                  </a:lnTo>
                  <a:lnTo>
                    <a:pt x="1607225" y="1234300"/>
                  </a:lnTo>
                  <a:lnTo>
                    <a:pt x="1611145" y="1234300"/>
                  </a:lnTo>
                  <a:lnTo>
                    <a:pt x="1615065" y="1234300"/>
                  </a:lnTo>
                  <a:lnTo>
                    <a:pt x="1618986" y="1234300"/>
                  </a:lnTo>
                  <a:lnTo>
                    <a:pt x="1622906" y="1234300"/>
                  </a:lnTo>
                  <a:lnTo>
                    <a:pt x="1626826" y="1234300"/>
                  </a:lnTo>
                  <a:lnTo>
                    <a:pt x="1630746" y="1234300"/>
                  </a:lnTo>
                  <a:lnTo>
                    <a:pt x="1634666" y="1234300"/>
                  </a:lnTo>
                  <a:lnTo>
                    <a:pt x="1638586" y="1234300"/>
                  </a:lnTo>
                  <a:lnTo>
                    <a:pt x="1642506" y="1234300"/>
                  </a:lnTo>
                  <a:lnTo>
                    <a:pt x="1646426" y="1234300"/>
                  </a:lnTo>
                  <a:lnTo>
                    <a:pt x="1650346" y="1234300"/>
                  </a:lnTo>
                  <a:lnTo>
                    <a:pt x="1654266" y="1234300"/>
                  </a:lnTo>
                  <a:lnTo>
                    <a:pt x="1658186" y="1234300"/>
                  </a:lnTo>
                  <a:lnTo>
                    <a:pt x="1662106" y="1234300"/>
                  </a:lnTo>
                  <a:lnTo>
                    <a:pt x="1666026" y="1234300"/>
                  </a:lnTo>
                  <a:lnTo>
                    <a:pt x="1669946" y="1234300"/>
                  </a:lnTo>
                  <a:lnTo>
                    <a:pt x="1673866" y="1234300"/>
                  </a:lnTo>
                  <a:lnTo>
                    <a:pt x="1677786" y="1234300"/>
                  </a:lnTo>
                  <a:lnTo>
                    <a:pt x="1681707" y="1234300"/>
                  </a:lnTo>
                  <a:lnTo>
                    <a:pt x="1685627" y="1234300"/>
                  </a:lnTo>
                  <a:lnTo>
                    <a:pt x="1689547" y="1234300"/>
                  </a:lnTo>
                  <a:lnTo>
                    <a:pt x="1693467" y="1234300"/>
                  </a:lnTo>
                  <a:lnTo>
                    <a:pt x="1697387" y="1234300"/>
                  </a:lnTo>
                  <a:lnTo>
                    <a:pt x="1701307" y="1234300"/>
                  </a:lnTo>
                  <a:lnTo>
                    <a:pt x="1705227" y="1234300"/>
                  </a:lnTo>
                  <a:lnTo>
                    <a:pt x="1709147" y="1234300"/>
                  </a:lnTo>
                  <a:lnTo>
                    <a:pt x="1713067" y="1234300"/>
                  </a:lnTo>
                  <a:lnTo>
                    <a:pt x="1716987" y="1234300"/>
                  </a:lnTo>
                  <a:lnTo>
                    <a:pt x="1720907" y="1234300"/>
                  </a:lnTo>
                  <a:lnTo>
                    <a:pt x="1724827" y="1234300"/>
                  </a:lnTo>
                  <a:lnTo>
                    <a:pt x="1728747" y="1234300"/>
                  </a:lnTo>
                  <a:lnTo>
                    <a:pt x="1732667" y="1234300"/>
                  </a:lnTo>
                  <a:lnTo>
                    <a:pt x="1736587" y="1234300"/>
                  </a:lnTo>
                  <a:lnTo>
                    <a:pt x="1740507" y="1234300"/>
                  </a:lnTo>
                  <a:lnTo>
                    <a:pt x="1744428" y="1234300"/>
                  </a:lnTo>
                  <a:lnTo>
                    <a:pt x="1748348" y="1234300"/>
                  </a:lnTo>
                  <a:lnTo>
                    <a:pt x="1752268" y="1234300"/>
                  </a:lnTo>
                  <a:lnTo>
                    <a:pt x="1756188" y="1234300"/>
                  </a:lnTo>
                  <a:lnTo>
                    <a:pt x="1760108" y="1234300"/>
                  </a:lnTo>
                  <a:lnTo>
                    <a:pt x="1764028" y="1234300"/>
                  </a:lnTo>
                  <a:lnTo>
                    <a:pt x="1767948" y="1234300"/>
                  </a:lnTo>
                  <a:lnTo>
                    <a:pt x="1771868" y="1234300"/>
                  </a:lnTo>
                  <a:lnTo>
                    <a:pt x="1775788" y="1234300"/>
                  </a:lnTo>
                  <a:lnTo>
                    <a:pt x="1779708" y="1234300"/>
                  </a:lnTo>
                  <a:lnTo>
                    <a:pt x="1783628" y="1234300"/>
                  </a:lnTo>
                  <a:lnTo>
                    <a:pt x="1787548" y="1234300"/>
                  </a:lnTo>
                  <a:lnTo>
                    <a:pt x="1791468" y="1234300"/>
                  </a:lnTo>
                  <a:lnTo>
                    <a:pt x="1795388" y="1234300"/>
                  </a:lnTo>
                  <a:lnTo>
                    <a:pt x="1799308" y="1234300"/>
                  </a:lnTo>
                  <a:lnTo>
                    <a:pt x="1803228" y="1234300"/>
                  </a:lnTo>
                  <a:lnTo>
                    <a:pt x="1807149" y="1234300"/>
                  </a:lnTo>
                  <a:lnTo>
                    <a:pt x="1811069" y="1234300"/>
                  </a:lnTo>
                  <a:lnTo>
                    <a:pt x="1814989" y="1234300"/>
                  </a:lnTo>
                  <a:lnTo>
                    <a:pt x="1818909" y="1234300"/>
                  </a:lnTo>
                  <a:lnTo>
                    <a:pt x="1822829" y="1234300"/>
                  </a:lnTo>
                  <a:lnTo>
                    <a:pt x="1826749" y="1234300"/>
                  </a:lnTo>
                  <a:lnTo>
                    <a:pt x="1830669" y="1234300"/>
                  </a:lnTo>
                  <a:lnTo>
                    <a:pt x="1834589" y="1234300"/>
                  </a:lnTo>
                  <a:lnTo>
                    <a:pt x="1838509" y="1234300"/>
                  </a:lnTo>
                  <a:lnTo>
                    <a:pt x="1842429" y="1234300"/>
                  </a:lnTo>
                  <a:lnTo>
                    <a:pt x="1846349" y="1234300"/>
                  </a:lnTo>
                  <a:lnTo>
                    <a:pt x="1850269" y="1234300"/>
                  </a:lnTo>
                  <a:lnTo>
                    <a:pt x="1854189" y="1234300"/>
                  </a:lnTo>
                  <a:lnTo>
                    <a:pt x="1858109" y="1234300"/>
                  </a:lnTo>
                  <a:lnTo>
                    <a:pt x="1862029" y="1234300"/>
                  </a:lnTo>
                  <a:lnTo>
                    <a:pt x="1865949" y="1234300"/>
                  </a:lnTo>
                  <a:lnTo>
                    <a:pt x="1869870" y="1234300"/>
                  </a:lnTo>
                  <a:lnTo>
                    <a:pt x="1873790" y="1234300"/>
                  </a:lnTo>
                  <a:lnTo>
                    <a:pt x="1877710" y="1234300"/>
                  </a:lnTo>
                  <a:lnTo>
                    <a:pt x="1881630" y="1234300"/>
                  </a:lnTo>
                  <a:lnTo>
                    <a:pt x="1885550" y="1234300"/>
                  </a:lnTo>
                  <a:lnTo>
                    <a:pt x="1889470" y="1234300"/>
                  </a:lnTo>
                  <a:lnTo>
                    <a:pt x="1893390" y="1234300"/>
                  </a:lnTo>
                  <a:lnTo>
                    <a:pt x="1897310" y="1234300"/>
                  </a:lnTo>
                  <a:lnTo>
                    <a:pt x="1901230" y="1234300"/>
                  </a:lnTo>
                  <a:lnTo>
                    <a:pt x="1905150" y="1234300"/>
                  </a:lnTo>
                  <a:lnTo>
                    <a:pt x="1909070" y="1234300"/>
                  </a:lnTo>
                  <a:lnTo>
                    <a:pt x="1912990" y="1234300"/>
                  </a:lnTo>
                  <a:lnTo>
                    <a:pt x="1916910" y="1234300"/>
                  </a:lnTo>
                  <a:lnTo>
                    <a:pt x="1920830" y="1234300"/>
                  </a:lnTo>
                  <a:lnTo>
                    <a:pt x="1924750" y="1234300"/>
                  </a:lnTo>
                  <a:lnTo>
                    <a:pt x="1928670" y="1234300"/>
                  </a:lnTo>
                  <a:lnTo>
                    <a:pt x="1932591" y="1234300"/>
                  </a:lnTo>
                  <a:lnTo>
                    <a:pt x="1936511" y="1234300"/>
                  </a:lnTo>
                  <a:lnTo>
                    <a:pt x="1940431" y="1234300"/>
                  </a:lnTo>
                  <a:lnTo>
                    <a:pt x="1944351" y="1234300"/>
                  </a:lnTo>
                  <a:lnTo>
                    <a:pt x="1948271" y="1234300"/>
                  </a:lnTo>
                  <a:lnTo>
                    <a:pt x="1952191" y="1234300"/>
                  </a:lnTo>
                  <a:lnTo>
                    <a:pt x="1956111" y="1234300"/>
                  </a:lnTo>
                  <a:lnTo>
                    <a:pt x="1960031" y="1234300"/>
                  </a:lnTo>
                  <a:lnTo>
                    <a:pt x="1963951" y="1234300"/>
                  </a:lnTo>
                  <a:lnTo>
                    <a:pt x="1967871" y="1234300"/>
                  </a:lnTo>
                  <a:lnTo>
                    <a:pt x="1971791" y="1234300"/>
                  </a:lnTo>
                  <a:lnTo>
                    <a:pt x="1975711" y="1234300"/>
                  </a:lnTo>
                  <a:lnTo>
                    <a:pt x="1979631" y="1234300"/>
                  </a:lnTo>
                  <a:lnTo>
                    <a:pt x="1983551" y="1234300"/>
                  </a:lnTo>
                  <a:lnTo>
                    <a:pt x="1987471" y="1234300"/>
                  </a:lnTo>
                  <a:lnTo>
                    <a:pt x="1991391" y="1234300"/>
                  </a:lnTo>
                  <a:lnTo>
                    <a:pt x="1995312" y="1234300"/>
                  </a:lnTo>
                  <a:lnTo>
                    <a:pt x="1999232" y="1234300"/>
                  </a:lnTo>
                  <a:lnTo>
                    <a:pt x="2003152" y="1234300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2" name="pg12"/>
            <p:cNvSpPr/>
            <p:nvPr/>
          </p:nvSpPr>
          <p:spPr>
            <a:xfrm>
              <a:off x="1804741" y="5579542"/>
              <a:ext cx="2003152" cy="712007"/>
            </a:xfrm>
            <a:custGeom>
              <a:avLst/>
              <a:gdLst/>
              <a:ahLst/>
              <a:cxnLst/>
              <a:rect l="0" t="0" r="0" b="0"/>
              <a:pathLst>
                <a:path w="2003152" h="712007">
                  <a:moveTo>
                    <a:pt x="0" y="712007"/>
                  </a:moveTo>
                  <a:lnTo>
                    <a:pt x="3920" y="712007"/>
                  </a:lnTo>
                  <a:lnTo>
                    <a:pt x="7840" y="712007"/>
                  </a:lnTo>
                  <a:lnTo>
                    <a:pt x="11760" y="712007"/>
                  </a:lnTo>
                  <a:lnTo>
                    <a:pt x="15680" y="712007"/>
                  </a:lnTo>
                  <a:lnTo>
                    <a:pt x="19600" y="712007"/>
                  </a:lnTo>
                  <a:lnTo>
                    <a:pt x="23520" y="712007"/>
                  </a:lnTo>
                  <a:lnTo>
                    <a:pt x="27440" y="712007"/>
                  </a:lnTo>
                  <a:lnTo>
                    <a:pt x="31360" y="712007"/>
                  </a:lnTo>
                  <a:lnTo>
                    <a:pt x="35280" y="712007"/>
                  </a:lnTo>
                  <a:lnTo>
                    <a:pt x="39200" y="712007"/>
                  </a:lnTo>
                  <a:lnTo>
                    <a:pt x="43120" y="712007"/>
                  </a:lnTo>
                  <a:lnTo>
                    <a:pt x="47040" y="712007"/>
                  </a:lnTo>
                  <a:lnTo>
                    <a:pt x="50960" y="712007"/>
                  </a:lnTo>
                  <a:lnTo>
                    <a:pt x="54880" y="712007"/>
                  </a:lnTo>
                  <a:lnTo>
                    <a:pt x="58800" y="712007"/>
                  </a:lnTo>
                  <a:lnTo>
                    <a:pt x="62721" y="712007"/>
                  </a:lnTo>
                  <a:lnTo>
                    <a:pt x="66641" y="712007"/>
                  </a:lnTo>
                  <a:lnTo>
                    <a:pt x="70561" y="712007"/>
                  </a:lnTo>
                  <a:lnTo>
                    <a:pt x="74481" y="712007"/>
                  </a:lnTo>
                  <a:lnTo>
                    <a:pt x="78401" y="712007"/>
                  </a:lnTo>
                  <a:lnTo>
                    <a:pt x="82321" y="712007"/>
                  </a:lnTo>
                  <a:lnTo>
                    <a:pt x="86241" y="712007"/>
                  </a:lnTo>
                  <a:lnTo>
                    <a:pt x="90161" y="712007"/>
                  </a:lnTo>
                  <a:lnTo>
                    <a:pt x="94081" y="712007"/>
                  </a:lnTo>
                  <a:lnTo>
                    <a:pt x="98001" y="712007"/>
                  </a:lnTo>
                  <a:lnTo>
                    <a:pt x="101921" y="712007"/>
                  </a:lnTo>
                  <a:lnTo>
                    <a:pt x="105841" y="712007"/>
                  </a:lnTo>
                  <a:lnTo>
                    <a:pt x="109761" y="712007"/>
                  </a:lnTo>
                  <a:lnTo>
                    <a:pt x="113681" y="712007"/>
                  </a:lnTo>
                  <a:lnTo>
                    <a:pt x="117601" y="712007"/>
                  </a:lnTo>
                  <a:lnTo>
                    <a:pt x="121521" y="712007"/>
                  </a:lnTo>
                  <a:lnTo>
                    <a:pt x="125442" y="712007"/>
                  </a:lnTo>
                  <a:lnTo>
                    <a:pt x="129362" y="712007"/>
                  </a:lnTo>
                  <a:lnTo>
                    <a:pt x="133282" y="712007"/>
                  </a:lnTo>
                  <a:lnTo>
                    <a:pt x="137202" y="712007"/>
                  </a:lnTo>
                  <a:lnTo>
                    <a:pt x="141122" y="712007"/>
                  </a:lnTo>
                  <a:lnTo>
                    <a:pt x="145042" y="712007"/>
                  </a:lnTo>
                  <a:lnTo>
                    <a:pt x="148962" y="712007"/>
                  </a:lnTo>
                  <a:lnTo>
                    <a:pt x="152882" y="712007"/>
                  </a:lnTo>
                  <a:lnTo>
                    <a:pt x="156802" y="712007"/>
                  </a:lnTo>
                  <a:lnTo>
                    <a:pt x="160722" y="712007"/>
                  </a:lnTo>
                  <a:lnTo>
                    <a:pt x="164642" y="712007"/>
                  </a:lnTo>
                  <a:lnTo>
                    <a:pt x="168562" y="712007"/>
                  </a:lnTo>
                  <a:lnTo>
                    <a:pt x="172482" y="712007"/>
                  </a:lnTo>
                  <a:lnTo>
                    <a:pt x="176402" y="712007"/>
                  </a:lnTo>
                  <a:lnTo>
                    <a:pt x="180322" y="712007"/>
                  </a:lnTo>
                  <a:lnTo>
                    <a:pt x="184242" y="712007"/>
                  </a:lnTo>
                  <a:lnTo>
                    <a:pt x="188163" y="712007"/>
                  </a:lnTo>
                  <a:lnTo>
                    <a:pt x="192083" y="712007"/>
                  </a:lnTo>
                  <a:lnTo>
                    <a:pt x="196003" y="712006"/>
                  </a:lnTo>
                  <a:lnTo>
                    <a:pt x="199923" y="712006"/>
                  </a:lnTo>
                  <a:lnTo>
                    <a:pt x="203843" y="712005"/>
                  </a:lnTo>
                  <a:lnTo>
                    <a:pt x="207763" y="712002"/>
                  </a:lnTo>
                  <a:lnTo>
                    <a:pt x="211683" y="711997"/>
                  </a:lnTo>
                  <a:lnTo>
                    <a:pt x="215603" y="711988"/>
                  </a:lnTo>
                  <a:lnTo>
                    <a:pt x="219523" y="711971"/>
                  </a:lnTo>
                  <a:lnTo>
                    <a:pt x="223443" y="711944"/>
                  </a:lnTo>
                  <a:lnTo>
                    <a:pt x="227363" y="711901"/>
                  </a:lnTo>
                  <a:lnTo>
                    <a:pt x="231283" y="711835"/>
                  </a:lnTo>
                  <a:lnTo>
                    <a:pt x="235203" y="711742"/>
                  </a:lnTo>
                  <a:lnTo>
                    <a:pt x="239123" y="711615"/>
                  </a:lnTo>
                  <a:lnTo>
                    <a:pt x="243043" y="711453"/>
                  </a:lnTo>
                  <a:lnTo>
                    <a:pt x="246963" y="711257"/>
                  </a:lnTo>
                  <a:lnTo>
                    <a:pt x="250884" y="711037"/>
                  </a:lnTo>
                  <a:lnTo>
                    <a:pt x="254804" y="710811"/>
                  </a:lnTo>
                  <a:lnTo>
                    <a:pt x="258724" y="710601"/>
                  </a:lnTo>
                  <a:lnTo>
                    <a:pt x="262644" y="710428"/>
                  </a:lnTo>
                  <a:lnTo>
                    <a:pt x="266564" y="710314"/>
                  </a:lnTo>
                  <a:lnTo>
                    <a:pt x="270484" y="710273"/>
                  </a:lnTo>
                  <a:lnTo>
                    <a:pt x="274404" y="710310"/>
                  </a:lnTo>
                  <a:lnTo>
                    <a:pt x="278324" y="710420"/>
                  </a:lnTo>
                  <a:lnTo>
                    <a:pt x="282244" y="710589"/>
                  </a:lnTo>
                  <a:lnTo>
                    <a:pt x="286164" y="710798"/>
                  </a:lnTo>
                  <a:lnTo>
                    <a:pt x="290084" y="711022"/>
                  </a:lnTo>
                  <a:lnTo>
                    <a:pt x="294004" y="711242"/>
                  </a:lnTo>
                  <a:lnTo>
                    <a:pt x="297924" y="711439"/>
                  </a:lnTo>
                  <a:lnTo>
                    <a:pt x="301844" y="711605"/>
                  </a:lnTo>
                  <a:lnTo>
                    <a:pt x="305764" y="711730"/>
                  </a:lnTo>
                  <a:lnTo>
                    <a:pt x="309684" y="711818"/>
                  </a:lnTo>
                  <a:lnTo>
                    <a:pt x="313605" y="711870"/>
                  </a:lnTo>
                  <a:lnTo>
                    <a:pt x="317525" y="711887"/>
                  </a:lnTo>
                  <a:lnTo>
                    <a:pt x="321445" y="711867"/>
                  </a:lnTo>
                  <a:lnTo>
                    <a:pt x="325365" y="711804"/>
                  </a:lnTo>
                  <a:lnTo>
                    <a:pt x="329285" y="711685"/>
                  </a:lnTo>
                  <a:lnTo>
                    <a:pt x="333205" y="711493"/>
                  </a:lnTo>
                  <a:lnTo>
                    <a:pt x="337125" y="711209"/>
                  </a:lnTo>
                  <a:lnTo>
                    <a:pt x="341045" y="710810"/>
                  </a:lnTo>
                  <a:lnTo>
                    <a:pt x="344965" y="710275"/>
                  </a:lnTo>
                  <a:lnTo>
                    <a:pt x="348885" y="709589"/>
                  </a:lnTo>
                  <a:lnTo>
                    <a:pt x="352805" y="708746"/>
                  </a:lnTo>
                  <a:lnTo>
                    <a:pt x="356725" y="707753"/>
                  </a:lnTo>
                  <a:lnTo>
                    <a:pt x="360645" y="706630"/>
                  </a:lnTo>
                  <a:lnTo>
                    <a:pt x="364565" y="705412"/>
                  </a:lnTo>
                  <a:lnTo>
                    <a:pt x="368485" y="704164"/>
                  </a:lnTo>
                  <a:lnTo>
                    <a:pt x="372405" y="702951"/>
                  </a:lnTo>
                  <a:lnTo>
                    <a:pt x="376326" y="701843"/>
                  </a:lnTo>
                  <a:lnTo>
                    <a:pt x="380246" y="700907"/>
                  </a:lnTo>
                  <a:lnTo>
                    <a:pt x="384166" y="700200"/>
                  </a:lnTo>
                  <a:lnTo>
                    <a:pt x="388086" y="699763"/>
                  </a:lnTo>
                  <a:lnTo>
                    <a:pt x="392006" y="699608"/>
                  </a:lnTo>
                  <a:lnTo>
                    <a:pt x="395926" y="699719"/>
                  </a:lnTo>
                  <a:lnTo>
                    <a:pt x="399846" y="700051"/>
                  </a:lnTo>
                  <a:lnTo>
                    <a:pt x="403766" y="700532"/>
                  </a:lnTo>
                  <a:lnTo>
                    <a:pt x="407686" y="701074"/>
                  </a:lnTo>
                  <a:lnTo>
                    <a:pt x="411606" y="701583"/>
                  </a:lnTo>
                  <a:lnTo>
                    <a:pt x="415526" y="701970"/>
                  </a:lnTo>
                  <a:lnTo>
                    <a:pt x="419446" y="702167"/>
                  </a:lnTo>
                  <a:lnTo>
                    <a:pt x="423366" y="702118"/>
                  </a:lnTo>
                  <a:lnTo>
                    <a:pt x="427286" y="701842"/>
                  </a:lnTo>
                  <a:lnTo>
                    <a:pt x="431206" y="701377"/>
                  </a:lnTo>
                  <a:lnTo>
                    <a:pt x="435126" y="700795"/>
                  </a:lnTo>
                  <a:lnTo>
                    <a:pt x="439047" y="700192"/>
                  </a:lnTo>
                  <a:lnTo>
                    <a:pt x="442967" y="699679"/>
                  </a:lnTo>
                  <a:lnTo>
                    <a:pt x="446887" y="699363"/>
                  </a:lnTo>
                  <a:lnTo>
                    <a:pt x="450807" y="699334"/>
                  </a:lnTo>
                  <a:lnTo>
                    <a:pt x="454727" y="699651"/>
                  </a:lnTo>
                  <a:lnTo>
                    <a:pt x="458647" y="700327"/>
                  </a:lnTo>
                  <a:lnTo>
                    <a:pt x="462567" y="701331"/>
                  </a:lnTo>
                  <a:lnTo>
                    <a:pt x="466487" y="702585"/>
                  </a:lnTo>
                  <a:lnTo>
                    <a:pt x="470407" y="703981"/>
                  </a:lnTo>
                  <a:lnTo>
                    <a:pt x="474327" y="705392"/>
                  </a:lnTo>
                  <a:lnTo>
                    <a:pt x="478247" y="706685"/>
                  </a:lnTo>
                  <a:lnTo>
                    <a:pt x="482167" y="707732"/>
                  </a:lnTo>
                  <a:lnTo>
                    <a:pt x="486087" y="708452"/>
                  </a:lnTo>
                  <a:lnTo>
                    <a:pt x="490007" y="708786"/>
                  </a:lnTo>
                  <a:lnTo>
                    <a:pt x="493927" y="708692"/>
                  </a:lnTo>
                  <a:lnTo>
                    <a:pt x="497847" y="708149"/>
                  </a:lnTo>
                  <a:lnTo>
                    <a:pt x="501768" y="707154"/>
                  </a:lnTo>
                  <a:lnTo>
                    <a:pt x="505688" y="705724"/>
                  </a:lnTo>
                  <a:lnTo>
                    <a:pt x="509608" y="703895"/>
                  </a:lnTo>
                  <a:lnTo>
                    <a:pt x="513528" y="701726"/>
                  </a:lnTo>
                  <a:lnTo>
                    <a:pt x="517448" y="699291"/>
                  </a:lnTo>
                  <a:lnTo>
                    <a:pt x="521368" y="696681"/>
                  </a:lnTo>
                  <a:lnTo>
                    <a:pt x="525288" y="693987"/>
                  </a:lnTo>
                  <a:lnTo>
                    <a:pt x="529208" y="691299"/>
                  </a:lnTo>
                  <a:lnTo>
                    <a:pt x="533128" y="688698"/>
                  </a:lnTo>
                  <a:lnTo>
                    <a:pt x="537048" y="686266"/>
                  </a:lnTo>
                  <a:lnTo>
                    <a:pt x="540968" y="684087"/>
                  </a:lnTo>
                  <a:lnTo>
                    <a:pt x="544888" y="682229"/>
                  </a:lnTo>
                  <a:lnTo>
                    <a:pt x="548808" y="680769"/>
                  </a:lnTo>
                  <a:lnTo>
                    <a:pt x="552728" y="679773"/>
                  </a:lnTo>
                  <a:lnTo>
                    <a:pt x="556648" y="679277"/>
                  </a:lnTo>
                  <a:lnTo>
                    <a:pt x="560569" y="679272"/>
                  </a:lnTo>
                  <a:lnTo>
                    <a:pt x="564489" y="679688"/>
                  </a:lnTo>
                  <a:lnTo>
                    <a:pt x="568409" y="680393"/>
                  </a:lnTo>
                  <a:lnTo>
                    <a:pt x="572329" y="681211"/>
                  </a:lnTo>
                  <a:lnTo>
                    <a:pt x="576249" y="681945"/>
                  </a:lnTo>
                  <a:lnTo>
                    <a:pt x="580169" y="682409"/>
                  </a:lnTo>
                  <a:lnTo>
                    <a:pt x="584089" y="682466"/>
                  </a:lnTo>
                  <a:lnTo>
                    <a:pt x="588009" y="682047"/>
                  </a:lnTo>
                  <a:lnTo>
                    <a:pt x="591929" y="681162"/>
                  </a:lnTo>
                  <a:lnTo>
                    <a:pt x="595849" y="679876"/>
                  </a:lnTo>
                  <a:lnTo>
                    <a:pt x="599769" y="678334"/>
                  </a:lnTo>
                  <a:lnTo>
                    <a:pt x="603689" y="676688"/>
                  </a:lnTo>
                  <a:lnTo>
                    <a:pt x="607609" y="675055"/>
                  </a:lnTo>
                  <a:lnTo>
                    <a:pt x="611529" y="673515"/>
                  </a:lnTo>
                  <a:lnTo>
                    <a:pt x="615449" y="672097"/>
                  </a:lnTo>
                  <a:lnTo>
                    <a:pt x="619369" y="670780"/>
                  </a:lnTo>
                  <a:lnTo>
                    <a:pt x="623290" y="669492"/>
                  </a:lnTo>
                  <a:lnTo>
                    <a:pt x="627210" y="668119"/>
                  </a:lnTo>
                  <a:lnTo>
                    <a:pt x="631130" y="666513"/>
                  </a:lnTo>
                  <a:lnTo>
                    <a:pt x="635050" y="664509"/>
                  </a:lnTo>
                  <a:lnTo>
                    <a:pt x="638970" y="661938"/>
                  </a:lnTo>
                  <a:lnTo>
                    <a:pt x="642890" y="658655"/>
                  </a:lnTo>
                  <a:lnTo>
                    <a:pt x="646810" y="654551"/>
                  </a:lnTo>
                  <a:lnTo>
                    <a:pt x="650730" y="649576"/>
                  </a:lnTo>
                  <a:lnTo>
                    <a:pt x="654650" y="643707"/>
                  </a:lnTo>
                  <a:lnTo>
                    <a:pt x="658570" y="637070"/>
                  </a:lnTo>
                  <a:lnTo>
                    <a:pt x="662490" y="629831"/>
                  </a:lnTo>
                  <a:lnTo>
                    <a:pt x="666410" y="622153"/>
                  </a:lnTo>
                  <a:lnTo>
                    <a:pt x="670330" y="614189"/>
                  </a:lnTo>
                  <a:lnTo>
                    <a:pt x="674250" y="606044"/>
                  </a:lnTo>
                  <a:lnTo>
                    <a:pt x="678170" y="597752"/>
                  </a:lnTo>
                  <a:lnTo>
                    <a:pt x="682090" y="589256"/>
                  </a:lnTo>
                  <a:lnTo>
                    <a:pt x="686011" y="580395"/>
                  </a:lnTo>
                  <a:lnTo>
                    <a:pt x="689931" y="570908"/>
                  </a:lnTo>
                  <a:lnTo>
                    <a:pt x="693851" y="560437"/>
                  </a:lnTo>
                  <a:lnTo>
                    <a:pt x="697771" y="548540"/>
                  </a:lnTo>
                  <a:lnTo>
                    <a:pt x="701691" y="534711"/>
                  </a:lnTo>
                  <a:lnTo>
                    <a:pt x="705611" y="518400"/>
                  </a:lnTo>
                  <a:lnTo>
                    <a:pt x="709531" y="499049"/>
                  </a:lnTo>
                  <a:lnTo>
                    <a:pt x="713451" y="475883"/>
                  </a:lnTo>
                  <a:lnTo>
                    <a:pt x="717371" y="448644"/>
                  </a:lnTo>
                  <a:lnTo>
                    <a:pt x="721291" y="417193"/>
                  </a:lnTo>
                  <a:lnTo>
                    <a:pt x="725211" y="381588"/>
                  </a:lnTo>
                  <a:lnTo>
                    <a:pt x="729131" y="342180"/>
                  </a:lnTo>
                  <a:lnTo>
                    <a:pt x="733051" y="299623"/>
                  </a:lnTo>
                  <a:lnTo>
                    <a:pt x="736971" y="254878"/>
                  </a:lnTo>
                  <a:lnTo>
                    <a:pt x="740891" y="209180"/>
                  </a:lnTo>
                  <a:lnTo>
                    <a:pt x="744811" y="164004"/>
                  </a:lnTo>
                  <a:lnTo>
                    <a:pt x="748732" y="121012"/>
                  </a:lnTo>
                  <a:lnTo>
                    <a:pt x="752652" y="81982"/>
                  </a:lnTo>
                  <a:lnTo>
                    <a:pt x="756572" y="48726"/>
                  </a:lnTo>
                  <a:lnTo>
                    <a:pt x="760492" y="22990"/>
                  </a:lnTo>
                  <a:lnTo>
                    <a:pt x="764412" y="6330"/>
                  </a:lnTo>
                  <a:lnTo>
                    <a:pt x="768332" y="0"/>
                  </a:lnTo>
                  <a:lnTo>
                    <a:pt x="772252" y="5676"/>
                  </a:lnTo>
                  <a:lnTo>
                    <a:pt x="776172" y="22815"/>
                  </a:lnTo>
                  <a:lnTo>
                    <a:pt x="780092" y="50970"/>
                  </a:lnTo>
                  <a:lnTo>
                    <a:pt x="784012" y="89160"/>
                  </a:lnTo>
                  <a:lnTo>
                    <a:pt x="787932" y="135877"/>
                  </a:lnTo>
                  <a:lnTo>
                    <a:pt x="791852" y="189171"/>
                  </a:lnTo>
                  <a:lnTo>
                    <a:pt x="795772" y="246786"/>
                  </a:lnTo>
                  <a:lnTo>
                    <a:pt x="799692" y="306330"/>
                  </a:lnTo>
                  <a:lnTo>
                    <a:pt x="803612" y="365459"/>
                  </a:lnTo>
                  <a:lnTo>
                    <a:pt x="807532" y="422063"/>
                  </a:lnTo>
                  <a:lnTo>
                    <a:pt x="811453" y="474422"/>
                  </a:lnTo>
                  <a:lnTo>
                    <a:pt x="815373" y="521305"/>
                  </a:lnTo>
                  <a:lnTo>
                    <a:pt x="819293" y="562012"/>
                  </a:lnTo>
                  <a:lnTo>
                    <a:pt x="823213" y="596339"/>
                  </a:lnTo>
                  <a:lnTo>
                    <a:pt x="827133" y="624465"/>
                  </a:lnTo>
                  <a:lnTo>
                    <a:pt x="831053" y="646611"/>
                  </a:lnTo>
                  <a:lnTo>
                    <a:pt x="834973" y="663932"/>
                  </a:lnTo>
                  <a:lnTo>
                    <a:pt x="838893" y="677186"/>
                  </a:lnTo>
                  <a:lnTo>
                    <a:pt x="842813" y="687105"/>
                  </a:lnTo>
                  <a:lnTo>
                    <a:pt x="846733" y="694358"/>
                  </a:lnTo>
                  <a:lnTo>
                    <a:pt x="850653" y="699532"/>
                  </a:lnTo>
                  <a:lnTo>
                    <a:pt x="854573" y="703124"/>
                  </a:lnTo>
                  <a:lnTo>
                    <a:pt x="858493" y="705546"/>
                  </a:lnTo>
                  <a:lnTo>
                    <a:pt x="862413" y="707128"/>
                  </a:lnTo>
                  <a:lnTo>
                    <a:pt x="866333" y="708124"/>
                  </a:lnTo>
                  <a:lnTo>
                    <a:pt x="870253" y="708721"/>
                  </a:lnTo>
                  <a:lnTo>
                    <a:pt x="874174" y="709048"/>
                  </a:lnTo>
                  <a:lnTo>
                    <a:pt x="878094" y="709190"/>
                  </a:lnTo>
                  <a:lnTo>
                    <a:pt x="882014" y="709200"/>
                  </a:lnTo>
                  <a:lnTo>
                    <a:pt x="885934" y="709104"/>
                  </a:lnTo>
                  <a:lnTo>
                    <a:pt x="889854" y="708915"/>
                  </a:lnTo>
                  <a:lnTo>
                    <a:pt x="893774" y="708644"/>
                  </a:lnTo>
                  <a:lnTo>
                    <a:pt x="897694" y="708293"/>
                  </a:lnTo>
                  <a:lnTo>
                    <a:pt x="901614" y="707856"/>
                  </a:lnTo>
                  <a:lnTo>
                    <a:pt x="905534" y="707328"/>
                  </a:lnTo>
                  <a:lnTo>
                    <a:pt x="909454" y="706698"/>
                  </a:lnTo>
                  <a:lnTo>
                    <a:pt x="913374" y="705953"/>
                  </a:lnTo>
                  <a:lnTo>
                    <a:pt x="917294" y="705077"/>
                  </a:lnTo>
                  <a:lnTo>
                    <a:pt x="921214" y="704052"/>
                  </a:lnTo>
                  <a:lnTo>
                    <a:pt x="925134" y="702858"/>
                  </a:lnTo>
                  <a:lnTo>
                    <a:pt x="929054" y="701471"/>
                  </a:lnTo>
                  <a:lnTo>
                    <a:pt x="932974" y="699871"/>
                  </a:lnTo>
                  <a:lnTo>
                    <a:pt x="936895" y="698038"/>
                  </a:lnTo>
                  <a:lnTo>
                    <a:pt x="940815" y="695959"/>
                  </a:lnTo>
                  <a:lnTo>
                    <a:pt x="944735" y="693625"/>
                  </a:lnTo>
                  <a:lnTo>
                    <a:pt x="948655" y="691034"/>
                  </a:lnTo>
                  <a:lnTo>
                    <a:pt x="952575" y="688202"/>
                  </a:lnTo>
                  <a:lnTo>
                    <a:pt x="956495" y="685126"/>
                  </a:lnTo>
                  <a:lnTo>
                    <a:pt x="960415" y="681782"/>
                  </a:lnTo>
                  <a:lnTo>
                    <a:pt x="964335" y="678119"/>
                  </a:lnTo>
                  <a:lnTo>
                    <a:pt x="968255" y="674056"/>
                  </a:lnTo>
                  <a:lnTo>
                    <a:pt x="972175" y="669481"/>
                  </a:lnTo>
                  <a:lnTo>
                    <a:pt x="976095" y="664263"/>
                  </a:lnTo>
                  <a:lnTo>
                    <a:pt x="980015" y="658264"/>
                  </a:lnTo>
                  <a:lnTo>
                    <a:pt x="983935" y="651362"/>
                  </a:lnTo>
                  <a:lnTo>
                    <a:pt x="987855" y="643478"/>
                  </a:lnTo>
                  <a:lnTo>
                    <a:pt x="991775" y="634609"/>
                  </a:lnTo>
                  <a:lnTo>
                    <a:pt x="995695" y="624855"/>
                  </a:lnTo>
                  <a:lnTo>
                    <a:pt x="999616" y="614443"/>
                  </a:lnTo>
                  <a:lnTo>
                    <a:pt x="1003536" y="603755"/>
                  </a:lnTo>
                  <a:lnTo>
                    <a:pt x="1007456" y="593373"/>
                  </a:lnTo>
                  <a:lnTo>
                    <a:pt x="1011376" y="583932"/>
                  </a:lnTo>
                  <a:lnTo>
                    <a:pt x="1015296" y="576086"/>
                  </a:lnTo>
                  <a:lnTo>
                    <a:pt x="1019216" y="570453"/>
                  </a:lnTo>
                  <a:lnTo>
                    <a:pt x="1023136" y="567542"/>
                  </a:lnTo>
                  <a:lnTo>
                    <a:pt x="1027056" y="567693"/>
                  </a:lnTo>
                  <a:lnTo>
                    <a:pt x="1030976" y="571031"/>
                  </a:lnTo>
                  <a:lnTo>
                    <a:pt x="1034896" y="577446"/>
                  </a:lnTo>
                  <a:lnTo>
                    <a:pt x="1038816" y="586594"/>
                  </a:lnTo>
                  <a:lnTo>
                    <a:pt x="1042736" y="597934"/>
                  </a:lnTo>
                  <a:lnTo>
                    <a:pt x="1046656" y="610781"/>
                  </a:lnTo>
                  <a:lnTo>
                    <a:pt x="1050576" y="624376"/>
                  </a:lnTo>
                  <a:lnTo>
                    <a:pt x="1054496" y="637972"/>
                  </a:lnTo>
                  <a:lnTo>
                    <a:pt x="1058417" y="650905"/>
                  </a:lnTo>
                  <a:lnTo>
                    <a:pt x="1062337" y="662579"/>
                  </a:lnTo>
                  <a:lnTo>
                    <a:pt x="1066257" y="672681"/>
                  </a:lnTo>
                  <a:lnTo>
                    <a:pt x="1070177" y="681143"/>
                  </a:lnTo>
                  <a:lnTo>
                    <a:pt x="1074097" y="688021"/>
                  </a:lnTo>
                  <a:lnTo>
                    <a:pt x="1078017" y="693477"/>
                  </a:lnTo>
                  <a:lnTo>
                    <a:pt x="1081937" y="697732"/>
                  </a:lnTo>
                  <a:lnTo>
                    <a:pt x="1085857" y="701023"/>
                  </a:lnTo>
                  <a:lnTo>
                    <a:pt x="1089777" y="703570"/>
                  </a:lnTo>
                  <a:lnTo>
                    <a:pt x="1093697" y="705554"/>
                  </a:lnTo>
                  <a:lnTo>
                    <a:pt x="1097617" y="707114"/>
                  </a:lnTo>
                  <a:lnTo>
                    <a:pt x="1101537" y="708348"/>
                  </a:lnTo>
                  <a:lnTo>
                    <a:pt x="1105457" y="709324"/>
                  </a:lnTo>
                  <a:lnTo>
                    <a:pt x="1109377" y="710087"/>
                  </a:lnTo>
                  <a:lnTo>
                    <a:pt x="1113297" y="710674"/>
                  </a:lnTo>
                  <a:lnTo>
                    <a:pt x="1117217" y="711111"/>
                  </a:lnTo>
                  <a:lnTo>
                    <a:pt x="1121138" y="711421"/>
                  </a:lnTo>
                  <a:lnTo>
                    <a:pt x="1125058" y="711636"/>
                  </a:lnTo>
                  <a:lnTo>
                    <a:pt x="1128978" y="711781"/>
                  </a:lnTo>
                  <a:lnTo>
                    <a:pt x="1132898" y="711874"/>
                  </a:lnTo>
                  <a:lnTo>
                    <a:pt x="1136818" y="711932"/>
                  </a:lnTo>
                  <a:lnTo>
                    <a:pt x="1140738" y="711966"/>
                  </a:lnTo>
                  <a:lnTo>
                    <a:pt x="1144658" y="711986"/>
                  </a:lnTo>
                  <a:lnTo>
                    <a:pt x="1148578" y="711996"/>
                  </a:lnTo>
                  <a:lnTo>
                    <a:pt x="1152498" y="712002"/>
                  </a:lnTo>
                  <a:lnTo>
                    <a:pt x="1156418" y="712004"/>
                  </a:lnTo>
                  <a:lnTo>
                    <a:pt x="1160338" y="712006"/>
                  </a:lnTo>
                  <a:lnTo>
                    <a:pt x="1164258" y="712006"/>
                  </a:lnTo>
                  <a:lnTo>
                    <a:pt x="1168178" y="712007"/>
                  </a:lnTo>
                  <a:lnTo>
                    <a:pt x="1172098" y="712007"/>
                  </a:lnTo>
                  <a:lnTo>
                    <a:pt x="1176018" y="712007"/>
                  </a:lnTo>
                  <a:lnTo>
                    <a:pt x="1179938" y="712007"/>
                  </a:lnTo>
                  <a:lnTo>
                    <a:pt x="1183859" y="712007"/>
                  </a:lnTo>
                  <a:lnTo>
                    <a:pt x="1187779" y="712007"/>
                  </a:lnTo>
                  <a:lnTo>
                    <a:pt x="1191699" y="712007"/>
                  </a:lnTo>
                  <a:lnTo>
                    <a:pt x="1195619" y="712007"/>
                  </a:lnTo>
                  <a:lnTo>
                    <a:pt x="1199539" y="712007"/>
                  </a:lnTo>
                  <a:lnTo>
                    <a:pt x="1203459" y="712007"/>
                  </a:lnTo>
                  <a:lnTo>
                    <a:pt x="1207379" y="712007"/>
                  </a:lnTo>
                  <a:lnTo>
                    <a:pt x="1211299" y="712007"/>
                  </a:lnTo>
                  <a:lnTo>
                    <a:pt x="1215219" y="712007"/>
                  </a:lnTo>
                  <a:lnTo>
                    <a:pt x="1219139" y="712007"/>
                  </a:lnTo>
                  <a:lnTo>
                    <a:pt x="1223059" y="712007"/>
                  </a:lnTo>
                  <a:lnTo>
                    <a:pt x="1226979" y="712007"/>
                  </a:lnTo>
                  <a:lnTo>
                    <a:pt x="1230899" y="712007"/>
                  </a:lnTo>
                  <a:lnTo>
                    <a:pt x="1234819" y="712007"/>
                  </a:lnTo>
                  <a:lnTo>
                    <a:pt x="1238739" y="712007"/>
                  </a:lnTo>
                  <a:lnTo>
                    <a:pt x="1242659" y="712007"/>
                  </a:lnTo>
                  <a:lnTo>
                    <a:pt x="1246580" y="712007"/>
                  </a:lnTo>
                  <a:lnTo>
                    <a:pt x="1250500" y="712007"/>
                  </a:lnTo>
                  <a:lnTo>
                    <a:pt x="1254420" y="712007"/>
                  </a:lnTo>
                  <a:lnTo>
                    <a:pt x="1258340" y="712007"/>
                  </a:lnTo>
                  <a:lnTo>
                    <a:pt x="1262260" y="712007"/>
                  </a:lnTo>
                  <a:lnTo>
                    <a:pt x="1266180" y="712007"/>
                  </a:lnTo>
                  <a:lnTo>
                    <a:pt x="1270100" y="712007"/>
                  </a:lnTo>
                  <a:lnTo>
                    <a:pt x="1274020" y="712007"/>
                  </a:lnTo>
                  <a:lnTo>
                    <a:pt x="1277940" y="712007"/>
                  </a:lnTo>
                  <a:lnTo>
                    <a:pt x="1281860" y="712007"/>
                  </a:lnTo>
                  <a:lnTo>
                    <a:pt x="1285780" y="712007"/>
                  </a:lnTo>
                  <a:lnTo>
                    <a:pt x="1289700" y="712007"/>
                  </a:lnTo>
                  <a:lnTo>
                    <a:pt x="1293620" y="712007"/>
                  </a:lnTo>
                  <a:lnTo>
                    <a:pt x="1297540" y="712007"/>
                  </a:lnTo>
                  <a:lnTo>
                    <a:pt x="1301460" y="712007"/>
                  </a:lnTo>
                  <a:lnTo>
                    <a:pt x="1305380" y="712007"/>
                  </a:lnTo>
                  <a:lnTo>
                    <a:pt x="1309301" y="712007"/>
                  </a:lnTo>
                  <a:lnTo>
                    <a:pt x="1313221" y="712007"/>
                  </a:lnTo>
                  <a:lnTo>
                    <a:pt x="1317141" y="712007"/>
                  </a:lnTo>
                  <a:lnTo>
                    <a:pt x="1321061" y="712007"/>
                  </a:lnTo>
                  <a:lnTo>
                    <a:pt x="1324981" y="712007"/>
                  </a:lnTo>
                  <a:lnTo>
                    <a:pt x="1328901" y="712007"/>
                  </a:lnTo>
                  <a:lnTo>
                    <a:pt x="1332821" y="712007"/>
                  </a:lnTo>
                  <a:lnTo>
                    <a:pt x="1336741" y="712007"/>
                  </a:lnTo>
                  <a:lnTo>
                    <a:pt x="1340661" y="712007"/>
                  </a:lnTo>
                  <a:lnTo>
                    <a:pt x="1344581" y="712007"/>
                  </a:lnTo>
                  <a:lnTo>
                    <a:pt x="1348501" y="712007"/>
                  </a:lnTo>
                  <a:lnTo>
                    <a:pt x="1352421" y="712007"/>
                  </a:lnTo>
                  <a:lnTo>
                    <a:pt x="1356341" y="712007"/>
                  </a:lnTo>
                  <a:lnTo>
                    <a:pt x="1360261" y="712007"/>
                  </a:lnTo>
                  <a:lnTo>
                    <a:pt x="1364181" y="712007"/>
                  </a:lnTo>
                  <a:lnTo>
                    <a:pt x="1368101" y="712007"/>
                  </a:lnTo>
                  <a:lnTo>
                    <a:pt x="1372022" y="712007"/>
                  </a:lnTo>
                  <a:lnTo>
                    <a:pt x="1375942" y="712007"/>
                  </a:lnTo>
                  <a:lnTo>
                    <a:pt x="1379862" y="712007"/>
                  </a:lnTo>
                  <a:lnTo>
                    <a:pt x="1383782" y="712007"/>
                  </a:lnTo>
                  <a:lnTo>
                    <a:pt x="1387702" y="712007"/>
                  </a:lnTo>
                  <a:lnTo>
                    <a:pt x="1391622" y="712007"/>
                  </a:lnTo>
                  <a:lnTo>
                    <a:pt x="1395542" y="712007"/>
                  </a:lnTo>
                  <a:lnTo>
                    <a:pt x="1399462" y="712007"/>
                  </a:lnTo>
                  <a:lnTo>
                    <a:pt x="1403382" y="712007"/>
                  </a:lnTo>
                  <a:lnTo>
                    <a:pt x="1407302" y="712007"/>
                  </a:lnTo>
                  <a:lnTo>
                    <a:pt x="1411222" y="712007"/>
                  </a:lnTo>
                  <a:lnTo>
                    <a:pt x="1415142" y="712007"/>
                  </a:lnTo>
                  <a:lnTo>
                    <a:pt x="1419062" y="712007"/>
                  </a:lnTo>
                  <a:lnTo>
                    <a:pt x="1422982" y="712007"/>
                  </a:lnTo>
                  <a:lnTo>
                    <a:pt x="1426902" y="712007"/>
                  </a:lnTo>
                  <a:lnTo>
                    <a:pt x="1430822" y="712007"/>
                  </a:lnTo>
                  <a:lnTo>
                    <a:pt x="1434743" y="712007"/>
                  </a:lnTo>
                  <a:lnTo>
                    <a:pt x="1438663" y="712007"/>
                  </a:lnTo>
                  <a:lnTo>
                    <a:pt x="1442583" y="712007"/>
                  </a:lnTo>
                  <a:lnTo>
                    <a:pt x="1446503" y="712007"/>
                  </a:lnTo>
                  <a:lnTo>
                    <a:pt x="1450423" y="712007"/>
                  </a:lnTo>
                  <a:lnTo>
                    <a:pt x="1454343" y="712007"/>
                  </a:lnTo>
                  <a:lnTo>
                    <a:pt x="1458263" y="712007"/>
                  </a:lnTo>
                  <a:lnTo>
                    <a:pt x="1462183" y="712007"/>
                  </a:lnTo>
                  <a:lnTo>
                    <a:pt x="1466103" y="712007"/>
                  </a:lnTo>
                  <a:lnTo>
                    <a:pt x="1470023" y="712007"/>
                  </a:lnTo>
                  <a:lnTo>
                    <a:pt x="1473943" y="712007"/>
                  </a:lnTo>
                  <a:lnTo>
                    <a:pt x="1477863" y="712007"/>
                  </a:lnTo>
                  <a:lnTo>
                    <a:pt x="1481783" y="712007"/>
                  </a:lnTo>
                  <a:lnTo>
                    <a:pt x="1485703" y="712007"/>
                  </a:lnTo>
                  <a:lnTo>
                    <a:pt x="1489623" y="712007"/>
                  </a:lnTo>
                  <a:lnTo>
                    <a:pt x="1493543" y="712007"/>
                  </a:lnTo>
                  <a:lnTo>
                    <a:pt x="1497464" y="712007"/>
                  </a:lnTo>
                  <a:lnTo>
                    <a:pt x="1501384" y="712007"/>
                  </a:lnTo>
                  <a:lnTo>
                    <a:pt x="1505304" y="712007"/>
                  </a:lnTo>
                  <a:lnTo>
                    <a:pt x="1509224" y="712007"/>
                  </a:lnTo>
                  <a:lnTo>
                    <a:pt x="1513144" y="712007"/>
                  </a:lnTo>
                  <a:lnTo>
                    <a:pt x="1517064" y="712007"/>
                  </a:lnTo>
                  <a:lnTo>
                    <a:pt x="1520984" y="712007"/>
                  </a:lnTo>
                  <a:lnTo>
                    <a:pt x="1524904" y="712007"/>
                  </a:lnTo>
                  <a:lnTo>
                    <a:pt x="1528824" y="712007"/>
                  </a:lnTo>
                  <a:lnTo>
                    <a:pt x="1532744" y="712007"/>
                  </a:lnTo>
                  <a:lnTo>
                    <a:pt x="1536664" y="712007"/>
                  </a:lnTo>
                  <a:lnTo>
                    <a:pt x="1540584" y="712007"/>
                  </a:lnTo>
                  <a:lnTo>
                    <a:pt x="1544504" y="712007"/>
                  </a:lnTo>
                  <a:lnTo>
                    <a:pt x="1548424" y="712007"/>
                  </a:lnTo>
                  <a:lnTo>
                    <a:pt x="1552344" y="712007"/>
                  </a:lnTo>
                  <a:lnTo>
                    <a:pt x="1556265" y="712007"/>
                  </a:lnTo>
                  <a:lnTo>
                    <a:pt x="1560185" y="712007"/>
                  </a:lnTo>
                  <a:lnTo>
                    <a:pt x="1564105" y="712007"/>
                  </a:lnTo>
                  <a:lnTo>
                    <a:pt x="1568025" y="712007"/>
                  </a:lnTo>
                  <a:lnTo>
                    <a:pt x="1571945" y="712007"/>
                  </a:lnTo>
                  <a:lnTo>
                    <a:pt x="1575865" y="712007"/>
                  </a:lnTo>
                  <a:lnTo>
                    <a:pt x="1579785" y="712007"/>
                  </a:lnTo>
                  <a:lnTo>
                    <a:pt x="1583705" y="712007"/>
                  </a:lnTo>
                  <a:lnTo>
                    <a:pt x="1587625" y="712007"/>
                  </a:lnTo>
                  <a:lnTo>
                    <a:pt x="1591545" y="712007"/>
                  </a:lnTo>
                  <a:lnTo>
                    <a:pt x="1595465" y="712007"/>
                  </a:lnTo>
                  <a:lnTo>
                    <a:pt x="1599385" y="712007"/>
                  </a:lnTo>
                  <a:lnTo>
                    <a:pt x="1603305" y="712007"/>
                  </a:lnTo>
                  <a:lnTo>
                    <a:pt x="1607225" y="712007"/>
                  </a:lnTo>
                  <a:lnTo>
                    <a:pt x="1611145" y="712007"/>
                  </a:lnTo>
                  <a:lnTo>
                    <a:pt x="1615065" y="712007"/>
                  </a:lnTo>
                  <a:lnTo>
                    <a:pt x="1618986" y="712007"/>
                  </a:lnTo>
                  <a:lnTo>
                    <a:pt x="1622906" y="712007"/>
                  </a:lnTo>
                  <a:lnTo>
                    <a:pt x="1626826" y="712007"/>
                  </a:lnTo>
                  <a:lnTo>
                    <a:pt x="1630746" y="712007"/>
                  </a:lnTo>
                  <a:lnTo>
                    <a:pt x="1634666" y="712007"/>
                  </a:lnTo>
                  <a:lnTo>
                    <a:pt x="1638586" y="712007"/>
                  </a:lnTo>
                  <a:lnTo>
                    <a:pt x="1642506" y="712007"/>
                  </a:lnTo>
                  <a:lnTo>
                    <a:pt x="1646426" y="712007"/>
                  </a:lnTo>
                  <a:lnTo>
                    <a:pt x="1650346" y="712007"/>
                  </a:lnTo>
                  <a:lnTo>
                    <a:pt x="1654266" y="712007"/>
                  </a:lnTo>
                  <a:lnTo>
                    <a:pt x="1658186" y="712007"/>
                  </a:lnTo>
                  <a:lnTo>
                    <a:pt x="1662106" y="712007"/>
                  </a:lnTo>
                  <a:lnTo>
                    <a:pt x="1666026" y="712007"/>
                  </a:lnTo>
                  <a:lnTo>
                    <a:pt x="1669946" y="712007"/>
                  </a:lnTo>
                  <a:lnTo>
                    <a:pt x="1673866" y="712007"/>
                  </a:lnTo>
                  <a:lnTo>
                    <a:pt x="1677786" y="712007"/>
                  </a:lnTo>
                  <a:lnTo>
                    <a:pt x="1681707" y="712007"/>
                  </a:lnTo>
                  <a:lnTo>
                    <a:pt x="1685627" y="712007"/>
                  </a:lnTo>
                  <a:lnTo>
                    <a:pt x="1689547" y="712007"/>
                  </a:lnTo>
                  <a:lnTo>
                    <a:pt x="1693467" y="712007"/>
                  </a:lnTo>
                  <a:lnTo>
                    <a:pt x="1697387" y="712007"/>
                  </a:lnTo>
                  <a:lnTo>
                    <a:pt x="1701307" y="712007"/>
                  </a:lnTo>
                  <a:lnTo>
                    <a:pt x="1705227" y="712007"/>
                  </a:lnTo>
                  <a:lnTo>
                    <a:pt x="1709147" y="712007"/>
                  </a:lnTo>
                  <a:lnTo>
                    <a:pt x="1713067" y="712007"/>
                  </a:lnTo>
                  <a:lnTo>
                    <a:pt x="1716987" y="712007"/>
                  </a:lnTo>
                  <a:lnTo>
                    <a:pt x="1720907" y="712007"/>
                  </a:lnTo>
                  <a:lnTo>
                    <a:pt x="1724827" y="712007"/>
                  </a:lnTo>
                  <a:lnTo>
                    <a:pt x="1728747" y="712007"/>
                  </a:lnTo>
                  <a:lnTo>
                    <a:pt x="1732667" y="712007"/>
                  </a:lnTo>
                  <a:lnTo>
                    <a:pt x="1736587" y="712007"/>
                  </a:lnTo>
                  <a:lnTo>
                    <a:pt x="1740507" y="712007"/>
                  </a:lnTo>
                  <a:lnTo>
                    <a:pt x="1744428" y="712007"/>
                  </a:lnTo>
                  <a:lnTo>
                    <a:pt x="1748348" y="712007"/>
                  </a:lnTo>
                  <a:lnTo>
                    <a:pt x="1752268" y="712007"/>
                  </a:lnTo>
                  <a:lnTo>
                    <a:pt x="1756188" y="712007"/>
                  </a:lnTo>
                  <a:lnTo>
                    <a:pt x="1760108" y="712007"/>
                  </a:lnTo>
                  <a:lnTo>
                    <a:pt x="1764028" y="712007"/>
                  </a:lnTo>
                  <a:lnTo>
                    <a:pt x="1767948" y="712007"/>
                  </a:lnTo>
                  <a:lnTo>
                    <a:pt x="1771868" y="712007"/>
                  </a:lnTo>
                  <a:lnTo>
                    <a:pt x="1775788" y="712007"/>
                  </a:lnTo>
                  <a:lnTo>
                    <a:pt x="1779708" y="712007"/>
                  </a:lnTo>
                  <a:lnTo>
                    <a:pt x="1783628" y="712007"/>
                  </a:lnTo>
                  <a:lnTo>
                    <a:pt x="1787548" y="712007"/>
                  </a:lnTo>
                  <a:lnTo>
                    <a:pt x="1791468" y="712007"/>
                  </a:lnTo>
                  <a:lnTo>
                    <a:pt x="1795388" y="712007"/>
                  </a:lnTo>
                  <a:lnTo>
                    <a:pt x="1799308" y="712007"/>
                  </a:lnTo>
                  <a:lnTo>
                    <a:pt x="1803228" y="712007"/>
                  </a:lnTo>
                  <a:lnTo>
                    <a:pt x="1807149" y="712007"/>
                  </a:lnTo>
                  <a:lnTo>
                    <a:pt x="1811069" y="712007"/>
                  </a:lnTo>
                  <a:lnTo>
                    <a:pt x="1814989" y="712007"/>
                  </a:lnTo>
                  <a:lnTo>
                    <a:pt x="1818909" y="712007"/>
                  </a:lnTo>
                  <a:lnTo>
                    <a:pt x="1822829" y="712007"/>
                  </a:lnTo>
                  <a:lnTo>
                    <a:pt x="1826749" y="712007"/>
                  </a:lnTo>
                  <a:lnTo>
                    <a:pt x="1830669" y="712007"/>
                  </a:lnTo>
                  <a:lnTo>
                    <a:pt x="1834589" y="712007"/>
                  </a:lnTo>
                  <a:lnTo>
                    <a:pt x="1838509" y="712007"/>
                  </a:lnTo>
                  <a:lnTo>
                    <a:pt x="1842429" y="712007"/>
                  </a:lnTo>
                  <a:lnTo>
                    <a:pt x="1846349" y="712007"/>
                  </a:lnTo>
                  <a:lnTo>
                    <a:pt x="1850269" y="712007"/>
                  </a:lnTo>
                  <a:lnTo>
                    <a:pt x="1854189" y="712007"/>
                  </a:lnTo>
                  <a:lnTo>
                    <a:pt x="1858109" y="712007"/>
                  </a:lnTo>
                  <a:lnTo>
                    <a:pt x="1862029" y="712007"/>
                  </a:lnTo>
                  <a:lnTo>
                    <a:pt x="1865949" y="712007"/>
                  </a:lnTo>
                  <a:lnTo>
                    <a:pt x="1869870" y="712007"/>
                  </a:lnTo>
                  <a:lnTo>
                    <a:pt x="1873790" y="712007"/>
                  </a:lnTo>
                  <a:lnTo>
                    <a:pt x="1877710" y="712007"/>
                  </a:lnTo>
                  <a:lnTo>
                    <a:pt x="1881630" y="712007"/>
                  </a:lnTo>
                  <a:lnTo>
                    <a:pt x="1885550" y="712007"/>
                  </a:lnTo>
                  <a:lnTo>
                    <a:pt x="1889470" y="712007"/>
                  </a:lnTo>
                  <a:lnTo>
                    <a:pt x="1893390" y="712007"/>
                  </a:lnTo>
                  <a:lnTo>
                    <a:pt x="1897310" y="712007"/>
                  </a:lnTo>
                  <a:lnTo>
                    <a:pt x="1901230" y="712007"/>
                  </a:lnTo>
                  <a:lnTo>
                    <a:pt x="1905150" y="712007"/>
                  </a:lnTo>
                  <a:lnTo>
                    <a:pt x="1909070" y="712007"/>
                  </a:lnTo>
                  <a:lnTo>
                    <a:pt x="1912990" y="712007"/>
                  </a:lnTo>
                  <a:lnTo>
                    <a:pt x="1916910" y="712007"/>
                  </a:lnTo>
                  <a:lnTo>
                    <a:pt x="1920830" y="712007"/>
                  </a:lnTo>
                  <a:lnTo>
                    <a:pt x="1924750" y="712007"/>
                  </a:lnTo>
                  <a:lnTo>
                    <a:pt x="1928670" y="712007"/>
                  </a:lnTo>
                  <a:lnTo>
                    <a:pt x="1932591" y="712007"/>
                  </a:lnTo>
                  <a:lnTo>
                    <a:pt x="1936511" y="712007"/>
                  </a:lnTo>
                  <a:lnTo>
                    <a:pt x="1940431" y="712007"/>
                  </a:lnTo>
                  <a:lnTo>
                    <a:pt x="1944351" y="712007"/>
                  </a:lnTo>
                  <a:lnTo>
                    <a:pt x="1948271" y="712007"/>
                  </a:lnTo>
                  <a:lnTo>
                    <a:pt x="1952191" y="712007"/>
                  </a:lnTo>
                  <a:lnTo>
                    <a:pt x="1956111" y="712007"/>
                  </a:lnTo>
                  <a:lnTo>
                    <a:pt x="1960031" y="712007"/>
                  </a:lnTo>
                  <a:lnTo>
                    <a:pt x="1963951" y="712007"/>
                  </a:lnTo>
                  <a:lnTo>
                    <a:pt x="1967871" y="712007"/>
                  </a:lnTo>
                  <a:lnTo>
                    <a:pt x="1971791" y="712007"/>
                  </a:lnTo>
                  <a:lnTo>
                    <a:pt x="1975711" y="712007"/>
                  </a:lnTo>
                  <a:lnTo>
                    <a:pt x="1979631" y="712007"/>
                  </a:lnTo>
                  <a:lnTo>
                    <a:pt x="1983551" y="712007"/>
                  </a:lnTo>
                  <a:lnTo>
                    <a:pt x="1987471" y="712007"/>
                  </a:lnTo>
                  <a:lnTo>
                    <a:pt x="1991391" y="712007"/>
                  </a:lnTo>
                  <a:lnTo>
                    <a:pt x="1995312" y="712007"/>
                  </a:lnTo>
                  <a:lnTo>
                    <a:pt x="1999232" y="712007"/>
                  </a:lnTo>
                  <a:lnTo>
                    <a:pt x="2003152" y="712007"/>
                  </a:lnTo>
                  <a:lnTo>
                    <a:pt x="1999232" y="712007"/>
                  </a:lnTo>
                  <a:lnTo>
                    <a:pt x="1995312" y="712007"/>
                  </a:lnTo>
                  <a:lnTo>
                    <a:pt x="1991391" y="712007"/>
                  </a:lnTo>
                  <a:lnTo>
                    <a:pt x="1987471" y="712007"/>
                  </a:lnTo>
                  <a:lnTo>
                    <a:pt x="1983551" y="712007"/>
                  </a:lnTo>
                  <a:lnTo>
                    <a:pt x="1979631" y="712007"/>
                  </a:lnTo>
                  <a:lnTo>
                    <a:pt x="1975711" y="712007"/>
                  </a:lnTo>
                  <a:lnTo>
                    <a:pt x="1971791" y="712007"/>
                  </a:lnTo>
                  <a:lnTo>
                    <a:pt x="1967871" y="712007"/>
                  </a:lnTo>
                  <a:lnTo>
                    <a:pt x="1963951" y="712007"/>
                  </a:lnTo>
                  <a:lnTo>
                    <a:pt x="1960031" y="712007"/>
                  </a:lnTo>
                  <a:lnTo>
                    <a:pt x="1956111" y="712007"/>
                  </a:lnTo>
                  <a:lnTo>
                    <a:pt x="1952191" y="712007"/>
                  </a:lnTo>
                  <a:lnTo>
                    <a:pt x="1948271" y="712007"/>
                  </a:lnTo>
                  <a:lnTo>
                    <a:pt x="1944351" y="712007"/>
                  </a:lnTo>
                  <a:lnTo>
                    <a:pt x="1940431" y="712007"/>
                  </a:lnTo>
                  <a:lnTo>
                    <a:pt x="1936511" y="712007"/>
                  </a:lnTo>
                  <a:lnTo>
                    <a:pt x="1932591" y="712007"/>
                  </a:lnTo>
                  <a:lnTo>
                    <a:pt x="1928670" y="712007"/>
                  </a:lnTo>
                  <a:lnTo>
                    <a:pt x="1924750" y="712007"/>
                  </a:lnTo>
                  <a:lnTo>
                    <a:pt x="1920830" y="712007"/>
                  </a:lnTo>
                  <a:lnTo>
                    <a:pt x="1916910" y="712007"/>
                  </a:lnTo>
                  <a:lnTo>
                    <a:pt x="1912990" y="712007"/>
                  </a:lnTo>
                  <a:lnTo>
                    <a:pt x="1909070" y="712007"/>
                  </a:lnTo>
                  <a:lnTo>
                    <a:pt x="1905150" y="712007"/>
                  </a:lnTo>
                  <a:lnTo>
                    <a:pt x="1901230" y="712007"/>
                  </a:lnTo>
                  <a:lnTo>
                    <a:pt x="1897310" y="712007"/>
                  </a:lnTo>
                  <a:lnTo>
                    <a:pt x="1893390" y="712007"/>
                  </a:lnTo>
                  <a:lnTo>
                    <a:pt x="1889470" y="712007"/>
                  </a:lnTo>
                  <a:lnTo>
                    <a:pt x="1885550" y="712007"/>
                  </a:lnTo>
                  <a:lnTo>
                    <a:pt x="1881630" y="712007"/>
                  </a:lnTo>
                  <a:lnTo>
                    <a:pt x="1877710" y="712007"/>
                  </a:lnTo>
                  <a:lnTo>
                    <a:pt x="1873790" y="712007"/>
                  </a:lnTo>
                  <a:lnTo>
                    <a:pt x="1869870" y="712007"/>
                  </a:lnTo>
                  <a:lnTo>
                    <a:pt x="1865949" y="712007"/>
                  </a:lnTo>
                  <a:lnTo>
                    <a:pt x="1862029" y="712007"/>
                  </a:lnTo>
                  <a:lnTo>
                    <a:pt x="1858109" y="712007"/>
                  </a:lnTo>
                  <a:lnTo>
                    <a:pt x="1854189" y="712007"/>
                  </a:lnTo>
                  <a:lnTo>
                    <a:pt x="1850269" y="712007"/>
                  </a:lnTo>
                  <a:lnTo>
                    <a:pt x="1846349" y="712007"/>
                  </a:lnTo>
                  <a:lnTo>
                    <a:pt x="1842429" y="712007"/>
                  </a:lnTo>
                  <a:lnTo>
                    <a:pt x="1838509" y="712007"/>
                  </a:lnTo>
                  <a:lnTo>
                    <a:pt x="1834589" y="712007"/>
                  </a:lnTo>
                  <a:lnTo>
                    <a:pt x="1830669" y="712007"/>
                  </a:lnTo>
                  <a:lnTo>
                    <a:pt x="1826749" y="712007"/>
                  </a:lnTo>
                  <a:lnTo>
                    <a:pt x="1822829" y="712007"/>
                  </a:lnTo>
                  <a:lnTo>
                    <a:pt x="1818909" y="712007"/>
                  </a:lnTo>
                  <a:lnTo>
                    <a:pt x="1814989" y="712007"/>
                  </a:lnTo>
                  <a:lnTo>
                    <a:pt x="1811069" y="712007"/>
                  </a:lnTo>
                  <a:lnTo>
                    <a:pt x="1807149" y="712007"/>
                  </a:lnTo>
                  <a:lnTo>
                    <a:pt x="1803228" y="712007"/>
                  </a:lnTo>
                  <a:lnTo>
                    <a:pt x="1799308" y="712007"/>
                  </a:lnTo>
                  <a:lnTo>
                    <a:pt x="1795388" y="712007"/>
                  </a:lnTo>
                  <a:lnTo>
                    <a:pt x="1791468" y="712007"/>
                  </a:lnTo>
                  <a:lnTo>
                    <a:pt x="1787548" y="712007"/>
                  </a:lnTo>
                  <a:lnTo>
                    <a:pt x="1783628" y="712007"/>
                  </a:lnTo>
                  <a:lnTo>
                    <a:pt x="1779708" y="712007"/>
                  </a:lnTo>
                  <a:lnTo>
                    <a:pt x="1775788" y="712007"/>
                  </a:lnTo>
                  <a:lnTo>
                    <a:pt x="1771868" y="712007"/>
                  </a:lnTo>
                  <a:lnTo>
                    <a:pt x="1767948" y="712007"/>
                  </a:lnTo>
                  <a:lnTo>
                    <a:pt x="1764028" y="712007"/>
                  </a:lnTo>
                  <a:lnTo>
                    <a:pt x="1760108" y="712007"/>
                  </a:lnTo>
                  <a:lnTo>
                    <a:pt x="1756188" y="712007"/>
                  </a:lnTo>
                  <a:lnTo>
                    <a:pt x="1752268" y="712007"/>
                  </a:lnTo>
                  <a:lnTo>
                    <a:pt x="1748348" y="712007"/>
                  </a:lnTo>
                  <a:lnTo>
                    <a:pt x="1744428" y="712007"/>
                  </a:lnTo>
                  <a:lnTo>
                    <a:pt x="1740507" y="712007"/>
                  </a:lnTo>
                  <a:lnTo>
                    <a:pt x="1736587" y="712007"/>
                  </a:lnTo>
                  <a:lnTo>
                    <a:pt x="1732667" y="712007"/>
                  </a:lnTo>
                  <a:lnTo>
                    <a:pt x="1728747" y="712007"/>
                  </a:lnTo>
                  <a:lnTo>
                    <a:pt x="1724827" y="712007"/>
                  </a:lnTo>
                  <a:lnTo>
                    <a:pt x="1720907" y="712007"/>
                  </a:lnTo>
                  <a:lnTo>
                    <a:pt x="1716987" y="712007"/>
                  </a:lnTo>
                  <a:lnTo>
                    <a:pt x="1713067" y="712007"/>
                  </a:lnTo>
                  <a:lnTo>
                    <a:pt x="1709147" y="712007"/>
                  </a:lnTo>
                  <a:lnTo>
                    <a:pt x="1705227" y="712007"/>
                  </a:lnTo>
                  <a:lnTo>
                    <a:pt x="1701307" y="712007"/>
                  </a:lnTo>
                  <a:lnTo>
                    <a:pt x="1697387" y="712007"/>
                  </a:lnTo>
                  <a:lnTo>
                    <a:pt x="1693467" y="712007"/>
                  </a:lnTo>
                  <a:lnTo>
                    <a:pt x="1689547" y="712007"/>
                  </a:lnTo>
                  <a:lnTo>
                    <a:pt x="1685627" y="712007"/>
                  </a:lnTo>
                  <a:lnTo>
                    <a:pt x="1681707" y="712007"/>
                  </a:lnTo>
                  <a:lnTo>
                    <a:pt x="1677786" y="712007"/>
                  </a:lnTo>
                  <a:lnTo>
                    <a:pt x="1673866" y="712007"/>
                  </a:lnTo>
                  <a:lnTo>
                    <a:pt x="1669946" y="712007"/>
                  </a:lnTo>
                  <a:lnTo>
                    <a:pt x="1666026" y="712007"/>
                  </a:lnTo>
                  <a:lnTo>
                    <a:pt x="1662106" y="712007"/>
                  </a:lnTo>
                  <a:lnTo>
                    <a:pt x="1658186" y="712007"/>
                  </a:lnTo>
                  <a:lnTo>
                    <a:pt x="1654266" y="712007"/>
                  </a:lnTo>
                  <a:lnTo>
                    <a:pt x="1650346" y="712007"/>
                  </a:lnTo>
                  <a:lnTo>
                    <a:pt x="1646426" y="712007"/>
                  </a:lnTo>
                  <a:lnTo>
                    <a:pt x="1642506" y="712007"/>
                  </a:lnTo>
                  <a:lnTo>
                    <a:pt x="1638586" y="712007"/>
                  </a:lnTo>
                  <a:lnTo>
                    <a:pt x="1634666" y="712007"/>
                  </a:lnTo>
                  <a:lnTo>
                    <a:pt x="1630746" y="712007"/>
                  </a:lnTo>
                  <a:lnTo>
                    <a:pt x="1626826" y="712007"/>
                  </a:lnTo>
                  <a:lnTo>
                    <a:pt x="1622906" y="712007"/>
                  </a:lnTo>
                  <a:lnTo>
                    <a:pt x="1618986" y="712007"/>
                  </a:lnTo>
                  <a:lnTo>
                    <a:pt x="1615065" y="712007"/>
                  </a:lnTo>
                  <a:lnTo>
                    <a:pt x="1611145" y="712007"/>
                  </a:lnTo>
                  <a:lnTo>
                    <a:pt x="1607225" y="712007"/>
                  </a:lnTo>
                  <a:lnTo>
                    <a:pt x="1603305" y="712007"/>
                  </a:lnTo>
                  <a:lnTo>
                    <a:pt x="1599385" y="712007"/>
                  </a:lnTo>
                  <a:lnTo>
                    <a:pt x="1595465" y="712007"/>
                  </a:lnTo>
                  <a:lnTo>
                    <a:pt x="1591545" y="712007"/>
                  </a:lnTo>
                  <a:lnTo>
                    <a:pt x="1587625" y="712007"/>
                  </a:lnTo>
                  <a:lnTo>
                    <a:pt x="1583705" y="712007"/>
                  </a:lnTo>
                  <a:lnTo>
                    <a:pt x="1579785" y="712007"/>
                  </a:lnTo>
                  <a:lnTo>
                    <a:pt x="1575865" y="712007"/>
                  </a:lnTo>
                  <a:lnTo>
                    <a:pt x="1571945" y="712007"/>
                  </a:lnTo>
                  <a:lnTo>
                    <a:pt x="1568025" y="712007"/>
                  </a:lnTo>
                  <a:lnTo>
                    <a:pt x="1564105" y="712007"/>
                  </a:lnTo>
                  <a:lnTo>
                    <a:pt x="1560185" y="712007"/>
                  </a:lnTo>
                  <a:lnTo>
                    <a:pt x="1556265" y="712007"/>
                  </a:lnTo>
                  <a:lnTo>
                    <a:pt x="1552344" y="712007"/>
                  </a:lnTo>
                  <a:lnTo>
                    <a:pt x="1548424" y="712007"/>
                  </a:lnTo>
                  <a:lnTo>
                    <a:pt x="1544504" y="712007"/>
                  </a:lnTo>
                  <a:lnTo>
                    <a:pt x="1540584" y="712007"/>
                  </a:lnTo>
                  <a:lnTo>
                    <a:pt x="1536664" y="712007"/>
                  </a:lnTo>
                  <a:lnTo>
                    <a:pt x="1532744" y="712007"/>
                  </a:lnTo>
                  <a:lnTo>
                    <a:pt x="1528824" y="712007"/>
                  </a:lnTo>
                  <a:lnTo>
                    <a:pt x="1524904" y="712007"/>
                  </a:lnTo>
                  <a:lnTo>
                    <a:pt x="1520984" y="712007"/>
                  </a:lnTo>
                  <a:lnTo>
                    <a:pt x="1517064" y="712007"/>
                  </a:lnTo>
                  <a:lnTo>
                    <a:pt x="1513144" y="712007"/>
                  </a:lnTo>
                  <a:lnTo>
                    <a:pt x="1509224" y="712007"/>
                  </a:lnTo>
                  <a:lnTo>
                    <a:pt x="1505304" y="712007"/>
                  </a:lnTo>
                  <a:lnTo>
                    <a:pt x="1501384" y="712007"/>
                  </a:lnTo>
                  <a:lnTo>
                    <a:pt x="1497464" y="712007"/>
                  </a:lnTo>
                  <a:lnTo>
                    <a:pt x="1493543" y="712007"/>
                  </a:lnTo>
                  <a:lnTo>
                    <a:pt x="1489623" y="712007"/>
                  </a:lnTo>
                  <a:lnTo>
                    <a:pt x="1485703" y="712007"/>
                  </a:lnTo>
                  <a:lnTo>
                    <a:pt x="1481783" y="712007"/>
                  </a:lnTo>
                  <a:lnTo>
                    <a:pt x="1477863" y="712007"/>
                  </a:lnTo>
                  <a:lnTo>
                    <a:pt x="1473943" y="712007"/>
                  </a:lnTo>
                  <a:lnTo>
                    <a:pt x="1470023" y="712007"/>
                  </a:lnTo>
                  <a:lnTo>
                    <a:pt x="1466103" y="712007"/>
                  </a:lnTo>
                  <a:lnTo>
                    <a:pt x="1462183" y="712007"/>
                  </a:lnTo>
                  <a:lnTo>
                    <a:pt x="1458263" y="712007"/>
                  </a:lnTo>
                  <a:lnTo>
                    <a:pt x="1454343" y="712007"/>
                  </a:lnTo>
                  <a:lnTo>
                    <a:pt x="1450423" y="712007"/>
                  </a:lnTo>
                  <a:lnTo>
                    <a:pt x="1446503" y="712007"/>
                  </a:lnTo>
                  <a:lnTo>
                    <a:pt x="1442583" y="712007"/>
                  </a:lnTo>
                  <a:lnTo>
                    <a:pt x="1438663" y="712007"/>
                  </a:lnTo>
                  <a:lnTo>
                    <a:pt x="1434743" y="712007"/>
                  </a:lnTo>
                  <a:lnTo>
                    <a:pt x="1430822" y="712007"/>
                  </a:lnTo>
                  <a:lnTo>
                    <a:pt x="1426902" y="712007"/>
                  </a:lnTo>
                  <a:lnTo>
                    <a:pt x="1422982" y="712007"/>
                  </a:lnTo>
                  <a:lnTo>
                    <a:pt x="1419062" y="712007"/>
                  </a:lnTo>
                  <a:lnTo>
                    <a:pt x="1415142" y="712007"/>
                  </a:lnTo>
                  <a:lnTo>
                    <a:pt x="1411222" y="712007"/>
                  </a:lnTo>
                  <a:lnTo>
                    <a:pt x="1407302" y="712007"/>
                  </a:lnTo>
                  <a:lnTo>
                    <a:pt x="1403382" y="712007"/>
                  </a:lnTo>
                  <a:lnTo>
                    <a:pt x="1399462" y="712007"/>
                  </a:lnTo>
                  <a:lnTo>
                    <a:pt x="1395542" y="712007"/>
                  </a:lnTo>
                  <a:lnTo>
                    <a:pt x="1391622" y="712007"/>
                  </a:lnTo>
                  <a:lnTo>
                    <a:pt x="1387702" y="712007"/>
                  </a:lnTo>
                  <a:lnTo>
                    <a:pt x="1383782" y="712007"/>
                  </a:lnTo>
                  <a:lnTo>
                    <a:pt x="1379862" y="712007"/>
                  </a:lnTo>
                  <a:lnTo>
                    <a:pt x="1375942" y="712007"/>
                  </a:lnTo>
                  <a:lnTo>
                    <a:pt x="1372022" y="712007"/>
                  </a:lnTo>
                  <a:lnTo>
                    <a:pt x="1368101" y="712007"/>
                  </a:lnTo>
                  <a:lnTo>
                    <a:pt x="1364181" y="712007"/>
                  </a:lnTo>
                  <a:lnTo>
                    <a:pt x="1360261" y="712007"/>
                  </a:lnTo>
                  <a:lnTo>
                    <a:pt x="1356341" y="712007"/>
                  </a:lnTo>
                  <a:lnTo>
                    <a:pt x="1352421" y="712007"/>
                  </a:lnTo>
                  <a:lnTo>
                    <a:pt x="1348501" y="712007"/>
                  </a:lnTo>
                  <a:lnTo>
                    <a:pt x="1344581" y="712007"/>
                  </a:lnTo>
                  <a:lnTo>
                    <a:pt x="1340661" y="712007"/>
                  </a:lnTo>
                  <a:lnTo>
                    <a:pt x="1336741" y="712007"/>
                  </a:lnTo>
                  <a:lnTo>
                    <a:pt x="1332821" y="712007"/>
                  </a:lnTo>
                  <a:lnTo>
                    <a:pt x="1328901" y="712007"/>
                  </a:lnTo>
                  <a:lnTo>
                    <a:pt x="1324981" y="712007"/>
                  </a:lnTo>
                  <a:lnTo>
                    <a:pt x="1321061" y="712007"/>
                  </a:lnTo>
                  <a:lnTo>
                    <a:pt x="1317141" y="712007"/>
                  </a:lnTo>
                  <a:lnTo>
                    <a:pt x="1313221" y="712007"/>
                  </a:lnTo>
                  <a:lnTo>
                    <a:pt x="1309301" y="712007"/>
                  </a:lnTo>
                  <a:lnTo>
                    <a:pt x="1305380" y="712007"/>
                  </a:lnTo>
                  <a:lnTo>
                    <a:pt x="1301460" y="712007"/>
                  </a:lnTo>
                  <a:lnTo>
                    <a:pt x="1297540" y="712007"/>
                  </a:lnTo>
                  <a:lnTo>
                    <a:pt x="1293620" y="712007"/>
                  </a:lnTo>
                  <a:lnTo>
                    <a:pt x="1289700" y="712007"/>
                  </a:lnTo>
                  <a:lnTo>
                    <a:pt x="1285780" y="712007"/>
                  </a:lnTo>
                  <a:lnTo>
                    <a:pt x="1281860" y="712007"/>
                  </a:lnTo>
                  <a:lnTo>
                    <a:pt x="1277940" y="712007"/>
                  </a:lnTo>
                  <a:lnTo>
                    <a:pt x="1274020" y="712007"/>
                  </a:lnTo>
                  <a:lnTo>
                    <a:pt x="1270100" y="712007"/>
                  </a:lnTo>
                  <a:lnTo>
                    <a:pt x="1266180" y="712007"/>
                  </a:lnTo>
                  <a:lnTo>
                    <a:pt x="1262260" y="712007"/>
                  </a:lnTo>
                  <a:lnTo>
                    <a:pt x="1258340" y="712007"/>
                  </a:lnTo>
                  <a:lnTo>
                    <a:pt x="1254420" y="712007"/>
                  </a:lnTo>
                  <a:lnTo>
                    <a:pt x="1250500" y="712007"/>
                  </a:lnTo>
                  <a:lnTo>
                    <a:pt x="1246580" y="712007"/>
                  </a:lnTo>
                  <a:lnTo>
                    <a:pt x="1242659" y="712007"/>
                  </a:lnTo>
                  <a:lnTo>
                    <a:pt x="1238739" y="712007"/>
                  </a:lnTo>
                  <a:lnTo>
                    <a:pt x="1234819" y="712007"/>
                  </a:lnTo>
                  <a:lnTo>
                    <a:pt x="1230899" y="712007"/>
                  </a:lnTo>
                  <a:lnTo>
                    <a:pt x="1226979" y="712007"/>
                  </a:lnTo>
                  <a:lnTo>
                    <a:pt x="1223059" y="712007"/>
                  </a:lnTo>
                  <a:lnTo>
                    <a:pt x="1219139" y="712007"/>
                  </a:lnTo>
                  <a:lnTo>
                    <a:pt x="1215219" y="712007"/>
                  </a:lnTo>
                  <a:lnTo>
                    <a:pt x="1211299" y="712007"/>
                  </a:lnTo>
                  <a:lnTo>
                    <a:pt x="1207379" y="712007"/>
                  </a:lnTo>
                  <a:lnTo>
                    <a:pt x="1203459" y="712007"/>
                  </a:lnTo>
                  <a:lnTo>
                    <a:pt x="1199539" y="712007"/>
                  </a:lnTo>
                  <a:lnTo>
                    <a:pt x="1195619" y="712007"/>
                  </a:lnTo>
                  <a:lnTo>
                    <a:pt x="1191699" y="712007"/>
                  </a:lnTo>
                  <a:lnTo>
                    <a:pt x="1187779" y="712007"/>
                  </a:lnTo>
                  <a:lnTo>
                    <a:pt x="1183859" y="712007"/>
                  </a:lnTo>
                  <a:lnTo>
                    <a:pt x="1179938" y="712007"/>
                  </a:lnTo>
                  <a:lnTo>
                    <a:pt x="1176018" y="712007"/>
                  </a:lnTo>
                  <a:lnTo>
                    <a:pt x="1172098" y="712007"/>
                  </a:lnTo>
                  <a:lnTo>
                    <a:pt x="1168178" y="712007"/>
                  </a:lnTo>
                  <a:lnTo>
                    <a:pt x="1164258" y="712007"/>
                  </a:lnTo>
                  <a:lnTo>
                    <a:pt x="1160338" y="712007"/>
                  </a:lnTo>
                  <a:lnTo>
                    <a:pt x="1156418" y="712007"/>
                  </a:lnTo>
                  <a:lnTo>
                    <a:pt x="1152498" y="712007"/>
                  </a:lnTo>
                  <a:lnTo>
                    <a:pt x="1148578" y="712007"/>
                  </a:lnTo>
                  <a:lnTo>
                    <a:pt x="1144658" y="712007"/>
                  </a:lnTo>
                  <a:lnTo>
                    <a:pt x="1140738" y="712007"/>
                  </a:lnTo>
                  <a:lnTo>
                    <a:pt x="1136818" y="712007"/>
                  </a:lnTo>
                  <a:lnTo>
                    <a:pt x="1132898" y="712007"/>
                  </a:lnTo>
                  <a:lnTo>
                    <a:pt x="1128978" y="712007"/>
                  </a:lnTo>
                  <a:lnTo>
                    <a:pt x="1125058" y="712007"/>
                  </a:lnTo>
                  <a:lnTo>
                    <a:pt x="1121138" y="712007"/>
                  </a:lnTo>
                  <a:lnTo>
                    <a:pt x="1117217" y="712007"/>
                  </a:lnTo>
                  <a:lnTo>
                    <a:pt x="1113297" y="712007"/>
                  </a:lnTo>
                  <a:lnTo>
                    <a:pt x="1109377" y="712007"/>
                  </a:lnTo>
                  <a:lnTo>
                    <a:pt x="1105457" y="712007"/>
                  </a:lnTo>
                  <a:lnTo>
                    <a:pt x="1101537" y="712007"/>
                  </a:lnTo>
                  <a:lnTo>
                    <a:pt x="1097617" y="712007"/>
                  </a:lnTo>
                  <a:lnTo>
                    <a:pt x="1093697" y="712007"/>
                  </a:lnTo>
                  <a:lnTo>
                    <a:pt x="1089777" y="712007"/>
                  </a:lnTo>
                  <a:lnTo>
                    <a:pt x="1085857" y="712007"/>
                  </a:lnTo>
                  <a:lnTo>
                    <a:pt x="1081937" y="712007"/>
                  </a:lnTo>
                  <a:lnTo>
                    <a:pt x="1078017" y="712007"/>
                  </a:lnTo>
                  <a:lnTo>
                    <a:pt x="1074097" y="712007"/>
                  </a:lnTo>
                  <a:lnTo>
                    <a:pt x="1070177" y="712007"/>
                  </a:lnTo>
                  <a:lnTo>
                    <a:pt x="1066257" y="712007"/>
                  </a:lnTo>
                  <a:lnTo>
                    <a:pt x="1062337" y="712007"/>
                  </a:lnTo>
                  <a:lnTo>
                    <a:pt x="1058417" y="712007"/>
                  </a:lnTo>
                  <a:lnTo>
                    <a:pt x="1054496" y="712007"/>
                  </a:lnTo>
                  <a:lnTo>
                    <a:pt x="1050576" y="712007"/>
                  </a:lnTo>
                  <a:lnTo>
                    <a:pt x="1046656" y="712007"/>
                  </a:lnTo>
                  <a:lnTo>
                    <a:pt x="1042736" y="712007"/>
                  </a:lnTo>
                  <a:lnTo>
                    <a:pt x="1038816" y="712007"/>
                  </a:lnTo>
                  <a:lnTo>
                    <a:pt x="1034896" y="712007"/>
                  </a:lnTo>
                  <a:lnTo>
                    <a:pt x="1030976" y="712007"/>
                  </a:lnTo>
                  <a:lnTo>
                    <a:pt x="1027056" y="712007"/>
                  </a:lnTo>
                  <a:lnTo>
                    <a:pt x="1023136" y="712007"/>
                  </a:lnTo>
                  <a:lnTo>
                    <a:pt x="1019216" y="712007"/>
                  </a:lnTo>
                  <a:lnTo>
                    <a:pt x="1015296" y="712007"/>
                  </a:lnTo>
                  <a:lnTo>
                    <a:pt x="1011376" y="712007"/>
                  </a:lnTo>
                  <a:lnTo>
                    <a:pt x="1007456" y="712007"/>
                  </a:lnTo>
                  <a:lnTo>
                    <a:pt x="1003536" y="712007"/>
                  </a:lnTo>
                  <a:lnTo>
                    <a:pt x="999616" y="712007"/>
                  </a:lnTo>
                  <a:lnTo>
                    <a:pt x="995695" y="712007"/>
                  </a:lnTo>
                  <a:lnTo>
                    <a:pt x="991775" y="712007"/>
                  </a:lnTo>
                  <a:lnTo>
                    <a:pt x="987855" y="712007"/>
                  </a:lnTo>
                  <a:lnTo>
                    <a:pt x="983935" y="712007"/>
                  </a:lnTo>
                  <a:lnTo>
                    <a:pt x="980015" y="712007"/>
                  </a:lnTo>
                  <a:lnTo>
                    <a:pt x="976095" y="712007"/>
                  </a:lnTo>
                  <a:lnTo>
                    <a:pt x="972175" y="712007"/>
                  </a:lnTo>
                  <a:lnTo>
                    <a:pt x="968255" y="712007"/>
                  </a:lnTo>
                  <a:lnTo>
                    <a:pt x="964335" y="712007"/>
                  </a:lnTo>
                  <a:lnTo>
                    <a:pt x="960415" y="712007"/>
                  </a:lnTo>
                  <a:lnTo>
                    <a:pt x="956495" y="712007"/>
                  </a:lnTo>
                  <a:lnTo>
                    <a:pt x="952575" y="712007"/>
                  </a:lnTo>
                  <a:lnTo>
                    <a:pt x="948655" y="712007"/>
                  </a:lnTo>
                  <a:lnTo>
                    <a:pt x="944735" y="712007"/>
                  </a:lnTo>
                  <a:lnTo>
                    <a:pt x="940815" y="712007"/>
                  </a:lnTo>
                  <a:lnTo>
                    <a:pt x="936895" y="712007"/>
                  </a:lnTo>
                  <a:lnTo>
                    <a:pt x="932974" y="712007"/>
                  </a:lnTo>
                  <a:lnTo>
                    <a:pt x="929054" y="712007"/>
                  </a:lnTo>
                  <a:lnTo>
                    <a:pt x="925134" y="712007"/>
                  </a:lnTo>
                  <a:lnTo>
                    <a:pt x="921214" y="712007"/>
                  </a:lnTo>
                  <a:lnTo>
                    <a:pt x="917294" y="712007"/>
                  </a:lnTo>
                  <a:lnTo>
                    <a:pt x="913374" y="712007"/>
                  </a:lnTo>
                  <a:lnTo>
                    <a:pt x="909454" y="712007"/>
                  </a:lnTo>
                  <a:lnTo>
                    <a:pt x="905534" y="712007"/>
                  </a:lnTo>
                  <a:lnTo>
                    <a:pt x="901614" y="712007"/>
                  </a:lnTo>
                  <a:lnTo>
                    <a:pt x="897694" y="712007"/>
                  </a:lnTo>
                  <a:lnTo>
                    <a:pt x="893774" y="712007"/>
                  </a:lnTo>
                  <a:lnTo>
                    <a:pt x="889854" y="712007"/>
                  </a:lnTo>
                  <a:lnTo>
                    <a:pt x="885934" y="712007"/>
                  </a:lnTo>
                  <a:lnTo>
                    <a:pt x="882014" y="712007"/>
                  </a:lnTo>
                  <a:lnTo>
                    <a:pt x="878094" y="712007"/>
                  </a:lnTo>
                  <a:lnTo>
                    <a:pt x="874174" y="712007"/>
                  </a:lnTo>
                  <a:lnTo>
                    <a:pt x="870253" y="712007"/>
                  </a:lnTo>
                  <a:lnTo>
                    <a:pt x="866333" y="712007"/>
                  </a:lnTo>
                  <a:lnTo>
                    <a:pt x="862413" y="712007"/>
                  </a:lnTo>
                  <a:lnTo>
                    <a:pt x="858493" y="712007"/>
                  </a:lnTo>
                  <a:lnTo>
                    <a:pt x="854573" y="712007"/>
                  </a:lnTo>
                  <a:lnTo>
                    <a:pt x="850653" y="712007"/>
                  </a:lnTo>
                  <a:lnTo>
                    <a:pt x="846733" y="712007"/>
                  </a:lnTo>
                  <a:lnTo>
                    <a:pt x="842813" y="712007"/>
                  </a:lnTo>
                  <a:lnTo>
                    <a:pt x="838893" y="712007"/>
                  </a:lnTo>
                  <a:lnTo>
                    <a:pt x="834973" y="712007"/>
                  </a:lnTo>
                  <a:lnTo>
                    <a:pt x="831053" y="712007"/>
                  </a:lnTo>
                  <a:lnTo>
                    <a:pt x="827133" y="712007"/>
                  </a:lnTo>
                  <a:lnTo>
                    <a:pt x="823213" y="712007"/>
                  </a:lnTo>
                  <a:lnTo>
                    <a:pt x="819293" y="712007"/>
                  </a:lnTo>
                  <a:lnTo>
                    <a:pt x="815373" y="712007"/>
                  </a:lnTo>
                  <a:lnTo>
                    <a:pt x="811453" y="712007"/>
                  </a:lnTo>
                  <a:lnTo>
                    <a:pt x="807532" y="712007"/>
                  </a:lnTo>
                  <a:lnTo>
                    <a:pt x="803612" y="712007"/>
                  </a:lnTo>
                  <a:lnTo>
                    <a:pt x="799692" y="712007"/>
                  </a:lnTo>
                  <a:lnTo>
                    <a:pt x="795772" y="712007"/>
                  </a:lnTo>
                  <a:lnTo>
                    <a:pt x="791852" y="712007"/>
                  </a:lnTo>
                  <a:lnTo>
                    <a:pt x="787932" y="712007"/>
                  </a:lnTo>
                  <a:lnTo>
                    <a:pt x="784012" y="712007"/>
                  </a:lnTo>
                  <a:lnTo>
                    <a:pt x="780092" y="712007"/>
                  </a:lnTo>
                  <a:lnTo>
                    <a:pt x="776172" y="712007"/>
                  </a:lnTo>
                  <a:lnTo>
                    <a:pt x="772252" y="712007"/>
                  </a:lnTo>
                  <a:lnTo>
                    <a:pt x="768332" y="712007"/>
                  </a:lnTo>
                  <a:lnTo>
                    <a:pt x="764412" y="712007"/>
                  </a:lnTo>
                  <a:lnTo>
                    <a:pt x="760492" y="712007"/>
                  </a:lnTo>
                  <a:lnTo>
                    <a:pt x="756572" y="712007"/>
                  </a:lnTo>
                  <a:lnTo>
                    <a:pt x="752652" y="712007"/>
                  </a:lnTo>
                  <a:lnTo>
                    <a:pt x="748732" y="712007"/>
                  </a:lnTo>
                  <a:lnTo>
                    <a:pt x="744811" y="712007"/>
                  </a:lnTo>
                  <a:lnTo>
                    <a:pt x="740891" y="712007"/>
                  </a:lnTo>
                  <a:lnTo>
                    <a:pt x="736971" y="712007"/>
                  </a:lnTo>
                  <a:lnTo>
                    <a:pt x="733051" y="712007"/>
                  </a:lnTo>
                  <a:lnTo>
                    <a:pt x="729131" y="712007"/>
                  </a:lnTo>
                  <a:lnTo>
                    <a:pt x="725211" y="712007"/>
                  </a:lnTo>
                  <a:lnTo>
                    <a:pt x="721291" y="712007"/>
                  </a:lnTo>
                  <a:lnTo>
                    <a:pt x="717371" y="712007"/>
                  </a:lnTo>
                  <a:lnTo>
                    <a:pt x="713451" y="712007"/>
                  </a:lnTo>
                  <a:lnTo>
                    <a:pt x="709531" y="712007"/>
                  </a:lnTo>
                  <a:lnTo>
                    <a:pt x="705611" y="712007"/>
                  </a:lnTo>
                  <a:lnTo>
                    <a:pt x="701691" y="712007"/>
                  </a:lnTo>
                  <a:lnTo>
                    <a:pt x="697771" y="712007"/>
                  </a:lnTo>
                  <a:lnTo>
                    <a:pt x="693851" y="712007"/>
                  </a:lnTo>
                  <a:lnTo>
                    <a:pt x="689931" y="712007"/>
                  </a:lnTo>
                  <a:lnTo>
                    <a:pt x="686011" y="712007"/>
                  </a:lnTo>
                  <a:lnTo>
                    <a:pt x="682090" y="712007"/>
                  </a:lnTo>
                  <a:lnTo>
                    <a:pt x="678170" y="712007"/>
                  </a:lnTo>
                  <a:lnTo>
                    <a:pt x="674250" y="712007"/>
                  </a:lnTo>
                  <a:lnTo>
                    <a:pt x="670330" y="712007"/>
                  </a:lnTo>
                  <a:lnTo>
                    <a:pt x="666410" y="712007"/>
                  </a:lnTo>
                  <a:lnTo>
                    <a:pt x="662490" y="712007"/>
                  </a:lnTo>
                  <a:lnTo>
                    <a:pt x="658570" y="712007"/>
                  </a:lnTo>
                  <a:lnTo>
                    <a:pt x="654650" y="712007"/>
                  </a:lnTo>
                  <a:lnTo>
                    <a:pt x="650730" y="712007"/>
                  </a:lnTo>
                  <a:lnTo>
                    <a:pt x="646810" y="712007"/>
                  </a:lnTo>
                  <a:lnTo>
                    <a:pt x="642890" y="712007"/>
                  </a:lnTo>
                  <a:lnTo>
                    <a:pt x="638970" y="712007"/>
                  </a:lnTo>
                  <a:lnTo>
                    <a:pt x="635050" y="712007"/>
                  </a:lnTo>
                  <a:lnTo>
                    <a:pt x="631130" y="712007"/>
                  </a:lnTo>
                  <a:lnTo>
                    <a:pt x="627210" y="712007"/>
                  </a:lnTo>
                  <a:lnTo>
                    <a:pt x="623290" y="712007"/>
                  </a:lnTo>
                  <a:lnTo>
                    <a:pt x="619369" y="712007"/>
                  </a:lnTo>
                  <a:lnTo>
                    <a:pt x="615449" y="712007"/>
                  </a:lnTo>
                  <a:lnTo>
                    <a:pt x="611529" y="712007"/>
                  </a:lnTo>
                  <a:lnTo>
                    <a:pt x="607609" y="712007"/>
                  </a:lnTo>
                  <a:lnTo>
                    <a:pt x="603689" y="712007"/>
                  </a:lnTo>
                  <a:lnTo>
                    <a:pt x="599769" y="712007"/>
                  </a:lnTo>
                  <a:lnTo>
                    <a:pt x="595849" y="712007"/>
                  </a:lnTo>
                  <a:lnTo>
                    <a:pt x="591929" y="712007"/>
                  </a:lnTo>
                  <a:lnTo>
                    <a:pt x="588009" y="712007"/>
                  </a:lnTo>
                  <a:lnTo>
                    <a:pt x="584089" y="712007"/>
                  </a:lnTo>
                  <a:lnTo>
                    <a:pt x="580169" y="712007"/>
                  </a:lnTo>
                  <a:lnTo>
                    <a:pt x="576249" y="712007"/>
                  </a:lnTo>
                  <a:lnTo>
                    <a:pt x="572329" y="712007"/>
                  </a:lnTo>
                  <a:lnTo>
                    <a:pt x="568409" y="712007"/>
                  </a:lnTo>
                  <a:lnTo>
                    <a:pt x="564489" y="712007"/>
                  </a:lnTo>
                  <a:lnTo>
                    <a:pt x="560569" y="712007"/>
                  </a:lnTo>
                  <a:lnTo>
                    <a:pt x="556648" y="712007"/>
                  </a:lnTo>
                  <a:lnTo>
                    <a:pt x="552728" y="712007"/>
                  </a:lnTo>
                  <a:lnTo>
                    <a:pt x="548808" y="712007"/>
                  </a:lnTo>
                  <a:lnTo>
                    <a:pt x="544888" y="712007"/>
                  </a:lnTo>
                  <a:lnTo>
                    <a:pt x="540968" y="712007"/>
                  </a:lnTo>
                  <a:lnTo>
                    <a:pt x="537048" y="712007"/>
                  </a:lnTo>
                  <a:lnTo>
                    <a:pt x="533128" y="712007"/>
                  </a:lnTo>
                  <a:lnTo>
                    <a:pt x="529208" y="712007"/>
                  </a:lnTo>
                  <a:lnTo>
                    <a:pt x="525288" y="712007"/>
                  </a:lnTo>
                  <a:lnTo>
                    <a:pt x="521368" y="712007"/>
                  </a:lnTo>
                  <a:lnTo>
                    <a:pt x="517448" y="712007"/>
                  </a:lnTo>
                  <a:lnTo>
                    <a:pt x="513528" y="712007"/>
                  </a:lnTo>
                  <a:lnTo>
                    <a:pt x="509608" y="712007"/>
                  </a:lnTo>
                  <a:lnTo>
                    <a:pt x="505688" y="712007"/>
                  </a:lnTo>
                  <a:lnTo>
                    <a:pt x="501768" y="712007"/>
                  </a:lnTo>
                  <a:lnTo>
                    <a:pt x="497847" y="712007"/>
                  </a:lnTo>
                  <a:lnTo>
                    <a:pt x="493927" y="712007"/>
                  </a:lnTo>
                  <a:lnTo>
                    <a:pt x="490007" y="712007"/>
                  </a:lnTo>
                  <a:lnTo>
                    <a:pt x="486087" y="712007"/>
                  </a:lnTo>
                  <a:lnTo>
                    <a:pt x="482167" y="712007"/>
                  </a:lnTo>
                  <a:lnTo>
                    <a:pt x="478247" y="712007"/>
                  </a:lnTo>
                  <a:lnTo>
                    <a:pt x="474327" y="712007"/>
                  </a:lnTo>
                  <a:lnTo>
                    <a:pt x="470407" y="712007"/>
                  </a:lnTo>
                  <a:lnTo>
                    <a:pt x="466487" y="712007"/>
                  </a:lnTo>
                  <a:lnTo>
                    <a:pt x="462567" y="712007"/>
                  </a:lnTo>
                  <a:lnTo>
                    <a:pt x="458647" y="712007"/>
                  </a:lnTo>
                  <a:lnTo>
                    <a:pt x="454727" y="712007"/>
                  </a:lnTo>
                  <a:lnTo>
                    <a:pt x="450807" y="712007"/>
                  </a:lnTo>
                  <a:lnTo>
                    <a:pt x="446887" y="712007"/>
                  </a:lnTo>
                  <a:lnTo>
                    <a:pt x="442967" y="712007"/>
                  </a:lnTo>
                  <a:lnTo>
                    <a:pt x="439047" y="712007"/>
                  </a:lnTo>
                  <a:lnTo>
                    <a:pt x="435126" y="712007"/>
                  </a:lnTo>
                  <a:lnTo>
                    <a:pt x="431206" y="712007"/>
                  </a:lnTo>
                  <a:lnTo>
                    <a:pt x="427286" y="712007"/>
                  </a:lnTo>
                  <a:lnTo>
                    <a:pt x="423366" y="712007"/>
                  </a:lnTo>
                  <a:lnTo>
                    <a:pt x="419446" y="712007"/>
                  </a:lnTo>
                  <a:lnTo>
                    <a:pt x="415526" y="712007"/>
                  </a:lnTo>
                  <a:lnTo>
                    <a:pt x="411606" y="712007"/>
                  </a:lnTo>
                  <a:lnTo>
                    <a:pt x="407686" y="712007"/>
                  </a:lnTo>
                  <a:lnTo>
                    <a:pt x="403766" y="712007"/>
                  </a:lnTo>
                  <a:lnTo>
                    <a:pt x="399846" y="712007"/>
                  </a:lnTo>
                  <a:lnTo>
                    <a:pt x="395926" y="712007"/>
                  </a:lnTo>
                  <a:lnTo>
                    <a:pt x="392006" y="712007"/>
                  </a:lnTo>
                  <a:lnTo>
                    <a:pt x="388086" y="712007"/>
                  </a:lnTo>
                  <a:lnTo>
                    <a:pt x="384166" y="712007"/>
                  </a:lnTo>
                  <a:lnTo>
                    <a:pt x="380246" y="712007"/>
                  </a:lnTo>
                  <a:lnTo>
                    <a:pt x="376326" y="712007"/>
                  </a:lnTo>
                  <a:lnTo>
                    <a:pt x="372405" y="712007"/>
                  </a:lnTo>
                  <a:lnTo>
                    <a:pt x="368485" y="712007"/>
                  </a:lnTo>
                  <a:lnTo>
                    <a:pt x="364565" y="712007"/>
                  </a:lnTo>
                  <a:lnTo>
                    <a:pt x="360645" y="712007"/>
                  </a:lnTo>
                  <a:lnTo>
                    <a:pt x="356725" y="712007"/>
                  </a:lnTo>
                  <a:lnTo>
                    <a:pt x="352805" y="712007"/>
                  </a:lnTo>
                  <a:lnTo>
                    <a:pt x="348885" y="712007"/>
                  </a:lnTo>
                  <a:lnTo>
                    <a:pt x="344965" y="712007"/>
                  </a:lnTo>
                  <a:lnTo>
                    <a:pt x="341045" y="712007"/>
                  </a:lnTo>
                  <a:lnTo>
                    <a:pt x="337125" y="712007"/>
                  </a:lnTo>
                  <a:lnTo>
                    <a:pt x="333205" y="712007"/>
                  </a:lnTo>
                  <a:lnTo>
                    <a:pt x="329285" y="712007"/>
                  </a:lnTo>
                  <a:lnTo>
                    <a:pt x="325365" y="712007"/>
                  </a:lnTo>
                  <a:lnTo>
                    <a:pt x="321445" y="712007"/>
                  </a:lnTo>
                  <a:lnTo>
                    <a:pt x="317525" y="712007"/>
                  </a:lnTo>
                  <a:lnTo>
                    <a:pt x="313605" y="712007"/>
                  </a:lnTo>
                  <a:lnTo>
                    <a:pt x="309684" y="712007"/>
                  </a:lnTo>
                  <a:lnTo>
                    <a:pt x="305764" y="712007"/>
                  </a:lnTo>
                  <a:lnTo>
                    <a:pt x="301844" y="712007"/>
                  </a:lnTo>
                  <a:lnTo>
                    <a:pt x="297924" y="712007"/>
                  </a:lnTo>
                  <a:lnTo>
                    <a:pt x="294004" y="712007"/>
                  </a:lnTo>
                  <a:lnTo>
                    <a:pt x="290084" y="712007"/>
                  </a:lnTo>
                  <a:lnTo>
                    <a:pt x="286164" y="712007"/>
                  </a:lnTo>
                  <a:lnTo>
                    <a:pt x="282244" y="712007"/>
                  </a:lnTo>
                  <a:lnTo>
                    <a:pt x="278324" y="712007"/>
                  </a:lnTo>
                  <a:lnTo>
                    <a:pt x="274404" y="712007"/>
                  </a:lnTo>
                  <a:lnTo>
                    <a:pt x="270484" y="712007"/>
                  </a:lnTo>
                  <a:lnTo>
                    <a:pt x="266564" y="712007"/>
                  </a:lnTo>
                  <a:lnTo>
                    <a:pt x="262644" y="712007"/>
                  </a:lnTo>
                  <a:lnTo>
                    <a:pt x="258724" y="712007"/>
                  </a:lnTo>
                  <a:lnTo>
                    <a:pt x="254804" y="712007"/>
                  </a:lnTo>
                  <a:lnTo>
                    <a:pt x="250884" y="712007"/>
                  </a:lnTo>
                  <a:lnTo>
                    <a:pt x="246963" y="712007"/>
                  </a:lnTo>
                  <a:lnTo>
                    <a:pt x="243043" y="712007"/>
                  </a:lnTo>
                  <a:lnTo>
                    <a:pt x="239123" y="712007"/>
                  </a:lnTo>
                  <a:lnTo>
                    <a:pt x="235203" y="712007"/>
                  </a:lnTo>
                  <a:lnTo>
                    <a:pt x="231283" y="712007"/>
                  </a:lnTo>
                  <a:lnTo>
                    <a:pt x="227363" y="712007"/>
                  </a:lnTo>
                  <a:lnTo>
                    <a:pt x="223443" y="712007"/>
                  </a:lnTo>
                  <a:lnTo>
                    <a:pt x="219523" y="712007"/>
                  </a:lnTo>
                  <a:lnTo>
                    <a:pt x="215603" y="712007"/>
                  </a:lnTo>
                  <a:lnTo>
                    <a:pt x="211683" y="712007"/>
                  </a:lnTo>
                  <a:lnTo>
                    <a:pt x="207763" y="712007"/>
                  </a:lnTo>
                  <a:lnTo>
                    <a:pt x="203843" y="712007"/>
                  </a:lnTo>
                  <a:lnTo>
                    <a:pt x="199923" y="712007"/>
                  </a:lnTo>
                  <a:lnTo>
                    <a:pt x="196003" y="712007"/>
                  </a:lnTo>
                  <a:lnTo>
                    <a:pt x="192083" y="712007"/>
                  </a:lnTo>
                  <a:lnTo>
                    <a:pt x="188163" y="712007"/>
                  </a:lnTo>
                  <a:lnTo>
                    <a:pt x="184242" y="712007"/>
                  </a:lnTo>
                  <a:lnTo>
                    <a:pt x="180322" y="712007"/>
                  </a:lnTo>
                  <a:lnTo>
                    <a:pt x="176402" y="712007"/>
                  </a:lnTo>
                  <a:lnTo>
                    <a:pt x="172482" y="712007"/>
                  </a:lnTo>
                  <a:lnTo>
                    <a:pt x="168562" y="712007"/>
                  </a:lnTo>
                  <a:lnTo>
                    <a:pt x="164642" y="712007"/>
                  </a:lnTo>
                  <a:lnTo>
                    <a:pt x="160722" y="712007"/>
                  </a:lnTo>
                  <a:lnTo>
                    <a:pt x="156802" y="712007"/>
                  </a:lnTo>
                  <a:lnTo>
                    <a:pt x="152882" y="712007"/>
                  </a:lnTo>
                  <a:lnTo>
                    <a:pt x="148962" y="712007"/>
                  </a:lnTo>
                  <a:lnTo>
                    <a:pt x="145042" y="712007"/>
                  </a:lnTo>
                  <a:lnTo>
                    <a:pt x="141122" y="712007"/>
                  </a:lnTo>
                  <a:lnTo>
                    <a:pt x="137202" y="712007"/>
                  </a:lnTo>
                  <a:lnTo>
                    <a:pt x="133282" y="712007"/>
                  </a:lnTo>
                  <a:lnTo>
                    <a:pt x="129362" y="712007"/>
                  </a:lnTo>
                  <a:lnTo>
                    <a:pt x="125442" y="712007"/>
                  </a:lnTo>
                  <a:lnTo>
                    <a:pt x="121521" y="712007"/>
                  </a:lnTo>
                  <a:lnTo>
                    <a:pt x="117601" y="712007"/>
                  </a:lnTo>
                  <a:lnTo>
                    <a:pt x="113681" y="712007"/>
                  </a:lnTo>
                  <a:lnTo>
                    <a:pt x="109761" y="712007"/>
                  </a:lnTo>
                  <a:lnTo>
                    <a:pt x="105841" y="712007"/>
                  </a:lnTo>
                  <a:lnTo>
                    <a:pt x="101921" y="712007"/>
                  </a:lnTo>
                  <a:lnTo>
                    <a:pt x="98001" y="712007"/>
                  </a:lnTo>
                  <a:lnTo>
                    <a:pt x="94081" y="712007"/>
                  </a:lnTo>
                  <a:lnTo>
                    <a:pt x="90161" y="712007"/>
                  </a:lnTo>
                  <a:lnTo>
                    <a:pt x="86241" y="712007"/>
                  </a:lnTo>
                  <a:lnTo>
                    <a:pt x="82321" y="712007"/>
                  </a:lnTo>
                  <a:lnTo>
                    <a:pt x="78401" y="712007"/>
                  </a:lnTo>
                  <a:lnTo>
                    <a:pt x="74481" y="712007"/>
                  </a:lnTo>
                  <a:lnTo>
                    <a:pt x="70561" y="712007"/>
                  </a:lnTo>
                  <a:lnTo>
                    <a:pt x="66641" y="712007"/>
                  </a:lnTo>
                  <a:lnTo>
                    <a:pt x="62721" y="712007"/>
                  </a:lnTo>
                  <a:lnTo>
                    <a:pt x="58800" y="712007"/>
                  </a:lnTo>
                  <a:lnTo>
                    <a:pt x="54880" y="712007"/>
                  </a:lnTo>
                  <a:lnTo>
                    <a:pt x="50960" y="712007"/>
                  </a:lnTo>
                  <a:lnTo>
                    <a:pt x="47040" y="712007"/>
                  </a:lnTo>
                  <a:lnTo>
                    <a:pt x="43120" y="712007"/>
                  </a:lnTo>
                  <a:lnTo>
                    <a:pt x="39200" y="712007"/>
                  </a:lnTo>
                  <a:lnTo>
                    <a:pt x="35280" y="712007"/>
                  </a:lnTo>
                  <a:lnTo>
                    <a:pt x="31360" y="712007"/>
                  </a:lnTo>
                  <a:lnTo>
                    <a:pt x="27440" y="712007"/>
                  </a:lnTo>
                  <a:lnTo>
                    <a:pt x="23520" y="712007"/>
                  </a:lnTo>
                  <a:lnTo>
                    <a:pt x="19600" y="712007"/>
                  </a:lnTo>
                  <a:lnTo>
                    <a:pt x="15680" y="712007"/>
                  </a:lnTo>
                  <a:lnTo>
                    <a:pt x="11760" y="712007"/>
                  </a:lnTo>
                  <a:lnTo>
                    <a:pt x="7840" y="712007"/>
                  </a:lnTo>
                  <a:lnTo>
                    <a:pt x="3920" y="712007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13" name="pl13"/>
            <p:cNvSpPr/>
            <p:nvPr/>
          </p:nvSpPr>
          <p:spPr>
            <a:xfrm>
              <a:off x="1804741" y="5579542"/>
              <a:ext cx="2003152" cy="712007"/>
            </a:xfrm>
            <a:custGeom>
              <a:avLst/>
              <a:gdLst/>
              <a:ahLst/>
              <a:cxnLst/>
              <a:rect l="0" t="0" r="0" b="0"/>
              <a:pathLst>
                <a:path w="2003152" h="712007">
                  <a:moveTo>
                    <a:pt x="0" y="712007"/>
                  </a:moveTo>
                  <a:lnTo>
                    <a:pt x="3920" y="712007"/>
                  </a:lnTo>
                  <a:lnTo>
                    <a:pt x="7840" y="712007"/>
                  </a:lnTo>
                  <a:lnTo>
                    <a:pt x="11760" y="712007"/>
                  </a:lnTo>
                  <a:lnTo>
                    <a:pt x="15680" y="712007"/>
                  </a:lnTo>
                  <a:lnTo>
                    <a:pt x="19600" y="712007"/>
                  </a:lnTo>
                  <a:lnTo>
                    <a:pt x="23520" y="712007"/>
                  </a:lnTo>
                  <a:lnTo>
                    <a:pt x="27440" y="712007"/>
                  </a:lnTo>
                  <a:lnTo>
                    <a:pt x="31360" y="712007"/>
                  </a:lnTo>
                  <a:lnTo>
                    <a:pt x="35280" y="712007"/>
                  </a:lnTo>
                  <a:lnTo>
                    <a:pt x="39200" y="712007"/>
                  </a:lnTo>
                  <a:lnTo>
                    <a:pt x="43120" y="712007"/>
                  </a:lnTo>
                  <a:lnTo>
                    <a:pt x="47040" y="712007"/>
                  </a:lnTo>
                  <a:lnTo>
                    <a:pt x="50960" y="712007"/>
                  </a:lnTo>
                  <a:lnTo>
                    <a:pt x="54880" y="712007"/>
                  </a:lnTo>
                  <a:lnTo>
                    <a:pt x="58800" y="712007"/>
                  </a:lnTo>
                  <a:lnTo>
                    <a:pt x="62721" y="712007"/>
                  </a:lnTo>
                  <a:lnTo>
                    <a:pt x="66641" y="712007"/>
                  </a:lnTo>
                  <a:lnTo>
                    <a:pt x="70561" y="712007"/>
                  </a:lnTo>
                  <a:lnTo>
                    <a:pt x="74481" y="712007"/>
                  </a:lnTo>
                  <a:lnTo>
                    <a:pt x="78401" y="712007"/>
                  </a:lnTo>
                  <a:lnTo>
                    <a:pt x="82321" y="712007"/>
                  </a:lnTo>
                  <a:lnTo>
                    <a:pt x="86241" y="712007"/>
                  </a:lnTo>
                  <a:lnTo>
                    <a:pt x="90161" y="712007"/>
                  </a:lnTo>
                  <a:lnTo>
                    <a:pt x="94081" y="712007"/>
                  </a:lnTo>
                  <a:lnTo>
                    <a:pt x="98001" y="712007"/>
                  </a:lnTo>
                  <a:lnTo>
                    <a:pt x="101921" y="712007"/>
                  </a:lnTo>
                  <a:lnTo>
                    <a:pt x="105841" y="712007"/>
                  </a:lnTo>
                  <a:lnTo>
                    <a:pt x="109761" y="712007"/>
                  </a:lnTo>
                  <a:lnTo>
                    <a:pt x="113681" y="712007"/>
                  </a:lnTo>
                  <a:lnTo>
                    <a:pt x="117601" y="712007"/>
                  </a:lnTo>
                  <a:lnTo>
                    <a:pt x="121521" y="712007"/>
                  </a:lnTo>
                  <a:lnTo>
                    <a:pt x="125442" y="712007"/>
                  </a:lnTo>
                  <a:lnTo>
                    <a:pt x="129362" y="712007"/>
                  </a:lnTo>
                  <a:lnTo>
                    <a:pt x="133282" y="712007"/>
                  </a:lnTo>
                  <a:lnTo>
                    <a:pt x="137202" y="712007"/>
                  </a:lnTo>
                  <a:lnTo>
                    <a:pt x="141122" y="712007"/>
                  </a:lnTo>
                  <a:lnTo>
                    <a:pt x="145042" y="712007"/>
                  </a:lnTo>
                  <a:lnTo>
                    <a:pt x="148962" y="712007"/>
                  </a:lnTo>
                  <a:lnTo>
                    <a:pt x="152882" y="712007"/>
                  </a:lnTo>
                  <a:lnTo>
                    <a:pt x="156802" y="712007"/>
                  </a:lnTo>
                  <a:lnTo>
                    <a:pt x="160722" y="712007"/>
                  </a:lnTo>
                  <a:lnTo>
                    <a:pt x="164642" y="712007"/>
                  </a:lnTo>
                  <a:lnTo>
                    <a:pt x="168562" y="712007"/>
                  </a:lnTo>
                  <a:lnTo>
                    <a:pt x="172482" y="712007"/>
                  </a:lnTo>
                  <a:lnTo>
                    <a:pt x="176402" y="712007"/>
                  </a:lnTo>
                  <a:lnTo>
                    <a:pt x="180322" y="712007"/>
                  </a:lnTo>
                  <a:lnTo>
                    <a:pt x="184242" y="712007"/>
                  </a:lnTo>
                  <a:lnTo>
                    <a:pt x="188163" y="712007"/>
                  </a:lnTo>
                  <a:lnTo>
                    <a:pt x="192083" y="712007"/>
                  </a:lnTo>
                  <a:lnTo>
                    <a:pt x="196003" y="712006"/>
                  </a:lnTo>
                  <a:lnTo>
                    <a:pt x="199923" y="712006"/>
                  </a:lnTo>
                  <a:lnTo>
                    <a:pt x="203843" y="712005"/>
                  </a:lnTo>
                  <a:lnTo>
                    <a:pt x="207763" y="712002"/>
                  </a:lnTo>
                  <a:lnTo>
                    <a:pt x="211683" y="711997"/>
                  </a:lnTo>
                  <a:lnTo>
                    <a:pt x="215603" y="711988"/>
                  </a:lnTo>
                  <a:lnTo>
                    <a:pt x="219523" y="711971"/>
                  </a:lnTo>
                  <a:lnTo>
                    <a:pt x="223443" y="711944"/>
                  </a:lnTo>
                  <a:lnTo>
                    <a:pt x="227363" y="711901"/>
                  </a:lnTo>
                  <a:lnTo>
                    <a:pt x="231283" y="711835"/>
                  </a:lnTo>
                  <a:lnTo>
                    <a:pt x="235203" y="711742"/>
                  </a:lnTo>
                  <a:lnTo>
                    <a:pt x="239123" y="711615"/>
                  </a:lnTo>
                  <a:lnTo>
                    <a:pt x="243043" y="711453"/>
                  </a:lnTo>
                  <a:lnTo>
                    <a:pt x="246963" y="711257"/>
                  </a:lnTo>
                  <a:lnTo>
                    <a:pt x="250884" y="711037"/>
                  </a:lnTo>
                  <a:lnTo>
                    <a:pt x="254804" y="710811"/>
                  </a:lnTo>
                  <a:lnTo>
                    <a:pt x="258724" y="710601"/>
                  </a:lnTo>
                  <a:lnTo>
                    <a:pt x="262644" y="710428"/>
                  </a:lnTo>
                  <a:lnTo>
                    <a:pt x="266564" y="710314"/>
                  </a:lnTo>
                  <a:lnTo>
                    <a:pt x="270484" y="710273"/>
                  </a:lnTo>
                  <a:lnTo>
                    <a:pt x="274404" y="710310"/>
                  </a:lnTo>
                  <a:lnTo>
                    <a:pt x="278324" y="710420"/>
                  </a:lnTo>
                  <a:lnTo>
                    <a:pt x="282244" y="710589"/>
                  </a:lnTo>
                  <a:lnTo>
                    <a:pt x="286164" y="710798"/>
                  </a:lnTo>
                  <a:lnTo>
                    <a:pt x="290084" y="711022"/>
                  </a:lnTo>
                  <a:lnTo>
                    <a:pt x="294004" y="711242"/>
                  </a:lnTo>
                  <a:lnTo>
                    <a:pt x="297924" y="711439"/>
                  </a:lnTo>
                  <a:lnTo>
                    <a:pt x="301844" y="711605"/>
                  </a:lnTo>
                  <a:lnTo>
                    <a:pt x="305764" y="711730"/>
                  </a:lnTo>
                  <a:lnTo>
                    <a:pt x="309684" y="711818"/>
                  </a:lnTo>
                  <a:lnTo>
                    <a:pt x="313605" y="711870"/>
                  </a:lnTo>
                  <a:lnTo>
                    <a:pt x="317525" y="711887"/>
                  </a:lnTo>
                  <a:lnTo>
                    <a:pt x="321445" y="711867"/>
                  </a:lnTo>
                  <a:lnTo>
                    <a:pt x="325365" y="711804"/>
                  </a:lnTo>
                  <a:lnTo>
                    <a:pt x="329285" y="711685"/>
                  </a:lnTo>
                  <a:lnTo>
                    <a:pt x="333205" y="711493"/>
                  </a:lnTo>
                  <a:lnTo>
                    <a:pt x="337125" y="711209"/>
                  </a:lnTo>
                  <a:lnTo>
                    <a:pt x="341045" y="710810"/>
                  </a:lnTo>
                  <a:lnTo>
                    <a:pt x="344965" y="710275"/>
                  </a:lnTo>
                  <a:lnTo>
                    <a:pt x="348885" y="709589"/>
                  </a:lnTo>
                  <a:lnTo>
                    <a:pt x="352805" y="708746"/>
                  </a:lnTo>
                  <a:lnTo>
                    <a:pt x="356725" y="707753"/>
                  </a:lnTo>
                  <a:lnTo>
                    <a:pt x="360645" y="706630"/>
                  </a:lnTo>
                  <a:lnTo>
                    <a:pt x="364565" y="705412"/>
                  </a:lnTo>
                  <a:lnTo>
                    <a:pt x="368485" y="704164"/>
                  </a:lnTo>
                  <a:lnTo>
                    <a:pt x="372405" y="702951"/>
                  </a:lnTo>
                  <a:lnTo>
                    <a:pt x="376326" y="701843"/>
                  </a:lnTo>
                  <a:lnTo>
                    <a:pt x="380246" y="700907"/>
                  </a:lnTo>
                  <a:lnTo>
                    <a:pt x="384166" y="700200"/>
                  </a:lnTo>
                  <a:lnTo>
                    <a:pt x="388086" y="699763"/>
                  </a:lnTo>
                  <a:lnTo>
                    <a:pt x="392006" y="699608"/>
                  </a:lnTo>
                  <a:lnTo>
                    <a:pt x="395926" y="699719"/>
                  </a:lnTo>
                  <a:lnTo>
                    <a:pt x="399846" y="700051"/>
                  </a:lnTo>
                  <a:lnTo>
                    <a:pt x="403766" y="700532"/>
                  </a:lnTo>
                  <a:lnTo>
                    <a:pt x="407686" y="701074"/>
                  </a:lnTo>
                  <a:lnTo>
                    <a:pt x="411606" y="701583"/>
                  </a:lnTo>
                  <a:lnTo>
                    <a:pt x="415526" y="701970"/>
                  </a:lnTo>
                  <a:lnTo>
                    <a:pt x="419446" y="702167"/>
                  </a:lnTo>
                  <a:lnTo>
                    <a:pt x="423366" y="702118"/>
                  </a:lnTo>
                  <a:lnTo>
                    <a:pt x="427286" y="701842"/>
                  </a:lnTo>
                  <a:lnTo>
                    <a:pt x="431206" y="701377"/>
                  </a:lnTo>
                  <a:lnTo>
                    <a:pt x="435126" y="700795"/>
                  </a:lnTo>
                  <a:lnTo>
                    <a:pt x="439047" y="700192"/>
                  </a:lnTo>
                  <a:lnTo>
                    <a:pt x="442967" y="699679"/>
                  </a:lnTo>
                  <a:lnTo>
                    <a:pt x="446887" y="699363"/>
                  </a:lnTo>
                  <a:lnTo>
                    <a:pt x="450807" y="699334"/>
                  </a:lnTo>
                  <a:lnTo>
                    <a:pt x="454727" y="699651"/>
                  </a:lnTo>
                  <a:lnTo>
                    <a:pt x="458647" y="700327"/>
                  </a:lnTo>
                  <a:lnTo>
                    <a:pt x="462567" y="701331"/>
                  </a:lnTo>
                  <a:lnTo>
                    <a:pt x="466487" y="702585"/>
                  </a:lnTo>
                  <a:lnTo>
                    <a:pt x="470407" y="703981"/>
                  </a:lnTo>
                  <a:lnTo>
                    <a:pt x="474327" y="705392"/>
                  </a:lnTo>
                  <a:lnTo>
                    <a:pt x="478247" y="706685"/>
                  </a:lnTo>
                  <a:lnTo>
                    <a:pt x="482167" y="707732"/>
                  </a:lnTo>
                  <a:lnTo>
                    <a:pt x="486087" y="708452"/>
                  </a:lnTo>
                  <a:lnTo>
                    <a:pt x="490007" y="708786"/>
                  </a:lnTo>
                  <a:lnTo>
                    <a:pt x="493927" y="708692"/>
                  </a:lnTo>
                  <a:lnTo>
                    <a:pt x="497847" y="708149"/>
                  </a:lnTo>
                  <a:lnTo>
                    <a:pt x="501768" y="707154"/>
                  </a:lnTo>
                  <a:lnTo>
                    <a:pt x="505688" y="705724"/>
                  </a:lnTo>
                  <a:lnTo>
                    <a:pt x="509608" y="703895"/>
                  </a:lnTo>
                  <a:lnTo>
                    <a:pt x="513528" y="701726"/>
                  </a:lnTo>
                  <a:lnTo>
                    <a:pt x="517448" y="699291"/>
                  </a:lnTo>
                  <a:lnTo>
                    <a:pt x="521368" y="696681"/>
                  </a:lnTo>
                  <a:lnTo>
                    <a:pt x="525288" y="693987"/>
                  </a:lnTo>
                  <a:lnTo>
                    <a:pt x="529208" y="691299"/>
                  </a:lnTo>
                  <a:lnTo>
                    <a:pt x="533128" y="688698"/>
                  </a:lnTo>
                  <a:lnTo>
                    <a:pt x="537048" y="686266"/>
                  </a:lnTo>
                  <a:lnTo>
                    <a:pt x="540968" y="684087"/>
                  </a:lnTo>
                  <a:lnTo>
                    <a:pt x="544888" y="682229"/>
                  </a:lnTo>
                  <a:lnTo>
                    <a:pt x="548808" y="680769"/>
                  </a:lnTo>
                  <a:lnTo>
                    <a:pt x="552728" y="679773"/>
                  </a:lnTo>
                  <a:lnTo>
                    <a:pt x="556648" y="679277"/>
                  </a:lnTo>
                  <a:lnTo>
                    <a:pt x="560569" y="679272"/>
                  </a:lnTo>
                  <a:lnTo>
                    <a:pt x="564489" y="679688"/>
                  </a:lnTo>
                  <a:lnTo>
                    <a:pt x="568409" y="680393"/>
                  </a:lnTo>
                  <a:lnTo>
                    <a:pt x="572329" y="681211"/>
                  </a:lnTo>
                  <a:lnTo>
                    <a:pt x="576249" y="681945"/>
                  </a:lnTo>
                  <a:lnTo>
                    <a:pt x="580169" y="682409"/>
                  </a:lnTo>
                  <a:lnTo>
                    <a:pt x="584089" y="682466"/>
                  </a:lnTo>
                  <a:lnTo>
                    <a:pt x="588009" y="682047"/>
                  </a:lnTo>
                  <a:lnTo>
                    <a:pt x="591929" y="681162"/>
                  </a:lnTo>
                  <a:lnTo>
                    <a:pt x="595849" y="679876"/>
                  </a:lnTo>
                  <a:lnTo>
                    <a:pt x="599769" y="678334"/>
                  </a:lnTo>
                  <a:lnTo>
                    <a:pt x="603689" y="676688"/>
                  </a:lnTo>
                  <a:lnTo>
                    <a:pt x="607609" y="675055"/>
                  </a:lnTo>
                  <a:lnTo>
                    <a:pt x="611529" y="673515"/>
                  </a:lnTo>
                  <a:lnTo>
                    <a:pt x="615449" y="672097"/>
                  </a:lnTo>
                  <a:lnTo>
                    <a:pt x="619369" y="670780"/>
                  </a:lnTo>
                  <a:lnTo>
                    <a:pt x="623290" y="669492"/>
                  </a:lnTo>
                  <a:lnTo>
                    <a:pt x="627210" y="668119"/>
                  </a:lnTo>
                  <a:lnTo>
                    <a:pt x="631130" y="666513"/>
                  </a:lnTo>
                  <a:lnTo>
                    <a:pt x="635050" y="664509"/>
                  </a:lnTo>
                  <a:lnTo>
                    <a:pt x="638970" y="661938"/>
                  </a:lnTo>
                  <a:lnTo>
                    <a:pt x="642890" y="658655"/>
                  </a:lnTo>
                  <a:lnTo>
                    <a:pt x="646810" y="654551"/>
                  </a:lnTo>
                  <a:lnTo>
                    <a:pt x="650730" y="649576"/>
                  </a:lnTo>
                  <a:lnTo>
                    <a:pt x="654650" y="643707"/>
                  </a:lnTo>
                  <a:lnTo>
                    <a:pt x="658570" y="637070"/>
                  </a:lnTo>
                  <a:lnTo>
                    <a:pt x="662490" y="629831"/>
                  </a:lnTo>
                  <a:lnTo>
                    <a:pt x="666410" y="622153"/>
                  </a:lnTo>
                  <a:lnTo>
                    <a:pt x="670330" y="614189"/>
                  </a:lnTo>
                  <a:lnTo>
                    <a:pt x="674250" y="606044"/>
                  </a:lnTo>
                  <a:lnTo>
                    <a:pt x="678170" y="597752"/>
                  </a:lnTo>
                  <a:lnTo>
                    <a:pt x="682090" y="589256"/>
                  </a:lnTo>
                  <a:lnTo>
                    <a:pt x="686011" y="580395"/>
                  </a:lnTo>
                  <a:lnTo>
                    <a:pt x="689931" y="570908"/>
                  </a:lnTo>
                  <a:lnTo>
                    <a:pt x="693851" y="560437"/>
                  </a:lnTo>
                  <a:lnTo>
                    <a:pt x="697771" y="548540"/>
                  </a:lnTo>
                  <a:lnTo>
                    <a:pt x="701691" y="534711"/>
                  </a:lnTo>
                  <a:lnTo>
                    <a:pt x="705611" y="518400"/>
                  </a:lnTo>
                  <a:lnTo>
                    <a:pt x="709531" y="499049"/>
                  </a:lnTo>
                  <a:lnTo>
                    <a:pt x="713451" y="475883"/>
                  </a:lnTo>
                  <a:lnTo>
                    <a:pt x="717371" y="448644"/>
                  </a:lnTo>
                  <a:lnTo>
                    <a:pt x="721291" y="417193"/>
                  </a:lnTo>
                  <a:lnTo>
                    <a:pt x="725211" y="381588"/>
                  </a:lnTo>
                  <a:lnTo>
                    <a:pt x="729131" y="342180"/>
                  </a:lnTo>
                  <a:lnTo>
                    <a:pt x="733051" y="299623"/>
                  </a:lnTo>
                  <a:lnTo>
                    <a:pt x="736971" y="254878"/>
                  </a:lnTo>
                  <a:lnTo>
                    <a:pt x="740891" y="209180"/>
                  </a:lnTo>
                  <a:lnTo>
                    <a:pt x="744811" y="164004"/>
                  </a:lnTo>
                  <a:lnTo>
                    <a:pt x="748732" y="121012"/>
                  </a:lnTo>
                  <a:lnTo>
                    <a:pt x="752652" y="81982"/>
                  </a:lnTo>
                  <a:lnTo>
                    <a:pt x="756572" y="48726"/>
                  </a:lnTo>
                  <a:lnTo>
                    <a:pt x="760492" y="22990"/>
                  </a:lnTo>
                  <a:lnTo>
                    <a:pt x="764412" y="6330"/>
                  </a:lnTo>
                  <a:lnTo>
                    <a:pt x="768332" y="0"/>
                  </a:lnTo>
                  <a:lnTo>
                    <a:pt x="772252" y="5676"/>
                  </a:lnTo>
                  <a:lnTo>
                    <a:pt x="776172" y="22815"/>
                  </a:lnTo>
                  <a:lnTo>
                    <a:pt x="780092" y="50970"/>
                  </a:lnTo>
                  <a:lnTo>
                    <a:pt x="784012" y="89160"/>
                  </a:lnTo>
                  <a:lnTo>
                    <a:pt x="787932" y="135877"/>
                  </a:lnTo>
                  <a:lnTo>
                    <a:pt x="791852" y="189171"/>
                  </a:lnTo>
                  <a:lnTo>
                    <a:pt x="795772" y="246786"/>
                  </a:lnTo>
                  <a:lnTo>
                    <a:pt x="799692" y="306330"/>
                  </a:lnTo>
                  <a:lnTo>
                    <a:pt x="803612" y="365459"/>
                  </a:lnTo>
                  <a:lnTo>
                    <a:pt x="807532" y="422063"/>
                  </a:lnTo>
                  <a:lnTo>
                    <a:pt x="811453" y="474422"/>
                  </a:lnTo>
                  <a:lnTo>
                    <a:pt x="815373" y="521305"/>
                  </a:lnTo>
                  <a:lnTo>
                    <a:pt x="819293" y="562012"/>
                  </a:lnTo>
                  <a:lnTo>
                    <a:pt x="823213" y="596339"/>
                  </a:lnTo>
                  <a:lnTo>
                    <a:pt x="827133" y="624465"/>
                  </a:lnTo>
                  <a:lnTo>
                    <a:pt x="831053" y="646611"/>
                  </a:lnTo>
                  <a:lnTo>
                    <a:pt x="834973" y="663932"/>
                  </a:lnTo>
                  <a:lnTo>
                    <a:pt x="838893" y="677186"/>
                  </a:lnTo>
                  <a:lnTo>
                    <a:pt x="842813" y="687105"/>
                  </a:lnTo>
                  <a:lnTo>
                    <a:pt x="846733" y="694358"/>
                  </a:lnTo>
                  <a:lnTo>
                    <a:pt x="850653" y="699532"/>
                  </a:lnTo>
                  <a:lnTo>
                    <a:pt x="854573" y="703124"/>
                  </a:lnTo>
                  <a:lnTo>
                    <a:pt x="858493" y="705546"/>
                  </a:lnTo>
                  <a:lnTo>
                    <a:pt x="862413" y="707128"/>
                  </a:lnTo>
                  <a:lnTo>
                    <a:pt x="866333" y="708124"/>
                  </a:lnTo>
                  <a:lnTo>
                    <a:pt x="870253" y="708721"/>
                  </a:lnTo>
                  <a:lnTo>
                    <a:pt x="874174" y="709048"/>
                  </a:lnTo>
                  <a:lnTo>
                    <a:pt x="878094" y="709190"/>
                  </a:lnTo>
                  <a:lnTo>
                    <a:pt x="882014" y="709200"/>
                  </a:lnTo>
                  <a:lnTo>
                    <a:pt x="885934" y="709104"/>
                  </a:lnTo>
                  <a:lnTo>
                    <a:pt x="889854" y="708915"/>
                  </a:lnTo>
                  <a:lnTo>
                    <a:pt x="893774" y="708644"/>
                  </a:lnTo>
                  <a:lnTo>
                    <a:pt x="897694" y="708293"/>
                  </a:lnTo>
                  <a:lnTo>
                    <a:pt x="901614" y="707856"/>
                  </a:lnTo>
                  <a:lnTo>
                    <a:pt x="905534" y="707328"/>
                  </a:lnTo>
                  <a:lnTo>
                    <a:pt x="909454" y="706698"/>
                  </a:lnTo>
                  <a:lnTo>
                    <a:pt x="913374" y="705953"/>
                  </a:lnTo>
                  <a:lnTo>
                    <a:pt x="917294" y="705077"/>
                  </a:lnTo>
                  <a:lnTo>
                    <a:pt x="921214" y="704052"/>
                  </a:lnTo>
                  <a:lnTo>
                    <a:pt x="925134" y="702858"/>
                  </a:lnTo>
                  <a:lnTo>
                    <a:pt x="929054" y="701471"/>
                  </a:lnTo>
                  <a:lnTo>
                    <a:pt x="932974" y="699871"/>
                  </a:lnTo>
                  <a:lnTo>
                    <a:pt x="936895" y="698038"/>
                  </a:lnTo>
                  <a:lnTo>
                    <a:pt x="940815" y="695959"/>
                  </a:lnTo>
                  <a:lnTo>
                    <a:pt x="944735" y="693625"/>
                  </a:lnTo>
                  <a:lnTo>
                    <a:pt x="948655" y="691034"/>
                  </a:lnTo>
                  <a:lnTo>
                    <a:pt x="952575" y="688202"/>
                  </a:lnTo>
                  <a:lnTo>
                    <a:pt x="956495" y="685126"/>
                  </a:lnTo>
                  <a:lnTo>
                    <a:pt x="960415" y="681782"/>
                  </a:lnTo>
                  <a:lnTo>
                    <a:pt x="964335" y="678119"/>
                  </a:lnTo>
                  <a:lnTo>
                    <a:pt x="968255" y="674056"/>
                  </a:lnTo>
                  <a:lnTo>
                    <a:pt x="972175" y="669481"/>
                  </a:lnTo>
                  <a:lnTo>
                    <a:pt x="976095" y="664263"/>
                  </a:lnTo>
                  <a:lnTo>
                    <a:pt x="980015" y="658264"/>
                  </a:lnTo>
                  <a:lnTo>
                    <a:pt x="983935" y="651362"/>
                  </a:lnTo>
                  <a:lnTo>
                    <a:pt x="987855" y="643478"/>
                  </a:lnTo>
                  <a:lnTo>
                    <a:pt x="991775" y="634609"/>
                  </a:lnTo>
                  <a:lnTo>
                    <a:pt x="995695" y="624855"/>
                  </a:lnTo>
                  <a:lnTo>
                    <a:pt x="999616" y="614443"/>
                  </a:lnTo>
                  <a:lnTo>
                    <a:pt x="1003536" y="603755"/>
                  </a:lnTo>
                  <a:lnTo>
                    <a:pt x="1007456" y="593373"/>
                  </a:lnTo>
                  <a:lnTo>
                    <a:pt x="1011376" y="583932"/>
                  </a:lnTo>
                  <a:lnTo>
                    <a:pt x="1015296" y="576086"/>
                  </a:lnTo>
                  <a:lnTo>
                    <a:pt x="1019216" y="570453"/>
                  </a:lnTo>
                  <a:lnTo>
                    <a:pt x="1023136" y="567542"/>
                  </a:lnTo>
                  <a:lnTo>
                    <a:pt x="1027056" y="567693"/>
                  </a:lnTo>
                  <a:lnTo>
                    <a:pt x="1030976" y="571031"/>
                  </a:lnTo>
                  <a:lnTo>
                    <a:pt x="1034896" y="577446"/>
                  </a:lnTo>
                  <a:lnTo>
                    <a:pt x="1038816" y="586594"/>
                  </a:lnTo>
                  <a:lnTo>
                    <a:pt x="1042736" y="597934"/>
                  </a:lnTo>
                  <a:lnTo>
                    <a:pt x="1046656" y="610781"/>
                  </a:lnTo>
                  <a:lnTo>
                    <a:pt x="1050576" y="624376"/>
                  </a:lnTo>
                  <a:lnTo>
                    <a:pt x="1054496" y="637972"/>
                  </a:lnTo>
                  <a:lnTo>
                    <a:pt x="1058417" y="650905"/>
                  </a:lnTo>
                  <a:lnTo>
                    <a:pt x="1062337" y="662579"/>
                  </a:lnTo>
                  <a:lnTo>
                    <a:pt x="1066257" y="672681"/>
                  </a:lnTo>
                  <a:lnTo>
                    <a:pt x="1070177" y="681143"/>
                  </a:lnTo>
                  <a:lnTo>
                    <a:pt x="1074097" y="688021"/>
                  </a:lnTo>
                  <a:lnTo>
                    <a:pt x="1078017" y="693477"/>
                  </a:lnTo>
                  <a:lnTo>
                    <a:pt x="1081937" y="697732"/>
                  </a:lnTo>
                  <a:lnTo>
                    <a:pt x="1085857" y="701023"/>
                  </a:lnTo>
                  <a:lnTo>
                    <a:pt x="1089777" y="703570"/>
                  </a:lnTo>
                  <a:lnTo>
                    <a:pt x="1093697" y="705554"/>
                  </a:lnTo>
                  <a:lnTo>
                    <a:pt x="1097617" y="707114"/>
                  </a:lnTo>
                  <a:lnTo>
                    <a:pt x="1101537" y="708348"/>
                  </a:lnTo>
                  <a:lnTo>
                    <a:pt x="1105457" y="709324"/>
                  </a:lnTo>
                  <a:lnTo>
                    <a:pt x="1109377" y="710087"/>
                  </a:lnTo>
                  <a:lnTo>
                    <a:pt x="1113297" y="710674"/>
                  </a:lnTo>
                  <a:lnTo>
                    <a:pt x="1117217" y="711111"/>
                  </a:lnTo>
                  <a:lnTo>
                    <a:pt x="1121138" y="711421"/>
                  </a:lnTo>
                  <a:lnTo>
                    <a:pt x="1125058" y="711636"/>
                  </a:lnTo>
                  <a:lnTo>
                    <a:pt x="1128978" y="711781"/>
                  </a:lnTo>
                  <a:lnTo>
                    <a:pt x="1132898" y="711874"/>
                  </a:lnTo>
                  <a:lnTo>
                    <a:pt x="1136818" y="711932"/>
                  </a:lnTo>
                  <a:lnTo>
                    <a:pt x="1140738" y="711966"/>
                  </a:lnTo>
                  <a:lnTo>
                    <a:pt x="1144658" y="711986"/>
                  </a:lnTo>
                  <a:lnTo>
                    <a:pt x="1148578" y="711996"/>
                  </a:lnTo>
                  <a:lnTo>
                    <a:pt x="1152498" y="712002"/>
                  </a:lnTo>
                  <a:lnTo>
                    <a:pt x="1156418" y="712004"/>
                  </a:lnTo>
                  <a:lnTo>
                    <a:pt x="1160338" y="712006"/>
                  </a:lnTo>
                  <a:lnTo>
                    <a:pt x="1164258" y="712006"/>
                  </a:lnTo>
                  <a:lnTo>
                    <a:pt x="1168178" y="712007"/>
                  </a:lnTo>
                  <a:lnTo>
                    <a:pt x="1172098" y="712007"/>
                  </a:lnTo>
                  <a:lnTo>
                    <a:pt x="1176018" y="712007"/>
                  </a:lnTo>
                  <a:lnTo>
                    <a:pt x="1179938" y="712007"/>
                  </a:lnTo>
                  <a:lnTo>
                    <a:pt x="1183859" y="712007"/>
                  </a:lnTo>
                  <a:lnTo>
                    <a:pt x="1187779" y="712007"/>
                  </a:lnTo>
                  <a:lnTo>
                    <a:pt x="1191699" y="712007"/>
                  </a:lnTo>
                  <a:lnTo>
                    <a:pt x="1195619" y="712007"/>
                  </a:lnTo>
                  <a:lnTo>
                    <a:pt x="1199539" y="712007"/>
                  </a:lnTo>
                  <a:lnTo>
                    <a:pt x="1203459" y="712007"/>
                  </a:lnTo>
                  <a:lnTo>
                    <a:pt x="1207379" y="712007"/>
                  </a:lnTo>
                  <a:lnTo>
                    <a:pt x="1211299" y="712007"/>
                  </a:lnTo>
                  <a:lnTo>
                    <a:pt x="1215219" y="712007"/>
                  </a:lnTo>
                  <a:lnTo>
                    <a:pt x="1219139" y="712007"/>
                  </a:lnTo>
                  <a:lnTo>
                    <a:pt x="1223059" y="712007"/>
                  </a:lnTo>
                  <a:lnTo>
                    <a:pt x="1226979" y="712007"/>
                  </a:lnTo>
                  <a:lnTo>
                    <a:pt x="1230899" y="712007"/>
                  </a:lnTo>
                  <a:lnTo>
                    <a:pt x="1234819" y="712007"/>
                  </a:lnTo>
                  <a:lnTo>
                    <a:pt x="1238739" y="712007"/>
                  </a:lnTo>
                  <a:lnTo>
                    <a:pt x="1242659" y="712007"/>
                  </a:lnTo>
                  <a:lnTo>
                    <a:pt x="1246580" y="712007"/>
                  </a:lnTo>
                  <a:lnTo>
                    <a:pt x="1250500" y="712007"/>
                  </a:lnTo>
                  <a:lnTo>
                    <a:pt x="1254420" y="712007"/>
                  </a:lnTo>
                  <a:lnTo>
                    <a:pt x="1258340" y="712007"/>
                  </a:lnTo>
                  <a:lnTo>
                    <a:pt x="1262260" y="712007"/>
                  </a:lnTo>
                  <a:lnTo>
                    <a:pt x="1266180" y="712007"/>
                  </a:lnTo>
                  <a:lnTo>
                    <a:pt x="1270100" y="712007"/>
                  </a:lnTo>
                  <a:lnTo>
                    <a:pt x="1274020" y="712007"/>
                  </a:lnTo>
                  <a:lnTo>
                    <a:pt x="1277940" y="712007"/>
                  </a:lnTo>
                  <a:lnTo>
                    <a:pt x="1281860" y="712007"/>
                  </a:lnTo>
                  <a:lnTo>
                    <a:pt x="1285780" y="712007"/>
                  </a:lnTo>
                  <a:lnTo>
                    <a:pt x="1289700" y="712007"/>
                  </a:lnTo>
                  <a:lnTo>
                    <a:pt x="1293620" y="712007"/>
                  </a:lnTo>
                  <a:lnTo>
                    <a:pt x="1297540" y="712007"/>
                  </a:lnTo>
                  <a:lnTo>
                    <a:pt x="1301460" y="712007"/>
                  </a:lnTo>
                  <a:lnTo>
                    <a:pt x="1305380" y="712007"/>
                  </a:lnTo>
                  <a:lnTo>
                    <a:pt x="1309301" y="712007"/>
                  </a:lnTo>
                  <a:lnTo>
                    <a:pt x="1313221" y="712007"/>
                  </a:lnTo>
                  <a:lnTo>
                    <a:pt x="1317141" y="712007"/>
                  </a:lnTo>
                  <a:lnTo>
                    <a:pt x="1321061" y="712007"/>
                  </a:lnTo>
                  <a:lnTo>
                    <a:pt x="1324981" y="712007"/>
                  </a:lnTo>
                  <a:lnTo>
                    <a:pt x="1328901" y="712007"/>
                  </a:lnTo>
                  <a:lnTo>
                    <a:pt x="1332821" y="712007"/>
                  </a:lnTo>
                  <a:lnTo>
                    <a:pt x="1336741" y="712007"/>
                  </a:lnTo>
                  <a:lnTo>
                    <a:pt x="1340661" y="712007"/>
                  </a:lnTo>
                  <a:lnTo>
                    <a:pt x="1344581" y="712007"/>
                  </a:lnTo>
                  <a:lnTo>
                    <a:pt x="1348501" y="712007"/>
                  </a:lnTo>
                  <a:lnTo>
                    <a:pt x="1352421" y="712007"/>
                  </a:lnTo>
                  <a:lnTo>
                    <a:pt x="1356341" y="712007"/>
                  </a:lnTo>
                  <a:lnTo>
                    <a:pt x="1360261" y="712007"/>
                  </a:lnTo>
                  <a:lnTo>
                    <a:pt x="1364181" y="712007"/>
                  </a:lnTo>
                  <a:lnTo>
                    <a:pt x="1368101" y="712007"/>
                  </a:lnTo>
                  <a:lnTo>
                    <a:pt x="1372022" y="712007"/>
                  </a:lnTo>
                  <a:lnTo>
                    <a:pt x="1375942" y="712007"/>
                  </a:lnTo>
                  <a:lnTo>
                    <a:pt x="1379862" y="712007"/>
                  </a:lnTo>
                  <a:lnTo>
                    <a:pt x="1383782" y="712007"/>
                  </a:lnTo>
                  <a:lnTo>
                    <a:pt x="1387702" y="712007"/>
                  </a:lnTo>
                  <a:lnTo>
                    <a:pt x="1391622" y="712007"/>
                  </a:lnTo>
                  <a:lnTo>
                    <a:pt x="1395542" y="712007"/>
                  </a:lnTo>
                  <a:lnTo>
                    <a:pt x="1399462" y="712007"/>
                  </a:lnTo>
                  <a:lnTo>
                    <a:pt x="1403382" y="712007"/>
                  </a:lnTo>
                  <a:lnTo>
                    <a:pt x="1407302" y="712007"/>
                  </a:lnTo>
                  <a:lnTo>
                    <a:pt x="1411222" y="712007"/>
                  </a:lnTo>
                  <a:lnTo>
                    <a:pt x="1415142" y="712007"/>
                  </a:lnTo>
                  <a:lnTo>
                    <a:pt x="1419062" y="712007"/>
                  </a:lnTo>
                  <a:lnTo>
                    <a:pt x="1422982" y="712007"/>
                  </a:lnTo>
                  <a:lnTo>
                    <a:pt x="1426902" y="712007"/>
                  </a:lnTo>
                  <a:lnTo>
                    <a:pt x="1430822" y="712007"/>
                  </a:lnTo>
                  <a:lnTo>
                    <a:pt x="1434743" y="712007"/>
                  </a:lnTo>
                  <a:lnTo>
                    <a:pt x="1438663" y="712007"/>
                  </a:lnTo>
                  <a:lnTo>
                    <a:pt x="1442583" y="712007"/>
                  </a:lnTo>
                  <a:lnTo>
                    <a:pt x="1446503" y="712007"/>
                  </a:lnTo>
                  <a:lnTo>
                    <a:pt x="1450423" y="712007"/>
                  </a:lnTo>
                  <a:lnTo>
                    <a:pt x="1454343" y="712007"/>
                  </a:lnTo>
                  <a:lnTo>
                    <a:pt x="1458263" y="712007"/>
                  </a:lnTo>
                  <a:lnTo>
                    <a:pt x="1462183" y="712007"/>
                  </a:lnTo>
                  <a:lnTo>
                    <a:pt x="1466103" y="712007"/>
                  </a:lnTo>
                  <a:lnTo>
                    <a:pt x="1470023" y="712007"/>
                  </a:lnTo>
                  <a:lnTo>
                    <a:pt x="1473943" y="712007"/>
                  </a:lnTo>
                  <a:lnTo>
                    <a:pt x="1477863" y="712007"/>
                  </a:lnTo>
                  <a:lnTo>
                    <a:pt x="1481783" y="712007"/>
                  </a:lnTo>
                  <a:lnTo>
                    <a:pt x="1485703" y="712007"/>
                  </a:lnTo>
                  <a:lnTo>
                    <a:pt x="1489623" y="712007"/>
                  </a:lnTo>
                  <a:lnTo>
                    <a:pt x="1493543" y="712007"/>
                  </a:lnTo>
                  <a:lnTo>
                    <a:pt x="1497464" y="712007"/>
                  </a:lnTo>
                  <a:lnTo>
                    <a:pt x="1501384" y="712007"/>
                  </a:lnTo>
                  <a:lnTo>
                    <a:pt x="1505304" y="712007"/>
                  </a:lnTo>
                  <a:lnTo>
                    <a:pt x="1509224" y="712007"/>
                  </a:lnTo>
                  <a:lnTo>
                    <a:pt x="1513144" y="712007"/>
                  </a:lnTo>
                  <a:lnTo>
                    <a:pt x="1517064" y="712007"/>
                  </a:lnTo>
                  <a:lnTo>
                    <a:pt x="1520984" y="712007"/>
                  </a:lnTo>
                  <a:lnTo>
                    <a:pt x="1524904" y="712007"/>
                  </a:lnTo>
                  <a:lnTo>
                    <a:pt x="1528824" y="712007"/>
                  </a:lnTo>
                  <a:lnTo>
                    <a:pt x="1532744" y="712007"/>
                  </a:lnTo>
                  <a:lnTo>
                    <a:pt x="1536664" y="712007"/>
                  </a:lnTo>
                  <a:lnTo>
                    <a:pt x="1540584" y="712007"/>
                  </a:lnTo>
                  <a:lnTo>
                    <a:pt x="1544504" y="712007"/>
                  </a:lnTo>
                  <a:lnTo>
                    <a:pt x="1548424" y="712007"/>
                  </a:lnTo>
                  <a:lnTo>
                    <a:pt x="1552344" y="712007"/>
                  </a:lnTo>
                  <a:lnTo>
                    <a:pt x="1556265" y="712007"/>
                  </a:lnTo>
                  <a:lnTo>
                    <a:pt x="1560185" y="712007"/>
                  </a:lnTo>
                  <a:lnTo>
                    <a:pt x="1564105" y="712007"/>
                  </a:lnTo>
                  <a:lnTo>
                    <a:pt x="1568025" y="712007"/>
                  </a:lnTo>
                  <a:lnTo>
                    <a:pt x="1571945" y="712007"/>
                  </a:lnTo>
                  <a:lnTo>
                    <a:pt x="1575865" y="712007"/>
                  </a:lnTo>
                  <a:lnTo>
                    <a:pt x="1579785" y="712007"/>
                  </a:lnTo>
                  <a:lnTo>
                    <a:pt x="1583705" y="712007"/>
                  </a:lnTo>
                  <a:lnTo>
                    <a:pt x="1587625" y="712007"/>
                  </a:lnTo>
                  <a:lnTo>
                    <a:pt x="1591545" y="712007"/>
                  </a:lnTo>
                  <a:lnTo>
                    <a:pt x="1595465" y="712007"/>
                  </a:lnTo>
                  <a:lnTo>
                    <a:pt x="1599385" y="712007"/>
                  </a:lnTo>
                  <a:lnTo>
                    <a:pt x="1603305" y="712007"/>
                  </a:lnTo>
                  <a:lnTo>
                    <a:pt x="1607225" y="712007"/>
                  </a:lnTo>
                  <a:lnTo>
                    <a:pt x="1611145" y="712007"/>
                  </a:lnTo>
                  <a:lnTo>
                    <a:pt x="1615065" y="712007"/>
                  </a:lnTo>
                  <a:lnTo>
                    <a:pt x="1618986" y="712007"/>
                  </a:lnTo>
                  <a:lnTo>
                    <a:pt x="1622906" y="712007"/>
                  </a:lnTo>
                  <a:lnTo>
                    <a:pt x="1626826" y="712007"/>
                  </a:lnTo>
                  <a:lnTo>
                    <a:pt x="1630746" y="712007"/>
                  </a:lnTo>
                  <a:lnTo>
                    <a:pt x="1634666" y="712007"/>
                  </a:lnTo>
                  <a:lnTo>
                    <a:pt x="1638586" y="712007"/>
                  </a:lnTo>
                  <a:lnTo>
                    <a:pt x="1642506" y="712007"/>
                  </a:lnTo>
                  <a:lnTo>
                    <a:pt x="1646426" y="712007"/>
                  </a:lnTo>
                  <a:lnTo>
                    <a:pt x="1650346" y="712007"/>
                  </a:lnTo>
                  <a:lnTo>
                    <a:pt x="1654266" y="712007"/>
                  </a:lnTo>
                  <a:lnTo>
                    <a:pt x="1658186" y="712007"/>
                  </a:lnTo>
                  <a:lnTo>
                    <a:pt x="1662106" y="712007"/>
                  </a:lnTo>
                  <a:lnTo>
                    <a:pt x="1666026" y="712007"/>
                  </a:lnTo>
                  <a:lnTo>
                    <a:pt x="1669946" y="712007"/>
                  </a:lnTo>
                  <a:lnTo>
                    <a:pt x="1673866" y="712007"/>
                  </a:lnTo>
                  <a:lnTo>
                    <a:pt x="1677786" y="712007"/>
                  </a:lnTo>
                  <a:lnTo>
                    <a:pt x="1681707" y="712007"/>
                  </a:lnTo>
                  <a:lnTo>
                    <a:pt x="1685627" y="712007"/>
                  </a:lnTo>
                  <a:lnTo>
                    <a:pt x="1689547" y="712007"/>
                  </a:lnTo>
                  <a:lnTo>
                    <a:pt x="1693467" y="712007"/>
                  </a:lnTo>
                  <a:lnTo>
                    <a:pt x="1697387" y="712007"/>
                  </a:lnTo>
                  <a:lnTo>
                    <a:pt x="1701307" y="712007"/>
                  </a:lnTo>
                  <a:lnTo>
                    <a:pt x="1705227" y="712007"/>
                  </a:lnTo>
                  <a:lnTo>
                    <a:pt x="1709147" y="712007"/>
                  </a:lnTo>
                  <a:lnTo>
                    <a:pt x="1713067" y="712007"/>
                  </a:lnTo>
                  <a:lnTo>
                    <a:pt x="1716987" y="712007"/>
                  </a:lnTo>
                  <a:lnTo>
                    <a:pt x="1720907" y="712007"/>
                  </a:lnTo>
                  <a:lnTo>
                    <a:pt x="1724827" y="712007"/>
                  </a:lnTo>
                  <a:lnTo>
                    <a:pt x="1728747" y="712007"/>
                  </a:lnTo>
                  <a:lnTo>
                    <a:pt x="1732667" y="712007"/>
                  </a:lnTo>
                  <a:lnTo>
                    <a:pt x="1736587" y="712007"/>
                  </a:lnTo>
                  <a:lnTo>
                    <a:pt x="1740507" y="712007"/>
                  </a:lnTo>
                  <a:lnTo>
                    <a:pt x="1744428" y="712007"/>
                  </a:lnTo>
                  <a:lnTo>
                    <a:pt x="1748348" y="712007"/>
                  </a:lnTo>
                  <a:lnTo>
                    <a:pt x="1752268" y="712007"/>
                  </a:lnTo>
                  <a:lnTo>
                    <a:pt x="1756188" y="712007"/>
                  </a:lnTo>
                  <a:lnTo>
                    <a:pt x="1760108" y="712007"/>
                  </a:lnTo>
                  <a:lnTo>
                    <a:pt x="1764028" y="712007"/>
                  </a:lnTo>
                  <a:lnTo>
                    <a:pt x="1767948" y="712007"/>
                  </a:lnTo>
                  <a:lnTo>
                    <a:pt x="1771868" y="712007"/>
                  </a:lnTo>
                  <a:lnTo>
                    <a:pt x="1775788" y="712007"/>
                  </a:lnTo>
                  <a:lnTo>
                    <a:pt x="1779708" y="712007"/>
                  </a:lnTo>
                  <a:lnTo>
                    <a:pt x="1783628" y="712007"/>
                  </a:lnTo>
                  <a:lnTo>
                    <a:pt x="1787548" y="712007"/>
                  </a:lnTo>
                  <a:lnTo>
                    <a:pt x="1791468" y="712007"/>
                  </a:lnTo>
                  <a:lnTo>
                    <a:pt x="1795388" y="712007"/>
                  </a:lnTo>
                  <a:lnTo>
                    <a:pt x="1799308" y="712007"/>
                  </a:lnTo>
                  <a:lnTo>
                    <a:pt x="1803228" y="712007"/>
                  </a:lnTo>
                  <a:lnTo>
                    <a:pt x="1807149" y="712007"/>
                  </a:lnTo>
                  <a:lnTo>
                    <a:pt x="1811069" y="712007"/>
                  </a:lnTo>
                  <a:lnTo>
                    <a:pt x="1814989" y="712007"/>
                  </a:lnTo>
                  <a:lnTo>
                    <a:pt x="1818909" y="712007"/>
                  </a:lnTo>
                  <a:lnTo>
                    <a:pt x="1822829" y="712007"/>
                  </a:lnTo>
                  <a:lnTo>
                    <a:pt x="1826749" y="712007"/>
                  </a:lnTo>
                  <a:lnTo>
                    <a:pt x="1830669" y="712007"/>
                  </a:lnTo>
                  <a:lnTo>
                    <a:pt x="1834589" y="712007"/>
                  </a:lnTo>
                  <a:lnTo>
                    <a:pt x="1838509" y="712007"/>
                  </a:lnTo>
                  <a:lnTo>
                    <a:pt x="1842429" y="712007"/>
                  </a:lnTo>
                  <a:lnTo>
                    <a:pt x="1846349" y="712007"/>
                  </a:lnTo>
                  <a:lnTo>
                    <a:pt x="1850269" y="712007"/>
                  </a:lnTo>
                  <a:lnTo>
                    <a:pt x="1854189" y="712007"/>
                  </a:lnTo>
                  <a:lnTo>
                    <a:pt x="1858109" y="712007"/>
                  </a:lnTo>
                  <a:lnTo>
                    <a:pt x="1862029" y="712007"/>
                  </a:lnTo>
                  <a:lnTo>
                    <a:pt x="1865949" y="712007"/>
                  </a:lnTo>
                  <a:lnTo>
                    <a:pt x="1869870" y="712007"/>
                  </a:lnTo>
                  <a:lnTo>
                    <a:pt x="1873790" y="712007"/>
                  </a:lnTo>
                  <a:lnTo>
                    <a:pt x="1877710" y="712007"/>
                  </a:lnTo>
                  <a:lnTo>
                    <a:pt x="1881630" y="712007"/>
                  </a:lnTo>
                  <a:lnTo>
                    <a:pt x="1885550" y="712007"/>
                  </a:lnTo>
                  <a:lnTo>
                    <a:pt x="1889470" y="712007"/>
                  </a:lnTo>
                  <a:lnTo>
                    <a:pt x="1893390" y="712007"/>
                  </a:lnTo>
                  <a:lnTo>
                    <a:pt x="1897310" y="712007"/>
                  </a:lnTo>
                  <a:lnTo>
                    <a:pt x="1901230" y="712007"/>
                  </a:lnTo>
                  <a:lnTo>
                    <a:pt x="1905150" y="712007"/>
                  </a:lnTo>
                  <a:lnTo>
                    <a:pt x="1909070" y="712007"/>
                  </a:lnTo>
                  <a:lnTo>
                    <a:pt x="1912990" y="712007"/>
                  </a:lnTo>
                  <a:lnTo>
                    <a:pt x="1916910" y="712007"/>
                  </a:lnTo>
                  <a:lnTo>
                    <a:pt x="1920830" y="712007"/>
                  </a:lnTo>
                  <a:lnTo>
                    <a:pt x="1924750" y="712007"/>
                  </a:lnTo>
                  <a:lnTo>
                    <a:pt x="1928670" y="712007"/>
                  </a:lnTo>
                  <a:lnTo>
                    <a:pt x="1932591" y="712007"/>
                  </a:lnTo>
                  <a:lnTo>
                    <a:pt x="1936511" y="712007"/>
                  </a:lnTo>
                  <a:lnTo>
                    <a:pt x="1940431" y="712007"/>
                  </a:lnTo>
                  <a:lnTo>
                    <a:pt x="1944351" y="712007"/>
                  </a:lnTo>
                  <a:lnTo>
                    <a:pt x="1948271" y="712007"/>
                  </a:lnTo>
                  <a:lnTo>
                    <a:pt x="1952191" y="712007"/>
                  </a:lnTo>
                  <a:lnTo>
                    <a:pt x="1956111" y="712007"/>
                  </a:lnTo>
                  <a:lnTo>
                    <a:pt x="1960031" y="712007"/>
                  </a:lnTo>
                  <a:lnTo>
                    <a:pt x="1963951" y="712007"/>
                  </a:lnTo>
                  <a:lnTo>
                    <a:pt x="1967871" y="712007"/>
                  </a:lnTo>
                  <a:lnTo>
                    <a:pt x="1971791" y="712007"/>
                  </a:lnTo>
                  <a:lnTo>
                    <a:pt x="1975711" y="712007"/>
                  </a:lnTo>
                  <a:lnTo>
                    <a:pt x="1979631" y="712007"/>
                  </a:lnTo>
                  <a:lnTo>
                    <a:pt x="1983551" y="712007"/>
                  </a:lnTo>
                  <a:lnTo>
                    <a:pt x="1987471" y="712007"/>
                  </a:lnTo>
                  <a:lnTo>
                    <a:pt x="1991391" y="712007"/>
                  </a:lnTo>
                  <a:lnTo>
                    <a:pt x="1995312" y="712007"/>
                  </a:lnTo>
                  <a:lnTo>
                    <a:pt x="1999232" y="712007"/>
                  </a:lnTo>
                  <a:lnTo>
                    <a:pt x="2003152" y="712007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4" name="pg14"/>
            <p:cNvSpPr/>
            <p:nvPr/>
          </p:nvSpPr>
          <p:spPr>
            <a:xfrm>
              <a:off x="1804741" y="5826922"/>
              <a:ext cx="2003152" cy="464627"/>
            </a:xfrm>
            <a:custGeom>
              <a:avLst/>
              <a:gdLst/>
              <a:ahLst/>
              <a:cxnLst/>
              <a:rect l="0" t="0" r="0" b="0"/>
              <a:pathLst>
                <a:path w="2003152" h="464627">
                  <a:moveTo>
                    <a:pt x="0" y="464627"/>
                  </a:moveTo>
                  <a:lnTo>
                    <a:pt x="3920" y="464627"/>
                  </a:lnTo>
                  <a:lnTo>
                    <a:pt x="7840" y="464627"/>
                  </a:lnTo>
                  <a:lnTo>
                    <a:pt x="11760" y="464627"/>
                  </a:lnTo>
                  <a:lnTo>
                    <a:pt x="15680" y="464627"/>
                  </a:lnTo>
                  <a:lnTo>
                    <a:pt x="19600" y="464627"/>
                  </a:lnTo>
                  <a:lnTo>
                    <a:pt x="23520" y="464627"/>
                  </a:lnTo>
                  <a:lnTo>
                    <a:pt x="27440" y="464627"/>
                  </a:lnTo>
                  <a:lnTo>
                    <a:pt x="31360" y="464627"/>
                  </a:lnTo>
                  <a:lnTo>
                    <a:pt x="35280" y="464627"/>
                  </a:lnTo>
                  <a:lnTo>
                    <a:pt x="39200" y="464627"/>
                  </a:lnTo>
                  <a:lnTo>
                    <a:pt x="43120" y="464627"/>
                  </a:lnTo>
                  <a:lnTo>
                    <a:pt x="47040" y="464627"/>
                  </a:lnTo>
                  <a:lnTo>
                    <a:pt x="50960" y="464627"/>
                  </a:lnTo>
                  <a:lnTo>
                    <a:pt x="54880" y="464627"/>
                  </a:lnTo>
                  <a:lnTo>
                    <a:pt x="58800" y="464627"/>
                  </a:lnTo>
                  <a:lnTo>
                    <a:pt x="62721" y="464627"/>
                  </a:lnTo>
                  <a:lnTo>
                    <a:pt x="66641" y="464627"/>
                  </a:lnTo>
                  <a:lnTo>
                    <a:pt x="70561" y="464627"/>
                  </a:lnTo>
                  <a:lnTo>
                    <a:pt x="74481" y="464627"/>
                  </a:lnTo>
                  <a:lnTo>
                    <a:pt x="78401" y="464627"/>
                  </a:lnTo>
                  <a:lnTo>
                    <a:pt x="82321" y="464627"/>
                  </a:lnTo>
                  <a:lnTo>
                    <a:pt x="86241" y="464627"/>
                  </a:lnTo>
                  <a:lnTo>
                    <a:pt x="90161" y="464627"/>
                  </a:lnTo>
                  <a:lnTo>
                    <a:pt x="94081" y="464627"/>
                  </a:lnTo>
                  <a:lnTo>
                    <a:pt x="98001" y="464627"/>
                  </a:lnTo>
                  <a:lnTo>
                    <a:pt x="101921" y="464627"/>
                  </a:lnTo>
                  <a:lnTo>
                    <a:pt x="105841" y="464627"/>
                  </a:lnTo>
                  <a:lnTo>
                    <a:pt x="109761" y="464627"/>
                  </a:lnTo>
                  <a:lnTo>
                    <a:pt x="113681" y="464627"/>
                  </a:lnTo>
                  <a:lnTo>
                    <a:pt x="117601" y="464627"/>
                  </a:lnTo>
                  <a:lnTo>
                    <a:pt x="121521" y="464627"/>
                  </a:lnTo>
                  <a:lnTo>
                    <a:pt x="125442" y="464627"/>
                  </a:lnTo>
                  <a:lnTo>
                    <a:pt x="129362" y="464627"/>
                  </a:lnTo>
                  <a:lnTo>
                    <a:pt x="133282" y="464627"/>
                  </a:lnTo>
                  <a:lnTo>
                    <a:pt x="137202" y="464627"/>
                  </a:lnTo>
                  <a:lnTo>
                    <a:pt x="141122" y="464627"/>
                  </a:lnTo>
                  <a:lnTo>
                    <a:pt x="145042" y="464627"/>
                  </a:lnTo>
                  <a:lnTo>
                    <a:pt x="148962" y="464627"/>
                  </a:lnTo>
                  <a:lnTo>
                    <a:pt x="152882" y="464627"/>
                  </a:lnTo>
                  <a:lnTo>
                    <a:pt x="156802" y="464627"/>
                  </a:lnTo>
                  <a:lnTo>
                    <a:pt x="160722" y="464627"/>
                  </a:lnTo>
                  <a:lnTo>
                    <a:pt x="164642" y="464627"/>
                  </a:lnTo>
                  <a:lnTo>
                    <a:pt x="168562" y="464627"/>
                  </a:lnTo>
                  <a:lnTo>
                    <a:pt x="172482" y="464627"/>
                  </a:lnTo>
                  <a:lnTo>
                    <a:pt x="176402" y="464627"/>
                  </a:lnTo>
                  <a:lnTo>
                    <a:pt x="180322" y="464627"/>
                  </a:lnTo>
                  <a:lnTo>
                    <a:pt x="184242" y="464627"/>
                  </a:lnTo>
                  <a:lnTo>
                    <a:pt x="188163" y="464627"/>
                  </a:lnTo>
                  <a:lnTo>
                    <a:pt x="192083" y="464627"/>
                  </a:lnTo>
                  <a:lnTo>
                    <a:pt x="196003" y="464627"/>
                  </a:lnTo>
                  <a:lnTo>
                    <a:pt x="199923" y="464627"/>
                  </a:lnTo>
                  <a:lnTo>
                    <a:pt x="203843" y="464627"/>
                  </a:lnTo>
                  <a:lnTo>
                    <a:pt x="207763" y="464627"/>
                  </a:lnTo>
                  <a:lnTo>
                    <a:pt x="211683" y="464626"/>
                  </a:lnTo>
                  <a:lnTo>
                    <a:pt x="215603" y="464626"/>
                  </a:lnTo>
                  <a:lnTo>
                    <a:pt x="219523" y="464626"/>
                  </a:lnTo>
                  <a:lnTo>
                    <a:pt x="223443" y="464625"/>
                  </a:lnTo>
                  <a:lnTo>
                    <a:pt x="227363" y="464624"/>
                  </a:lnTo>
                  <a:lnTo>
                    <a:pt x="231283" y="464622"/>
                  </a:lnTo>
                  <a:lnTo>
                    <a:pt x="235203" y="464619"/>
                  </a:lnTo>
                  <a:lnTo>
                    <a:pt x="239123" y="464614"/>
                  </a:lnTo>
                  <a:lnTo>
                    <a:pt x="243043" y="464608"/>
                  </a:lnTo>
                  <a:lnTo>
                    <a:pt x="246963" y="464599"/>
                  </a:lnTo>
                  <a:lnTo>
                    <a:pt x="250884" y="464587"/>
                  </a:lnTo>
                  <a:lnTo>
                    <a:pt x="254804" y="464570"/>
                  </a:lnTo>
                  <a:lnTo>
                    <a:pt x="258724" y="464547"/>
                  </a:lnTo>
                  <a:lnTo>
                    <a:pt x="262644" y="464517"/>
                  </a:lnTo>
                  <a:lnTo>
                    <a:pt x="266564" y="464479"/>
                  </a:lnTo>
                  <a:lnTo>
                    <a:pt x="270484" y="464432"/>
                  </a:lnTo>
                  <a:lnTo>
                    <a:pt x="274404" y="464375"/>
                  </a:lnTo>
                  <a:lnTo>
                    <a:pt x="278324" y="464309"/>
                  </a:lnTo>
                  <a:lnTo>
                    <a:pt x="282244" y="464233"/>
                  </a:lnTo>
                  <a:lnTo>
                    <a:pt x="286164" y="464148"/>
                  </a:lnTo>
                  <a:lnTo>
                    <a:pt x="290084" y="464056"/>
                  </a:lnTo>
                  <a:lnTo>
                    <a:pt x="294004" y="463959"/>
                  </a:lnTo>
                  <a:lnTo>
                    <a:pt x="297924" y="463861"/>
                  </a:lnTo>
                  <a:lnTo>
                    <a:pt x="301844" y="463767"/>
                  </a:lnTo>
                  <a:lnTo>
                    <a:pt x="305764" y="463681"/>
                  </a:lnTo>
                  <a:lnTo>
                    <a:pt x="309684" y="463606"/>
                  </a:lnTo>
                  <a:lnTo>
                    <a:pt x="313605" y="463547"/>
                  </a:lnTo>
                  <a:lnTo>
                    <a:pt x="317525" y="463506"/>
                  </a:lnTo>
                  <a:lnTo>
                    <a:pt x="321445" y="463486"/>
                  </a:lnTo>
                  <a:lnTo>
                    <a:pt x="325365" y="463489"/>
                  </a:lnTo>
                  <a:lnTo>
                    <a:pt x="329285" y="463514"/>
                  </a:lnTo>
                  <a:lnTo>
                    <a:pt x="333205" y="463560"/>
                  </a:lnTo>
                  <a:lnTo>
                    <a:pt x="337125" y="463626"/>
                  </a:lnTo>
                  <a:lnTo>
                    <a:pt x="341045" y="463705"/>
                  </a:lnTo>
                  <a:lnTo>
                    <a:pt x="344965" y="463794"/>
                  </a:lnTo>
                  <a:lnTo>
                    <a:pt x="348885" y="463887"/>
                  </a:lnTo>
                  <a:lnTo>
                    <a:pt x="352805" y="463982"/>
                  </a:lnTo>
                  <a:lnTo>
                    <a:pt x="356725" y="464073"/>
                  </a:lnTo>
                  <a:lnTo>
                    <a:pt x="360645" y="464156"/>
                  </a:lnTo>
                  <a:lnTo>
                    <a:pt x="364565" y="464229"/>
                  </a:lnTo>
                  <a:lnTo>
                    <a:pt x="368485" y="464288"/>
                  </a:lnTo>
                  <a:lnTo>
                    <a:pt x="372405" y="464330"/>
                  </a:lnTo>
                  <a:lnTo>
                    <a:pt x="376326" y="464351"/>
                  </a:lnTo>
                  <a:lnTo>
                    <a:pt x="380246" y="464351"/>
                  </a:lnTo>
                  <a:lnTo>
                    <a:pt x="384166" y="464326"/>
                  </a:lnTo>
                  <a:lnTo>
                    <a:pt x="388086" y="464274"/>
                  </a:lnTo>
                  <a:lnTo>
                    <a:pt x="392006" y="464190"/>
                  </a:lnTo>
                  <a:lnTo>
                    <a:pt x="395926" y="464072"/>
                  </a:lnTo>
                  <a:lnTo>
                    <a:pt x="399846" y="463914"/>
                  </a:lnTo>
                  <a:lnTo>
                    <a:pt x="403766" y="463713"/>
                  </a:lnTo>
                  <a:lnTo>
                    <a:pt x="407686" y="463464"/>
                  </a:lnTo>
                  <a:lnTo>
                    <a:pt x="411606" y="463162"/>
                  </a:lnTo>
                  <a:lnTo>
                    <a:pt x="415526" y="462801"/>
                  </a:lnTo>
                  <a:lnTo>
                    <a:pt x="419446" y="462385"/>
                  </a:lnTo>
                  <a:lnTo>
                    <a:pt x="423366" y="461916"/>
                  </a:lnTo>
                  <a:lnTo>
                    <a:pt x="427286" y="461399"/>
                  </a:lnTo>
                  <a:lnTo>
                    <a:pt x="431206" y="460839"/>
                  </a:lnTo>
                  <a:lnTo>
                    <a:pt x="435126" y="460245"/>
                  </a:lnTo>
                  <a:lnTo>
                    <a:pt x="439047" y="459631"/>
                  </a:lnTo>
                  <a:lnTo>
                    <a:pt x="442967" y="459009"/>
                  </a:lnTo>
                  <a:lnTo>
                    <a:pt x="446887" y="458395"/>
                  </a:lnTo>
                  <a:lnTo>
                    <a:pt x="450807" y="457806"/>
                  </a:lnTo>
                  <a:lnTo>
                    <a:pt x="454727" y="457265"/>
                  </a:lnTo>
                  <a:lnTo>
                    <a:pt x="458647" y="456783"/>
                  </a:lnTo>
                  <a:lnTo>
                    <a:pt x="462567" y="456372"/>
                  </a:lnTo>
                  <a:lnTo>
                    <a:pt x="466487" y="456040"/>
                  </a:lnTo>
                  <a:lnTo>
                    <a:pt x="470407" y="455791"/>
                  </a:lnTo>
                  <a:lnTo>
                    <a:pt x="474327" y="455624"/>
                  </a:lnTo>
                  <a:lnTo>
                    <a:pt x="478247" y="455536"/>
                  </a:lnTo>
                  <a:lnTo>
                    <a:pt x="482167" y="455515"/>
                  </a:lnTo>
                  <a:lnTo>
                    <a:pt x="486087" y="455550"/>
                  </a:lnTo>
                  <a:lnTo>
                    <a:pt x="490007" y="455626"/>
                  </a:lnTo>
                  <a:lnTo>
                    <a:pt x="493927" y="455725"/>
                  </a:lnTo>
                  <a:lnTo>
                    <a:pt x="497847" y="455826"/>
                  </a:lnTo>
                  <a:lnTo>
                    <a:pt x="501768" y="455916"/>
                  </a:lnTo>
                  <a:lnTo>
                    <a:pt x="505688" y="455982"/>
                  </a:lnTo>
                  <a:lnTo>
                    <a:pt x="509608" y="456018"/>
                  </a:lnTo>
                  <a:lnTo>
                    <a:pt x="513528" y="456021"/>
                  </a:lnTo>
                  <a:lnTo>
                    <a:pt x="517448" y="455992"/>
                  </a:lnTo>
                  <a:lnTo>
                    <a:pt x="521368" y="455937"/>
                  </a:lnTo>
                  <a:lnTo>
                    <a:pt x="525288" y="455865"/>
                  </a:lnTo>
                  <a:lnTo>
                    <a:pt x="529208" y="455788"/>
                  </a:lnTo>
                  <a:lnTo>
                    <a:pt x="533128" y="455725"/>
                  </a:lnTo>
                  <a:lnTo>
                    <a:pt x="537048" y="455689"/>
                  </a:lnTo>
                  <a:lnTo>
                    <a:pt x="540968" y="455696"/>
                  </a:lnTo>
                  <a:lnTo>
                    <a:pt x="544888" y="455755"/>
                  </a:lnTo>
                  <a:lnTo>
                    <a:pt x="548808" y="455876"/>
                  </a:lnTo>
                  <a:lnTo>
                    <a:pt x="552728" y="456062"/>
                  </a:lnTo>
                  <a:lnTo>
                    <a:pt x="556648" y="456312"/>
                  </a:lnTo>
                  <a:lnTo>
                    <a:pt x="560569" y="456620"/>
                  </a:lnTo>
                  <a:lnTo>
                    <a:pt x="564489" y="456977"/>
                  </a:lnTo>
                  <a:lnTo>
                    <a:pt x="568409" y="457366"/>
                  </a:lnTo>
                  <a:lnTo>
                    <a:pt x="572329" y="457766"/>
                  </a:lnTo>
                  <a:lnTo>
                    <a:pt x="576249" y="458149"/>
                  </a:lnTo>
                  <a:lnTo>
                    <a:pt x="580169" y="458490"/>
                  </a:lnTo>
                  <a:lnTo>
                    <a:pt x="584089" y="458765"/>
                  </a:lnTo>
                  <a:lnTo>
                    <a:pt x="588009" y="458950"/>
                  </a:lnTo>
                  <a:lnTo>
                    <a:pt x="591929" y="459027"/>
                  </a:lnTo>
                  <a:lnTo>
                    <a:pt x="595849" y="458980"/>
                  </a:lnTo>
                  <a:lnTo>
                    <a:pt x="599769" y="458798"/>
                  </a:lnTo>
                  <a:lnTo>
                    <a:pt x="603689" y="458478"/>
                  </a:lnTo>
                  <a:lnTo>
                    <a:pt x="607609" y="458017"/>
                  </a:lnTo>
                  <a:lnTo>
                    <a:pt x="611529" y="457411"/>
                  </a:lnTo>
                  <a:lnTo>
                    <a:pt x="615449" y="456689"/>
                  </a:lnTo>
                  <a:lnTo>
                    <a:pt x="619369" y="455866"/>
                  </a:lnTo>
                  <a:lnTo>
                    <a:pt x="623290" y="454958"/>
                  </a:lnTo>
                  <a:lnTo>
                    <a:pt x="627210" y="453982"/>
                  </a:lnTo>
                  <a:lnTo>
                    <a:pt x="631130" y="452956"/>
                  </a:lnTo>
                  <a:lnTo>
                    <a:pt x="635050" y="451892"/>
                  </a:lnTo>
                  <a:lnTo>
                    <a:pt x="638970" y="450805"/>
                  </a:lnTo>
                  <a:lnTo>
                    <a:pt x="642890" y="449704"/>
                  </a:lnTo>
                  <a:lnTo>
                    <a:pt x="646810" y="448599"/>
                  </a:lnTo>
                  <a:lnTo>
                    <a:pt x="650730" y="447499"/>
                  </a:lnTo>
                  <a:lnTo>
                    <a:pt x="654650" y="446414"/>
                  </a:lnTo>
                  <a:lnTo>
                    <a:pt x="658570" y="445354"/>
                  </a:lnTo>
                  <a:lnTo>
                    <a:pt x="662490" y="444328"/>
                  </a:lnTo>
                  <a:lnTo>
                    <a:pt x="666410" y="443348"/>
                  </a:lnTo>
                  <a:lnTo>
                    <a:pt x="670330" y="442427"/>
                  </a:lnTo>
                  <a:lnTo>
                    <a:pt x="674250" y="441576"/>
                  </a:lnTo>
                  <a:lnTo>
                    <a:pt x="678170" y="440804"/>
                  </a:lnTo>
                  <a:lnTo>
                    <a:pt x="682090" y="440117"/>
                  </a:lnTo>
                  <a:lnTo>
                    <a:pt x="686011" y="439518"/>
                  </a:lnTo>
                  <a:lnTo>
                    <a:pt x="689931" y="439010"/>
                  </a:lnTo>
                  <a:lnTo>
                    <a:pt x="693851" y="438572"/>
                  </a:lnTo>
                  <a:lnTo>
                    <a:pt x="697771" y="438187"/>
                  </a:lnTo>
                  <a:lnTo>
                    <a:pt x="701691" y="437836"/>
                  </a:lnTo>
                  <a:lnTo>
                    <a:pt x="705611" y="437495"/>
                  </a:lnTo>
                  <a:lnTo>
                    <a:pt x="709531" y="437144"/>
                  </a:lnTo>
                  <a:lnTo>
                    <a:pt x="713451" y="436761"/>
                  </a:lnTo>
                  <a:lnTo>
                    <a:pt x="717371" y="436330"/>
                  </a:lnTo>
                  <a:lnTo>
                    <a:pt x="721291" y="435836"/>
                  </a:lnTo>
                  <a:lnTo>
                    <a:pt x="725211" y="435269"/>
                  </a:lnTo>
                  <a:lnTo>
                    <a:pt x="729131" y="434614"/>
                  </a:lnTo>
                  <a:lnTo>
                    <a:pt x="733051" y="433877"/>
                  </a:lnTo>
                  <a:lnTo>
                    <a:pt x="736971" y="433055"/>
                  </a:lnTo>
                  <a:lnTo>
                    <a:pt x="740891" y="432147"/>
                  </a:lnTo>
                  <a:lnTo>
                    <a:pt x="744811" y="431147"/>
                  </a:lnTo>
                  <a:lnTo>
                    <a:pt x="748732" y="430046"/>
                  </a:lnTo>
                  <a:lnTo>
                    <a:pt x="752652" y="428830"/>
                  </a:lnTo>
                  <a:lnTo>
                    <a:pt x="756572" y="427482"/>
                  </a:lnTo>
                  <a:lnTo>
                    <a:pt x="760492" y="425978"/>
                  </a:lnTo>
                  <a:lnTo>
                    <a:pt x="764412" y="424293"/>
                  </a:lnTo>
                  <a:lnTo>
                    <a:pt x="768332" y="422369"/>
                  </a:lnTo>
                  <a:lnTo>
                    <a:pt x="772252" y="420188"/>
                  </a:lnTo>
                  <a:lnTo>
                    <a:pt x="776172" y="417724"/>
                  </a:lnTo>
                  <a:lnTo>
                    <a:pt x="780092" y="414947"/>
                  </a:lnTo>
                  <a:lnTo>
                    <a:pt x="784012" y="411830"/>
                  </a:lnTo>
                  <a:lnTo>
                    <a:pt x="787932" y="408351"/>
                  </a:lnTo>
                  <a:lnTo>
                    <a:pt x="791852" y="404489"/>
                  </a:lnTo>
                  <a:lnTo>
                    <a:pt x="795772" y="400228"/>
                  </a:lnTo>
                  <a:lnTo>
                    <a:pt x="799692" y="395556"/>
                  </a:lnTo>
                  <a:lnTo>
                    <a:pt x="803612" y="390459"/>
                  </a:lnTo>
                  <a:lnTo>
                    <a:pt x="807532" y="384882"/>
                  </a:lnTo>
                  <a:lnTo>
                    <a:pt x="811453" y="378838"/>
                  </a:lnTo>
                  <a:lnTo>
                    <a:pt x="815373" y="372319"/>
                  </a:lnTo>
                  <a:lnTo>
                    <a:pt x="819293" y="365298"/>
                  </a:lnTo>
                  <a:lnTo>
                    <a:pt x="823213" y="357742"/>
                  </a:lnTo>
                  <a:lnTo>
                    <a:pt x="827133" y="349609"/>
                  </a:lnTo>
                  <a:lnTo>
                    <a:pt x="831053" y="340852"/>
                  </a:lnTo>
                  <a:lnTo>
                    <a:pt x="834973" y="331415"/>
                  </a:lnTo>
                  <a:lnTo>
                    <a:pt x="838893" y="321243"/>
                  </a:lnTo>
                  <a:lnTo>
                    <a:pt x="842813" y="310276"/>
                  </a:lnTo>
                  <a:lnTo>
                    <a:pt x="846733" y="298380"/>
                  </a:lnTo>
                  <a:lnTo>
                    <a:pt x="850653" y="285552"/>
                  </a:lnTo>
                  <a:lnTo>
                    <a:pt x="854573" y="271798"/>
                  </a:lnTo>
                  <a:lnTo>
                    <a:pt x="858493" y="257113"/>
                  </a:lnTo>
                  <a:lnTo>
                    <a:pt x="862413" y="241519"/>
                  </a:lnTo>
                  <a:lnTo>
                    <a:pt x="866333" y="225067"/>
                  </a:lnTo>
                  <a:lnTo>
                    <a:pt x="870253" y="207837"/>
                  </a:lnTo>
                  <a:lnTo>
                    <a:pt x="874174" y="189942"/>
                  </a:lnTo>
                  <a:lnTo>
                    <a:pt x="878094" y="171528"/>
                  </a:lnTo>
                  <a:lnTo>
                    <a:pt x="882014" y="152773"/>
                  </a:lnTo>
                  <a:lnTo>
                    <a:pt x="885934" y="133902"/>
                  </a:lnTo>
                  <a:lnTo>
                    <a:pt x="889854" y="115207"/>
                  </a:lnTo>
                  <a:lnTo>
                    <a:pt x="893774" y="96963"/>
                  </a:lnTo>
                  <a:lnTo>
                    <a:pt x="897694" y="79455"/>
                  </a:lnTo>
                  <a:lnTo>
                    <a:pt x="901614" y="62975"/>
                  </a:lnTo>
                  <a:lnTo>
                    <a:pt x="905534" y="47818"/>
                  </a:lnTo>
                  <a:lnTo>
                    <a:pt x="909454" y="34272"/>
                  </a:lnTo>
                  <a:lnTo>
                    <a:pt x="913374" y="22610"/>
                  </a:lnTo>
                  <a:lnTo>
                    <a:pt x="917294" y="13088"/>
                  </a:lnTo>
                  <a:lnTo>
                    <a:pt x="921214" y="5931"/>
                  </a:lnTo>
                  <a:lnTo>
                    <a:pt x="925134" y="1537"/>
                  </a:lnTo>
                  <a:lnTo>
                    <a:pt x="929054" y="0"/>
                  </a:lnTo>
                  <a:lnTo>
                    <a:pt x="932974" y="1275"/>
                  </a:lnTo>
                  <a:lnTo>
                    <a:pt x="936895" y="5393"/>
                  </a:lnTo>
                  <a:lnTo>
                    <a:pt x="940815" y="12331"/>
                  </a:lnTo>
                  <a:lnTo>
                    <a:pt x="944735" y="22016"/>
                  </a:lnTo>
                  <a:lnTo>
                    <a:pt x="948655" y="34322"/>
                  </a:lnTo>
                  <a:lnTo>
                    <a:pt x="952575" y="49077"/>
                  </a:lnTo>
                  <a:lnTo>
                    <a:pt x="956495" y="66063"/>
                  </a:lnTo>
                  <a:lnTo>
                    <a:pt x="960415" y="85019"/>
                  </a:lnTo>
                  <a:lnTo>
                    <a:pt x="964335" y="105741"/>
                  </a:lnTo>
                  <a:lnTo>
                    <a:pt x="968255" y="127811"/>
                  </a:lnTo>
                  <a:lnTo>
                    <a:pt x="972175" y="150788"/>
                  </a:lnTo>
                  <a:lnTo>
                    <a:pt x="976095" y="174319"/>
                  </a:lnTo>
                  <a:lnTo>
                    <a:pt x="980015" y="198055"/>
                  </a:lnTo>
                  <a:lnTo>
                    <a:pt x="983935" y="221660"/>
                  </a:lnTo>
                  <a:lnTo>
                    <a:pt x="987855" y="244819"/>
                  </a:lnTo>
                  <a:lnTo>
                    <a:pt x="991775" y="267250"/>
                  </a:lnTo>
                  <a:lnTo>
                    <a:pt x="995695" y="288705"/>
                  </a:lnTo>
                  <a:lnTo>
                    <a:pt x="999616" y="308983"/>
                  </a:lnTo>
                  <a:lnTo>
                    <a:pt x="1003536" y="327834"/>
                  </a:lnTo>
                  <a:lnTo>
                    <a:pt x="1007456" y="345138"/>
                  </a:lnTo>
                  <a:lnTo>
                    <a:pt x="1011376" y="360935"/>
                  </a:lnTo>
                  <a:lnTo>
                    <a:pt x="1015296" y="375222"/>
                  </a:lnTo>
                  <a:lnTo>
                    <a:pt x="1019216" y="388027"/>
                  </a:lnTo>
                  <a:lnTo>
                    <a:pt x="1023136" y="399410"/>
                  </a:lnTo>
                  <a:lnTo>
                    <a:pt x="1027056" y="409449"/>
                  </a:lnTo>
                  <a:lnTo>
                    <a:pt x="1030976" y="418238"/>
                  </a:lnTo>
                  <a:lnTo>
                    <a:pt x="1034896" y="425880"/>
                  </a:lnTo>
                  <a:lnTo>
                    <a:pt x="1038816" y="432482"/>
                  </a:lnTo>
                  <a:lnTo>
                    <a:pt x="1042736" y="438105"/>
                  </a:lnTo>
                  <a:lnTo>
                    <a:pt x="1046656" y="442858"/>
                  </a:lnTo>
                  <a:lnTo>
                    <a:pt x="1050576" y="446897"/>
                  </a:lnTo>
                  <a:lnTo>
                    <a:pt x="1054496" y="450307"/>
                  </a:lnTo>
                  <a:lnTo>
                    <a:pt x="1058417" y="453164"/>
                  </a:lnTo>
                  <a:lnTo>
                    <a:pt x="1062337" y="455538"/>
                  </a:lnTo>
                  <a:lnTo>
                    <a:pt x="1066257" y="457491"/>
                  </a:lnTo>
                  <a:lnTo>
                    <a:pt x="1070177" y="459078"/>
                  </a:lnTo>
                  <a:lnTo>
                    <a:pt x="1074097" y="460351"/>
                  </a:lnTo>
                  <a:lnTo>
                    <a:pt x="1078017" y="461355"/>
                  </a:lnTo>
                  <a:lnTo>
                    <a:pt x="1081937" y="462121"/>
                  </a:lnTo>
                  <a:lnTo>
                    <a:pt x="1085857" y="462685"/>
                  </a:lnTo>
                  <a:lnTo>
                    <a:pt x="1089777" y="463095"/>
                  </a:lnTo>
                  <a:lnTo>
                    <a:pt x="1093697" y="463374"/>
                  </a:lnTo>
                  <a:lnTo>
                    <a:pt x="1097617" y="463547"/>
                  </a:lnTo>
                  <a:lnTo>
                    <a:pt x="1101537" y="463629"/>
                  </a:lnTo>
                  <a:lnTo>
                    <a:pt x="1105457" y="463638"/>
                  </a:lnTo>
                  <a:lnTo>
                    <a:pt x="1109377" y="463585"/>
                  </a:lnTo>
                  <a:lnTo>
                    <a:pt x="1113297" y="463482"/>
                  </a:lnTo>
                  <a:lnTo>
                    <a:pt x="1117217" y="463335"/>
                  </a:lnTo>
                  <a:lnTo>
                    <a:pt x="1121138" y="463150"/>
                  </a:lnTo>
                  <a:lnTo>
                    <a:pt x="1125058" y="462931"/>
                  </a:lnTo>
                  <a:lnTo>
                    <a:pt x="1128978" y="462683"/>
                  </a:lnTo>
                  <a:lnTo>
                    <a:pt x="1132898" y="462408"/>
                  </a:lnTo>
                  <a:lnTo>
                    <a:pt x="1136818" y="462106"/>
                  </a:lnTo>
                  <a:lnTo>
                    <a:pt x="1140738" y="461774"/>
                  </a:lnTo>
                  <a:lnTo>
                    <a:pt x="1144658" y="461411"/>
                  </a:lnTo>
                  <a:lnTo>
                    <a:pt x="1148578" y="461011"/>
                  </a:lnTo>
                  <a:lnTo>
                    <a:pt x="1152498" y="460570"/>
                  </a:lnTo>
                  <a:lnTo>
                    <a:pt x="1156418" y="460080"/>
                  </a:lnTo>
                  <a:lnTo>
                    <a:pt x="1160338" y="459531"/>
                  </a:lnTo>
                  <a:lnTo>
                    <a:pt x="1164258" y="458908"/>
                  </a:lnTo>
                  <a:lnTo>
                    <a:pt x="1168178" y="458204"/>
                  </a:lnTo>
                  <a:lnTo>
                    <a:pt x="1172098" y="457408"/>
                  </a:lnTo>
                  <a:lnTo>
                    <a:pt x="1176018" y="456508"/>
                  </a:lnTo>
                  <a:lnTo>
                    <a:pt x="1179938" y="455489"/>
                  </a:lnTo>
                  <a:lnTo>
                    <a:pt x="1183859" y="454338"/>
                  </a:lnTo>
                  <a:lnTo>
                    <a:pt x="1187779" y="453040"/>
                  </a:lnTo>
                  <a:lnTo>
                    <a:pt x="1191699" y="451581"/>
                  </a:lnTo>
                  <a:lnTo>
                    <a:pt x="1195619" y="449945"/>
                  </a:lnTo>
                  <a:lnTo>
                    <a:pt x="1199539" y="448111"/>
                  </a:lnTo>
                  <a:lnTo>
                    <a:pt x="1203459" y="446048"/>
                  </a:lnTo>
                  <a:lnTo>
                    <a:pt x="1207379" y="443760"/>
                  </a:lnTo>
                  <a:lnTo>
                    <a:pt x="1211299" y="441234"/>
                  </a:lnTo>
                  <a:lnTo>
                    <a:pt x="1215219" y="438462"/>
                  </a:lnTo>
                  <a:lnTo>
                    <a:pt x="1219139" y="435439"/>
                  </a:lnTo>
                  <a:lnTo>
                    <a:pt x="1223059" y="432165"/>
                  </a:lnTo>
                  <a:lnTo>
                    <a:pt x="1226979" y="428647"/>
                  </a:lnTo>
                  <a:lnTo>
                    <a:pt x="1230899" y="424899"/>
                  </a:lnTo>
                  <a:lnTo>
                    <a:pt x="1234819" y="420943"/>
                  </a:lnTo>
                  <a:lnTo>
                    <a:pt x="1238739" y="416808"/>
                  </a:lnTo>
                  <a:lnTo>
                    <a:pt x="1242659" y="412531"/>
                  </a:lnTo>
                  <a:lnTo>
                    <a:pt x="1246580" y="408181"/>
                  </a:lnTo>
                  <a:lnTo>
                    <a:pt x="1250500" y="403814"/>
                  </a:lnTo>
                  <a:lnTo>
                    <a:pt x="1254420" y="399489"/>
                  </a:lnTo>
                  <a:lnTo>
                    <a:pt x="1258340" y="395268"/>
                  </a:lnTo>
                  <a:lnTo>
                    <a:pt x="1262260" y="391213"/>
                  </a:lnTo>
                  <a:lnTo>
                    <a:pt x="1266180" y="387386"/>
                  </a:lnTo>
                  <a:lnTo>
                    <a:pt x="1270100" y="383844"/>
                  </a:lnTo>
                  <a:lnTo>
                    <a:pt x="1274020" y="380644"/>
                  </a:lnTo>
                  <a:lnTo>
                    <a:pt x="1277940" y="377847"/>
                  </a:lnTo>
                  <a:lnTo>
                    <a:pt x="1281860" y="375553"/>
                  </a:lnTo>
                  <a:lnTo>
                    <a:pt x="1285780" y="373766"/>
                  </a:lnTo>
                  <a:lnTo>
                    <a:pt x="1289700" y="372527"/>
                  </a:lnTo>
                  <a:lnTo>
                    <a:pt x="1293620" y="371876"/>
                  </a:lnTo>
                  <a:lnTo>
                    <a:pt x="1297540" y="371846"/>
                  </a:lnTo>
                  <a:lnTo>
                    <a:pt x="1301460" y="372460"/>
                  </a:lnTo>
                  <a:lnTo>
                    <a:pt x="1305380" y="373733"/>
                  </a:lnTo>
                  <a:lnTo>
                    <a:pt x="1309301" y="375668"/>
                  </a:lnTo>
                  <a:lnTo>
                    <a:pt x="1313221" y="378250"/>
                  </a:lnTo>
                  <a:lnTo>
                    <a:pt x="1317141" y="381455"/>
                  </a:lnTo>
                  <a:lnTo>
                    <a:pt x="1321061" y="385286"/>
                  </a:lnTo>
                  <a:lnTo>
                    <a:pt x="1324981" y="389596"/>
                  </a:lnTo>
                  <a:lnTo>
                    <a:pt x="1328901" y="394298"/>
                  </a:lnTo>
                  <a:lnTo>
                    <a:pt x="1332821" y="399293"/>
                  </a:lnTo>
                  <a:lnTo>
                    <a:pt x="1336741" y="404476"/>
                  </a:lnTo>
                  <a:lnTo>
                    <a:pt x="1340661" y="409740"/>
                  </a:lnTo>
                  <a:lnTo>
                    <a:pt x="1344581" y="414982"/>
                  </a:lnTo>
                  <a:lnTo>
                    <a:pt x="1348501" y="420105"/>
                  </a:lnTo>
                  <a:lnTo>
                    <a:pt x="1352421" y="425026"/>
                  </a:lnTo>
                  <a:lnTo>
                    <a:pt x="1356341" y="429675"/>
                  </a:lnTo>
                  <a:lnTo>
                    <a:pt x="1360261" y="433958"/>
                  </a:lnTo>
                  <a:lnTo>
                    <a:pt x="1364181" y="437879"/>
                  </a:lnTo>
                  <a:lnTo>
                    <a:pt x="1368101" y="441431"/>
                  </a:lnTo>
                  <a:lnTo>
                    <a:pt x="1372022" y="444616"/>
                  </a:lnTo>
                  <a:lnTo>
                    <a:pt x="1375942" y="447448"/>
                  </a:lnTo>
                  <a:lnTo>
                    <a:pt x="1379862" y="449949"/>
                  </a:lnTo>
                  <a:lnTo>
                    <a:pt x="1383782" y="452146"/>
                  </a:lnTo>
                  <a:lnTo>
                    <a:pt x="1387702" y="454069"/>
                  </a:lnTo>
                  <a:lnTo>
                    <a:pt x="1391622" y="455745"/>
                  </a:lnTo>
                  <a:lnTo>
                    <a:pt x="1395542" y="457202"/>
                  </a:lnTo>
                  <a:lnTo>
                    <a:pt x="1399462" y="458447"/>
                  </a:lnTo>
                  <a:lnTo>
                    <a:pt x="1403382" y="459523"/>
                  </a:lnTo>
                  <a:lnTo>
                    <a:pt x="1407302" y="460451"/>
                  </a:lnTo>
                  <a:lnTo>
                    <a:pt x="1411222" y="461245"/>
                  </a:lnTo>
                  <a:lnTo>
                    <a:pt x="1415142" y="461919"/>
                  </a:lnTo>
                  <a:lnTo>
                    <a:pt x="1419062" y="462486"/>
                  </a:lnTo>
                  <a:lnTo>
                    <a:pt x="1422982" y="462958"/>
                  </a:lnTo>
                  <a:lnTo>
                    <a:pt x="1426902" y="463345"/>
                  </a:lnTo>
                  <a:lnTo>
                    <a:pt x="1430822" y="463658"/>
                  </a:lnTo>
                  <a:lnTo>
                    <a:pt x="1434743" y="463907"/>
                  </a:lnTo>
                  <a:lnTo>
                    <a:pt x="1438663" y="464096"/>
                  </a:lnTo>
                  <a:lnTo>
                    <a:pt x="1442583" y="464242"/>
                  </a:lnTo>
                  <a:lnTo>
                    <a:pt x="1446503" y="464352"/>
                  </a:lnTo>
                  <a:lnTo>
                    <a:pt x="1450423" y="464435"/>
                  </a:lnTo>
                  <a:lnTo>
                    <a:pt x="1454343" y="464495"/>
                  </a:lnTo>
                  <a:lnTo>
                    <a:pt x="1458263" y="464538"/>
                  </a:lnTo>
                  <a:lnTo>
                    <a:pt x="1462183" y="464568"/>
                  </a:lnTo>
                  <a:lnTo>
                    <a:pt x="1466103" y="464589"/>
                  </a:lnTo>
                  <a:lnTo>
                    <a:pt x="1470023" y="464603"/>
                  </a:lnTo>
                  <a:lnTo>
                    <a:pt x="1473943" y="464612"/>
                  </a:lnTo>
                  <a:lnTo>
                    <a:pt x="1477863" y="464617"/>
                  </a:lnTo>
                  <a:lnTo>
                    <a:pt x="1481783" y="464621"/>
                  </a:lnTo>
                  <a:lnTo>
                    <a:pt x="1485703" y="464623"/>
                  </a:lnTo>
                  <a:lnTo>
                    <a:pt x="1489623" y="464625"/>
                  </a:lnTo>
                  <a:lnTo>
                    <a:pt x="1493543" y="464626"/>
                  </a:lnTo>
                  <a:lnTo>
                    <a:pt x="1497464" y="464626"/>
                  </a:lnTo>
                  <a:lnTo>
                    <a:pt x="1501384" y="464626"/>
                  </a:lnTo>
                  <a:lnTo>
                    <a:pt x="1505304" y="464627"/>
                  </a:lnTo>
                  <a:lnTo>
                    <a:pt x="1509224" y="464627"/>
                  </a:lnTo>
                  <a:lnTo>
                    <a:pt x="1513144" y="464627"/>
                  </a:lnTo>
                  <a:lnTo>
                    <a:pt x="1517064" y="464627"/>
                  </a:lnTo>
                  <a:lnTo>
                    <a:pt x="1520984" y="464627"/>
                  </a:lnTo>
                  <a:lnTo>
                    <a:pt x="1524904" y="464627"/>
                  </a:lnTo>
                  <a:lnTo>
                    <a:pt x="1528824" y="464627"/>
                  </a:lnTo>
                  <a:lnTo>
                    <a:pt x="1532744" y="464627"/>
                  </a:lnTo>
                  <a:lnTo>
                    <a:pt x="1536664" y="464627"/>
                  </a:lnTo>
                  <a:lnTo>
                    <a:pt x="1540584" y="464627"/>
                  </a:lnTo>
                  <a:lnTo>
                    <a:pt x="1544504" y="464627"/>
                  </a:lnTo>
                  <a:lnTo>
                    <a:pt x="1548424" y="464627"/>
                  </a:lnTo>
                  <a:lnTo>
                    <a:pt x="1552344" y="464627"/>
                  </a:lnTo>
                  <a:lnTo>
                    <a:pt x="1556265" y="464627"/>
                  </a:lnTo>
                  <a:lnTo>
                    <a:pt x="1560185" y="464627"/>
                  </a:lnTo>
                  <a:lnTo>
                    <a:pt x="1564105" y="464627"/>
                  </a:lnTo>
                  <a:lnTo>
                    <a:pt x="1568025" y="464627"/>
                  </a:lnTo>
                  <a:lnTo>
                    <a:pt x="1571945" y="464627"/>
                  </a:lnTo>
                  <a:lnTo>
                    <a:pt x="1575865" y="464627"/>
                  </a:lnTo>
                  <a:lnTo>
                    <a:pt x="1579785" y="464627"/>
                  </a:lnTo>
                  <a:lnTo>
                    <a:pt x="1583705" y="464627"/>
                  </a:lnTo>
                  <a:lnTo>
                    <a:pt x="1587625" y="464627"/>
                  </a:lnTo>
                  <a:lnTo>
                    <a:pt x="1591545" y="464627"/>
                  </a:lnTo>
                  <a:lnTo>
                    <a:pt x="1595465" y="464627"/>
                  </a:lnTo>
                  <a:lnTo>
                    <a:pt x="1599385" y="464627"/>
                  </a:lnTo>
                  <a:lnTo>
                    <a:pt x="1603305" y="464627"/>
                  </a:lnTo>
                  <a:lnTo>
                    <a:pt x="1607225" y="464627"/>
                  </a:lnTo>
                  <a:lnTo>
                    <a:pt x="1611145" y="464627"/>
                  </a:lnTo>
                  <a:lnTo>
                    <a:pt x="1615065" y="464627"/>
                  </a:lnTo>
                  <a:lnTo>
                    <a:pt x="1618986" y="464627"/>
                  </a:lnTo>
                  <a:lnTo>
                    <a:pt x="1622906" y="464627"/>
                  </a:lnTo>
                  <a:lnTo>
                    <a:pt x="1626826" y="464627"/>
                  </a:lnTo>
                  <a:lnTo>
                    <a:pt x="1630746" y="464627"/>
                  </a:lnTo>
                  <a:lnTo>
                    <a:pt x="1634666" y="464627"/>
                  </a:lnTo>
                  <a:lnTo>
                    <a:pt x="1638586" y="464627"/>
                  </a:lnTo>
                  <a:lnTo>
                    <a:pt x="1642506" y="464627"/>
                  </a:lnTo>
                  <a:lnTo>
                    <a:pt x="1646426" y="464627"/>
                  </a:lnTo>
                  <a:lnTo>
                    <a:pt x="1650346" y="464627"/>
                  </a:lnTo>
                  <a:lnTo>
                    <a:pt x="1654266" y="464627"/>
                  </a:lnTo>
                  <a:lnTo>
                    <a:pt x="1658186" y="464627"/>
                  </a:lnTo>
                  <a:lnTo>
                    <a:pt x="1662106" y="464627"/>
                  </a:lnTo>
                  <a:lnTo>
                    <a:pt x="1666026" y="464627"/>
                  </a:lnTo>
                  <a:lnTo>
                    <a:pt x="1669946" y="464627"/>
                  </a:lnTo>
                  <a:lnTo>
                    <a:pt x="1673866" y="464627"/>
                  </a:lnTo>
                  <a:lnTo>
                    <a:pt x="1677786" y="464627"/>
                  </a:lnTo>
                  <a:lnTo>
                    <a:pt x="1681707" y="464627"/>
                  </a:lnTo>
                  <a:lnTo>
                    <a:pt x="1685627" y="464627"/>
                  </a:lnTo>
                  <a:lnTo>
                    <a:pt x="1689547" y="464627"/>
                  </a:lnTo>
                  <a:lnTo>
                    <a:pt x="1693467" y="464627"/>
                  </a:lnTo>
                  <a:lnTo>
                    <a:pt x="1697387" y="464627"/>
                  </a:lnTo>
                  <a:lnTo>
                    <a:pt x="1701307" y="464627"/>
                  </a:lnTo>
                  <a:lnTo>
                    <a:pt x="1705227" y="464627"/>
                  </a:lnTo>
                  <a:lnTo>
                    <a:pt x="1709147" y="464627"/>
                  </a:lnTo>
                  <a:lnTo>
                    <a:pt x="1713067" y="464627"/>
                  </a:lnTo>
                  <a:lnTo>
                    <a:pt x="1716987" y="464627"/>
                  </a:lnTo>
                  <a:lnTo>
                    <a:pt x="1720907" y="464627"/>
                  </a:lnTo>
                  <a:lnTo>
                    <a:pt x="1724827" y="464627"/>
                  </a:lnTo>
                  <a:lnTo>
                    <a:pt x="1728747" y="464627"/>
                  </a:lnTo>
                  <a:lnTo>
                    <a:pt x="1732667" y="464627"/>
                  </a:lnTo>
                  <a:lnTo>
                    <a:pt x="1736587" y="464627"/>
                  </a:lnTo>
                  <a:lnTo>
                    <a:pt x="1740507" y="464627"/>
                  </a:lnTo>
                  <a:lnTo>
                    <a:pt x="1744428" y="464627"/>
                  </a:lnTo>
                  <a:lnTo>
                    <a:pt x="1748348" y="464627"/>
                  </a:lnTo>
                  <a:lnTo>
                    <a:pt x="1752268" y="464627"/>
                  </a:lnTo>
                  <a:lnTo>
                    <a:pt x="1756188" y="464627"/>
                  </a:lnTo>
                  <a:lnTo>
                    <a:pt x="1760108" y="464627"/>
                  </a:lnTo>
                  <a:lnTo>
                    <a:pt x="1764028" y="464627"/>
                  </a:lnTo>
                  <a:lnTo>
                    <a:pt x="1767948" y="464627"/>
                  </a:lnTo>
                  <a:lnTo>
                    <a:pt x="1771868" y="464627"/>
                  </a:lnTo>
                  <a:lnTo>
                    <a:pt x="1775788" y="464627"/>
                  </a:lnTo>
                  <a:lnTo>
                    <a:pt x="1779708" y="464627"/>
                  </a:lnTo>
                  <a:lnTo>
                    <a:pt x="1783628" y="464627"/>
                  </a:lnTo>
                  <a:lnTo>
                    <a:pt x="1787548" y="464627"/>
                  </a:lnTo>
                  <a:lnTo>
                    <a:pt x="1791468" y="464627"/>
                  </a:lnTo>
                  <a:lnTo>
                    <a:pt x="1795388" y="464627"/>
                  </a:lnTo>
                  <a:lnTo>
                    <a:pt x="1799308" y="464627"/>
                  </a:lnTo>
                  <a:lnTo>
                    <a:pt x="1803228" y="464627"/>
                  </a:lnTo>
                  <a:lnTo>
                    <a:pt x="1807149" y="464627"/>
                  </a:lnTo>
                  <a:lnTo>
                    <a:pt x="1811069" y="464627"/>
                  </a:lnTo>
                  <a:lnTo>
                    <a:pt x="1814989" y="464627"/>
                  </a:lnTo>
                  <a:lnTo>
                    <a:pt x="1818909" y="464627"/>
                  </a:lnTo>
                  <a:lnTo>
                    <a:pt x="1822829" y="464627"/>
                  </a:lnTo>
                  <a:lnTo>
                    <a:pt x="1826749" y="464627"/>
                  </a:lnTo>
                  <a:lnTo>
                    <a:pt x="1830669" y="464627"/>
                  </a:lnTo>
                  <a:lnTo>
                    <a:pt x="1834589" y="464627"/>
                  </a:lnTo>
                  <a:lnTo>
                    <a:pt x="1838509" y="464627"/>
                  </a:lnTo>
                  <a:lnTo>
                    <a:pt x="1842429" y="464627"/>
                  </a:lnTo>
                  <a:lnTo>
                    <a:pt x="1846349" y="464627"/>
                  </a:lnTo>
                  <a:lnTo>
                    <a:pt x="1850269" y="464627"/>
                  </a:lnTo>
                  <a:lnTo>
                    <a:pt x="1854189" y="464627"/>
                  </a:lnTo>
                  <a:lnTo>
                    <a:pt x="1858109" y="464627"/>
                  </a:lnTo>
                  <a:lnTo>
                    <a:pt x="1862029" y="464627"/>
                  </a:lnTo>
                  <a:lnTo>
                    <a:pt x="1865949" y="464627"/>
                  </a:lnTo>
                  <a:lnTo>
                    <a:pt x="1869870" y="464627"/>
                  </a:lnTo>
                  <a:lnTo>
                    <a:pt x="1873790" y="464627"/>
                  </a:lnTo>
                  <a:lnTo>
                    <a:pt x="1877710" y="464627"/>
                  </a:lnTo>
                  <a:lnTo>
                    <a:pt x="1881630" y="464627"/>
                  </a:lnTo>
                  <a:lnTo>
                    <a:pt x="1885550" y="464627"/>
                  </a:lnTo>
                  <a:lnTo>
                    <a:pt x="1889470" y="464627"/>
                  </a:lnTo>
                  <a:lnTo>
                    <a:pt x="1893390" y="464627"/>
                  </a:lnTo>
                  <a:lnTo>
                    <a:pt x="1897310" y="464627"/>
                  </a:lnTo>
                  <a:lnTo>
                    <a:pt x="1901230" y="464627"/>
                  </a:lnTo>
                  <a:lnTo>
                    <a:pt x="1905150" y="464627"/>
                  </a:lnTo>
                  <a:lnTo>
                    <a:pt x="1909070" y="464627"/>
                  </a:lnTo>
                  <a:lnTo>
                    <a:pt x="1912990" y="464627"/>
                  </a:lnTo>
                  <a:lnTo>
                    <a:pt x="1916910" y="464627"/>
                  </a:lnTo>
                  <a:lnTo>
                    <a:pt x="1920830" y="464627"/>
                  </a:lnTo>
                  <a:lnTo>
                    <a:pt x="1924750" y="464627"/>
                  </a:lnTo>
                  <a:lnTo>
                    <a:pt x="1928670" y="464627"/>
                  </a:lnTo>
                  <a:lnTo>
                    <a:pt x="1932591" y="464627"/>
                  </a:lnTo>
                  <a:lnTo>
                    <a:pt x="1936511" y="464627"/>
                  </a:lnTo>
                  <a:lnTo>
                    <a:pt x="1940431" y="464627"/>
                  </a:lnTo>
                  <a:lnTo>
                    <a:pt x="1944351" y="464627"/>
                  </a:lnTo>
                  <a:lnTo>
                    <a:pt x="1948271" y="464627"/>
                  </a:lnTo>
                  <a:lnTo>
                    <a:pt x="1952191" y="464627"/>
                  </a:lnTo>
                  <a:lnTo>
                    <a:pt x="1956111" y="464627"/>
                  </a:lnTo>
                  <a:lnTo>
                    <a:pt x="1960031" y="464627"/>
                  </a:lnTo>
                  <a:lnTo>
                    <a:pt x="1963951" y="464627"/>
                  </a:lnTo>
                  <a:lnTo>
                    <a:pt x="1967871" y="464627"/>
                  </a:lnTo>
                  <a:lnTo>
                    <a:pt x="1971791" y="464627"/>
                  </a:lnTo>
                  <a:lnTo>
                    <a:pt x="1975711" y="464627"/>
                  </a:lnTo>
                  <a:lnTo>
                    <a:pt x="1979631" y="464627"/>
                  </a:lnTo>
                  <a:lnTo>
                    <a:pt x="1983551" y="464627"/>
                  </a:lnTo>
                  <a:lnTo>
                    <a:pt x="1987471" y="464627"/>
                  </a:lnTo>
                  <a:lnTo>
                    <a:pt x="1991391" y="464627"/>
                  </a:lnTo>
                  <a:lnTo>
                    <a:pt x="1995312" y="464627"/>
                  </a:lnTo>
                  <a:lnTo>
                    <a:pt x="1999232" y="464627"/>
                  </a:lnTo>
                  <a:lnTo>
                    <a:pt x="2003152" y="464627"/>
                  </a:lnTo>
                  <a:lnTo>
                    <a:pt x="1999232" y="464627"/>
                  </a:lnTo>
                  <a:lnTo>
                    <a:pt x="1995312" y="464627"/>
                  </a:lnTo>
                  <a:lnTo>
                    <a:pt x="1991391" y="464627"/>
                  </a:lnTo>
                  <a:lnTo>
                    <a:pt x="1987471" y="464627"/>
                  </a:lnTo>
                  <a:lnTo>
                    <a:pt x="1983551" y="464627"/>
                  </a:lnTo>
                  <a:lnTo>
                    <a:pt x="1979631" y="464627"/>
                  </a:lnTo>
                  <a:lnTo>
                    <a:pt x="1975711" y="464627"/>
                  </a:lnTo>
                  <a:lnTo>
                    <a:pt x="1971791" y="464627"/>
                  </a:lnTo>
                  <a:lnTo>
                    <a:pt x="1967871" y="464627"/>
                  </a:lnTo>
                  <a:lnTo>
                    <a:pt x="1963951" y="464627"/>
                  </a:lnTo>
                  <a:lnTo>
                    <a:pt x="1960031" y="464627"/>
                  </a:lnTo>
                  <a:lnTo>
                    <a:pt x="1956111" y="464627"/>
                  </a:lnTo>
                  <a:lnTo>
                    <a:pt x="1952191" y="464627"/>
                  </a:lnTo>
                  <a:lnTo>
                    <a:pt x="1948271" y="464627"/>
                  </a:lnTo>
                  <a:lnTo>
                    <a:pt x="1944351" y="464627"/>
                  </a:lnTo>
                  <a:lnTo>
                    <a:pt x="1940431" y="464627"/>
                  </a:lnTo>
                  <a:lnTo>
                    <a:pt x="1936511" y="464627"/>
                  </a:lnTo>
                  <a:lnTo>
                    <a:pt x="1932591" y="464627"/>
                  </a:lnTo>
                  <a:lnTo>
                    <a:pt x="1928670" y="464627"/>
                  </a:lnTo>
                  <a:lnTo>
                    <a:pt x="1924750" y="464627"/>
                  </a:lnTo>
                  <a:lnTo>
                    <a:pt x="1920830" y="464627"/>
                  </a:lnTo>
                  <a:lnTo>
                    <a:pt x="1916910" y="464627"/>
                  </a:lnTo>
                  <a:lnTo>
                    <a:pt x="1912990" y="464627"/>
                  </a:lnTo>
                  <a:lnTo>
                    <a:pt x="1909070" y="464627"/>
                  </a:lnTo>
                  <a:lnTo>
                    <a:pt x="1905150" y="464627"/>
                  </a:lnTo>
                  <a:lnTo>
                    <a:pt x="1901230" y="464627"/>
                  </a:lnTo>
                  <a:lnTo>
                    <a:pt x="1897310" y="464627"/>
                  </a:lnTo>
                  <a:lnTo>
                    <a:pt x="1893390" y="464627"/>
                  </a:lnTo>
                  <a:lnTo>
                    <a:pt x="1889470" y="464627"/>
                  </a:lnTo>
                  <a:lnTo>
                    <a:pt x="1885550" y="464627"/>
                  </a:lnTo>
                  <a:lnTo>
                    <a:pt x="1881630" y="464627"/>
                  </a:lnTo>
                  <a:lnTo>
                    <a:pt x="1877710" y="464627"/>
                  </a:lnTo>
                  <a:lnTo>
                    <a:pt x="1873790" y="464627"/>
                  </a:lnTo>
                  <a:lnTo>
                    <a:pt x="1869870" y="464627"/>
                  </a:lnTo>
                  <a:lnTo>
                    <a:pt x="1865949" y="464627"/>
                  </a:lnTo>
                  <a:lnTo>
                    <a:pt x="1862029" y="464627"/>
                  </a:lnTo>
                  <a:lnTo>
                    <a:pt x="1858109" y="464627"/>
                  </a:lnTo>
                  <a:lnTo>
                    <a:pt x="1854189" y="464627"/>
                  </a:lnTo>
                  <a:lnTo>
                    <a:pt x="1850269" y="464627"/>
                  </a:lnTo>
                  <a:lnTo>
                    <a:pt x="1846349" y="464627"/>
                  </a:lnTo>
                  <a:lnTo>
                    <a:pt x="1842429" y="464627"/>
                  </a:lnTo>
                  <a:lnTo>
                    <a:pt x="1838509" y="464627"/>
                  </a:lnTo>
                  <a:lnTo>
                    <a:pt x="1834589" y="464627"/>
                  </a:lnTo>
                  <a:lnTo>
                    <a:pt x="1830669" y="464627"/>
                  </a:lnTo>
                  <a:lnTo>
                    <a:pt x="1826749" y="464627"/>
                  </a:lnTo>
                  <a:lnTo>
                    <a:pt x="1822829" y="464627"/>
                  </a:lnTo>
                  <a:lnTo>
                    <a:pt x="1818909" y="464627"/>
                  </a:lnTo>
                  <a:lnTo>
                    <a:pt x="1814989" y="464627"/>
                  </a:lnTo>
                  <a:lnTo>
                    <a:pt x="1811069" y="464627"/>
                  </a:lnTo>
                  <a:lnTo>
                    <a:pt x="1807149" y="464627"/>
                  </a:lnTo>
                  <a:lnTo>
                    <a:pt x="1803228" y="464627"/>
                  </a:lnTo>
                  <a:lnTo>
                    <a:pt x="1799308" y="464627"/>
                  </a:lnTo>
                  <a:lnTo>
                    <a:pt x="1795388" y="464627"/>
                  </a:lnTo>
                  <a:lnTo>
                    <a:pt x="1791468" y="464627"/>
                  </a:lnTo>
                  <a:lnTo>
                    <a:pt x="1787548" y="464627"/>
                  </a:lnTo>
                  <a:lnTo>
                    <a:pt x="1783628" y="464627"/>
                  </a:lnTo>
                  <a:lnTo>
                    <a:pt x="1779708" y="464627"/>
                  </a:lnTo>
                  <a:lnTo>
                    <a:pt x="1775788" y="464627"/>
                  </a:lnTo>
                  <a:lnTo>
                    <a:pt x="1771868" y="464627"/>
                  </a:lnTo>
                  <a:lnTo>
                    <a:pt x="1767948" y="464627"/>
                  </a:lnTo>
                  <a:lnTo>
                    <a:pt x="1764028" y="464627"/>
                  </a:lnTo>
                  <a:lnTo>
                    <a:pt x="1760108" y="464627"/>
                  </a:lnTo>
                  <a:lnTo>
                    <a:pt x="1756188" y="464627"/>
                  </a:lnTo>
                  <a:lnTo>
                    <a:pt x="1752268" y="464627"/>
                  </a:lnTo>
                  <a:lnTo>
                    <a:pt x="1748348" y="464627"/>
                  </a:lnTo>
                  <a:lnTo>
                    <a:pt x="1744428" y="464627"/>
                  </a:lnTo>
                  <a:lnTo>
                    <a:pt x="1740507" y="464627"/>
                  </a:lnTo>
                  <a:lnTo>
                    <a:pt x="1736587" y="464627"/>
                  </a:lnTo>
                  <a:lnTo>
                    <a:pt x="1732667" y="464627"/>
                  </a:lnTo>
                  <a:lnTo>
                    <a:pt x="1728747" y="464627"/>
                  </a:lnTo>
                  <a:lnTo>
                    <a:pt x="1724827" y="464627"/>
                  </a:lnTo>
                  <a:lnTo>
                    <a:pt x="1720907" y="464627"/>
                  </a:lnTo>
                  <a:lnTo>
                    <a:pt x="1716987" y="464627"/>
                  </a:lnTo>
                  <a:lnTo>
                    <a:pt x="1713067" y="464627"/>
                  </a:lnTo>
                  <a:lnTo>
                    <a:pt x="1709147" y="464627"/>
                  </a:lnTo>
                  <a:lnTo>
                    <a:pt x="1705227" y="464627"/>
                  </a:lnTo>
                  <a:lnTo>
                    <a:pt x="1701307" y="464627"/>
                  </a:lnTo>
                  <a:lnTo>
                    <a:pt x="1697387" y="464627"/>
                  </a:lnTo>
                  <a:lnTo>
                    <a:pt x="1693467" y="464627"/>
                  </a:lnTo>
                  <a:lnTo>
                    <a:pt x="1689547" y="464627"/>
                  </a:lnTo>
                  <a:lnTo>
                    <a:pt x="1685627" y="464627"/>
                  </a:lnTo>
                  <a:lnTo>
                    <a:pt x="1681707" y="464627"/>
                  </a:lnTo>
                  <a:lnTo>
                    <a:pt x="1677786" y="464627"/>
                  </a:lnTo>
                  <a:lnTo>
                    <a:pt x="1673866" y="464627"/>
                  </a:lnTo>
                  <a:lnTo>
                    <a:pt x="1669946" y="464627"/>
                  </a:lnTo>
                  <a:lnTo>
                    <a:pt x="1666026" y="464627"/>
                  </a:lnTo>
                  <a:lnTo>
                    <a:pt x="1662106" y="464627"/>
                  </a:lnTo>
                  <a:lnTo>
                    <a:pt x="1658186" y="464627"/>
                  </a:lnTo>
                  <a:lnTo>
                    <a:pt x="1654266" y="464627"/>
                  </a:lnTo>
                  <a:lnTo>
                    <a:pt x="1650346" y="464627"/>
                  </a:lnTo>
                  <a:lnTo>
                    <a:pt x="1646426" y="464627"/>
                  </a:lnTo>
                  <a:lnTo>
                    <a:pt x="1642506" y="464627"/>
                  </a:lnTo>
                  <a:lnTo>
                    <a:pt x="1638586" y="464627"/>
                  </a:lnTo>
                  <a:lnTo>
                    <a:pt x="1634666" y="464627"/>
                  </a:lnTo>
                  <a:lnTo>
                    <a:pt x="1630746" y="464627"/>
                  </a:lnTo>
                  <a:lnTo>
                    <a:pt x="1626826" y="464627"/>
                  </a:lnTo>
                  <a:lnTo>
                    <a:pt x="1622906" y="464627"/>
                  </a:lnTo>
                  <a:lnTo>
                    <a:pt x="1618986" y="464627"/>
                  </a:lnTo>
                  <a:lnTo>
                    <a:pt x="1615065" y="464627"/>
                  </a:lnTo>
                  <a:lnTo>
                    <a:pt x="1611145" y="464627"/>
                  </a:lnTo>
                  <a:lnTo>
                    <a:pt x="1607225" y="464627"/>
                  </a:lnTo>
                  <a:lnTo>
                    <a:pt x="1603305" y="464627"/>
                  </a:lnTo>
                  <a:lnTo>
                    <a:pt x="1599385" y="464627"/>
                  </a:lnTo>
                  <a:lnTo>
                    <a:pt x="1595465" y="464627"/>
                  </a:lnTo>
                  <a:lnTo>
                    <a:pt x="1591545" y="464627"/>
                  </a:lnTo>
                  <a:lnTo>
                    <a:pt x="1587625" y="464627"/>
                  </a:lnTo>
                  <a:lnTo>
                    <a:pt x="1583705" y="464627"/>
                  </a:lnTo>
                  <a:lnTo>
                    <a:pt x="1579785" y="464627"/>
                  </a:lnTo>
                  <a:lnTo>
                    <a:pt x="1575865" y="464627"/>
                  </a:lnTo>
                  <a:lnTo>
                    <a:pt x="1571945" y="464627"/>
                  </a:lnTo>
                  <a:lnTo>
                    <a:pt x="1568025" y="464627"/>
                  </a:lnTo>
                  <a:lnTo>
                    <a:pt x="1564105" y="464627"/>
                  </a:lnTo>
                  <a:lnTo>
                    <a:pt x="1560185" y="464627"/>
                  </a:lnTo>
                  <a:lnTo>
                    <a:pt x="1556265" y="464627"/>
                  </a:lnTo>
                  <a:lnTo>
                    <a:pt x="1552344" y="464627"/>
                  </a:lnTo>
                  <a:lnTo>
                    <a:pt x="1548424" y="464627"/>
                  </a:lnTo>
                  <a:lnTo>
                    <a:pt x="1544504" y="464627"/>
                  </a:lnTo>
                  <a:lnTo>
                    <a:pt x="1540584" y="464627"/>
                  </a:lnTo>
                  <a:lnTo>
                    <a:pt x="1536664" y="464627"/>
                  </a:lnTo>
                  <a:lnTo>
                    <a:pt x="1532744" y="464627"/>
                  </a:lnTo>
                  <a:lnTo>
                    <a:pt x="1528824" y="464627"/>
                  </a:lnTo>
                  <a:lnTo>
                    <a:pt x="1524904" y="464627"/>
                  </a:lnTo>
                  <a:lnTo>
                    <a:pt x="1520984" y="464627"/>
                  </a:lnTo>
                  <a:lnTo>
                    <a:pt x="1517064" y="464627"/>
                  </a:lnTo>
                  <a:lnTo>
                    <a:pt x="1513144" y="464627"/>
                  </a:lnTo>
                  <a:lnTo>
                    <a:pt x="1509224" y="464627"/>
                  </a:lnTo>
                  <a:lnTo>
                    <a:pt x="1505304" y="464627"/>
                  </a:lnTo>
                  <a:lnTo>
                    <a:pt x="1501384" y="464627"/>
                  </a:lnTo>
                  <a:lnTo>
                    <a:pt x="1497464" y="464627"/>
                  </a:lnTo>
                  <a:lnTo>
                    <a:pt x="1493543" y="464627"/>
                  </a:lnTo>
                  <a:lnTo>
                    <a:pt x="1489623" y="464627"/>
                  </a:lnTo>
                  <a:lnTo>
                    <a:pt x="1485703" y="464627"/>
                  </a:lnTo>
                  <a:lnTo>
                    <a:pt x="1481783" y="464627"/>
                  </a:lnTo>
                  <a:lnTo>
                    <a:pt x="1477863" y="464627"/>
                  </a:lnTo>
                  <a:lnTo>
                    <a:pt x="1473943" y="464627"/>
                  </a:lnTo>
                  <a:lnTo>
                    <a:pt x="1470023" y="464627"/>
                  </a:lnTo>
                  <a:lnTo>
                    <a:pt x="1466103" y="464627"/>
                  </a:lnTo>
                  <a:lnTo>
                    <a:pt x="1462183" y="464627"/>
                  </a:lnTo>
                  <a:lnTo>
                    <a:pt x="1458263" y="464627"/>
                  </a:lnTo>
                  <a:lnTo>
                    <a:pt x="1454343" y="464627"/>
                  </a:lnTo>
                  <a:lnTo>
                    <a:pt x="1450423" y="464627"/>
                  </a:lnTo>
                  <a:lnTo>
                    <a:pt x="1446503" y="464627"/>
                  </a:lnTo>
                  <a:lnTo>
                    <a:pt x="1442583" y="464627"/>
                  </a:lnTo>
                  <a:lnTo>
                    <a:pt x="1438663" y="464627"/>
                  </a:lnTo>
                  <a:lnTo>
                    <a:pt x="1434743" y="464627"/>
                  </a:lnTo>
                  <a:lnTo>
                    <a:pt x="1430822" y="464627"/>
                  </a:lnTo>
                  <a:lnTo>
                    <a:pt x="1426902" y="464627"/>
                  </a:lnTo>
                  <a:lnTo>
                    <a:pt x="1422982" y="464627"/>
                  </a:lnTo>
                  <a:lnTo>
                    <a:pt x="1419062" y="464627"/>
                  </a:lnTo>
                  <a:lnTo>
                    <a:pt x="1415142" y="464627"/>
                  </a:lnTo>
                  <a:lnTo>
                    <a:pt x="1411222" y="464627"/>
                  </a:lnTo>
                  <a:lnTo>
                    <a:pt x="1407302" y="464627"/>
                  </a:lnTo>
                  <a:lnTo>
                    <a:pt x="1403382" y="464627"/>
                  </a:lnTo>
                  <a:lnTo>
                    <a:pt x="1399462" y="464627"/>
                  </a:lnTo>
                  <a:lnTo>
                    <a:pt x="1395542" y="464627"/>
                  </a:lnTo>
                  <a:lnTo>
                    <a:pt x="1391622" y="464627"/>
                  </a:lnTo>
                  <a:lnTo>
                    <a:pt x="1387702" y="464627"/>
                  </a:lnTo>
                  <a:lnTo>
                    <a:pt x="1383782" y="464627"/>
                  </a:lnTo>
                  <a:lnTo>
                    <a:pt x="1379862" y="464627"/>
                  </a:lnTo>
                  <a:lnTo>
                    <a:pt x="1375942" y="464627"/>
                  </a:lnTo>
                  <a:lnTo>
                    <a:pt x="1372022" y="464627"/>
                  </a:lnTo>
                  <a:lnTo>
                    <a:pt x="1368101" y="464627"/>
                  </a:lnTo>
                  <a:lnTo>
                    <a:pt x="1364181" y="464627"/>
                  </a:lnTo>
                  <a:lnTo>
                    <a:pt x="1360261" y="464627"/>
                  </a:lnTo>
                  <a:lnTo>
                    <a:pt x="1356341" y="464627"/>
                  </a:lnTo>
                  <a:lnTo>
                    <a:pt x="1352421" y="464627"/>
                  </a:lnTo>
                  <a:lnTo>
                    <a:pt x="1348501" y="464627"/>
                  </a:lnTo>
                  <a:lnTo>
                    <a:pt x="1344581" y="464627"/>
                  </a:lnTo>
                  <a:lnTo>
                    <a:pt x="1340661" y="464627"/>
                  </a:lnTo>
                  <a:lnTo>
                    <a:pt x="1336741" y="464627"/>
                  </a:lnTo>
                  <a:lnTo>
                    <a:pt x="1332821" y="464627"/>
                  </a:lnTo>
                  <a:lnTo>
                    <a:pt x="1328901" y="464627"/>
                  </a:lnTo>
                  <a:lnTo>
                    <a:pt x="1324981" y="464627"/>
                  </a:lnTo>
                  <a:lnTo>
                    <a:pt x="1321061" y="464627"/>
                  </a:lnTo>
                  <a:lnTo>
                    <a:pt x="1317141" y="464627"/>
                  </a:lnTo>
                  <a:lnTo>
                    <a:pt x="1313221" y="464627"/>
                  </a:lnTo>
                  <a:lnTo>
                    <a:pt x="1309301" y="464627"/>
                  </a:lnTo>
                  <a:lnTo>
                    <a:pt x="1305380" y="464627"/>
                  </a:lnTo>
                  <a:lnTo>
                    <a:pt x="1301460" y="464627"/>
                  </a:lnTo>
                  <a:lnTo>
                    <a:pt x="1297540" y="464627"/>
                  </a:lnTo>
                  <a:lnTo>
                    <a:pt x="1293620" y="464627"/>
                  </a:lnTo>
                  <a:lnTo>
                    <a:pt x="1289700" y="464627"/>
                  </a:lnTo>
                  <a:lnTo>
                    <a:pt x="1285780" y="464627"/>
                  </a:lnTo>
                  <a:lnTo>
                    <a:pt x="1281860" y="464627"/>
                  </a:lnTo>
                  <a:lnTo>
                    <a:pt x="1277940" y="464627"/>
                  </a:lnTo>
                  <a:lnTo>
                    <a:pt x="1274020" y="464627"/>
                  </a:lnTo>
                  <a:lnTo>
                    <a:pt x="1270100" y="464627"/>
                  </a:lnTo>
                  <a:lnTo>
                    <a:pt x="1266180" y="464627"/>
                  </a:lnTo>
                  <a:lnTo>
                    <a:pt x="1262260" y="464627"/>
                  </a:lnTo>
                  <a:lnTo>
                    <a:pt x="1258340" y="464627"/>
                  </a:lnTo>
                  <a:lnTo>
                    <a:pt x="1254420" y="464627"/>
                  </a:lnTo>
                  <a:lnTo>
                    <a:pt x="1250500" y="464627"/>
                  </a:lnTo>
                  <a:lnTo>
                    <a:pt x="1246580" y="464627"/>
                  </a:lnTo>
                  <a:lnTo>
                    <a:pt x="1242659" y="464627"/>
                  </a:lnTo>
                  <a:lnTo>
                    <a:pt x="1238739" y="464627"/>
                  </a:lnTo>
                  <a:lnTo>
                    <a:pt x="1234819" y="464627"/>
                  </a:lnTo>
                  <a:lnTo>
                    <a:pt x="1230899" y="464627"/>
                  </a:lnTo>
                  <a:lnTo>
                    <a:pt x="1226979" y="464627"/>
                  </a:lnTo>
                  <a:lnTo>
                    <a:pt x="1223059" y="464627"/>
                  </a:lnTo>
                  <a:lnTo>
                    <a:pt x="1219139" y="464627"/>
                  </a:lnTo>
                  <a:lnTo>
                    <a:pt x="1215219" y="464627"/>
                  </a:lnTo>
                  <a:lnTo>
                    <a:pt x="1211299" y="464627"/>
                  </a:lnTo>
                  <a:lnTo>
                    <a:pt x="1207379" y="464627"/>
                  </a:lnTo>
                  <a:lnTo>
                    <a:pt x="1203459" y="464627"/>
                  </a:lnTo>
                  <a:lnTo>
                    <a:pt x="1199539" y="464627"/>
                  </a:lnTo>
                  <a:lnTo>
                    <a:pt x="1195619" y="464627"/>
                  </a:lnTo>
                  <a:lnTo>
                    <a:pt x="1191699" y="464627"/>
                  </a:lnTo>
                  <a:lnTo>
                    <a:pt x="1187779" y="464627"/>
                  </a:lnTo>
                  <a:lnTo>
                    <a:pt x="1183859" y="464627"/>
                  </a:lnTo>
                  <a:lnTo>
                    <a:pt x="1179938" y="464627"/>
                  </a:lnTo>
                  <a:lnTo>
                    <a:pt x="1176018" y="464627"/>
                  </a:lnTo>
                  <a:lnTo>
                    <a:pt x="1172098" y="464627"/>
                  </a:lnTo>
                  <a:lnTo>
                    <a:pt x="1168178" y="464627"/>
                  </a:lnTo>
                  <a:lnTo>
                    <a:pt x="1164258" y="464627"/>
                  </a:lnTo>
                  <a:lnTo>
                    <a:pt x="1160338" y="464627"/>
                  </a:lnTo>
                  <a:lnTo>
                    <a:pt x="1156418" y="464627"/>
                  </a:lnTo>
                  <a:lnTo>
                    <a:pt x="1152498" y="464627"/>
                  </a:lnTo>
                  <a:lnTo>
                    <a:pt x="1148578" y="464627"/>
                  </a:lnTo>
                  <a:lnTo>
                    <a:pt x="1144658" y="464627"/>
                  </a:lnTo>
                  <a:lnTo>
                    <a:pt x="1140738" y="464627"/>
                  </a:lnTo>
                  <a:lnTo>
                    <a:pt x="1136818" y="464627"/>
                  </a:lnTo>
                  <a:lnTo>
                    <a:pt x="1132898" y="464627"/>
                  </a:lnTo>
                  <a:lnTo>
                    <a:pt x="1128978" y="464627"/>
                  </a:lnTo>
                  <a:lnTo>
                    <a:pt x="1125058" y="464627"/>
                  </a:lnTo>
                  <a:lnTo>
                    <a:pt x="1121138" y="464627"/>
                  </a:lnTo>
                  <a:lnTo>
                    <a:pt x="1117217" y="464627"/>
                  </a:lnTo>
                  <a:lnTo>
                    <a:pt x="1113297" y="464627"/>
                  </a:lnTo>
                  <a:lnTo>
                    <a:pt x="1109377" y="464627"/>
                  </a:lnTo>
                  <a:lnTo>
                    <a:pt x="1105457" y="464627"/>
                  </a:lnTo>
                  <a:lnTo>
                    <a:pt x="1101537" y="464627"/>
                  </a:lnTo>
                  <a:lnTo>
                    <a:pt x="1097617" y="464627"/>
                  </a:lnTo>
                  <a:lnTo>
                    <a:pt x="1093697" y="464627"/>
                  </a:lnTo>
                  <a:lnTo>
                    <a:pt x="1089777" y="464627"/>
                  </a:lnTo>
                  <a:lnTo>
                    <a:pt x="1085857" y="464627"/>
                  </a:lnTo>
                  <a:lnTo>
                    <a:pt x="1081937" y="464627"/>
                  </a:lnTo>
                  <a:lnTo>
                    <a:pt x="1078017" y="464627"/>
                  </a:lnTo>
                  <a:lnTo>
                    <a:pt x="1074097" y="464627"/>
                  </a:lnTo>
                  <a:lnTo>
                    <a:pt x="1070177" y="464627"/>
                  </a:lnTo>
                  <a:lnTo>
                    <a:pt x="1066257" y="464627"/>
                  </a:lnTo>
                  <a:lnTo>
                    <a:pt x="1062337" y="464627"/>
                  </a:lnTo>
                  <a:lnTo>
                    <a:pt x="1058417" y="464627"/>
                  </a:lnTo>
                  <a:lnTo>
                    <a:pt x="1054496" y="464627"/>
                  </a:lnTo>
                  <a:lnTo>
                    <a:pt x="1050576" y="464627"/>
                  </a:lnTo>
                  <a:lnTo>
                    <a:pt x="1046656" y="464627"/>
                  </a:lnTo>
                  <a:lnTo>
                    <a:pt x="1042736" y="464627"/>
                  </a:lnTo>
                  <a:lnTo>
                    <a:pt x="1038816" y="464627"/>
                  </a:lnTo>
                  <a:lnTo>
                    <a:pt x="1034896" y="464627"/>
                  </a:lnTo>
                  <a:lnTo>
                    <a:pt x="1030976" y="464627"/>
                  </a:lnTo>
                  <a:lnTo>
                    <a:pt x="1027056" y="464627"/>
                  </a:lnTo>
                  <a:lnTo>
                    <a:pt x="1023136" y="464627"/>
                  </a:lnTo>
                  <a:lnTo>
                    <a:pt x="1019216" y="464627"/>
                  </a:lnTo>
                  <a:lnTo>
                    <a:pt x="1015296" y="464627"/>
                  </a:lnTo>
                  <a:lnTo>
                    <a:pt x="1011376" y="464627"/>
                  </a:lnTo>
                  <a:lnTo>
                    <a:pt x="1007456" y="464627"/>
                  </a:lnTo>
                  <a:lnTo>
                    <a:pt x="1003536" y="464627"/>
                  </a:lnTo>
                  <a:lnTo>
                    <a:pt x="999616" y="464627"/>
                  </a:lnTo>
                  <a:lnTo>
                    <a:pt x="995695" y="464627"/>
                  </a:lnTo>
                  <a:lnTo>
                    <a:pt x="991775" y="464627"/>
                  </a:lnTo>
                  <a:lnTo>
                    <a:pt x="987855" y="464627"/>
                  </a:lnTo>
                  <a:lnTo>
                    <a:pt x="983935" y="464627"/>
                  </a:lnTo>
                  <a:lnTo>
                    <a:pt x="980015" y="464627"/>
                  </a:lnTo>
                  <a:lnTo>
                    <a:pt x="976095" y="464627"/>
                  </a:lnTo>
                  <a:lnTo>
                    <a:pt x="972175" y="464627"/>
                  </a:lnTo>
                  <a:lnTo>
                    <a:pt x="968255" y="464627"/>
                  </a:lnTo>
                  <a:lnTo>
                    <a:pt x="964335" y="464627"/>
                  </a:lnTo>
                  <a:lnTo>
                    <a:pt x="960415" y="464627"/>
                  </a:lnTo>
                  <a:lnTo>
                    <a:pt x="956495" y="464627"/>
                  </a:lnTo>
                  <a:lnTo>
                    <a:pt x="952575" y="464627"/>
                  </a:lnTo>
                  <a:lnTo>
                    <a:pt x="948655" y="464627"/>
                  </a:lnTo>
                  <a:lnTo>
                    <a:pt x="944735" y="464627"/>
                  </a:lnTo>
                  <a:lnTo>
                    <a:pt x="940815" y="464627"/>
                  </a:lnTo>
                  <a:lnTo>
                    <a:pt x="936895" y="464627"/>
                  </a:lnTo>
                  <a:lnTo>
                    <a:pt x="932974" y="464627"/>
                  </a:lnTo>
                  <a:lnTo>
                    <a:pt x="929054" y="464627"/>
                  </a:lnTo>
                  <a:lnTo>
                    <a:pt x="925134" y="464627"/>
                  </a:lnTo>
                  <a:lnTo>
                    <a:pt x="921214" y="464627"/>
                  </a:lnTo>
                  <a:lnTo>
                    <a:pt x="917294" y="464627"/>
                  </a:lnTo>
                  <a:lnTo>
                    <a:pt x="913374" y="464627"/>
                  </a:lnTo>
                  <a:lnTo>
                    <a:pt x="909454" y="464627"/>
                  </a:lnTo>
                  <a:lnTo>
                    <a:pt x="905534" y="464627"/>
                  </a:lnTo>
                  <a:lnTo>
                    <a:pt x="901614" y="464627"/>
                  </a:lnTo>
                  <a:lnTo>
                    <a:pt x="897694" y="464627"/>
                  </a:lnTo>
                  <a:lnTo>
                    <a:pt x="893774" y="464627"/>
                  </a:lnTo>
                  <a:lnTo>
                    <a:pt x="889854" y="464627"/>
                  </a:lnTo>
                  <a:lnTo>
                    <a:pt x="885934" y="464627"/>
                  </a:lnTo>
                  <a:lnTo>
                    <a:pt x="882014" y="464627"/>
                  </a:lnTo>
                  <a:lnTo>
                    <a:pt x="878094" y="464627"/>
                  </a:lnTo>
                  <a:lnTo>
                    <a:pt x="874174" y="464627"/>
                  </a:lnTo>
                  <a:lnTo>
                    <a:pt x="870253" y="464627"/>
                  </a:lnTo>
                  <a:lnTo>
                    <a:pt x="866333" y="464627"/>
                  </a:lnTo>
                  <a:lnTo>
                    <a:pt x="862413" y="464627"/>
                  </a:lnTo>
                  <a:lnTo>
                    <a:pt x="858493" y="464627"/>
                  </a:lnTo>
                  <a:lnTo>
                    <a:pt x="854573" y="464627"/>
                  </a:lnTo>
                  <a:lnTo>
                    <a:pt x="850653" y="464627"/>
                  </a:lnTo>
                  <a:lnTo>
                    <a:pt x="846733" y="464627"/>
                  </a:lnTo>
                  <a:lnTo>
                    <a:pt x="842813" y="464627"/>
                  </a:lnTo>
                  <a:lnTo>
                    <a:pt x="838893" y="464627"/>
                  </a:lnTo>
                  <a:lnTo>
                    <a:pt x="834973" y="464627"/>
                  </a:lnTo>
                  <a:lnTo>
                    <a:pt x="831053" y="464627"/>
                  </a:lnTo>
                  <a:lnTo>
                    <a:pt x="827133" y="464627"/>
                  </a:lnTo>
                  <a:lnTo>
                    <a:pt x="823213" y="464627"/>
                  </a:lnTo>
                  <a:lnTo>
                    <a:pt x="819293" y="464627"/>
                  </a:lnTo>
                  <a:lnTo>
                    <a:pt x="815373" y="464627"/>
                  </a:lnTo>
                  <a:lnTo>
                    <a:pt x="811453" y="464627"/>
                  </a:lnTo>
                  <a:lnTo>
                    <a:pt x="807532" y="464627"/>
                  </a:lnTo>
                  <a:lnTo>
                    <a:pt x="803612" y="464627"/>
                  </a:lnTo>
                  <a:lnTo>
                    <a:pt x="799692" y="464627"/>
                  </a:lnTo>
                  <a:lnTo>
                    <a:pt x="795772" y="464627"/>
                  </a:lnTo>
                  <a:lnTo>
                    <a:pt x="791852" y="464627"/>
                  </a:lnTo>
                  <a:lnTo>
                    <a:pt x="787932" y="464627"/>
                  </a:lnTo>
                  <a:lnTo>
                    <a:pt x="784012" y="464627"/>
                  </a:lnTo>
                  <a:lnTo>
                    <a:pt x="780092" y="464627"/>
                  </a:lnTo>
                  <a:lnTo>
                    <a:pt x="776172" y="464627"/>
                  </a:lnTo>
                  <a:lnTo>
                    <a:pt x="772252" y="464627"/>
                  </a:lnTo>
                  <a:lnTo>
                    <a:pt x="768332" y="464627"/>
                  </a:lnTo>
                  <a:lnTo>
                    <a:pt x="764412" y="464627"/>
                  </a:lnTo>
                  <a:lnTo>
                    <a:pt x="760492" y="464627"/>
                  </a:lnTo>
                  <a:lnTo>
                    <a:pt x="756572" y="464627"/>
                  </a:lnTo>
                  <a:lnTo>
                    <a:pt x="752652" y="464627"/>
                  </a:lnTo>
                  <a:lnTo>
                    <a:pt x="748732" y="464627"/>
                  </a:lnTo>
                  <a:lnTo>
                    <a:pt x="744811" y="464627"/>
                  </a:lnTo>
                  <a:lnTo>
                    <a:pt x="740891" y="464627"/>
                  </a:lnTo>
                  <a:lnTo>
                    <a:pt x="736971" y="464627"/>
                  </a:lnTo>
                  <a:lnTo>
                    <a:pt x="733051" y="464627"/>
                  </a:lnTo>
                  <a:lnTo>
                    <a:pt x="729131" y="464627"/>
                  </a:lnTo>
                  <a:lnTo>
                    <a:pt x="725211" y="464627"/>
                  </a:lnTo>
                  <a:lnTo>
                    <a:pt x="721291" y="464627"/>
                  </a:lnTo>
                  <a:lnTo>
                    <a:pt x="717371" y="464627"/>
                  </a:lnTo>
                  <a:lnTo>
                    <a:pt x="713451" y="464627"/>
                  </a:lnTo>
                  <a:lnTo>
                    <a:pt x="709531" y="464627"/>
                  </a:lnTo>
                  <a:lnTo>
                    <a:pt x="705611" y="464627"/>
                  </a:lnTo>
                  <a:lnTo>
                    <a:pt x="701691" y="464627"/>
                  </a:lnTo>
                  <a:lnTo>
                    <a:pt x="697771" y="464627"/>
                  </a:lnTo>
                  <a:lnTo>
                    <a:pt x="693851" y="464627"/>
                  </a:lnTo>
                  <a:lnTo>
                    <a:pt x="689931" y="464627"/>
                  </a:lnTo>
                  <a:lnTo>
                    <a:pt x="686011" y="464627"/>
                  </a:lnTo>
                  <a:lnTo>
                    <a:pt x="682090" y="464627"/>
                  </a:lnTo>
                  <a:lnTo>
                    <a:pt x="678170" y="464627"/>
                  </a:lnTo>
                  <a:lnTo>
                    <a:pt x="674250" y="464627"/>
                  </a:lnTo>
                  <a:lnTo>
                    <a:pt x="670330" y="464627"/>
                  </a:lnTo>
                  <a:lnTo>
                    <a:pt x="666410" y="464627"/>
                  </a:lnTo>
                  <a:lnTo>
                    <a:pt x="662490" y="464627"/>
                  </a:lnTo>
                  <a:lnTo>
                    <a:pt x="658570" y="464627"/>
                  </a:lnTo>
                  <a:lnTo>
                    <a:pt x="654650" y="464627"/>
                  </a:lnTo>
                  <a:lnTo>
                    <a:pt x="650730" y="464627"/>
                  </a:lnTo>
                  <a:lnTo>
                    <a:pt x="646810" y="464627"/>
                  </a:lnTo>
                  <a:lnTo>
                    <a:pt x="642890" y="464627"/>
                  </a:lnTo>
                  <a:lnTo>
                    <a:pt x="638970" y="464627"/>
                  </a:lnTo>
                  <a:lnTo>
                    <a:pt x="635050" y="464627"/>
                  </a:lnTo>
                  <a:lnTo>
                    <a:pt x="631130" y="464627"/>
                  </a:lnTo>
                  <a:lnTo>
                    <a:pt x="627210" y="464627"/>
                  </a:lnTo>
                  <a:lnTo>
                    <a:pt x="623290" y="464627"/>
                  </a:lnTo>
                  <a:lnTo>
                    <a:pt x="619369" y="464627"/>
                  </a:lnTo>
                  <a:lnTo>
                    <a:pt x="615449" y="464627"/>
                  </a:lnTo>
                  <a:lnTo>
                    <a:pt x="611529" y="464627"/>
                  </a:lnTo>
                  <a:lnTo>
                    <a:pt x="607609" y="464627"/>
                  </a:lnTo>
                  <a:lnTo>
                    <a:pt x="603689" y="464627"/>
                  </a:lnTo>
                  <a:lnTo>
                    <a:pt x="599769" y="464627"/>
                  </a:lnTo>
                  <a:lnTo>
                    <a:pt x="595849" y="464627"/>
                  </a:lnTo>
                  <a:lnTo>
                    <a:pt x="591929" y="464627"/>
                  </a:lnTo>
                  <a:lnTo>
                    <a:pt x="588009" y="464627"/>
                  </a:lnTo>
                  <a:lnTo>
                    <a:pt x="584089" y="464627"/>
                  </a:lnTo>
                  <a:lnTo>
                    <a:pt x="580169" y="464627"/>
                  </a:lnTo>
                  <a:lnTo>
                    <a:pt x="576249" y="464627"/>
                  </a:lnTo>
                  <a:lnTo>
                    <a:pt x="572329" y="464627"/>
                  </a:lnTo>
                  <a:lnTo>
                    <a:pt x="568409" y="464627"/>
                  </a:lnTo>
                  <a:lnTo>
                    <a:pt x="564489" y="464627"/>
                  </a:lnTo>
                  <a:lnTo>
                    <a:pt x="560569" y="464627"/>
                  </a:lnTo>
                  <a:lnTo>
                    <a:pt x="556648" y="464627"/>
                  </a:lnTo>
                  <a:lnTo>
                    <a:pt x="552728" y="464627"/>
                  </a:lnTo>
                  <a:lnTo>
                    <a:pt x="548808" y="464627"/>
                  </a:lnTo>
                  <a:lnTo>
                    <a:pt x="544888" y="464627"/>
                  </a:lnTo>
                  <a:lnTo>
                    <a:pt x="540968" y="464627"/>
                  </a:lnTo>
                  <a:lnTo>
                    <a:pt x="537048" y="464627"/>
                  </a:lnTo>
                  <a:lnTo>
                    <a:pt x="533128" y="464627"/>
                  </a:lnTo>
                  <a:lnTo>
                    <a:pt x="529208" y="464627"/>
                  </a:lnTo>
                  <a:lnTo>
                    <a:pt x="525288" y="464627"/>
                  </a:lnTo>
                  <a:lnTo>
                    <a:pt x="521368" y="464627"/>
                  </a:lnTo>
                  <a:lnTo>
                    <a:pt x="517448" y="464627"/>
                  </a:lnTo>
                  <a:lnTo>
                    <a:pt x="513528" y="464627"/>
                  </a:lnTo>
                  <a:lnTo>
                    <a:pt x="509608" y="464627"/>
                  </a:lnTo>
                  <a:lnTo>
                    <a:pt x="505688" y="464627"/>
                  </a:lnTo>
                  <a:lnTo>
                    <a:pt x="501768" y="464627"/>
                  </a:lnTo>
                  <a:lnTo>
                    <a:pt x="497847" y="464627"/>
                  </a:lnTo>
                  <a:lnTo>
                    <a:pt x="493927" y="464627"/>
                  </a:lnTo>
                  <a:lnTo>
                    <a:pt x="490007" y="464627"/>
                  </a:lnTo>
                  <a:lnTo>
                    <a:pt x="486087" y="464627"/>
                  </a:lnTo>
                  <a:lnTo>
                    <a:pt x="482167" y="464627"/>
                  </a:lnTo>
                  <a:lnTo>
                    <a:pt x="478247" y="464627"/>
                  </a:lnTo>
                  <a:lnTo>
                    <a:pt x="474327" y="464627"/>
                  </a:lnTo>
                  <a:lnTo>
                    <a:pt x="470407" y="464627"/>
                  </a:lnTo>
                  <a:lnTo>
                    <a:pt x="466487" y="464627"/>
                  </a:lnTo>
                  <a:lnTo>
                    <a:pt x="462567" y="464627"/>
                  </a:lnTo>
                  <a:lnTo>
                    <a:pt x="458647" y="464627"/>
                  </a:lnTo>
                  <a:lnTo>
                    <a:pt x="454727" y="464627"/>
                  </a:lnTo>
                  <a:lnTo>
                    <a:pt x="450807" y="464627"/>
                  </a:lnTo>
                  <a:lnTo>
                    <a:pt x="446887" y="464627"/>
                  </a:lnTo>
                  <a:lnTo>
                    <a:pt x="442967" y="464627"/>
                  </a:lnTo>
                  <a:lnTo>
                    <a:pt x="439047" y="464627"/>
                  </a:lnTo>
                  <a:lnTo>
                    <a:pt x="435126" y="464627"/>
                  </a:lnTo>
                  <a:lnTo>
                    <a:pt x="431206" y="464627"/>
                  </a:lnTo>
                  <a:lnTo>
                    <a:pt x="427286" y="464627"/>
                  </a:lnTo>
                  <a:lnTo>
                    <a:pt x="423366" y="464627"/>
                  </a:lnTo>
                  <a:lnTo>
                    <a:pt x="419446" y="464627"/>
                  </a:lnTo>
                  <a:lnTo>
                    <a:pt x="415526" y="464627"/>
                  </a:lnTo>
                  <a:lnTo>
                    <a:pt x="411606" y="464627"/>
                  </a:lnTo>
                  <a:lnTo>
                    <a:pt x="407686" y="464627"/>
                  </a:lnTo>
                  <a:lnTo>
                    <a:pt x="403766" y="464627"/>
                  </a:lnTo>
                  <a:lnTo>
                    <a:pt x="399846" y="464627"/>
                  </a:lnTo>
                  <a:lnTo>
                    <a:pt x="395926" y="464627"/>
                  </a:lnTo>
                  <a:lnTo>
                    <a:pt x="392006" y="464627"/>
                  </a:lnTo>
                  <a:lnTo>
                    <a:pt x="388086" y="464627"/>
                  </a:lnTo>
                  <a:lnTo>
                    <a:pt x="384166" y="464627"/>
                  </a:lnTo>
                  <a:lnTo>
                    <a:pt x="380246" y="464627"/>
                  </a:lnTo>
                  <a:lnTo>
                    <a:pt x="376326" y="464627"/>
                  </a:lnTo>
                  <a:lnTo>
                    <a:pt x="372405" y="464627"/>
                  </a:lnTo>
                  <a:lnTo>
                    <a:pt x="368485" y="464627"/>
                  </a:lnTo>
                  <a:lnTo>
                    <a:pt x="364565" y="464627"/>
                  </a:lnTo>
                  <a:lnTo>
                    <a:pt x="360645" y="464627"/>
                  </a:lnTo>
                  <a:lnTo>
                    <a:pt x="356725" y="464627"/>
                  </a:lnTo>
                  <a:lnTo>
                    <a:pt x="352805" y="464627"/>
                  </a:lnTo>
                  <a:lnTo>
                    <a:pt x="348885" y="464627"/>
                  </a:lnTo>
                  <a:lnTo>
                    <a:pt x="344965" y="464627"/>
                  </a:lnTo>
                  <a:lnTo>
                    <a:pt x="341045" y="464627"/>
                  </a:lnTo>
                  <a:lnTo>
                    <a:pt x="337125" y="464627"/>
                  </a:lnTo>
                  <a:lnTo>
                    <a:pt x="333205" y="464627"/>
                  </a:lnTo>
                  <a:lnTo>
                    <a:pt x="329285" y="464627"/>
                  </a:lnTo>
                  <a:lnTo>
                    <a:pt x="325365" y="464627"/>
                  </a:lnTo>
                  <a:lnTo>
                    <a:pt x="321445" y="464627"/>
                  </a:lnTo>
                  <a:lnTo>
                    <a:pt x="317525" y="464627"/>
                  </a:lnTo>
                  <a:lnTo>
                    <a:pt x="313605" y="464627"/>
                  </a:lnTo>
                  <a:lnTo>
                    <a:pt x="309684" y="464627"/>
                  </a:lnTo>
                  <a:lnTo>
                    <a:pt x="305764" y="464627"/>
                  </a:lnTo>
                  <a:lnTo>
                    <a:pt x="301844" y="464627"/>
                  </a:lnTo>
                  <a:lnTo>
                    <a:pt x="297924" y="464627"/>
                  </a:lnTo>
                  <a:lnTo>
                    <a:pt x="294004" y="464627"/>
                  </a:lnTo>
                  <a:lnTo>
                    <a:pt x="290084" y="464627"/>
                  </a:lnTo>
                  <a:lnTo>
                    <a:pt x="286164" y="464627"/>
                  </a:lnTo>
                  <a:lnTo>
                    <a:pt x="282244" y="464627"/>
                  </a:lnTo>
                  <a:lnTo>
                    <a:pt x="278324" y="464627"/>
                  </a:lnTo>
                  <a:lnTo>
                    <a:pt x="274404" y="464627"/>
                  </a:lnTo>
                  <a:lnTo>
                    <a:pt x="270484" y="464627"/>
                  </a:lnTo>
                  <a:lnTo>
                    <a:pt x="266564" y="464627"/>
                  </a:lnTo>
                  <a:lnTo>
                    <a:pt x="262644" y="464627"/>
                  </a:lnTo>
                  <a:lnTo>
                    <a:pt x="258724" y="464627"/>
                  </a:lnTo>
                  <a:lnTo>
                    <a:pt x="254804" y="464627"/>
                  </a:lnTo>
                  <a:lnTo>
                    <a:pt x="250884" y="464627"/>
                  </a:lnTo>
                  <a:lnTo>
                    <a:pt x="246963" y="464627"/>
                  </a:lnTo>
                  <a:lnTo>
                    <a:pt x="243043" y="464627"/>
                  </a:lnTo>
                  <a:lnTo>
                    <a:pt x="239123" y="464627"/>
                  </a:lnTo>
                  <a:lnTo>
                    <a:pt x="235203" y="464627"/>
                  </a:lnTo>
                  <a:lnTo>
                    <a:pt x="231283" y="464627"/>
                  </a:lnTo>
                  <a:lnTo>
                    <a:pt x="227363" y="464627"/>
                  </a:lnTo>
                  <a:lnTo>
                    <a:pt x="223443" y="464627"/>
                  </a:lnTo>
                  <a:lnTo>
                    <a:pt x="219523" y="464627"/>
                  </a:lnTo>
                  <a:lnTo>
                    <a:pt x="215603" y="464627"/>
                  </a:lnTo>
                  <a:lnTo>
                    <a:pt x="211683" y="464627"/>
                  </a:lnTo>
                  <a:lnTo>
                    <a:pt x="207763" y="464627"/>
                  </a:lnTo>
                  <a:lnTo>
                    <a:pt x="203843" y="464627"/>
                  </a:lnTo>
                  <a:lnTo>
                    <a:pt x="199923" y="464627"/>
                  </a:lnTo>
                  <a:lnTo>
                    <a:pt x="196003" y="464627"/>
                  </a:lnTo>
                  <a:lnTo>
                    <a:pt x="192083" y="464627"/>
                  </a:lnTo>
                  <a:lnTo>
                    <a:pt x="188163" y="464627"/>
                  </a:lnTo>
                  <a:lnTo>
                    <a:pt x="184242" y="464627"/>
                  </a:lnTo>
                  <a:lnTo>
                    <a:pt x="180322" y="464627"/>
                  </a:lnTo>
                  <a:lnTo>
                    <a:pt x="176402" y="464627"/>
                  </a:lnTo>
                  <a:lnTo>
                    <a:pt x="172482" y="464627"/>
                  </a:lnTo>
                  <a:lnTo>
                    <a:pt x="168562" y="464627"/>
                  </a:lnTo>
                  <a:lnTo>
                    <a:pt x="164642" y="464627"/>
                  </a:lnTo>
                  <a:lnTo>
                    <a:pt x="160722" y="464627"/>
                  </a:lnTo>
                  <a:lnTo>
                    <a:pt x="156802" y="464627"/>
                  </a:lnTo>
                  <a:lnTo>
                    <a:pt x="152882" y="464627"/>
                  </a:lnTo>
                  <a:lnTo>
                    <a:pt x="148962" y="464627"/>
                  </a:lnTo>
                  <a:lnTo>
                    <a:pt x="145042" y="464627"/>
                  </a:lnTo>
                  <a:lnTo>
                    <a:pt x="141122" y="464627"/>
                  </a:lnTo>
                  <a:lnTo>
                    <a:pt x="137202" y="464627"/>
                  </a:lnTo>
                  <a:lnTo>
                    <a:pt x="133282" y="464627"/>
                  </a:lnTo>
                  <a:lnTo>
                    <a:pt x="129362" y="464627"/>
                  </a:lnTo>
                  <a:lnTo>
                    <a:pt x="125442" y="464627"/>
                  </a:lnTo>
                  <a:lnTo>
                    <a:pt x="121521" y="464627"/>
                  </a:lnTo>
                  <a:lnTo>
                    <a:pt x="117601" y="464627"/>
                  </a:lnTo>
                  <a:lnTo>
                    <a:pt x="113681" y="464627"/>
                  </a:lnTo>
                  <a:lnTo>
                    <a:pt x="109761" y="464627"/>
                  </a:lnTo>
                  <a:lnTo>
                    <a:pt x="105841" y="464627"/>
                  </a:lnTo>
                  <a:lnTo>
                    <a:pt x="101921" y="464627"/>
                  </a:lnTo>
                  <a:lnTo>
                    <a:pt x="98001" y="464627"/>
                  </a:lnTo>
                  <a:lnTo>
                    <a:pt x="94081" y="464627"/>
                  </a:lnTo>
                  <a:lnTo>
                    <a:pt x="90161" y="464627"/>
                  </a:lnTo>
                  <a:lnTo>
                    <a:pt x="86241" y="464627"/>
                  </a:lnTo>
                  <a:lnTo>
                    <a:pt x="82321" y="464627"/>
                  </a:lnTo>
                  <a:lnTo>
                    <a:pt x="78401" y="464627"/>
                  </a:lnTo>
                  <a:lnTo>
                    <a:pt x="74481" y="464627"/>
                  </a:lnTo>
                  <a:lnTo>
                    <a:pt x="70561" y="464627"/>
                  </a:lnTo>
                  <a:lnTo>
                    <a:pt x="66641" y="464627"/>
                  </a:lnTo>
                  <a:lnTo>
                    <a:pt x="62721" y="464627"/>
                  </a:lnTo>
                  <a:lnTo>
                    <a:pt x="58800" y="464627"/>
                  </a:lnTo>
                  <a:lnTo>
                    <a:pt x="54880" y="464627"/>
                  </a:lnTo>
                  <a:lnTo>
                    <a:pt x="50960" y="464627"/>
                  </a:lnTo>
                  <a:lnTo>
                    <a:pt x="47040" y="464627"/>
                  </a:lnTo>
                  <a:lnTo>
                    <a:pt x="43120" y="464627"/>
                  </a:lnTo>
                  <a:lnTo>
                    <a:pt x="39200" y="464627"/>
                  </a:lnTo>
                  <a:lnTo>
                    <a:pt x="35280" y="464627"/>
                  </a:lnTo>
                  <a:lnTo>
                    <a:pt x="31360" y="464627"/>
                  </a:lnTo>
                  <a:lnTo>
                    <a:pt x="27440" y="464627"/>
                  </a:lnTo>
                  <a:lnTo>
                    <a:pt x="23520" y="464627"/>
                  </a:lnTo>
                  <a:lnTo>
                    <a:pt x="19600" y="464627"/>
                  </a:lnTo>
                  <a:lnTo>
                    <a:pt x="15680" y="464627"/>
                  </a:lnTo>
                  <a:lnTo>
                    <a:pt x="11760" y="464627"/>
                  </a:lnTo>
                  <a:lnTo>
                    <a:pt x="7840" y="464627"/>
                  </a:lnTo>
                  <a:lnTo>
                    <a:pt x="3920" y="464627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15" name="pl15"/>
            <p:cNvSpPr/>
            <p:nvPr/>
          </p:nvSpPr>
          <p:spPr>
            <a:xfrm>
              <a:off x="1804741" y="5826922"/>
              <a:ext cx="2003152" cy="464627"/>
            </a:xfrm>
            <a:custGeom>
              <a:avLst/>
              <a:gdLst/>
              <a:ahLst/>
              <a:cxnLst/>
              <a:rect l="0" t="0" r="0" b="0"/>
              <a:pathLst>
                <a:path w="2003152" h="464627">
                  <a:moveTo>
                    <a:pt x="0" y="464627"/>
                  </a:moveTo>
                  <a:lnTo>
                    <a:pt x="3920" y="464627"/>
                  </a:lnTo>
                  <a:lnTo>
                    <a:pt x="7840" y="464627"/>
                  </a:lnTo>
                  <a:lnTo>
                    <a:pt x="11760" y="464627"/>
                  </a:lnTo>
                  <a:lnTo>
                    <a:pt x="15680" y="464627"/>
                  </a:lnTo>
                  <a:lnTo>
                    <a:pt x="19600" y="464627"/>
                  </a:lnTo>
                  <a:lnTo>
                    <a:pt x="23520" y="464627"/>
                  </a:lnTo>
                  <a:lnTo>
                    <a:pt x="27440" y="464627"/>
                  </a:lnTo>
                  <a:lnTo>
                    <a:pt x="31360" y="464627"/>
                  </a:lnTo>
                  <a:lnTo>
                    <a:pt x="35280" y="464627"/>
                  </a:lnTo>
                  <a:lnTo>
                    <a:pt x="39200" y="464627"/>
                  </a:lnTo>
                  <a:lnTo>
                    <a:pt x="43120" y="464627"/>
                  </a:lnTo>
                  <a:lnTo>
                    <a:pt x="47040" y="464627"/>
                  </a:lnTo>
                  <a:lnTo>
                    <a:pt x="50960" y="464627"/>
                  </a:lnTo>
                  <a:lnTo>
                    <a:pt x="54880" y="464627"/>
                  </a:lnTo>
                  <a:lnTo>
                    <a:pt x="58800" y="464627"/>
                  </a:lnTo>
                  <a:lnTo>
                    <a:pt x="62721" y="464627"/>
                  </a:lnTo>
                  <a:lnTo>
                    <a:pt x="66641" y="464627"/>
                  </a:lnTo>
                  <a:lnTo>
                    <a:pt x="70561" y="464627"/>
                  </a:lnTo>
                  <a:lnTo>
                    <a:pt x="74481" y="464627"/>
                  </a:lnTo>
                  <a:lnTo>
                    <a:pt x="78401" y="464627"/>
                  </a:lnTo>
                  <a:lnTo>
                    <a:pt x="82321" y="464627"/>
                  </a:lnTo>
                  <a:lnTo>
                    <a:pt x="86241" y="464627"/>
                  </a:lnTo>
                  <a:lnTo>
                    <a:pt x="90161" y="464627"/>
                  </a:lnTo>
                  <a:lnTo>
                    <a:pt x="94081" y="464627"/>
                  </a:lnTo>
                  <a:lnTo>
                    <a:pt x="98001" y="464627"/>
                  </a:lnTo>
                  <a:lnTo>
                    <a:pt x="101921" y="464627"/>
                  </a:lnTo>
                  <a:lnTo>
                    <a:pt x="105841" y="464627"/>
                  </a:lnTo>
                  <a:lnTo>
                    <a:pt x="109761" y="464627"/>
                  </a:lnTo>
                  <a:lnTo>
                    <a:pt x="113681" y="464627"/>
                  </a:lnTo>
                  <a:lnTo>
                    <a:pt x="117601" y="464627"/>
                  </a:lnTo>
                  <a:lnTo>
                    <a:pt x="121521" y="464627"/>
                  </a:lnTo>
                  <a:lnTo>
                    <a:pt x="125442" y="464627"/>
                  </a:lnTo>
                  <a:lnTo>
                    <a:pt x="129362" y="464627"/>
                  </a:lnTo>
                  <a:lnTo>
                    <a:pt x="133282" y="464627"/>
                  </a:lnTo>
                  <a:lnTo>
                    <a:pt x="137202" y="464627"/>
                  </a:lnTo>
                  <a:lnTo>
                    <a:pt x="141122" y="464627"/>
                  </a:lnTo>
                  <a:lnTo>
                    <a:pt x="145042" y="464627"/>
                  </a:lnTo>
                  <a:lnTo>
                    <a:pt x="148962" y="464627"/>
                  </a:lnTo>
                  <a:lnTo>
                    <a:pt x="152882" y="464627"/>
                  </a:lnTo>
                  <a:lnTo>
                    <a:pt x="156802" y="464627"/>
                  </a:lnTo>
                  <a:lnTo>
                    <a:pt x="160722" y="464627"/>
                  </a:lnTo>
                  <a:lnTo>
                    <a:pt x="164642" y="464627"/>
                  </a:lnTo>
                  <a:lnTo>
                    <a:pt x="168562" y="464627"/>
                  </a:lnTo>
                  <a:lnTo>
                    <a:pt x="172482" y="464627"/>
                  </a:lnTo>
                  <a:lnTo>
                    <a:pt x="176402" y="464627"/>
                  </a:lnTo>
                  <a:lnTo>
                    <a:pt x="180322" y="464627"/>
                  </a:lnTo>
                  <a:lnTo>
                    <a:pt x="184242" y="464627"/>
                  </a:lnTo>
                  <a:lnTo>
                    <a:pt x="188163" y="464627"/>
                  </a:lnTo>
                  <a:lnTo>
                    <a:pt x="192083" y="464627"/>
                  </a:lnTo>
                  <a:lnTo>
                    <a:pt x="196003" y="464627"/>
                  </a:lnTo>
                  <a:lnTo>
                    <a:pt x="199923" y="464627"/>
                  </a:lnTo>
                  <a:lnTo>
                    <a:pt x="203843" y="464627"/>
                  </a:lnTo>
                  <a:lnTo>
                    <a:pt x="207763" y="464627"/>
                  </a:lnTo>
                  <a:lnTo>
                    <a:pt x="211683" y="464626"/>
                  </a:lnTo>
                  <a:lnTo>
                    <a:pt x="215603" y="464626"/>
                  </a:lnTo>
                  <a:lnTo>
                    <a:pt x="219523" y="464626"/>
                  </a:lnTo>
                  <a:lnTo>
                    <a:pt x="223443" y="464625"/>
                  </a:lnTo>
                  <a:lnTo>
                    <a:pt x="227363" y="464624"/>
                  </a:lnTo>
                  <a:lnTo>
                    <a:pt x="231283" y="464622"/>
                  </a:lnTo>
                  <a:lnTo>
                    <a:pt x="235203" y="464619"/>
                  </a:lnTo>
                  <a:lnTo>
                    <a:pt x="239123" y="464614"/>
                  </a:lnTo>
                  <a:lnTo>
                    <a:pt x="243043" y="464608"/>
                  </a:lnTo>
                  <a:lnTo>
                    <a:pt x="246963" y="464599"/>
                  </a:lnTo>
                  <a:lnTo>
                    <a:pt x="250884" y="464587"/>
                  </a:lnTo>
                  <a:lnTo>
                    <a:pt x="254804" y="464570"/>
                  </a:lnTo>
                  <a:lnTo>
                    <a:pt x="258724" y="464547"/>
                  </a:lnTo>
                  <a:lnTo>
                    <a:pt x="262644" y="464517"/>
                  </a:lnTo>
                  <a:lnTo>
                    <a:pt x="266564" y="464479"/>
                  </a:lnTo>
                  <a:lnTo>
                    <a:pt x="270484" y="464432"/>
                  </a:lnTo>
                  <a:lnTo>
                    <a:pt x="274404" y="464375"/>
                  </a:lnTo>
                  <a:lnTo>
                    <a:pt x="278324" y="464309"/>
                  </a:lnTo>
                  <a:lnTo>
                    <a:pt x="282244" y="464233"/>
                  </a:lnTo>
                  <a:lnTo>
                    <a:pt x="286164" y="464148"/>
                  </a:lnTo>
                  <a:lnTo>
                    <a:pt x="290084" y="464056"/>
                  </a:lnTo>
                  <a:lnTo>
                    <a:pt x="294004" y="463959"/>
                  </a:lnTo>
                  <a:lnTo>
                    <a:pt x="297924" y="463861"/>
                  </a:lnTo>
                  <a:lnTo>
                    <a:pt x="301844" y="463767"/>
                  </a:lnTo>
                  <a:lnTo>
                    <a:pt x="305764" y="463681"/>
                  </a:lnTo>
                  <a:lnTo>
                    <a:pt x="309684" y="463606"/>
                  </a:lnTo>
                  <a:lnTo>
                    <a:pt x="313605" y="463547"/>
                  </a:lnTo>
                  <a:lnTo>
                    <a:pt x="317525" y="463506"/>
                  </a:lnTo>
                  <a:lnTo>
                    <a:pt x="321445" y="463486"/>
                  </a:lnTo>
                  <a:lnTo>
                    <a:pt x="325365" y="463489"/>
                  </a:lnTo>
                  <a:lnTo>
                    <a:pt x="329285" y="463514"/>
                  </a:lnTo>
                  <a:lnTo>
                    <a:pt x="333205" y="463560"/>
                  </a:lnTo>
                  <a:lnTo>
                    <a:pt x="337125" y="463626"/>
                  </a:lnTo>
                  <a:lnTo>
                    <a:pt x="341045" y="463705"/>
                  </a:lnTo>
                  <a:lnTo>
                    <a:pt x="344965" y="463794"/>
                  </a:lnTo>
                  <a:lnTo>
                    <a:pt x="348885" y="463887"/>
                  </a:lnTo>
                  <a:lnTo>
                    <a:pt x="352805" y="463982"/>
                  </a:lnTo>
                  <a:lnTo>
                    <a:pt x="356725" y="464073"/>
                  </a:lnTo>
                  <a:lnTo>
                    <a:pt x="360645" y="464156"/>
                  </a:lnTo>
                  <a:lnTo>
                    <a:pt x="364565" y="464229"/>
                  </a:lnTo>
                  <a:lnTo>
                    <a:pt x="368485" y="464288"/>
                  </a:lnTo>
                  <a:lnTo>
                    <a:pt x="372405" y="464330"/>
                  </a:lnTo>
                  <a:lnTo>
                    <a:pt x="376326" y="464351"/>
                  </a:lnTo>
                  <a:lnTo>
                    <a:pt x="380246" y="464351"/>
                  </a:lnTo>
                  <a:lnTo>
                    <a:pt x="384166" y="464326"/>
                  </a:lnTo>
                  <a:lnTo>
                    <a:pt x="388086" y="464274"/>
                  </a:lnTo>
                  <a:lnTo>
                    <a:pt x="392006" y="464190"/>
                  </a:lnTo>
                  <a:lnTo>
                    <a:pt x="395926" y="464072"/>
                  </a:lnTo>
                  <a:lnTo>
                    <a:pt x="399846" y="463914"/>
                  </a:lnTo>
                  <a:lnTo>
                    <a:pt x="403766" y="463713"/>
                  </a:lnTo>
                  <a:lnTo>
                    <a:pt x="407686" y="463464"/>
                  </a:lnTo>
                  <a:lnTo>
                    <a:pt x="411606" y="463162"/>
                  </a:lnTo>
                  <a:lnTo>
                    <a:pt x="415526" y="462801"/>
                  </a:lnTo>
                  <a:lnTo>
                    <a:pt x="419446" y="462385"/>
                  </a:lnTo>
                  <a:lnTo>
                    <a:pt x="423366" y="461916"/>
                  </a:lnTo>
                  <a:lnTo>
                    <a:pt x="427286" y="461399"/>
                  </a:lnTo>
                  <a:lnTo>
                    <a:pt x="431206" y="460839"/>
                  </a:lnTo>
                  <a:lnTo>
                    <a:pt x="435126" y="460245"/>
                  </a:lnTo>
                  <a:lnTo>
                    <a:pt x="439047" y="459631"/>
                  </a:lnTo>
                  <a:lnTo>
                    <a:pt x="442967" y="459009"/>
                  </a:lnTo>
                  <a:lnTo>
                    <a:pt x="446887" y="458395"/>
                  </a:lnTo>
                  <a:lnTo>
                    <a:pt x="450807" y="457806"/>
                  </a:lnTo>
                  <a:lnTo>
                    <a:pt x="454727" y="457265"/>
                  </a:lnTo>
                  <a:lnTo>
                    <a:pt x="458647" y="456783"/>
                  </a:lnTo>
                  <a:lnTo>
                    <a:pt x="462567" y="456372"/>
                  </a:lnTo>
                  <a:lnTo>
                    <a:pt x="466487" y="456040"/>
                  </a:lnTo>
                  <a:lnTo>
                    <a:pt x="470407" y="455791"/>
                  </a:lnTo>
                  <a:lnTo>
                    <a:pt x="474327" y="455624"/>
                  </a:lnTo>
                  <a:lnTo>
                    <a:pt x="478247" y="455536"/>
                  </a:lnTo>
                  <a:lnTo>
                    <a:pt x="482167" y="455515"/>
                  </a:lnTo>
                  <a:lnTo>
                    <a:pt x="486087" y="455550"/>
                  </a:lnTo>
                  <a:lnTo>
                    <a:pt x="490007" y="455626"/>
                  </a:lnTo>
                  <a:lnTo>
                    <a:pt x="493927" y="455725"/>
                  </a:lnTo>
                  <a:lnTo>
                    <a:pt x="497847" y="455826"/>
                  </a:lnTo>
                  <a:lnTo>
                    <a:pt x="501768" y="455916"/>
                  </a:lnTo>
                  <a:lnTo>
                    <a:pt x="505688" y="455982"/>
                  </a:lnTo>
                  <a:lnTo>
                    <a:pt x="509608" y="456018"/>
                  </a:lnTo>
                  <a:lnTo>
                    <a:pt x="513528" y="456021"/>
                  </a:lnTo>
                  <a:lnTo>
                    <a:pt x="517448" y="455992"/>
                  </a:lnTo>
                  <a:lnTo>
                    <a:pt x="521368" y="455937"/>
                  </a:lnTo>
                  <a:lnTo>
                    <a:pt x="525288" y="455865"/>
                  </a:lnTo>
                  <a:lnTo>
                    <a:pt x="529208" y="455788"/>
                  </a:lnTo>
                  <a:lnTo>
                    <a:pt x="533128" y="455725"/>
                  </a:lnTo>
                  <a:lnTo>
                    <a:pt x="537048" y="455689"/>
                  </a:lnTo>
                  <a:lnTo>
                    <a:pt x="540968" y="455696"/>
                  </a:lnTo>
                  <a:lnTo>
                    <a:pt x="544888" y="455755"/>
                  </a:lnTo>
                  <a:lnTo>
                    <a:pt x="548808" y="455876"/>
                  </a:lnTo>
                  <a:lnTo>
                    <a:pt x="552728" y="456062"/>
                  </a:lnTo>
                  <a:lnTo>
                    <a:pt x="556648" y="456312"/>
                  </a:lnTo>
                  <a:lnTo>
                    <a:pt x="560569" y="456620"/>
                  </a:lnTo>
                  <a:lnTo>
                    <a:pt x="564489" y="456977"/>
                  </a:lnTo>
                  <a:lnTo>
                    <a:pt x="568409" y="457366"/>
                  </a:lnTo>
                  <a:lnTo>
                    <a:pt x="572329" y="457766"/>
                  </a:lnTo>
                  <a:lnTo>
                    <a:pt x="576249" y="458149"/>
                  </a:lnTo>
                  <a:lnTo>
                    <a:pt x="580169" y="458490"/>
                  </a:lnTo>
                  <a:lnTo>
                    <a:pt x="584089" y="458765"/>
                  </a:lnTo>
                  <a:lnTo>
                    <a:pt x="588009" y="458950"/>
                  </a:lnTo>
                  <a:lnTo>
                    <a:pt x="591929" y="459027"/>
                  </a:lnTo>
                  <a:lnTo>
                    <a:pt x="595849" y="458980"/>
                  </a:lnTo>
                  <a:lnTo>
                    <a:pt x="599769" y="458798"/>
                  </a:lnTo>
                  <a:lnTo>
                    <a:pt x="603689" y="458478"/>
                  </a:lnTo>
                  <a:lnTo>
                    <a:pt x="607609" y="458017"/>
                  </a:lnTo>
                  <a:lnTo>
                    <a:pt x="611529" y="457411"/>
                  </a:lnTo>
                  <a:lnTo>
                    <a:pt x="615449" y="456689"/>
                  </a:lnTo>
                  <a:lnTo>
                    <a:pt x="619369" y="455866"/>
                  </a:lnTo>
                  <a:lnTo>
                    <a:pt x="623290" y="454958"/>
                  </a:lnTo>
                  <a:lnTo>
                    <a:pt x="627210" y="453982"/>
                  </a:lnTo>
                  <a:lnTo>
                    <a:pt x="631130" y="452956"/>
                  </a:lnTo>
                  <a:lnTo>
                    <a:pt x="635050" y="451892"/>
                  </a:lnTo>
                  <a:lnTo>
                    <a:pt x="638970" y="450805"/>
                  </a:lnTo>
                  <a:lnTo>
                    <a:pt x="642890" y="449704"/>
                  </a:lnTo>
                  <a:lnTo>
                    <a:pt x="646810" y="448599"/>
                  </a:lnTo>
                  <a:lnTo>
                    <a:pt x="650730" y="447499"/>
                  </a:lnTo>
                  <a:lnTo>
                    <a:pt x="654650" y="446414"/>
                  </a:lnTo>
                  <a:lnTo>
                    <a:pt x="658570" y="445354"/>
                  </a:lnTo>
                  <a:lnTo>
                    <a:pt x="662490" y="444328"/>
                  </a:lnTo>
                  <a:lnTo>
                    <a:pt x="666410" y="443348"/>
                  </a:lnTo>
                  <a:lnTo>
                    <a:pt x="670330" y="442427"/>
                  </a:lnTo>
                  <a:lnTo>
                    <a:pt x="674250" y="441576"/>
                  </a:lnTo>
                  <a:lnTo>
                    <a:pt x="678170" y="440804"/>
                  </a:lnTo>
                  <a:lnTo>
                    <a:pt x="682090" y="440117"/>
                  </a:lnTo>
                  <a:lnTo>
                    <a:pt x="686011" y="439518"/>
                  </a:lnTo>
                  <a:lnTo>
                    <a:pt x="689931" y="439010"/>
                  </a:lnTo>
                  <a:lnTo>
                    <a:pt x="693851" y="438572"/>
                  </a:lnTo>
                  <a:lnTo>
                    <a:pt x="697771" y="438187"/>
                  </a:lnTo>
                  <a:lnTo>
                    <a:pt x="701691" y="437836"/>
                  </a:lnTo>
                  <a:lnTo>
                    <a:pt x="705611" y="437495"/>
                  </a:lnTo>
                  <a:lnTo>
                    <a:pt x="709531" y="437144"/>
                  </a:lnTo>
                  <a:lnTo>
                    <a:pt x="713451" y="436761"/>
                  </a:lnTo>
                  <a:lnTo>
                    <a:pt x="717371" y="436330"/>
                  </a:lnTo>
                  <a:lnTo>
                    <a:pt x="721291" y="435836"/>
                  </a:lnTo>
                  <a:lnTo>
                    <a:pt x="725211" y="435269"/>
                  </a:lnTo>
                  <a:lnTo>
                    <a:pt x="729131" y="434614"/>
                  </a:lnTo>
                  <a:lnTo>
                    <a:pt x="733051" y="433877"/>
                  </a:lnTo>
                  <a:lnTo>
                    <a:pt x="736971" y="433055"/>
                  </a:lnTo>
                  <a:lnTo>
                    <a:pt x="740891" y="432147"/>
                  </a:lnTo>
                  <a:lnTo>
                    <a:pt x="744811" y="431147"/>
                  </a:lnTo>
                  <a:lnTo>
                    <a:pt x="748732" y="430046"/>
                  </a:lnTo>
                  <a:lnTo>
                    <a:pt x="752652" y="428830"/>
                  </a:lnTo>
                  <a:lnTo>
                    <a:pt x="756572" y="427482"/>
                  </a:lnTo>
                  <a:lnTo>
                    <a:pt x="760492" y="425978"/>
                  </a:lnTo>
                  <a:lnTo>
                    <a:pt x="764412" y="424293"/>
                  </a:lnTo>
                  <a:lnTo>
                    <a:pt x="768332" y="422369"/>
                  </a:lnTo>
                  <a:lnTo>
                    <a:pt x="772252" y="420188"/>
                  </a:lnTo>
                  <a:lnTo>
                    <a:pt x="776172" y="417724"/>
                  </a:lnTo>
                  <a:lnTo>
                    <a:pt x="780092" y="414947"/>
                  </a:lnTo>
                  <a:lnTo>
                    <a:pt x="784012" y="411830"/>
                  </a:lnTo>
                  <a:lnTo>
                    <a:pt x="787932" y="408351"/>
                  </a:lnTo>
                  <a:lnTo>
                    <a:pt x="791852" y="404489"/>
                  </a:lnTo>
                  <a:lnTo>
                    <a:pt x="795772" y="400228"/>
                  </a:lnTo>
                  <a:lnTo>
                    <a:pt x="799692" y="395556"/>
                  </a:lnTo>
                  <a:lnTo>
                    <a:pt x="803612" y="390459"/>
                  </a:lnTo>
                  <a:lnTo>
                    <a:pt x="807532" y="384882"/>
                  </a:lnTo>
                  <a:lnTo>
                    <a:pt x="811453" y="378838"/>
                  </a:lnTo>
                  <a:lnTo>
                    <a:pt x="815373" y="372319"/>
                  </a:lnTo>
                  <a:lnTo>
                    <a:pt x="819293" y="365298"/>
                  </a:lnTo>
                  <a:lnTo>
                    <a:pt x="823213" y="357742"/>
                  </a:lnTo>
                  <a:lnTo>
                    <a:pt x="827133" y="349609"/>
                  </a:lnTo>
                  <a:lnTo>
                    <a:pt x="831053" y="340852"/>
                  </a:lnTo>
                  <a:lnTo>
                    <a:pt x="834973" y="331415"/>
                  </a:lnTo>
                  <a:lnTo>
                    <a:pt x="838893" y="321243"/>
                  </a:lnTo>
                  <a:lnTo>
                    <a:pt x="842813" y="310276"/>
                  </a:lnTo>
                  <a:lnTo>
                    <a:pt x="846733" y="298380"/>
                  </a:lnTo>
                  <a:lnTo>
                    <a:pt x="850653" y="285552"/>
                  </a:lnTo>
                  <a:lnTo>
                    <a:pt x="854573" y="271798"/>
                  </a:lnTo>
                  <a:lnTo>
                    <a:pt x="858493" y="257113"/>
                  </a:lnTo>
                  <a:lnTo>
                    <a:pt x="862413" y="241519"/>
                  </a:lnTo>
                  <a:lnTo>
                    <a:pt x="866333" y="225067"/>
                  </a:lnTo>
                  <a:lnTo>
                    <a:pt x="870253" y="207837"/>
                  </a:lnTo>
                  <a:lnTo>
                    <a:pt x="874174" y="189942"/>
                  </a:lnTo>
                  <a:lnTo>
                    <a:pt x="878094" y="171528"/>
                  </a:lnTo>
                  <a:lnTo>
                    <a:pt x="882014" y="152773"/>
                  </a:lnTo>
                  <a:lnTo>
                    <a:pt x="885934" y="133902"/>
                  </a:lnTo>
                  <a:lnTo>
                    <a:pt x="889854" y="115207"/>
                  </a:lnTo>
                  <a:lnTo>
                    <a:pt x="893774" y="96963"/>
                  </a:lnTo>
                  <a:lnTo>
                    <a:pt x="897694" y="79455"/>
                  </a:lnTo>
                  <a:lnTo>
                    <a:pt x="901614" y="62975"/>
                  </a:lnTo>
                  <a:lnTo>
                    <a:pt x="905534" y="47818"/>
                  </a:lnTo>
                  <a:lnTo>
                    <a:pt x="909454" y="34272"/>
                  </a:lnTo>
                  <a:lnTo>
                    <a:pt x="913374" y="22610"/>
                  </a:lnTo>
                  <a:lnTo>
                    <a:pt x="917294" y="13088"/>
                  </a:lnTo>
                  <a:lnTo>
                    <a:pt x="921214" y="5931"/>
                  </a:lnTo>
                  <a:lnTo>
                    <a:pt x="925134" y="1537"/>
                  </a:lnTo>
                  <a:lnTo>
                    <a:pt x="929054" y="0"/>
                  </a:lnTo>
                  <a:lnTo>
                    <a:pt x="932974" y="1275"/>
                  </a:lnTo>
                  <a:lnTo>
                    <a:pt x="936895" y="5393"/>
                  </a:lnTo>
                  <a:lnTo>
                    <a:pt x="940815" y="12331"/>
                  </a:lnTo>
                  <a:lnTo>
                    <a:pt x="944735" y="22016"/>
                  </a:lnTo>
                  <a:lnTo>
                    <a:pt x="948655" y="34322"/>
                  </a:lnTo>
                  <a:lnTo>
                    <a:pt x="952575" y="49077"/>
                  </a:lnTo>
                  <a:lnTo>
                    <a:pt x="956495" y="66063"/>
                  </a:lnTo>
                  <a:lnTo>
                    <a:pt x="960415" y="85019"/>
                  </a:lnTo>
                  <a:lnTo>
                    <a:pt x="964335" y="105741"/>
                  </a:lnTo>
                  <a:lnTo>
                    <a:pt x="968255" y="127811"/>
                  </a:lnTo>
                  <a:lnTo>
                    <a:pt x="972175" y="150788"/>
                  </a:lnTo>
                  <a:lnTo>
                    <a:pt x="976095" y="174319"/>
                  </a:lnTo>
                  <a:lnTo>
                    <a:pt x="980015" y="198055"/>
                  </a:lnTo>
                  <a:lnTo>
                    <a:pt x="983935" y="221660"/>
                  </a:lnTo>
                  <a:lnTo>
                    <a:pt x="987855" y="244819"/>
                  </a:lnTo>
                  <a:lnTo>
                    <a:pt x="991775" y="267250"/>
                  </a:lnTo>
                  <a:lnTo>
                    <a:pt x="995695" y="288705"/>
                  </a:lnTo>
                  <a:lnTo>
                    <a:pt x="999616" y="308983"/>
                  </a:lnTo>
                  <a:lnTo>
                    <a:pt x="1003536" y="327834"/>
                  </a:lnTo>
                  <a:lnTo>
                    <a:pt x="1007456" y="345138"/>
                  </a:lnTo>
                  <a:lnTo>
                    <a:pt x="1011376" y="360935"/>
                  </a:lnTo>
                  <a:lnTo>
                    <a:pt x="1015296" y="375222"/>
                  </a:lnTo>
                  <a:lnTo>
                    <a:pt x="1019216" y="388027"/>
                  </a:lnTo>
                  <a:lnTo>
                    <a:pt x="1023136" y="399410"/>
                  </a:lnTo>
                  <a:lnTo>
                    <a:pt x="1027056" y="409449"/>
                  </a:lnTo>
                  <a:lnTo>
                    <a:pt x="1030976" y="418238"/>
                  </a:lnTo>
                  <a:lnTo>
                    <a:pt x="1034896" y="425880"/>
                  </a:lnTo>
                  <a:lnTo>
                    <a:pt x="1038816" y="432482"/>
                  </a:lnTo>
                  <a:lnTo>
                    <a:pt x="1042736" y="438105"/>
                  </a:lnTo>
                  <a:lnTo>
                    <a:pt x="1046656" y="442858"/>
                  </a:lnTo>
                  <a:lnTo>
                    <a:pt x="1050576" y="446897"/>
                  </a:lnTo>
                  <a:lnTo>
                    <a:pt x="1054496" y="450307"/>
                  </a:lnTo>
                  <a:lnTo>
                    <a:pt x="1058417" y="453164"/>
                  </a:lnTo>
                  <a:lnTo>
                    <a:pt x="1062337" y="455538"/>
                  </a:lnTo>
                  <a:lnTo>
                    <a:pt x="1066257" y="457491"/>
                  </a:lnTo>
                  <a:lnTo>
                    <a:pt x="1070177" y="459078"/>
                  </a:lnTo>
                  <a:lnTo>
                    <a:pt x="1074097" y="460351"/>
                  </a:lnTo>
                  <a:lnTo>
                    <a:pt x="1078017" y="461355"/>
                  </a:lnTo>
                  <a:lnTo>
                    <a:pt x="1081937" y="462121"/>
                  </a:lnTo>
                  <a:lnTo>
                    <a:pt x="1085857" y="462685"/>
                  </a:lnTo>
                  <a:lnTo>
                    <a:pt x="1089777" y="463095"/>
                  </a:lnTo>
                  <a:lnTo>
                    <a:pt x="1093697" y="463374"/>
                  </a:lnTo>
                  <a:lnTo>
                    <a:pt x="1097617" y="463547"/>
                  </a:lnTo>
                  <a:lnTo>
                    <a:pt x="1101537" y="463629"/>
                  </a:lnTo>
                  <a:lnTo>
                    <a:pt x="1105457" y="463638"/>
                  </a:lnTo>
                  <a:lnTo>
                    <a:pt x="1109377" y="463585"/>
                  </a:lnTo>
                  <a:lnTo>
                    <a:pt x="1113297" y="463482"/>
                  </a:lnTo>
                  <a:lnTo>
                    <a:pt x="1117217" y="463335"/>
                  </a:lnTo>
                  <a:lnTo>
                    <a:pt x="1121138" y="463150"/>
                  </a:lnTo>
                  <a:lnTo>
                    <a:pt x="1125058" y="462931"/>
                  </a:lnTo>
                  <a:lnTo>
                    <a:pt x="1128978" y="462683"/>
                  </a:lnTo>
                  <a:lnTo>
                    <a:pt x="1132898" y="462408"/>
                  </a:lnTo>
                  <a:lnTo>
                    <a:pt x="1136818" y="462106"/>
                  </a:lnTo>
                  <a:lnTo>
                    <a:pt x="1140738" y="461774"/>
                  </a:lnTo>
                  <a:lnTo>
                    <a:pt x="1144658" y="461411"/>
                  </a:lnTo>
                  <a:lnTo>
                    <a:pt x="1148578" y="461011"/>
                  </a:lnTo>
                  <a:lnTo>
                    <a:pt x="1152498" y="460570"/>
                  </a:lnTo>
                  <a:lnTo>
                    <a:pt x="1156418" y="460080"/>
                  </a:lnTo>
                  <a:lnTo>
                    <a:pt x="1160338" y="459531"/>
                  </a:lnTo>
                  <a:lnTo>
                    <a:pt x="1164258" y="458908"/>
                  </a:lnTo>
                  <a:lnTo>
                    <a:pt x="1168178" y="458204"/>
                  </a:lnTo>
                  <a:lnTo>
                    <a:pt x="1172098" y="457408"/>
                  </a:lnTo>
                  <a:lnTo>
                    <a:pt x="1176018" y="456508"/>
                  </a:lnTo>
                  <a:lnTo>
                    <a:pt x="1179938" y="455489"/>
                  </a:lnTo>
                  <a:lnTo>
                    <a:pt x="1183859" y="454338"/>
                  </a:lnTo>
                  <a:lnTo>
                    <a:pt x="1187779" y="453040"/>
                  </a:lnTo>
                  <a:lnTo>
                    <a:pt x="1191699" y="451581"/>
                  </a:lnTo>
                  <a:lnTo>
                    <a:pt x="1195619" y="449945"/>
                  </a:lnTo>
                  <a:lnTo>
                    <a:pt x="1199539" y="448111"/>
                  </a:lnTo>
                  <a:lnTo>
                    <a:pt x="1203459" y="446048"/>
                  </a:lnTo>
                  <a:lnTo>
                    <a:pt x="1207379" y="443760"/>
                  </a:lnTo>
                  <a:lnTo>
                    <a:pt x="1211299" y="441234"/>
                  </a:lnTo>
                  <a:lnTo>
                    <a:pt x="1215219" y="438462"/>
                  </a:lnTo>
                  <a:lnTo>
                    <a:pt x="1219139" y="435439"/>
                  </a:lnTo>
                  <a:lnTo>
                    <a:pt x="1223059" y="432165"/>
                  </a:lnTo>
                  <a:lnTo>
                    <a:pt x="1226979" y="428647"/>
                  </a:lnTo>
                  <a:lnTo>
                    <a:pt x="1230899" y="424899"/>
                  </a:lnTo>
                  <a:lnTo>
                    <a:pt x="1234819" y="420943"/>
                  </a:lnTo>
                  <a:lnTo>
                    <a:pt x="1238739" y="416808"/>
                  </a:lnTo>
                  <a:lnTo>
                    <a:pt x="1242659" y="412531"/>
                  </a:lnTo>
                  <a:lnTo>
                    <a:pt x="1246580" y="408181"/>
                  </a:lnTo>
                  <a:lnTo>
                    <a:pt x="1250500" y="403814"/>
                  </a:lnTo>
                  <a:lnTo>
                    <a:pt x="1254420" y="399489"/>
                  </a:lnTo>
                  <a:lnTo>
                    <a:pt x="1258340" y="395268"/>
                  </a:lnTo>
                  <a:lnTo>
                    <a:pt x="1262260" y="391213"/>
                  </a:lnTo>
                  <a:lnTo>
                    <a:pt x="1266180" y="387386"/>
                  </a:lnTo>
                  <a:lnTo>
                    <a:pt x="1270100" y="383844"/>
                  </a:lnTo>
                  <a:lnTo>
                    <a:pt x="1274020" y="380644"/>
                  </a:lnTo>
                  <a:lnTo>
                    <a:pt x="1277940" y="377847"/>
                  </a:lnTo>
                  <a:lnTo>
                    <a:pt x="1281860" y="375553"/>
                  </a:lnTo>
                  <a:lnTo>
                    <a:pt x="1285780" y="373766"/>
                  </a:lnTo>
                  <a:lnTo>
                    <a:pt x="1289700" y="372527"/>
                  </a:lnTo>
                  <a:lnTo>
                    <a:pt x="1293620" y="371876"/>
                  </a:lnTo>
                  <a:lnTo>
                    <a:pt x="1297540" y="371846"/>
                  </a:lnTo>
                  <a:lnTo>
                    <a:pt x="1301460" y="372460"/>
                  </a:lnTo>
                  <a:lnTo>
                    <a:pt x="1305380" y="373733"/>
                  </a:lnTo>
                  <a:lnTo>
                    <a:pt x="1309301" y="375668"/>
                  </a:lnTo>
                  <a:lnTo>
                    <a:pt x="1313221" y="378250"/>
                  </a:lnTo>
                  <a:lnTo>
                    <a:pt x="1317141" y="381455"/>
                  </a:lnTo>
                  <a:lnTo>
                    <a:pt x="1321061" y="385286"/>
                  </a:lnTo>
                  <a:lnTo>
                    <a:pt x="1324981" y="389596"/>
                  </a:lnTo>
                  <a:lnTo>
                    <a:pt x="1328901" y="394298"/>
                  </a:lnTo>
                  <a:lnTo>
                    <a:pt x="1332821" y="399293"/>
                  </a:lnTo>
                  <a:lnTo>
                    <a:pt x="1336741" y="404476"/>
                  </a:lnTo>
                  <a:lnTo>
                    <a:pt x="1340661" y="409740"/>
                  </a:lnTo>
                  <a:lnTo>
                    <a:pt x="1344581" y="414982"/>
                  </a:lnTo>
                  <a:lnTo>
                    <a:pt x="1348501" y="420105"/>
                  </a:lnTo>
                  <a:lnTo>
                    <a:pt x="1352421" y="425026"/>
                  </a:lnTo>
                  <a:lnTo>
                    <a:pt x="1356341" y="429675"/>
                  </a:lnTo>
                  <a:lnTo>
                    <a:pt x="1360261" y="433958"/>
                  </a:lnTo>
                  <a:lnTo>
                    <a:pt x="1364181" y="437879"/>
                  </a:lnTo>
                  <a:lnTo>
                    <a:pt x="1368101" y="441431"/>
                  </a:lnTo>
                  <a:lnTo>
                    <a:pt x="1372022" y="444616"/>
                  </a:lnTo>
                  <a:lnTo>
                    <a:pt x="1375942" y="447448"/>
                  </a:lnTo>
                  <a:lnTo>
                    <a:pt x="1379862" y="449949"/>
                  </a:lnTo>
                  <a:lnTo>
                    <a:pt x="1383782" y="452146"/>
                  </a:lnTo>
                  <a:lnTo>
                    <a:pt x="1387702" y="454069"/>
                  </a:lnTo>
                  <a:lnTo>
                    <a:pt x="1391622" y="455745"/>
                  </a:lnTo>
                  <a:lnTo>
                    <a:pt x="1395542" y="457202"/>
                  </a:lnTo>
                  <a:lnTo>
                    <a:pt x="1399462" y="458447"/>
                  </a:lnTo>
                  <a:lnTo>
                    <a:pt x="1403382" y="459523"/>
                  </a:lnTo>
                  <a:lnTo>
                    <a:pt x="1407302" y="460451"/>
                  </a:lnTo>
                  <a:lnTo>
                    <a:pt x="1411222" y="461245"/>
                  </a:lnTo>
                  <a:lnTo>
                    <a:pt x="1415142" y="461919"/>
                  </a:lnTo>
                  <a:lnTo>
                    <a:pt x="1419062" y="462486"/>
                  </a:lnTo>
                  <a:lnTo>
                    <a:pt x="1422982" y="462958"/>
                  </a:lnTo>
                  <a:lnTo>
                    <a:pt x="1426902" y="463345"/>
                  </a:lnTo>
                  <a:lnTo>
                    <a:pt x="1430822" y="463658"/>
                  </a:lnTo>
                  <a:lnTo>
                    <a:pt x="1434743" y="463907"/>
                  </a:lnTo>
                  <a:lnTo>
                    <a:pt x="1438663" y="464096"/>
                  </a:lnTo>
                  <a:lnTo>
                    <a:pt x="1442583" y="464242"/>
                  </a:lnTo>
                  <a:lnTo>
                    <a:pt x="1446503" y="464352"/>
                  </a:lnTo>
                  <a:lnTo>
                    <a:pt x="1450423" y="464435"/>
                  </a:lnTo>
                  <a:lnTo>
                    <a:pt x="1454343" y="464495"/>
                  </a:lnTo>
                  <a:lnTo>
                    <a:pt x="1458263" y="464538"/>
                  </a:lnTo>
                  <a:lnTo>
                    <a:pt x="1462183" y="464568"/>
                  </a:lnTo>
                  <a:lnTo>
                    <a:pt x="1466103" y="464589"/>
                  </a:lnTo>
                  <a:lnTo>
                    <a:pt x="1470023" y="464603"/>
                  </a:lnTo>
                  <a:lnTo>
                    <a:pt x="1473943" y="464612"/>
                  </a:lnTo>
                  <a:lnTo>
                    <a:pt x="1477863" y="464617"/>
                  </a:lnTo>
                  <a:lnTo>
                    <a:pt x="1481783" y="464621"/>
                  </a:lnTo>
                  <a:lnTo>
                    <a:pt x="1485703" y="464623"/>
                  </a:lnTo>
                  <a:lnTo>
                    <a:pt x="1489623" y="464625"/>
                  </a:lnTo>
                  <a:lnTo>
                    <a:pt x="1493543" y="464626"/>
                  </a:lnTo>
                  <a:lnTo>
                    <a:pt x="1497464" y="464626"/>
                  </a:lnTo>
                  <a:lnTo>
                    <a:pt x="1501384" y="464626"/>
                  </a:lnTo>
                  <a:lnTo>
                    <a:pt x="1505304" y="464627"/>
                  </a:lnTo>
                  <a:lnTo>
                    <a:pt x="1509224" y="464627"/>
                  </a:lnTo>
                  <a:lnTo>
                    <a:pt x="1513144" y="464627"/>
                  </a:lnTo>
                  <a:lnTo>
                    <a:pt x="1517064" y="464627"/>
                  </a:lnTo>
                  <a:lnTo>
                    <a:pt x="1520984" y="464627"/>
                  </a:lnTo>
                  <a:lnTo>
                    <a:pt x="1524904" y="464627"/>
                  </a:lnTo>
                  <a:lnTo>
                    <a:pt x="1528824" y="464627"/>
                  </a:lnTo>
                  <a:lnTo>
                    <a:pt x="1532744" y="464627"/>
                  </a:lnTo>
                  <a:lnTo>
                    <a:pt x="1536664" y="464627"/>
                  </a:lnTo>
                  <a:lnTo>
                    <a:pt x="1540584" y="464627"/>
                  </a:lnTo>
                  <a:lnTo>
                    <a:pt x="1544504" y="464627"/>
                  </a:lnTo>
                  <a:lnTo>
                    <a:pt x="1548424" y="464627"/>
                  </a:lnTo>
                  <a:lnTo>
                    <a:pt x="1552344" y="464627"/>
                  </a:lnTo>
                  <a:lnTo>
                    <a:pt x="1556265" y="464627"/>
                  </a:lnTo>
                  <a:lnTo>
                    <a:pt x="1560185" y="464627"/>
                  </a:lnTo>
                  <a:lnTo>
                    <a:pt x="1564105" y="464627"/>
                  </a:lnTo>
                  <a:lnTo>
                    <a:pt x="1568025" y="464627"/>
                  </a:lnTo>
                  <a:lnTo>
                    <a:pt x="1571945" y="464627"/>
                  </a:lnTo>
                  <a:lnTo>
                    <a:pt x="1575865" y="464627"/>
                  </a:lnTo>
                  <a:lnTo>
                    <a:pt x="1579785" y="464627"/>
                  </a:lnTo>
                  <a:lnTo>
                    <a:pt x="1583705" y="464627"/>
                  </a:lnTo>
                  <a:lnTo>
                    <a:pt x="1587625" y="464627"/>
                  </a:lnTo>
                  <a:lnTo>
                    <a:pt x="1591545" y="464627"/>
                  </a:lnTo>
                  <a:lnTo>
                    <a:pt x="1595465" y="464627"/>
                  </a:lnTo>
                  <a:lnTo>
                    <a:pt x="1599385" y="464627"/>
                  </a:lnTo>
                  <a:lnTo>
                    <a:pt x="1603305" y="464627"/>
                  </a:lnTo>
                  <a:lnTo>
                    <a:pt x="1607225" y="464627"/>
                  </a:lnTo>
                  <a:lnTo>
                    <a:pt x="1611145" y="464627"/>
                  </a:lnTo>
                  <a:lnTo>
                    <a:pt x="1615065" y="464627"/>
                  </a:lnTo>
                  <a:lnTo>
                    <a:pt x="1618986" y="464627"/>
                  </a:lnTo>
                  <a:lnTo>
                    <a:pt x="1622906" y="464627"/>
                  </a:lnTo>
                  <a:lnTo>
                    <a:pt x="1626826" y="464627"/>
                  </a:lnTo>
                  <a:lnTo>
                    <a:pt x="1630746" y="464627"/>
                  </a:lnTo>
                  <a:lnTo>
                    <a:pt x="1634666" y="464627"/>
                  </a:lnTo>
                  <a:lnTo>
                    <a:pt x="1638586" y="464627"/>
                  </a:lnTo>
                  <a:lnTo>
                    <a:pt x="1642506" y="464627"/>
                  </a:lnTo>
                  <a:lnTo>
                    <a:pt x="1646426" y="464627"/>
                  </a:lnTo>
                  <a:lnTo>
                    <a:pt x="1650346" y="464627"/>
                  </a:lnTo>
                  <a:lnTo>
                    <a:pt x="1654266" y="464627"/>
                  </a:lnTo>
                  <a:lnTo>
                    <a:pt x="1658186" y="464627"/>
                  </a:lnTo>
                  <a:lnTo>
                    <a:pt x="1662106" y="464627"/>
                  </a:lnTo>
                  <a:lnTo>
                    <a:pt x="1666026" y="464627"/>
                  </a:lnTo>
                  <a:lnTo>
                    <a:pt x="1669946" y="464627"/>
                  </a:lnTo>
                  <a:lnTo>
                    <a:pt x="1673866" y="464627"/>
                  </a:lnTo>
                  <a:lnTo>
                    <a:pt x="1677786" y="464627"/>
                  </a:lnTo>
                  <a:lnTo>
                    <a:pt x="1681707" y="464627"/>
                  </a:lnTo>
                  <a:lnTo>
                    <a:pt x="1685627" y="464627"/>
                  </a:lnTo>
                  <a:lnTo>
                    <a:pt x="1689547" y="464627"/>
                  </a:lnTo>
                  <a:lnTo>
                    <a:pt x="1693467" y="464627"/>
                  </a:lnTo>
                  <a:lnTo>
                    <a:pt x="1697387" y="464627"/>
                  </a:lnTo>
                  <a:lnTo>
                    <a:pt x="1701307" y="464627"/>
                  </a:lnTo>
                  <a:lnTo>
                    <a:pt x="1705227" y="464627"/>
                  </a:lnTo>
                  <a:lnTo>
                    <a:pt x="1709147" y="464627"/>
                  </a:lnTo>
                  <a:lnTo>
                    <a:pt x="1713067" y="464627"/>
                  </a:lnTo>
                  <a:lnTo>
                    <a:pt x="1716987" y="464627"/>
                  </a:lnTo>
                  <a:lnTo>
                    <a:pt x="1720907" y="464627"/>
                  </a:lnTo>
                  <a:lnTo>
                    <a:pt x="1724827" y="464627"/>
                  </a:lnTo>
                  <a:lnTo>
                    <a:pt x="1728747" y="464627"/>
                  </a:lnTo>
                  <a:lnTo>
                    <a:pt x="1732667" y="464627"/>
                  </a:lnTo>
                  <a:lnTo>
                    <a:pt x="1736587" y="464627"/>
                  </a:lnTo>
                  <a:lnTo>
                    <a:pt x="1740507" y="464627"/>
                  </a:lnTo>
                  <a:lnTo>
                    <a:pt x="1744428" y="464627"/>
                  </a:lnTo>
                  <a:lnTo>
                    <a:pt x="1748348" y="464627"/>
                  </a:lnTo>
                  <a:lnTo>
                    <a:pt x="1752268" y="464627"/>
                  </a:lnTo>
                  <a:lnTo>
                    <a:pt x="1756188" y="464627"/>
                  </a:lnTo>
                  <a:lnTo>
                    <a:pt x="1760108" y="464627"/>
                  </a:lnTo>
                  <a:lnTo>
                    <a:pt x="1764028" y="464627"/>
                  </a:lnTo>
                  <a:lnTo>
                    <a:pt x="1767948" y="464627"/>
                  </a:lnTo>
                  <a:lnTo>
                    <a:pt x="1771868" y="464627"/>
                  </a:lnTo>
                  <a:lnTo>
                    <a:pt x="1775788" y="464627"/>
                  </a:lnTo>
                  <a:lnTo>
                    <a:pt x="1779708" y="464627"/>
                  </a:lnTo>
                  <a:lnTo>
                    <a:pt x="1783628" y="464627"/>
                  </a:lnTo>
                  <a:lnTo>
                    <a:pt x="1787548" y="464627"/>
                  </a:lnTo>
                  <a:lnTo>
                    <a:pt x="1791468" y="464627"/>
                  </a:lnTo>
                  <a:lnTo>
                    <a:pt x="1795388" y="464627"/>
                  </a:lnTo>
                  <a:lnTo>
                    <a:pt x="1799308" y="464627"/>
                  </a:lnTo>
                  <a:lnTo>
                    <a:pt x="1803228" y="464627"/>
                  </a:lnTo>
                  <a:lnTo>
                    <a:pt x="1807149" y="464627"/>
                  </a:lnTo>
                  <a:lnTo>
                    <a:pt x="1811069" y="464627"/>
                  </a:lnTo>
                  <a:lnTo>
                    <a:pt x="1814989" y="464627"/>
                  </a:lnTo>
                  <a:lnTo>
                    <a:pt x="1818909" y="464627"/>
                  </a:lnTo>
                  <a:lnTo>
                    <a:pt x="1822829" y="464627"/>
                  </a:lnTo>
                  <a:lnTo>
                    <a:pt x="1826749" y="464627"/>
                  </a:lnTo>
                  <a:lnTo>
                    <a:pt x="1830669" y="464627"/>
                  </a:lnTo>
                  <a:lnTo>
                    <a:pt x="1834589" y="464627"/>
                  </a:lnTo>
                  <a:lnTo>
                    <a:pt x="1838509" y="464627"/>
                  </a:lnTo>
                  <a:lnTo>
                    <a:pt x="1842429" y="464627"/>
                  </a:lnTo>
                  <a:lnTo>
                    <a:pt x="1846349" y="464627"/>
                  </a:lnTo>
                  <a:lnTo>
                    <a:pt x="1850269" y="464627"/>
                  </a:lnTo>
                  <a:lnTo>
                    <a:pt x="1854189" y="464627"/>
                  </a:lnTo>
                  <a:lnTo>
                    <a:pt x="1858109" y="464627"/>
                  </a:lnTo>
                  <a:lnTo>
                    <a:pt x="1862029" y="464627"/>
                  </a:lnTo>
                  <a:lnTo>
                    <a:pt x="1865949" y="464627"/>
                  </a:lnTo>
                  <a:lnTo>
                    <a:pt x="1869870" y="464627"/>
                  </a:lnTo>
                  <a:lnTo>
                    <a:pt x="1873790" y="464627"/>
                  </a:lnTo>
                  <a:lnTo>
                    <a:pt x="1877710" y="464627"/>
                  </a:lnTo>
                  <a:lnTo>
                    <a:pt x="1881630" y="464627"/>
                  </a:lnTo>
                  <a:lnTo>
                    <a:pt x="1885550" y="464627"/>
                  </a:lnTo>
                  <a:lnTo>
                    <a:pt x="1889470" y="464627"/>
                  </a:lnTo>
                  <a:lnTo>
                    <a:pt x="1893390" y="464627"/>
                  </a:lnTo>
                  <a:lnTo>
                    <a:pt x="1897310" y="464627"/>
                  </a:lnTo>
                  <a:lnTo>
                    <a:pt x="1901230" y="464627"/>
                  </a:lnTo>
                  <a:lnTo>
                    <a:pt x="1905150" y="464627"/>
                  </a:lnTo>
                  <a:lnTo>
                    <a:pt x="1909070" y="464627"/>
                  </a:lnTo>
                  <a:lnTo>
                    <a:pt x="1912990" y="464627"/>
                  </a:lnTo>
                  <a:lnTo>
                    <a:pt x="1916910" y="464627"/>
                  </a:lnTo>
                  <a:lnTo>
                    <a:pt x="1920830" y="464627"/>
                  </a:lnTo>
                  <a:lnTo>
                    <a:pt x="1924750" y="464627"/>
                  </a:lnTo>
                  <a:lnTo>
                    <a:pt x="1928670" y="464627"/>
                  </a:lnTo>
                  <a:lnTo>
                    <a:pt x="1932591" y="464627"/>
                  </a:lnTo>
                  <a:lnTo>
                    <a:pt x="1936511" y="464627"/>
                  </a:lnTo>
                  <a:lnTo>
                    <a:pt x="1940431" y="464627"/>
                  </a:lnTo>
                  <a:lnTo>
                    <a:pt x="1944351" y="464627"/>
                  </a:lnTo>
                  <a:lnTo>
                    <a:pt x="1948271" y="464627"/>
                  </a:lnTo>
                  <a:lnTo>
                    <a:pt x="1952191" y="464627"/>
                  </a:lnTo>
                  <a:lnTo>
                    <a:pt x="1956111" y="464627"/>
                  </a:lnTo>
                  <a:lnTo>
                    <a:pt x="1960031" y="464627"/>
                  </a:lnTo>
                  <a:lnTo>
                    <a:pt x="1963951" y="464627"/>
                  </a:lnTo>
                  <a:lnTo>
                    <a:pt x="1967871" y="464627"/>
                  </a:lnTo>
                  <a:lnTo>
                    <a:pt x="1971791" y="464627"/>
                  </a:lnTo>
                  <a:lnTo>
                    <a:pt x="1975711" y="464627"/>
                  </a:lnTo>
                  <a:lnTo>
                    <a:pt x="1979631" y="464627"/>
                  </a:lnTo>
                  <a:lnTo>
                    <a:pt x="1983551" y="464627"/>
                  </a:lnTo>
                  <a:lnTo>
                    <a:pt x="1987471" y="464627"/>
                  </a:lnTo>
                  <a:lnTo>
                    <a:pt x="1991391" y="464627"/>
                  </a:lnTo>
                  <a:lnTo>
                    <a:pt x="1995312" y="464627"/>
                  </a:lnTo>
                  <a:lnTo>
                    <a:pt x="1999232" y="464627"/>
                  </a:lnTo>
                  <a:lnTo>
                    <a:pt x="2003152" y="464627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6" name="pl16"/>
            <p:cNvSpPr/>
            <p:nvPr/>
          </p:nvSpPr>
          <p:spPr>
            <a:xfrm>
              <a:off x="1704583" y="6409358"/>
              <a:ext cx="2203467" cy="0"/>
            </a:xfrm>
            <a:custGeom>
              <a:avLst/>
              <a:gdLst/>
              <a:ahLst/>
              <a:cxnLst/>
              <a:rect l="0" t="0" r="0" b="0"/>
              <a:pathLst>
                <a:path w="2203467">
                  <a:moveTo>
                    <a:pt x="0" y="0"/>
                  </a:moveTo>
                  <a:lnTo>
                    <a:pt x="220346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7" name="pl17"/>
            <p:cNvSpPr/>
            <p:nvPr/>
          </p:nvSpPr>
          <p:spPr>
            <a:xfrm>
              <a:off x="1804741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8" name="pl18"/>
            <p:cNvSpPr/>
            <p:nvPr/>
          </p:nvSpPr>
          <p:spPr>
            <a:xfrm>
              <a:off x="2305529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9" name="pl19"/>
            <p:cNvSpPr/>
            <p:nvPr/>
          </p:nvSpPr>
          <p:spPr>
            <a:xfrm>
              <a:off x="2806317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20" name="pl20"/>
            <p:cNvSpPr/>
            <p:nvPr/>
          </p:nvSpPr>
          <p:spPr>
            <a:xfrm>
              <a:off x="3307105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21" name="pl21"/>
            <p:cNvSpPr/>
            <p:nvPr/>
          </p:nvSpPr>
          <p:spPr>
            <a:xfrm>
              <a:off x="3807893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22" name="tx22"/>
            <p:cNvSpPr/>
            <p:nvPr/>
          </p:nvSpPr>
          <p:spPr>
            <a:xfrm>
              <a:off x="1727060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227848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728636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229424" y="6487954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699134" y="6486590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763650" y="6773081"/>
              <a:ext cx="85334" cy="10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8" name="rc28"/>
            <p:cNvSpPr/>
            <p:nvPr/>
          </p:nvSpPr>
          <p:spPr>
            <a:xfrm>
              <a:off x="3977640" y="3520281"/>
              <a:ext cx="2377440" cy="32989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30" name="pg30"/>
            <p:cNvSpPr/>
            <p:nvPr/>
          </p:nvSpPr>
          <p:spPr>
            <a:xfrm>
              <a:off x="4182181" y="5388538"/>
              <a:ext cx="2003152" cy="903011"/>
            </a:xfrm>
            <a:custGeom>
              <a:avLst/>
              <a:gdLst/>
              <a:ahLst/>
              <a:cxnLst/>
              <a:rect l="0" t="0" r="0" b="0"/>
              <a:pathLst>
                <a:path w="2003152" h="903011">
                  <a:moveTo>
                    <a:pt x="0" y="903011"/>
                  </a:moveTo>
                  <a:lnTo>
                    <a:pt x="3920" y="903011"/>
                  </a:lnTo>
                  <a:lnTo>
                    <a:pt x="7840" y="903011"/>
                  </a:lnTo>
                  <a:lnTo>
                    <a:pt x="11760" y="903011"/>
                  </a:lnTo>
                  <a:lnTo>
                    <a:pt x="15680" y="903011"/>
                  </a:lnTo>
                  <a:lnTo>
                    <a:pt x="19600" y="903011"/>
                  </a:lnTo>
                  <a:lnTo>
                    <a:pt x="23520" y="903011"/>
                  </a:lnTo>
                  <a:lnTo>
                    <a:pt x="27440" y="903011"/>
                  </a:lnTo>
                  <a:lnTo>
                    <a:pt x="31360" y="903011"/>
                  </a:lnTo>
                  <a:lnTo>
                    <a:pt x="35280" y="903011"/>
                  </a:lnTo>
                  <a:lnTo>
                    <a:pt x="39200" y="903011"/>
                  </a:lnTo>
                  <a:lnTo>
                    <a:pt x="43120" y="903011"/>
                  </a:lnTo>
                  <a:lnTo>
                    <a:pt x="47040" y="903011"/>
                  </a:lnTo>
                  <a:lnTo>
                    <a:pt x="50960" y="903011"/>
                  </a:lnTo>
                  <a:lnTo>
                    <a:pt x="54880" y="903011"/>
                  </a:lnTo>
                  <a:lnTo>
                    <a:pt x="58800" y="903011"/>
                  </a:lnTo>
                  <a:lnTo>
                    <a:pt x="62721" y="903011"/>
                  </a:lnTo>
                  <a:lnTo>
                    <a:pt x="66641" y="903011"/>
                  </a:lnTo>
                  <a:lnTo>
                    <a:pt x="70561" y="903011"/>
                  </a:lnTo>
                  <a:lnTo>
                    <a:pt x="74481" y="903011"/>
                  </a:lnTo>
                  <a:lnTo>
                    <a:pt x="78401" y="903011"/>
                  </a:lnTo>
                  <a:lnTo>
                    <a:pt x="82321" y="903011"/>
                  </a:lnTo>
                  <a:lnTo>
                    <a:pt x="86241" y="903011"/>
                  </a:lnTo>
                  <a:lnTo>
                    <a:pt x="90161" y="903011"/>
                  </a:lnTo>
                  <a:lnTo>
                    <a:pt x="94081" y="903010"/>
                  </a:lnTo>
                  <a:lnTo>
                    <a:pt x="98001" y="903010"/>
                  </a:lnTo>
                  <a:lnTo>
                    <a:pt x="101921" y="903008"/>
                  </a:lnTo>
                  <a:lnTo>
                    <a:pt x="105841" y="903005"/>
                  </a:lnTo>
                  <a:lnTo>
                    <a:pt x="109761" y="902997"/>
                  </a:lnTo>
                  <a:lnTo>
                    <a:pt x="113681" y="902978"/>
                  </a:lnTo>
                  <a:lnTo>
                    <a:pt x="117601" y="902935"/>
                  </a:lnTo>
                  <a:lnTo>
                    <a:pt x="121521" y="902845"/>
                  </a:lnTo>
                  <a:lnTo>
                    <a:pt x="125442" y="902665"/>
                  </a:lnTo>
                  <a:lnTo>
                    <a:pt x="129362" y="902321"/>
                  </a:lnTo>
                  <a:lnTo>
                    <a:pt x="133282" y="901692"/>
                  </a:lnTo>
                  <a:lnTo>
                    <a:pt x="137202" y="900599"/>
                  </a:lnTo>
                  <a:lnTo>
                    <a:pt x="141122" y="898784"/>
                  </a:lnTo>
                  <a:lnTo>
                    <a:pt x="145042" y="895907"/>
                  </a:lnTo>
                  <a:lnTo>
                    <a:pt x="148962" y="891549"/>
                  </a:lnTo>
                  <a:lnTo>
                    <a:pt x="152882" y="885241"/>
                  </a:lnTo>
                  <a:lnTo>
                    <a:pt x="156802" y="876516"/>
                  </a:lnTo>
                  <a:lnTo>
                    <a:pt x="160722" y="864993"/>
                  </a:lnTo>
                  <a:lnTo>
                    <a:pt x="164642" y="850473"/>
                  </a:lnTo>
                  <a:lnTo>
                    <a:pt x="168562" y="832869"/>
                  </a:lnTo>
                  <a:lnTo>
                    <a:pt x="172482" y="812998"/>
                  </a:lnTo>
                  <a:lnTo>
                    <a:pt x="176402" y="791844"/>
                  </a:lnTo>
                  <a:lnTo>
                    <a:pt x="180322" y="770701"/>
                  </a:lnTo>
                  <a:lnTo>
                    <a:pt x="184242" y="751025"/>
                  </a:lnTo>
                  <a:lnTo>
                    <a:pt x="188163" y="734242"/>
                  </a:lnTo>
                  <a:lnTo>
                    <a:pt x="192083" y="721545"/>
                  </a:lnTo>
                  <a:lnTo>
                    <a:pt x="196003" y="713736"/>
                  </a:lnTo>
                  <a:lnTo>
                    <a:pt x="199923" y="711125"/>
                  </a:lnTo>
                  <a:lnTo>
                    <a:pt x="203843" y="713525"/>
                  </a:lnTo>
                  <a:lnTo>
                    <a:pt x="207763" y="720315"/>
                  </a:lnTo>
                  <a:lnTo>
                    <a:pt x="211683" y="730576"/>
                  </a:lnTo>
                  <a:lnTo>
                    <a:pt x="215603" y="743234"/>
                  </a:lnTo>
                  <a:lnTo>
                    <a:pt x="219523" y="757214"/>
                  </a:lnTo>
                  <a:lnTo>
                    <a:pt x="223443" y="771516"/>
                  </a:lnTo>
                  <a:lnTo>
                    <a:pt x="227363" y="785284"/>
                  </a:lnTo>
                  <a:lnTo>
                    <a:pt x="231283" y="797977"/>
                  </a:lnTo>
                  <a:lnTo>
                    <a:pt x="235203" y="809246"/>
                  </a:lnTo>
                  <a:lnTo>
                    <a:pt x="239123" y="818907"/>
                  </a:lnTo>
                  <a:lnTo>
                    <a:pt x="243043" y="826913"/>
                  </a:lnTo>
                  <a:lnTo>
                    <a:pt x="246963" y="833328"/>
                  </a:lnTo>
                  <a:lnTo>
                    <a:pt x="250884" y="838300"/>
                  </a:lnTo>
                  <a:lnTo>
                    <a:pt x="254804" y="842036"/>
                  </a:lnTo>
                  <a:lnTo>
                    <a:pt x="258724" y="844769"/>
                  </a:lnTo>
                  <a:lnTo>
                    <a:pt x="262644" y="846732"/>
                  </a:lnTo>
                  <a:lnTo>
                    <a:pt x="266564" y="848129"/>
                  </a:lnTo>
                  <a:lnTo>
                    <a:pt x="270484" y="849115"/>
                  </a:lnTo>
                  <a:lnTo>
                    <a:pt x="274404" y="849784"/>
                  </a:lnTo>
                  <a:lnTo>
                    <a:pt x="278324" y="850154"/>
                  </a:lnTo>
                  <a:lnTo>
                    <a:pt x="282244" y="850193"/>
                  </a:lnTo>
                  <a:lnTo>
                    <a:pt x="286164" y="849853"/>
                  </a:lnTo>
                  <a:lnTo>
                    <a:pt x="290084" y="849064"/>
                  </a:lnTo>
                  <a:lnTo>
                    <a:pt x="294004" y="847768"/>
                  </a:lnTo>
                  <a:lnTo>
                    <a:pt x="297924" y="845924"/>
                  </a:lnTo>
                  <a:lnTo>
                    <a:pt x="301844" y="843507"/>
                  </a:lnTo>
                  <a:lnTo>
                    <a:pt x="305764" y="840496"/>
                  </a:lnTo>
                  <a:lnTo>
                    <a:pt x="309684" y="836861"/>
                  </a:lnTo>
                  <a:lnTo>
                    <a:pt x="313605" y="832544"/>
                  </a:lnTo>
                  <a:lnTo>
                    <a:pt x="317525" y="827441"/>
                  </a:lnTo>
                  <a:lnTo>
                    <a:pt x="321445" y="821395"/>
                  </a:lnTo>
                  <a:lnTo>
                    <a:pt x="325365" y="814187"/>
                  </a:lnTo>
                  <a:lnTo>
                    <a:pt x="329285" y="805538"/>
                  </a:lnTo>
                  <a:lnTo>
                    <a:pt x="333205" y="795063"/>
                  </a:lnTo>
                  <a:lnTo>
                    <a:pt x="337125" y="782239"/>
                  </a:lnTo>
                  <a:lnTo>
                    <a:pt x="341045" y="766719"/>
                  </a:lnTo>
                  <a:lnTo>
                    <a:pt x="344965" y="748002"/>
                  </a:lnTo>
                  <a:lnTo>
                    <a:pt x="348885" y="725541"/>
                  </a:lnTo>
                  <a:lnTo>
                    <a:pt x="352805" y="698751"/>
                  </a:lnTo>
                  <a:lnTo>
                    <a:pt x="356725" y="667030"/>
                  </a:lnTo>
                  <a:lnTo>
                    <a:pt x="360645" y="629800"/>
                  </a:lnTo>
                  <a:lnTo>
                    <a:pt x="364565" y="586575"/>
                  </a:lnTo>
                  <a:lnTo>
                    <a:pt x="368485" y="537062"/>
                  </a:lnTo>
                  <a:lnTo>
                    <a:pt x="372405" y="481283"/>
                  </a:lnTo>
                  <a:lnTo>
                    <a:pt x="376326" y="419724"/>
                  </a:lnTo>
                  <a:lnTo>
                    <a:pt x="380246" y="353471"/>
                  </a:lnTo>
                  <a:lnTo>
                    <a:pt x="384166" y="284323"/>
                  </a:lnTo>
                  <a:lnTo>
                    <a:pt x="388086" y="214857"/>
                  </a:lnTo>
                  <a:lnTo>
                    <a:pt x="392006" y="148979"/>
                  </a:lnTo>
                  <a:lnTo>
                    <a:pt x="395926" y="90660"/>
                  </a:lnTo>
                  <a:lnTo>
                    <a:pt x="399846" y="43982"/>
                  </a:lnTo>
                  <a:lnTo>
                    <a:pt x="403766" y="12740"/>
                  </a:lnTo>
                  <a:lnTo>
                    <a:pt x="407686" y="0"/>
                  </a:lnTo>
                  <a:lnTo>
                    <a:pt x="411606" y="7686"/>
                  </a:lnTo>
                  <a:lnTo>
                    <a:pt x="415526" y="36284"/>
                  </a:lnTo>
                  <a:lnTo>
                    <a:pt x="419446" y="84693"/>
                  </a:lnTo>
                  <a:lnTo>
                    <a:pt x="423366" y="150280"/>
                  </a:lnTo>
                  <a:lnTo>
                    <a:pt x="427286" y="229131"/>
                  </a:lnTo>
                  <a:lnTo>
                    <a:pt x="431206" y="316468"/>
                  </a:lnTo>
                  <a:lnTo>
                    <a:pt x="435126" y="407171"/>
                  </a:lnTo>
                  <a:lnTo>
                    <a:pt x="439047" y="496326"/>
                  </a:lnTo>
                  <a:lnTo>
                    <a:pt x="442967" y="579711"/>
                  </a:lnTo>
                  <a:lnTo>
                    <a:pt x="446887" y="653429"/>
                  </a:lnTo>
                  <a:lnTo>
                    <a:pt x="450807" y="716024"/>
                  </a:lnTo>
                  <a:lnTo>
                    <a:pt x="454727" y="767194"/>
                  </a:lnTo>
                  <a:lnTo>
                    <a:pt x="458647" y="807433"/>
                  </a:lnTo>
                  <a:lnTo>
                    <a:pt x="462567" y="837891"/>
                  </a:lnTo>
                  <a:lnTo>
                    <a:pt x="466487" y="860087"/>
                  </a:lnTo>
                  <a:lnTo>
                    <a:pt x="470407" y="875660"/>
                  </a:lnTo>
                  <a:lnTo>
                    <a:pt x="474327" y="886177"/>
                  </a:lnTo>
                  <a:lnTo>
                    <a:pt x="478247" y="893010"/>
                  </a:lnTo>
                  <a:lnTo>
                    <a:pt x="482167" y="897281"/>
                  </a:lnTo>
                  <a:lnTo>
                    <a:pt x="486087" y="899847"/>
                  </a:lnTo>
                  <a:lnTo>
                    <a:pt x="490007" y="901328"/>
                  </a:lnTo>
                  <a:lnTo>
                    <a:pt x="493927" y="902150"/>
                  </a:lnTo>
                  <a:lnTo>
                    <a:pt x="497847" y="902587"/>
                  </a:lnTo>
                  <a:lnTo>
                    <a:pt x="501768" y="902805"/>
                  </a:lnTo>
                  <a:lnTo>
                    <a:pt x="505688" y="902913"/>
                  </a:lnTo>
                  <a:lnTo>
                    <a:pt x="509608" y="902966"/>
                  </a:lnTo>
                  <a:lnTo>
                    <a:pt x="513528" y="902991"/>
                  </a:lnTo>
                  <a:lnTo>
                    <a:pt x="517448" y="903002"/>
                  </a:lnTo>
                  <a:lnTo>
                    <a:pt x="521368" y="903007"/>
                  </a:lnTo>
                  <a:lnTo>
                    <a:pt x="525288" y="903009"/>
                  </a:lnTo>
                  <a:lnTo>
                    <a:pt x="529208" y="903010"/>
                  </a:lnTo>
                  <a:lnTo>
                    <a:pt x="533128" y="903011"/>
                  </a:lnTo>
                  <a:lnTo>
                    <a:pt x="537048" y="903011"/>
                  </a:lnTo>
                  <a:lnTo>
                    <a:pt x="540968" y="903011"/>
                  </a:lnTo>
                  <a:lnTo>
                    <a:pt x="544888" y="903011"/>
                  </a:lnTo>
                  <a:lnTo>
                    <a:pt x="548808" y="903011"/>
                  </a:lnTo>
                  <a:lnTo>
                    <a:pt x="552728" y="903011"/>
                  </a:lnTo>
                  <a:lnTo>
                    <a:pt x="556648" y="903011"/>
                  </a:lnTo>
                  <a:lnTo>
                    <a:pt x="560569" y="903011"/>
                  </a:lnTo>
                  <a:lnTo>
                    <a:pt x="564489" y="903011"/>
                  </a:lnTo>
                  <a:lnTo>
                    <a:pt x="568409" y="903011"/>
                  </a:lnTo>
                  <a:lnTo>
                    <a:pt x="572329" y="903011"/>
                  </a:lnTo>
                  <a:lnTo>
                    <a:pt x="576249" y="903011"/>
                  </a:lnTo>
                  <a:lnTo>
                    <a:pt x="580169" y="903011"/>
                  </a:lnTo>
                  <a:lnTo>
                    <a:pt x="584089" y="903011"/>
                  </a:lnTo>
                  <a:lnTo>
                    <a:pt x="588009" y="903011"/>
                  </a:lnTo>
                  <a:lnTo>
                    <a:pt x="591929" y="903011"/>
                  </a:lnTo>
                  <a:lnTo>
                    <a:pt x="595849" y="903011"/>
                  </a:lnTo>
                  <a:lnTo>
                    <a:pt x="599769" y="903011"/>
                  </a:lnTo>
                  <a:lnTo>
                    <a:pt x="603689" y="903011"/>
                  </a:lnTo>
                  <a:lnTo>
                    <a:pt x="607609" y="903011"/>
                  </a:lnTo>
                  <a:lnTo>
                    <a:pt x="611529" y="903011"/>
                  </a:lnTo>
                  <a:lnTo>
                    <a:pt x="615449" y="903011"/>
                  </a:lnTo>
                  <a:lnTo>
                    <a:pt x="619369" y="903011"/>
                  </a:lnTo>
                  <a:lnTo>
                    <a:pt x="623290" y="903011"/>
                  </a:lnTo>
                  <a:lnTo>
                    <a:pt x="627210" y="903011"/>
                  </a:lnTo>
                  <a:lnTo>
                    <a:pt x="631130" y="903011"/>
                  </a:lnTo>
                  <a:lnTo>
                    <a:pt x="635050" y="903011"/>
                  </a:lnTo>
                  <a:lnTo>
                    <a:pt x="638970" y="903011"/>
                  </a:lnTo>
                  <a:lnTo>
                    <a:pt x="642890" y="903011"/>
                  </a:lnTo>
                  <a:lnTo>
                    <a:pt x="646810" y="903011"/>
                  </a:lnTo>
                  <a:lnTo>
                    <a:pt x="650730" y="903011"/>
                  </a:lnTo>
                  <a:lnTo>
                    <a:pt x="654650" y="903011"/>
                  </a:lnTo>
                  <a:lnTo>
                    <a:pt x="658570" y="903011"/>
                  </a:lnTo>
                  <a:lnTo>
                    <a:pt x="662490" y="903011"/>
                  </a:lnTo>
                  <a:lnTo>
                    <a:pt x="666410" y="903011"/>
                  </a:lnTo>
                  <a:lnTo>
                    <a:pt x="670330" y="903011"/>
                  </a:lnTo>
                  <a:lnTo>
                    <a:pt x="674250" y="903011"/>
                  </a:lnTo>
                  <a:lnTo>
                    <a:pt x="678170" y="903011"/>
                  </a:lnTo>
                  <a:lnTo>
                    <a:pt x="682090" y="903011"/>
                  </a:lnTo>
                  <a:lnTo>
                    <a:pt x="686011" y="903011"/>
                  </a:lnTo>
                  <a:lnTo>
                    <a:pt x="689931" y="903011"/>
                  </a:lnTo>
                  <a:lnTo>
                    <a:pt x="693851" y="903011"/>
                  </a:lnTo>
                  <a:lnTo>
                    <a:pt x="697771" y="903011"/>
                  </a:lnTo>
                  <a:lnTo>
                    <a:pt x="701691" y="903011"/>
                  </a:lnTo>
                  <a:lnTo>
                    <a:pt x="705611" y="903011"/>
                  </a:lnTo>
                  <a:lnTo>
                    <a:pt x="709531" y="903011"/>
                  </a:lnTo>
                  <a:lnTo>
                    <a:pt x="713451" y="903011"/>
                  </a:lnTo>
                  <a:lnTo>
                    <a:pt x="717371" y="903011"/>
                  </a:lnTo>
                  <a:lnTo>
                    <a:pt x="721291" y="903011"/>
                  </a:lnTo>
                  <a:lnTo>
                    <a:pt x="725211" y="903011"/>
                  </a:lnTo>
                  <a:lnTo>
                    <a:pt x="729131" y="903011"/>
                  </a:lnTo>
                  <a:lnTo>
                    <a:pt x="733051" y="903011"/>
                  </a:lnTo>
                  <a:lnTo>
                    <a:pt x="736971" y="903011"/>
                  </a:lnTo>
                  <a:lnTo>
                    <a:pt x="740891" y="903011"/>
                  </a:lnTo>
                  <a:lnTo>
                    <a:pt x="744811" y="903011"/>
                  </a:lnTo>
                  <a:lnTo>
                    <a:pt x="748732" y="903011"/>
                  </a:lnTo>
                  <a:lnTo>
                    <a:pt x="752652" y="903011"/>
                  </a:lnTo>
                  <a:lnTo>
                    <a:pt x="756572" y="903011"/>
                  </a:lnTo>
                  <a:lnTo>
                    <a:pt x="760492" y="903011"/>
                  </a:lnTo>
                  <a:lnTo>
                    <a:pt x="764412" y="903011"/>
                  </a:lnTo>
                  <a:lnTo>
                    <a:pt x="768332" y="903011"/>
                  </a:lnTo>
                  <a:lnTo>
                    <a:pt x="772252" y="903011"/>
                  </a:lnTo>
                  <a:lnTo>
                    <a:pt x="776172" y="903011"/>
                  </a:lnTo>
                  <a:lnTo>
                    <a:pt x="780092" y="903011"/>
                  </a:lnTo>
                  <a:lnTo>
                    <a:pt x="784012" y="903011"/>
                  </a:lnTo>
                  <a:lnTo>
                    <a:pt x="787932" y="903011"/>
                  </a:lnTo>
                  <a:lnTo>
                    <a:pt x="791852" y="903011"/>
                  </a:lnTo>
                  <a:lnTo>
                    <a:pt x="795772" y="903011"/>
                  </a:lnTo>
                  <a:lnTo>
                    <a:pt x="799692" y="903011"/>
                  </a:lnTo>
                  <a:lnTo>
                    <a:pt x="803612" y="903011"/>
                  </a:lnTo>
                  <a:lnTo>
                    <a:pt x="807532" y="903011"/>
                  </a:lnTo>
                  <a:lnTo>
                    <a:pt x="811453" y="903011"/>
                  </a:lnTo>
                  <a:lnTo>
                    <a:pt x="815373" y="903011"/>
                  </a:lnTo>
                  <a:lnTo>
                    <a:pt x="819293" y="903011"/>
                  </a:lnTo>
                  <a:lnTo>
                    <a:pt x="823213" y="903011"/>
                  </a:lnTo>
                  <a:lnTo>
                    <a:pt x="827133" y="903011"/>
                  </a:lnTo>
                  <a:lnTo>
                    <a:pt x="831053" y="903011"/>
                  </a:lnTo>
                  <a:lnTo>
                    <a:pt x="834973" y="903011"/>
                  </a:lnTo>
                  <a:lnTo>
                    <a:pt x="838893" y="903011"/>
                  </a:lnTo>
                  <a:lnTo>
                    <a:pt x="842813" y="903011"/>
                  </a:lnTo>
                  <a:lnTo>
                    <a:pt x="846733" y="903011"/>
                  </a:lnTo>
                  <a:lnTo>
                    <a:pt x="850653" y="903011"/>
                  </a:lnTo>
                  <a:lnTo>
                    <a:pt x="854573" y="903011"/>
                  </a:lnTo>
                  <a:lnTo>
                    <a:pt x="858493" y="903011"/>
                  </a:lnTo>
                  <a:lnTo>
                    <a:pt x="862413" y="903011"/>
                  </a:lnTo>
                  <a:lnTo>
                    <a:pt x="866333" y="903011"/>
                  </a:lnTo>
                  <a:lnTo>
                    <a:pt x="870253" y="903011"/>
                  </a:lnTo>
                  <a:lnTo>
                    <a:pt x="874174" y="903011"/>
                  </a:lnTo>
                  <a:lnTo>
                    <a:pt x="878094" y="903011"/>
                  </a:lnTo>
                  <a:lnTo>
                    <a:pt x="882014" y="903011"/>
                  </a:lnTo>
                  <a:lnTo>
                    <a:pt x="885934" y="903011"/>
                  </a:lnTo>
                  <a:lnTo>
                    <a:pt x="889854" y="903011"/>
                  </a:lnTo>
                  <a:lnTo>
                    <a:pt x="893774" y="903011"/>
                  </a:lnTo>
                  <a:lnTo>
                    <a:pt x="897694" y="903011"/>
                  </a:lnTo>
                  <a:lnTo>
                    <a:pt x="901614" y="903011"/>
                  </a:lnTo>
                  <a:lnTo>
                    <a:pt x="905534" y="903011"/>
                  </a:lnTo>
                  <a:lnTo>
                    <a:pt x="909454" y="903011"/>
                  </a:lnTo>
                  <a:lnTo>
                    <a:pt x="913374" y="903011"/>
                  </a:lnTo>
                  <a:lnTo>
                    <a:pt x="917294" y="903011"/>
                  </a:lnTo>
                  <a:lnTo>
                    <a:pt x="921214" y="903011"/>
                  </a:lnTo>
                  <a:lnTo>
                    <a:pt x="925134" y="903011"/>
                  </a:lnTo>
                  <a:lnTo>
                    <a:pt x="929054" y="903011"/>
                  </a:lnTo>
                  <a:lnTo>
                    <a:pt x="932974" y="903011"/>
                  </a:lnTo>
                  <a:lnTo>
                    <a:pt x="936895" y="903011"/>
                  </a:lnTo>
                  <a:lnTo>
                    <a:pt x="940815" y="903011"/>
                  </a:lnTo>
                  <a:lnTo>
                    <a:pt x="944735" y="903011"/>
                  </a:lnTo>
                  <a:lnTo>
                    <a:pt x="948655" y="903011"/>
                  </a:lnTo>
                  <a:lnTo>
                    <a:pt x="952575" y="903011"/>
                  </a:lnTo>
                  <a:lnTo>
                    <a:pt x="956495" y="903011"/>
                  </a:lnTo>
                  <a:lnTo>
                    <a:pt x="960415" y="903011"/>
                  </a:lnTo>
                  <a:lnTo>
                    <a:pt x="964335" y="903011"/>
                  </a:lnTo>
                  <a:lnTo>
                    <a:pt x="968255" y="903011"/>
                  </a:lnTo>
                  <a:lnTo>
                    <a:pt x="972175" y="903011"/>
                  </a:lnTo>
                  <a:lnTo>
                    <a:pt x="976095" y="903011"/>
                  </a:lnTo>
                  <a:lnTo>
                    <a:pt x="980015" y="903011"/>
                  </a:lnTo>
                  <a:lnTo>
                    <a:pt x="983935" y="903011"/>
                  </a:lnTo>
                  <a:lnTo>
                    <a:pt x="987855" y="903011"/>
                  </a:lnTo>
                  <a:lnTo>
                    <a:pt x="991775" y="903011"/>
                  </a:lnTo>
                  <a:lnTo>
                    <a:pt x="995695" y="903011"/>
                  </a:lnTo>
                  <a:lnTo>
                    <a:pt x="999616" y="903011"/>
                  </a:lnTo>
                  <a:lnTo>
                    <a:pt x="1003536" y="903011"/>
                  </a:lnTo>
                  <a:lnTo>
                    <a:pt x="1007456" y="903011"/>
                  </a:lnTo>
                  <a:lnTo>
                    <a:pt x="1011376" y="903011"/>
                  </a:lnTo>
                  <a:lnTo>
                    <a:pt x="1015296" y="903011"/>
                  </a:lnTo>
                  <a:lnTo>
                    <a:pt x="1019216" y="903011"/>
                  </a:lnTo>
                  <a:lnTo>
                    <a:pt x="1023136" y="903011"/>
                  </a:lnTo>
                  <a:lnTo>
                    <a:pt x="1027056" y="903011"/>
                  </a:lnTo>
                  <a:lnTo>
                    <a:pt x="1030976" y="903011"/>
                  </a:lnTo>
                  <a:lnTo>
                    <a:pt x="1034896" y="903011"/>
                  </a:lnTo>
                  <a:lnTo>
                    <a:pt x="1038816" y="903011"/>
                  </a:lnTo>
                  <a:lnTo>
                    <a:pt x="1042736" y="903011"/>
                  </a:lnTo>
                  <a:lnTo>
                    <a:pt x="1046656" y="903011"/>
                  </a:lnTo>
                  <a:lnTo>
                    <a:pt x="1050576" y="903011"/>
                  </a:lnTo>
                  <a:lnTo>
                    <a:pt x="1054496" y="903011"/>
                  </a:lnTo>
                  <a:lnTo>
                    <a:pt x="1058417" y="903011"/>
                  </a:lnTo>
                  <a:lnTo>
                    <a:pt x="1062337" y="903011"/>
                  </a:lnTo>
                  <a:lnTo>
                    <a:pt x="1066257" y="903011"/>
                  </a:lnTo>
                  <a:lnTo>
                    <a:pt x="1070177" y="903011"/>
                  </a:lnTo>
                  <a:lnTo>
                    <a:pt x="1074097" y="903011"/>
                  </a:lnTo>
                  <a:lnTo>
                    <a:pt x="1078017" y="903011"/>
                  </a:lnTo>
                  <a:lnTo>
                    <a:pt x="1081937" y="903011"/>
                  </a:lnTo>
                  <a:lnTo>
                    <a:pt x="1085857" y="903011"/>
                  </a:lnTo>
                  <a:lnTo>
                    <a:pt x="1089777" y="903011"/>
                  </a:lnTo>
                  <a:lnTo>
                    <a:pt x="1093697" y="903011"/>
                  </a:lnTo>
                  <a:lnTo>
                    <a:pt x="1097617" y="903011"/>
                  </a:lnTo>
                  <a:lnTo>
                    <a:pt x="1101537" y="903011"/>
                  </a:lnTo>
                  <a:lnTo>
                    <a:pt x="1105457" y="903011"/>
                  </a:lnTo>
                  <a:lnTo>
                    <a:pt x="1109377" y="903011"/>
                  </a:lnTo>
                  <a:lnTo>
                    <a:pt x="1113297" y="903011"/>
                  </a:lnTo>
                  <a:lnTo>
                    <a:pt x="1117217" y="903011"/>
                  </a:lnTo>
                  <a:lnTo>
                    <a:pt x="1121138" y="903011"/>
                  </a:lnTo>
                  <a:lnTo>
                    <a:pt x="1125058" y="903011"/>
                  </a:lnTo>
                  <a:lnTo>
                    <a:pt x="1128978" y="903011"/>
                  </a:lnTo>
                  <a:lnTo>
                    <a:pt x="1132898" y="903011"/>
                  </a:lnTo>
                  <a:lnTo>
                    <a:pt x="1136818" y="903011"/>
                  </a:lnTo>
                  <a:lnTo>
                    <a:pt x="1140738" y="903011"/>
                  </a:lnTo>
                  <a:lnTo>
                    <a:pt x="1144658" y="903011"/>
                  </a:lnTo>
                  <a:lnTo>
                    <a:pt x="1148578" y="903011"/>
                  </a:lnTo>
                  <a:lnTo>
                    <a:pt x="1152498" y="903011"/>
                  </a:lnTo>
                  <a:lnTo>
                    <a:pt x="1156418" y="903011"/>
                  </a:lnTo>
                  <a:lnTo>
                    <a:pt x="1160338" y="903011"/>
                  </a:lnTo>
                  <a:lnTo>
                    <a:pt x="1164258" y="903011"/>
                  </a:lnTo>
                  <a:lnTo>
                    <a:pt x="1168178" y="903011"/>
                  </a:lnTo>
                  <a:lnTo>
                    <a:pt x="1172098" y="903011"/>
                  </a:lnTo>
                  <a:lnTo>
                    <a:pt x="1176018" y="903011"/>
                  </a:lnTo>
                  <a:lnTo>
                    <a:pt x="1179938" y="903011"/>
                  </a:lnTo>
                  <a:lnTo>
                    <a:pt x="1183859" y="903011"/>
                  </a:lnTo>
                  <a:lnTo>
                    <a:pt x="1187779" y="903011"/>
                  </a:lnTo>
                  <a:lnTo>
                    <a:pt x="1191699" y="903011"/>
                  </a:lnTo>
                  <a:lnTo>
                    <a:pt x="1195619" y="903011"/>
                  </a:lnTo>
                  <a:lnTo>
                    <a:pt x="1199539" y="903011"/>
                  </a:lnTo>
                  <a:lnTo>
                    <a:pt x="1203459" y="903011"/>
                  </a:lnTo>
                  <a:lnTo>
                    <a:pt x="1207379" y="903011"/>
                  </a:lnTo>
                  <a:lnTo>
                    <a:pt x="1211299" y="903011"/>
                  </a:lnTo>
                  <a:lnTo>
                    <a:pt x="1215219" y="903011"/>
                  </a:lnTo>
                  <a:lnTo>
                    <a:pt x="1219139" y="903011"/>
                  </a:lnTo>
                  <a:lnTo>
                    <a:pt x="1223059" y="903011"/>
                  </a:lnTo>
                  <a:lnTo>
                    <a:pt x="1226979" y="903011"/>
                  </a:lnTo>
                  <a:lnTo>
                    <a:pt x="1230899" y="903011"/>
                  </a:lnTo>
                  <a:lnTo>
                    <a:pt x="1234819" y="903011"/>
                  </a:lnTo>
                  <a:lnTo>
                    <a:pt x="1238739" y="903011"/>
                  </a:lnTo>
                  <a:lnTo>
                    <a:pt x="1242659" y="903011"/>
                  </a:lnTo>
                  <a:lnTo>
                    <a:pt x="1246580" y="903011"/>
                  </a:lnTo>
                  <a:lnTo>
                    <a:pt x="1250500" y="903011"/>
                  </a:lnTo>
                  <a:lnTo>
                    <a:pt x="1254420" y="903011"/>
                  </a:lnTo>
                  <a:lnTo>
                    <a:pt x="1258340" y="903011"/>
                  </a:lnTo>
                  <a:lnTo>
                    <a:pt x="1262260" y="903011"/>
                  </a:lnTo>
                  <a:lnTo>
                    <a:pt x="1266180" y="903011"/>
                  </a:lnTo>
                  <a:lnTo>
                    <a:pt x="1270100" y="903011"/>
                  </a:lnTo>
                  <a:lnTo>
                    <a:pt x="1274020" y="903011"/>
                  </a:lnTo>
                  <a:lnTo>
                    <a:pt x="1277940" y="903011"/>
                  </a:lnTo>
                  <a:lnTo>
                    <a:pt x="1281860" y="903011"/>
                  </a:lnTo>
                  <a:lnTo>
                    <a:pt x="1285780" y="903011"/>
                  </a:lnTo>
                  <a:lnTo>
                    <a:pt x="1289700" y="903011"/>
                  </a:lnTo>
                  <a:lnTo>
                    <a:pt x="1293620" y="903011"/>
                  </a:lnTo>
                  <a:lnTo>
                    <a:pt x="1297540" y="903011"/>
                  </a:lnTo>
                  <a:lnTo>
                    <a:pt x="1301460" y="903011"/>
                  </a:lnTo>
                  <a:lnTo>
                    <a:pt x="1305380" y="903011"/>
                  </a:lnTo>
                  <a:lnTo>
                    <a:pt x="1309301" y="903011"/>
                  </a:lnTo>
                  <a:lnTo>
                    <a:pt x="1313221" y="903011"/>
                  </a:lnTo>
                  <a:lnTo>
                    <a:pt x="1317141" y="903011"/>
                  </a:lnTo>
                  <a:lnTo>
                    <a:pt x="1321061" y="903011"/>
                  </a:lnTo>
                  <a:lnTo>
                    <a:pt x="1324981" y="903011"/>
                  </a:lnTo>
                  <a:lnTo>
                    <a:pt x="1328901" y="903011"/>
                  </a:lnTo>
                  <a:lnTo>
                    <a:pt x="1332821" y="903011"/>
                  </a:lnTo>
                  <a:lnTo>
                    <a:pt x="1336741" y="903011"/>
                  </a:lnTo>
                  <a:lnTo>
                    <a:pt x="1340661" y="903011"/>
                  </a:lnTo>
                  <a:lnTo>
                    <a:pt x="1344581" y="903011"/>
                  </a:lnTo>
                  <a:lnTo>
                    <a:pt x="1348501" y="903011"/>
                  </a:lnTo>
                  <a:lnTo>
                    <a:pt x="1352421" y="903011"/>
                  </a:lnTo>
                  <a:lnTo>
                    <a:pt x="1356341" y="903011"/>
                  </a:lnTo>
                  <a:lnTo>
                    <a:pt x="1360261" y="903011"/>
                  </a:lnTo>
                  <a:lnTo>
                    <a:pt x="1364181" y="903011"/>
                  </a:lnTo>
                  <a:lnTo>
                    <a:pt x="1368101" y="903011"/>
                  </a:lnTo>
                  <a:lnTo>
                    <a:pt x="1372022" y="903011"/>
                  </a:lnTo>
                  <a:lnTo>
                    <a:pt x="1375942" y="903010"/>
                  </a:lnTo>
                  <a:lnTo>
                    <a:pt x="1379862" y="903010"/>
                  </a:lnTo>
                  <a:lnTo>
                    <a:pt x="1383782" y="903009"/>
                  </a:lnTo>
                  <a:lnTo>
                    <a:pt x="1387702" y="903008"/>
                  </a:lnTo>
                  <a:lnTo>
                    <a:pt x="1391622" y="903005"/>
                  </a:lnTo>
                  <a:lnTo>
                    <a:pt x="1395542" y="902999"/>
                  </a:lnTo>
                  <a:lnTo>
                    <a:pt x="1399462" y="902988"/>
                  </a:lnTo>
                  <a:lnTo>
                    <a:pt x="1403382" y="902970"/>
                  </a:lnTo>
                  <a:lnTo>
                    <a:pt x="1407302" y="902941"/>
                  </a:lnTo>
                  <a:lnTo>
                    <a:pt x="1411222" y="902896"/>
                  </a:lnTo>
                  <a:lnTo>
                    <a:pt x="1415142" y="902829"/>
                  </a:lnTo>
                  <a:lnTo>
                    <a:pt x="1419062" y="902737"/>
                  </a:lnTo>
                  <a:lnTo>
                    <a:pt x="1422982" y="902615"/>
                  </a:lnTo>
                  <a:lnTo>
                    <a:pt x="1426902" y="902463"/>
                  </a:lnTo>
                  <a:lnTo>
                    <a:pt x="1430822" y="902283"/>
                  </a:lnTo>
                  <a:lnTo>
                    <a:pt x="1434743" y="902084"/>
                  </a:lnTo>
                  <a:lnTo>
                    <a:pt x="1438663" y="901878"/>
                  </a:lnTo>
                  <a:lnTo>
                    <a:pt x="1442583" y="901683"/>
                  </a:lnTo>
                  <a:lnTo>
                    <a:pt x="1446503" y="901517"/>
                  </a:lnTo>
                  <a:lnTo>
                    <a:pt x="1450423" y="901403"/>
                  </a:lnTo>
                  <a:lnTo>
                    <a:pt x="1454343" y="901355"/>
                  </a:lnTo>
                  <a:lnTo>
                    <a:pt x="1458263" y="901377"/>
                  </a:lnTo>
                  <a:lnTo>
                    <a:pt x="1462183" y="901464"/>
                  </a:lnTo>
                  <a:lnTo>
                    <a:pt x="1466103" y="901607"/>
                  </a:lnTo>
                  <a:lnTo>
                    <a:pt x="1470023" y="901788"/>
                  </a:lnTo>
                  <a:lnTo>
                    <a:pt x="1473943" y="901990"/>
                  </a:lnTo>
                  <a:lnTo>
                    <a:pt x="1477863" y="902193"/>
                  </a:lnTo>
                  <a:lnTo>
                    <a:pt x="1481783" y="902384"/>
                  </a:lnTo>
                  <a:lnTo>
                    <a:pt x="1485703" y="902550"/>
                  </a:lnTo>
                  <a:lnTo>
                    <a:pt x="1489623" y="902686"/>
                  </a:lnTo>
                  <a:lnTo>
                    <a:pt x="1493543" y="902792"/>
                  </a:lnTo>
                  <a:lnTo>
                    <a:pt x="1497464" y="902870"/>
                  </a:lnTo>
                  <a:lnTo>
                    <a:pt x="1501384" y="902924"/>
                  </a:lnTo>
                  <a:lnTo>
                    <a:pt x="1505304" y="902960"/>
                  </a:lnTo>
                  <a:lnTo>
                    <a:pt x="1509224" y="902981"/>
                  </a:lnTo>
                  <a:lnTo>
                    <a:pt x="1513144" y="902995"/>
                  </a:lnTo>
                  <a:lnTo>
                    <a:pt x="1517064" y="903002"/>
                  </a:lnTo>
                  <a:lnTo>
                    <a:pt x="1520984" y="903006"/>
                  </a:lnTo>
                  <a:lnTo>
                    <a:pt x="1524904" y="903009"/>
                  </a:lnTo>
                  <a:lnTo>
                    <a:pt x="1528824" y="903010"/>
                  </a:lnTo>
                  <a:lnTo>
                    <a:pt x="1532744" y="903010"/>
                  </a:lnTo>
                  <a:lnTo>
                    <a:pt x="1536664" y="903011"/>
                  </a:lnTo>
                  <a:lnTo>
                    <a:pt x="1540584" y="903011"/>
                  </a:lnTo>
                  <a:lnTo>
                    <a:pt x="1544504" y="903011"/>
                  </a:lnTo>
                  <a:lnTo>
                    <a:pt x="1548424" y="903011"/>
                  </a:lnTo>
                  <a:lnTo>
                    <a:pt x="1552344" y="903011"/>
                  </a:lnTo>
                  <a:lnTo>
                    <a:pt x="1556265" y="903011"/>
                  </a:lnTo>
                  <a:lnTo>
                    <a:pt x="1560185" y="903011"/>
                  </a:lnTo>
                  <a:lnTo>
                    <a:pt x="1564105" y="903011"/>
                  </a:lnTo>
                  <a:lnTo>
                    <a:pt x="1568025" y="903011"/>
                  </a:lnTo>
                  <a:lnTo>
                    <a:pt x="1571945" y="903011"/>
                  </a:lnTo>
                  <a:lnTo>
                    <a:pt x="1575865" y="903011"/>
                  </a:lnTo>
                  <a:lnTo>
                    <a:pt x="1579785" y="903011"/>
                  </a:lnTo>
                  <a:lnTo>
                    <a:pt x="1583705" y="903011"/>
                  </a:lnTo>
                  <a:lnTo>
                    <a:pt x="1587625" y="903011"/>
                  </a:lnTo>
                  <a:lnTo>
                    <a:pt x="1591545" y="903011"/>
                  </a:lnTo>
                  <a:lnTo>
                    <a:pt x="1595465" y="903011"/>
                  </a:lnTo>
                  <a:lnTo>
                    <a:pt x="1599385" y="903011"/>
                  </a:lnTo>
                  <a:lnTo>
                    <a:pt x="1603305" y="903011"/>
                  </a:lnTo>
                  <a:lnTo>
                    <a:pt x="1607225" y="903011"/>
                  </a:lnTo>
                  <a:lnTo>
                    <a:pt x="1611145" y="903011"/>
                  </a:lnTo>
                  <a:lnTo>
                    <a:pt x="1615065" y="903011"/>
                  </a:lnTo>
                  <a:lnTo>
                    <a:pt x="1618986" y="903011"/>
                  </a:lnTo>
                  <a:lnTo>
                    <a:pt x="1622906" y="903011"/>
                  </a:lnTo>
                  <a:lnTo>
                    <a:pt x="1626826" y="903011"/>
                  </a:lnTo>
                  <a:lnTo>
                    <a:pt x="1630746" y="903011"/>
                  </a:lnTo>
                  <a:lnTo>
                    <a:pt x="1634666" y="903011"/>
                  </a:lnTo>
                  <a:lnTo>
                    <a:pt x="1638586" y="903011"/>
                  </a:lnTo>
                  <a:lnTo>
                    <a:pt x="1642506" y="903011"/>
                  </a:lnTo>
                  <a:lnTo>
                    <a:pt x="1646426" y="903011"/>
                  </a:lnTo>
                  <a:lnTo>
                    <a:pt x="1650346" y="903011"/>
                  </a:lnTo>
                  <a:lnTo>
                    <a:pt x="1654266" y="903011"/>
                  </a:lnTo>
                  <a:lnTo>
                    <a:pt x="1658186" y="903011"/>
                  </a:lnTo>
                  <a:lnTo>
                    <a:pt x="1662106" y="903011"/>
                  </a:lnTo>
                  <a:lnTo>
                    <a:pt x="1666026" y="903011"/>
                  </a:lnTo>
                  <a:lnTo>
                    <a:pt x="1669946" y="903011"/>
                  </a:lnTo>
                  <a:lnTo>
                    <a:pt x="1673866" y="903011"/>
                  </a:lnTo>
                  <a:lnTo>
                    <a:pt x="1677786" y="903011"/>
                  </a:lnTo>
                  <a:lnTo>
                    <a:pt x="1681707" y="903011"/>
                  </a:lnTo>
                  <a:lnTo>
                    <a:pt x="1685627" y="903011"/>
                  </a:lnTo>
                  <a:lnTo>
                    <a:pt x="1689547" y="903011"/>
                  </a:lnTo>
                  <a:lnTo>
                    <a:pt x="1693467" y="903011"/>
                  </a:lnTo>
                  <a:lnTo>
                    <a:pt x="1697387" y="903011"/>
                  </a:lnTo>
                  <a:lnTo>
                    <a:pt x="1701307" y="903011"/>
                  </a:lnTo>
                  <a:lnTo>
                    <a:pt x="1705227" y="903011"/>
                  </a:lnTo>
                  <a:lnTo>
                    <a:pt x="1709147" y="903011"/>
                  </a:lnTo>
                  <a:lnTo>
                    <a:pt x="1713067" y="903011"/>
                  </a:lnTo>
                  <a:lnTo>
                    <a:pt x="1716987" y="903011"/>
                  </a:lnTo>
                  <a:lnTo>
                    <a:pt x="1720907" y="903011"/>
                  </a:lnTo>
                  <a:lnTo>
                    <a:pt x="1724827" y="903011"/>
                  </a:lnTo>
                  <a:lnTo>
                    <a:pt x="1728747" y="903011"/>
                  </a:lnTo>
                  <a:lnTo>
                    <a:pt x="1732667" y="903011"/>
                  </a:lnTo>
                  <a:lnTo>
                    <a:pt x="1736587" y="903011"/>
                  </a:lnTo>
                  <a:lnTo>
                    <a:pt x="1740507" y="903011"/>
                  </a:lnTo>
                  <a:lnTo>
                    <a:pt x="1744428" y="903011"/>
                  </a:lnTo>
                  <a:lnTo>
                    <a:pt x="1748348" y="903011"/>
                  </a:lnTo>
                  <a:lnTo>
                    <a:pt x="1752268" y="903011"/>
                  </a:lnTo>
                  <a:lnTo>
                    <a:pt x="1756188" y="903011"/>
                  </a:lnTo>
                  <a:lnTo>
                    <a:pt x="1760108" y="903011"/>
                  </a:lnTo>
                  <a:lnTo>
                    <a:pt x="1764028" y="903011"/>
                  </a:lnTo>
                  <a:lnTo>
                    <a:pt x="1767948" y="903011"/>
                  </a:lnTo>
                  <a:lnTo>
                    <a:pt x="1771868" y="903011"/>
                  </a:lnTo>
                  <a:lnTo>
                    <a:pt x="1775788" y="903011"/>
                  </a:lnTo>
                  <a:lnTo>
                    <a:pt x="1779708" y="903011"/>
                  </a:lnTo>
                  <a:lnTo>
                    <a:pt x="1783628" y="903011"/>
                  </a:lnTo>
                  <a:lnTo>
                    <a:pt x="1787548" y="903011"/>
                  </a:lnTo>
                  <a:lnTo>
                    <a:pt x="1791468" y="903011"/>
                  </a:lnTo>
                  <a:lnTo>
                    <a:pt x="1795388" y="903011"/>
                  </a:lnTo>
                  <a:lnTo>
                    <a:pt x="1799308" y="903011"/>
                  </a:lnTo>
                  <a:lnTo>
                    <a:pt x="1803228" y="903011"/>
                  </a:lnTo>
                  <a:lnTo>
                    <a:pt x="1807149" y="903011"/>
                  </a:lnTo>
                  <a:lnTo>
                    <a:pt x="1811069" y="903011"/>
                  </a:lnTo>
                  <a:lnTo>
                    <a:pt x="1814989" y="903011"/>
                  </a:lnTo>
                  <a:lnTo>
                    <a:pt x="1818909" y="903011"/>
                  </a:lnTo>
                  <a:lnTo>
                    <a:pt x="1822829" y="903011"/>
                  </a:lnTo>
                  <a:lnTo>
                    <a:pt x="1826749" y="903011"/>
                  </a:lnTo>
                  <a:lnTo>
                    <a:pt x="1830669" y="903011"/>
                  </a:lnTo>
                  <a:lnTo>
                    <a:pt x="1834589" y="903011"/>
                  </a:lnTo>
                  <a:lnTo>
                    <a:pt x="1838509" y="903011"/>
                  </a:lnTo>
                  <a:lnTo>
                    <a:pt x="1842429" y="903011"/>
                  </a:lnTo>
                  <a:lnTo>
                    <a:pt x="1846349" y="903011"/>
                  </a:lnTo>
                  <a:lnTo>
                    <a:pt x="1850269" y="903011"/>
                  </a:lnTo>
                  <a:lnTo>
                    <a:pt x="1854189" y="903011"/>
                  </a:lnTo>
                  <a:lnTo>
                    <a:pt x="1858109" y="903011"/>
                  </a:lnTo>
                  <a:lnTo>
                    <a:pt x="1862029" y="903011"/>
                  </a:lnTo>
                  <a:lnTo>
                    <a:pt x="1865949" y="903011"/>
                  </a:lnTo>
                  <a:lnTo>
                    <a:pt x="1869870" y="903011"/>
                  </a:lnTo>
                  <a:lnTo>
                    <a:pt x="1873790" y="903011"/>
                  </a:lnTo>
                  <a:lnTo>
                    <a:pt x="1877710" y="903011"/>
                  </a:lnTo>
                  <a:lnTo>
                    <a:pt x="1881630" y="903011"/>
                  </a:lnTo>
                  <a:lnTo>
                    <a:pt x="1885550" y="903011"/>
                  </a:lnTo>
                  <a:lnTo>
                    <a:pt x="1889470" y="903011"/>
                  </a:lnTo>
                  <a:lnTo>
                    <a:pt x="1893390" y="903011"/>
                  </a:lnTo>
                  <a:lnTo>
                    <a:pt x="1897310" y="903011"/>
                  </a:lnTo>
                  <a:lnTo>
                    <a:pt x="1901230" y="903011"/>
                  </a:lnTo>
                  <a:lnTo>
                    <a:pt x="1905150" y="903011"/>
                  </a:lnTo>
                  <a:lnTo>
                    <a:pt x="1909070" y="903011"/>
                  </a:lnTo>
                  <a:lnTo>
                    <a:pt x="1912990" y="903011"/>
                  </a:lnTo>
                  <a:lnTo>
                    <a:pt x="1916910" y="903011"/>
                  </a:lnTo>
                  <a:lnTo>
                    <a:pt x="1920830" y="903011"/>
                  </a:lnTo>
                  <a:lnTo>
                    <a:pt x="1924750" y="903011"/>
                  </a:lnTo>
                  <a:lnTo>
                    <a:pt x="1928670" y="903011"/>
                  </a:lnTo>
                  <a:lnTo>
                    <a:pt x="1932591" y="903011"/>
                  </a:lnTo>
                  <a:lnTo>
                    <a:pt x="1936511" y="903011"/>
                  </a:lnTo>
                  <a:lnTo>
                    <a:pt x="1940431" y="903011"/>
                  </a:lnTo>
                  <a:lnTo>
                    <a:pt x="1944351" y="903011"/>
                  </a:lnTo>
                  <a:lnTo>
                    <a:pt x="1948271" y="903011"/>
                  </a:lnTo>
                  <a:lnTo>
                    <a:pt x="1952191" y="903011"/>
                  </a:lnTo>
                  <a:lnTo>
                    <a:pt x="1956111" y="903011"/>
                  </a:lnTo>
                  <a:lnTo>
                    <a:pt x="1960031" y="903011"/>
                  </a:lnTo>
                  <a:lnTo>
                    <a:pt x="1963951" y="903011"/>
                  </a:lnTo>
                  <a:lnTo>
                    <a:pt x="1967871" y="903011"/>
                  </a:lnTo>
                  <a:lnTo>
                    <a:pt x="1971791" y="903011"/>
                  </a:lnTo>
                  <a:lnTo>
                    <a:pt x="1975711" y="903011"/>
                  </a:lnTo>
                  <a:lnTo>
                    <a:pt x="1979631" y="903011"/>
                  </a:lnTo>
                  <a:lnTo>
                    <a:pt x="1983551" y="903011"/>
                  </a:lnTo>
                  <a:lnTo>
                    <a:pt x="1987471" y="903011"/>
                  </a:lnTo>
                  <a:lnTo>
                    <a:pt x="1991391" y="903011"/>
                  </a:lnTo>
                  <a:lnTo>
                    <a:pt x="1995312" y="903011"/>
                  </a:lnTo>
                  <a:lnTo>
                    <a:pt x="1999232" y="903011"/>
                  </a:lnTo>
                  <a:lnTo>
                    <a:pt x="2003152" y="903011"/>
                  </a:lnTo>
                  <a:lnTo>
                    <a:pt x="1999232" y="903011"/>
                  </a:lnTo>
                  <a:lnTo>
                    <a:pt x="1995312" y="903011"/>
                  </a:lnTo>
                  <a:lnTo>
                    <a:pt x="1991391" y="903011"/>
                  </a:lnTo>
                  <a:lnTo>
                    <a:pt x="1987471" y="903011"/>
                  </a:lnTo>
                  <a:lnTo>
                    <a:pt x="1983551" y="903011"/>
                  </a:lnTo>
                  <a:lnTo>
                    <a:pt x="1979631" y="903011"/>
                  </a:lnTo>
                  <a:lnTo>
                    <a:pt x="1975711" y="903011"/>
                  </a:lnTo>
                  <a:lnTo>
                    <a:pt x="1971791" y="903011"/>
                  </a:lnTo>
                  <a:lnTo>
                    <a:pt x="1967871" y="903011"/>
                  </a:lnTo>
                  <a:lnTo>
                    <a:pt x="1963951" y="903011"/>
                  </a:lnTo>
                  <a:lnTo>
                    <a:pt x="1960031" y="903011"/>
                  </a:lnTo>
                  <a:lnTo>
                    <a:pt x="1956111" y="903011"/>
                  </a:lnTo>
                  <a:lnTo>
                    <a:pt x="1952191" y="903011"/>
                  </a:lnTo>
                  <a:lnTo>
                    <a:pt x="1948271" y="903011"/>
                  </a:lnTo>
                  <a:lnTo>
                    <a:pt x="1944351" y="903011"/>
                  </a:lnTo>
                  <a:lnTo>
                    <a:pt x="1940431" y="903011"/>
                  </a:lnTo>
                  <a:lnTo>
                    <a:pt x="1936511" y="903011"/>
                  </a:lnTo>
                  <a:lnTo>
                    <a:pt x="1932591" y="903011"/>
                  </a:lnTo>
                  <a:lnTo>
                    <a:pt x="1928670" y="903011"/>
                  </a:lnTo>
                  <a:lnTo>
                    <a:pt x="1924750" y="903011"/>
                  </a:lnTo>
                  <a:lnTo>
                    <a:pt x="1920830" y="903011"/>
                  </a:lnTo>
                  <a:lnTo>
                    <a:pt x="1916910" y="903011"/>
                  </a:lnTo>
                  <a:lnTo>
                    <a:pt x="1912990" y="903011"/>
                  </a:lnTo>
                  <a:lnTo>
                    <a:pt x="1909070" y="903011"/>
                  </a:lnTo>
                  <a:lnTo>
                    <a:pt x="1905150" y="903011"/>
                  </a:lnTo>
                  <a:lnTo>
                    <a:pt x="1901230" y="903011"/>
                  </a:lnTo>
                  <a:lnTo>
                    <a:pt x="1897310" y="903011"/>
                  </a:lnTo>
                  <a:lnTo>
                    <a:pt x="1893390" y="903011"/>
                  </a:lnTo>
                  <a:lnTo>
                    <a:pt x="1889470" y="903011"/>
                  </a:lnTo>
                  <a:lnTo>
                    <a:pt x="1885550" y="903011"/>
                  </a:lnTo>
                  <a:lnTo>
                    <a:pt x="1881630" y="903011"/>
                  </a:lnTo>
                  <a:lnTo>
                    <a:pt x="1877710" y="903011"/>
                  </a:lnTo>
                  <a:lnTo>
                    <a:pt x="1873790" y="903011"/>
                  </a:lnTo>
                  <a:lnTo>
                    <a:pt x="1869870" y="903011"/>
                  </a:lnTo>
                  <a:lnTo>
                    <a:pt x="1865949" y="903011"/>
                  </a:lnTo>
                  <a:lnTo>
                    <a:pt x="1862029" y="903011"/>
                  </a:lnTo>
                  <a:lnTo>
                    <a:pt x="1858109" y="903011"/>
                  </a:lnTo>
                  <a:lnTo>
                    <a:pt x="1854189" y="903011"/>
                  </a:lnTo>
                  <a:lnTo>
                    <a:pt x="1850269" y="903011"/>
                  </a:lnTo>
                  <a:lnTo>
                    <a:pt x="1846349" y="903011"/>
                  </a:lnTo>
                  <a:lnTo>
                    <a:pt x="1842429" y="903011"/>
                  </a:lnTo>
                  <a:lnTo>
                    <a:pt x="1838509" y="903011"/>
                  </a:lnTo>
                  <a:lnTo>
                    <a:pt x="1834589" y="903011"/>
                  </a:lnTo>
                  <a:lnTo>
                    <a:pt x="1830669" y="903011"/>
                  </a:lnTo>
                  <a:lnTo>
                    <a:pt x="1826749" y="903011"/>
                  </a:lnTo>
                  <a:lnTo>
                    <a:pt x="1822829" y="903011"/>
                  </a:lnTo>
                  <a:lnTo>
                    <a:pt x="1818909" y="903011"/>
                  </a:lnTo>
                  <a:lnTo>
                    <a:pt x="1814989" y="903011"/>
                  </a:lnTo>
                  <a:lnTo>
                    <a:pt x="1811069" y="903011"/>
                  </a:lnTo>
                  <a:lnTo>
                    <a:pt x="1807149" y="903011"/>
                  </a:lnTo>
                  <a:lnTo>
                    <a:pt x="1803228" y="903011"/>
                  </a:lnTo>
                  <a:lnTo>
                    <a:pt x="1799308" y="903011"/>
                  </a:lnTo>
                  <a:lnTo>
                    <a:pt x="1795388" y="903011"/>
                  </a:lnTo>
                  <a:lnTo>
                    <a:pt x="1791468" y="903011"/>
                  </a:lnTo>
                  <a:lnTo>
                    <a:pt x="1787548" y="903011"/>
                  </a:lnTo>
                  <a:lnTo>
                    <a:pt x="1783628" y="903011"/>
                  </a:lnTo>
                  <a:lnTo>
                    <a:pt x="1779708" y="903011"/>
                  </a:lnTo>
                  <a:lnTo>
                    <a:pt x="1775788" y="903011"/>
                  </a:lnTo>
                  <a:lnTo>
                    <a:pt x="1771868" y="903011"/>
                  </a:lnTo>
                  <a:lnTo>
                    <a:pt x="1767948" y="903011"/>
                  </a:lnTo>
                  <a:lnTo>
                    <a:pt x="1764028" y="903011"/>
                  </a:lnTo>
                  <a:lnTo>
                    <a:pt x="1760108" y="903011"/>
                  </a:lnTo>
                  <a:lnTo>
                    <a:pt x="1756188" y="903011"/>
                  </a:lnTo>
                  <a:lnTo>
                    <a:pt x="1752268" y="903011"/>
                  </a:lnTo>
                  <a:lnTo>
                    <a:pt x="1748348" y="903011"/>
                  </a:lnTo>
                  <a:lnTo>
                    <a:pt x="1744428" y="903011"/>
                  </a:lnTo>
                  <a:lnTo>
                    <a:pt x="1740507" y="903011"/>
                  </a:lnTo>
                  <a:lnTo>
                    <a:pt x="1736587" y="903011"/>
                  </a:lnTo>
                  <a:lnTo>
                    <a:pt x="1732667" y="903011"/>
                  </a:lnTo>
                  <a:lnTo>
                    <a:pt x="1728747" y="903011"/>
                  </a:lnTo>
                  <a:lnTo>
                    <a:pt x="1724827" y="903011"/>
                  </a:lnTo>
                  <a:lnTo>
                    <a:pt x="1720907" y="903011"/>
                  </a:lnTo>
                  <a:lnTo>
                    <a:pt x="1716987" y="903011"/>
                  </a:lnTo>
                  <a:lnTo>
                    <a:pt x="1713067" y="903011"/>
                  </a:lnTo>
                  <a:lnTo>
                    <a:pt x="1709147" y="903011"/>
                  </a:lnTo>
                  <a:lnTo>
                    <a:pt x="1705227" y="903011"/>
                  </a:lnTo>
                  <a:lnTo>
                    <a:pt x="1701307" y="903011"/>
                  </a:lnTo>
                  <a:lnTo>
                    <a:pt x="1697387" y="903011"/>
                  </a:lnTo>
                  <a:lnTo>
                    <a:pt x="1693467" y="903011"/>
                  </a:lnTo>
                  <a:lnTo>
                    <a:pt x="1689547" y="903011"/>
                  </a:lnTo>
                  <a:lnTo>
                    <a:pt x="1685627" y="903011"/>
                  </a:lnTo>
                  <a:lnTo>
                    <a:pt x="1681707" y="903011"/>
                  </a:lnTo>
                  <a:lnTo>
                    <a:pt x="1677786" y="903011"/>
                  </a:lnTo>
                  <a:lnTo>
                    <a:pt x="1673866" y="903011"/>
                  </a:lnTo>
                  <a:lnTo>
                    <a:pt x="1669946" y="903011"/>
                  </a:lnTo>
                  <a:lnTo>
                    <a:pt x="1666026" y="903011"/>
                  </a:lnTo>
                  <a:lnTo>
                    <a:pt x="1662106" y="903011"/>
                  </a:lnTo>
                  <a:lnTo>
                    <a:pt x="1658186" y="903011"/>
                  </a:lnTo>
                  <a:lnTo>
                    <a:pt x="1654266" y="903011"/>
                  </a:lnTo>
                  <a:lnTo>
                    <a:pt x="1650346" y="903011"/>
                  </a:lnTo>
                  <a:lnTo>
                    <a:pt x="1646426" y="903011"/>
                  </a:lnTo>
                  <a:lnTo>
                    <a:pt x="1642506" y="903011"/>
                  </a:lnTo>
                  <a:lnTo>
                    <a:pt x="1638586" y="903011"/>
                  </a:lnTo>
                  <a:lnTo>
                    <a:pt x="1634666" y="903011"/>
                  </a:lnTo>
                  <a:lnTo>
                    <a:pt x="1630746" y="903011"/>
                  </a:lnTo>
                  <a:lnTo>
                    <a:pt x="1626826" y="903011"/>
                  </a:lnTo>
                  <a:lnTo>
                    <a:pt x="1622906" y="903011"/>
                  </a:lnTo>
                  <a:lnTo>
                    <a:pt x="1618986" y="903011"/>
                  </a:lnTo>
                  <a:lnTo>
                    <a:pt x="1615065" y="903011"/>
                  </a:lnTo>
                  <a:lnTo>
                    <a:pt x="1611145" y="903011"/>
                  </a:lnTo>
                  <a:lnTo>
                    <a:pt x="1607225" y="903011"/>
                  </a:lnTo>
                  <a:lnTo>
                    <a:pt x="1603305" y="903011"/>
                  </a:lnTo>
                  <a:lnTo>
                    <a:pt x="1599385" y="903011"/>
                  </a:lnTo>
                  <a:lnTo>
                    <a:pt x="1595465" y="903011"/>
                  </a:lnTo>
                  <a:lnTo>
                    <a:pt x="1591545" y="903011"/>
                  </a:lnTo>
                  <a:lnTo>
                    <a:pt x="1587625" y="903011"/>
                  </a:lnTo>
                  <a:lnTo>
                    <a:pt x="1583705" y="903011"/>
                  </a:lnTo>
                  <a:lnTo>
                    <a:pt x="1579785" y="903011"/>
                  </a:lnTo>
                  <a:lnTo>
                    <a:pt x="1575865" y="903011"/>
                  </a:lnTo>
                  <a:lnTo>
                    <a:pt x="1571945" y="903011"/>
                  </a:lnTo>
                  <a:lnTo>
                    <a:pt x="1568025" y="903011"/>
                  </a:lnTo>
                  <a:lnTo>
                    <a:pt x="1564105" y="903011"/>
                  </a:lnTo>
                  <a:lnTo>
                    <a:pt x="1560185" y="903011"/>
                  </a:lnTo>
                  <a:lnTo>
                    <a:pt x="1556265" y="903011"/>
                  </a:lnTo>
                  <a:lnTo>
                    <a:pt x="1552344" y="903011"/>
                  </a:lnTo>
                  <a:lnTo>
                    <a:pt x="1548424" y="903011"/>
                  </a:lnTo>
                  <a:lnTo>
                    <a:pt x="1544504" y="903011"/>
                  </a:lnTo>
                  <a:lnTo>
                    <a:pt x="1540584" y="903011"/>
                  </a:lnTo>
                  <a:lnTo>
                    <a:pt x="1536664" y="903011"/>
                  </a:lnTo>
                  <a:lnTo>
                    <a:pt x="1532744" y="903011"/>
                  </a:lnTo>
                  <a:lnTo>
                    <a:pt x="1528824" y="903011"/>
                  </a:lnTo>
                  <a:lnTo>
                    <a:pt x="1524904" y="903011"/>
                  </a:lnTo>
                  <a:lnTo>
                    <a:pt x="1520984" y="903011"/>
                  </a:lnTo>
                  <a:lnTo>
                    <a:pt x="1517064" y="903011"/>
                  </a:lnTo>
                  <a:lnTo>
                    <a:pt x="1513144" y="903011"/>
                  </a:lnTo>
                  <a:lnTo>
                    <a:pt x="1509224" y="903011"/>
                  </a:lnTo>
                  <a:lnTo>
                    <a:pt x="1505304" y="903011"/>
                  </a:lnTo>
                  <a:lnTo>
                    <a:pt x="1501384" y="903011"/>
                  </a:lnTo>
                  <a:lnTo>
                    <a:pt x="1497464" y="903011"/>
                  </a:lnTo>
                  <a:lnTo>
                    <a:pt x="1493543" y="903011"/>
                  </a:lnTo>
                  <a:lnTo>
                    <a:pt x="1489623" y="903011"/>
                  </a:lnTo>
                  <a:lnTo>
                    <a:pt x="1485703" y="903011"/>
                  </a:lnTo>
                  <a:lnTo>
                    <a:pt x="1481783" y="903011"/>
                  </a:lnTo>
                  <a:lnTo>
                    <a:pt x="1477863" y="903011"/>
                  </a:lnTo>
                  <a:lnTo>
                    <a:pt x="1473943" y="903011"/>
                  </a:lnTo>
                  <a:lnTo>
                    <a:pt x="1470023" y="903011"/>
                  </a:lnTo>
                  <a:lnTo>
                    <a:pt x="1466103" y="903011"/>
                  </a:lnTo>
                  <a:lnTo>
                    <a:pt x="1462183" y="903011"/>
                  </a:lnTo>
                  <a:lnTo>
                    <a:pt x="1458263" y="903011"/>
                  </a:lnTo>
                  <a:lnTo>
                    <a:pt x="1454343" y="903011"/>
                  </a:lnTo>
                  <a:lnTo>
                    <a:pt x="1450423" y="903011"/>
                  </a:lnTo>
                  <a:lnTo>
                    <a:pt x="1446503" y="903011"/>
                  </a:lnTo>
                  <a:lnTo>
                    <a:pt x="1442583" y="903011"/>
                  </a:lnTo>
                  <a:lnTo>
                    <a:pt x="1438663" y="903011"/>
                  </a:lnTo>
                  <a:lnTo>
                    <a:pt x="1434743" y="903011"/>
                  </a:lnTo>
                  <a:lnTo>
                    <a:pt x="1430822" y="903011"/>
                  </a:lnTo>
                  <a:lnTo>
                    <a:pt x="1426902" y="903011"/>
                  </a:lnTo>
                  <a:lnTo>
                    <a:pt x="1422982" y="903011"/>
                  </a:lnTo>
                  <a:lnTo>
                    <a:pt x="1419062" y="903011"/>
                  </a:lnTo>
                  <a:lnTo>
                    <a:pt x="1415142" y="903011"/>
                  </a:lnTo>
                  <a:lnTo>
                    <a:pt x="1411222" y="903011"/>
                  </a:lnTo>
                  <a:lnTo>
                    <a:pt x="1407302" y="903011"/>
                  </a:lnTo>
                  <a:lnTo>
                    <a:pt x="1403382" y="903011"/>
                  </a:lnTo>
                  <a:lnTo>
                    <a:pt x="1399462" y="903011"/>
                  </a:lnTo>
                  <a:lnTo>
                    <a:pt x="1395542" y="903011"/>
                  </a:lnTo>
                  <a:lnTo>
                    <a:pt x="1391622" y="903011"/>
                  </a:lnTo>
                  <a:lnTo>
                    <a:pt x="1387702" y="903011"/>
                  </a:lnTo>
                  <a:lnTo>
                    <a:pt x="1383782" y="903011"/>
                  </a:lnTo>
                  <a:lnTo>
                    <a:pt x="1379862" y="903011"/>
                  </a:lnTo>
                  <a:lnTo>
                    <a:pt x="1375942" y="903011"/>
                  </a:lnTo>
                  <a:lnTo>
                    <a:pt x="1372022" y="903011"/>
                  </a:lnTo>
                  <a:lnTo>
                    <a:pt x="1368101" y="903011"/>
                  </a:lnTo>
                  <a:lnTo>
                    <a:pt x="1364181" y="903011"/>
                  </a:lnTo>
                  <a:lnTo>
                    <a:pt x="1360261" y="903011"/>
                  </a:lnTo>
                  <a:lnTo>
                    <a:pt x="1356341" y="903011"/>
                  </a:lnTo>
                  <a:lnTo>
                    <a:pt x="1352421" y="903011"/>
                  </a:lnTo>
                  <a:lnTo>
                    <a:pt x="1348501" y="903011"/>
                  </a:lnTo>
                  <a:lnTo>
                    <a:pt x="1344581" y="903011"/>
                  </a:lnTo>
                  <a:lnTo>
                    <a:pt x="1340661" y="903011"/>
                  </a:lnTo>
                  <a:lnTo>
                    <a:pt x="1336741" y="903011"/>
                  </a:lnTo>
                  <a:lnTo>
                    <a:pt x="1332821" y="903011"/>
                  </a:lnTo>
                  <a:lnTo>
                    <a:pt x="1328901" y="903011"/>
                  </a:lnTo>
                  <a:lnTo>
                    <a:pt x="1324981" y="903011"/>
                  </a:lnTo>
                  <a:lnTo>
                    <a:pt x="1321061" y="903011"/>
                  </a:lnTo>
                  <a:lnTo>
                    <a:pt x="1317141" y="903011"/>
                  </a:lnTo>
                  <a:lnTo>
                    <a:pt x="1313221" y="903011"/>
                  </a:lnTo>
                  <a:lnTo>
                    <a:pt x="1309301" y="903011"/>
                  </a:lnTo>
                  <a:lnTo>
                    <a:pt x="1305380" y="903011"/>
                  </a:lnTo>
                  <a:lnTo>
                    <a:pt x="1301460" y="903011"/>
                  </a:lnTo>
                  <a:lnTo>
                    <a:pt x="1297540" y="903011"/>
                  </a:lnTo>
                  <a:lnTo>
                    <a:pt x="1293620" y="903011"/>
                  </a:lnTo>
                  <a:lnTo>
                    <a:pt x="1289700" y="903011"/>
                  </a:lnTo>
                  <a:lnTo>
                    <a:pt x="1285780" y="903011"/>
                  </a:lnTo>
                  <a:lnTo>
                    <a:pt x="1281860" y="903011"/>
                  </a:lnTo>
                  <a:lnTo>
                    <a:pt x="1277940" y="903011"/>
                  </a:lnTo>
                  <a:lnTo>
                    <a:pt x="1274020" y="903011"/>
                  </a:lnTo>
                  <a:lnTo>
                    <a:pt x="1270100" y="903011"/>
                  </a:lnTo>
                  <a:lnTo>
                    <a:pt x="1266180" y="903011"/>
                  </a:lnTo>
                  <a:lnTo>
                    <a:pt x="1262260" y="903011"/>
                  </a:lnTo>
                  <a:lnTo>
                    <a:pt x="1258340" y="903011"/>
                  </a:lnTo>
                  <a:lnTo>
                    <a:pt x="1254420" y="903011"/>
                  </a:lnTo>
                  <a:lnTo>
                    <a:pt x="1250500" y="903011"/>
                  </a:lnTo>
                  <a:lnTo>
                    <a:pt x="1246580" y="903011"/>
                  </a:lnTo>
                  <a:lnTo>
                    <a:pt x="1242659" y="903011"/>
                  </a:lnTo>
                  <a:lnTo>
                    <a:pt x="1238739" y="903011"/>
                  </a:lnTo>
                  <a:lnTo>
                    <a:pt x="1234819" y="903011"/>
                  </a:lnTo>
                  <a:lnTo>
                    <a:pt x="1230899" y="903011"/>
                  </a:lnTo>
                  <a:lnTo>
                    <a:pt x="1226979" y="903011"/>
                  </a:lnTo>
                  <a:lnTo>
                    <a:pt x="1223059" y="903011"/>
                  </a:lnTo>
                  <a:lnTo>
                    <a:pt x="1219139" y="903011"/>
                  </a:lnTo>
                  <a:lnTo>
                    <a:pt x="1215219" y="903011"/>
                  </a:lnTo>
                  <a:lnTo>
                    <a:pt x="1211299" y="903011"/>
                  </a:lnTo>
                  <a:lnTo>
                    <a:pt x="1207379" y="903011"/>
                  </a:lnTo>
                  <a:lnTo>
                    <a:pt x="1203459" y="903011"/>
                  </a:lnTo>
                  <a:lnTo>
                    <a:pt x="1199539" y="903011"/>
                  </a:lnTo>
                  <a:lnTo>
                    <a:pt x="1195619" y="903011"/>
                  </a:lnTo>
                  <a:lnTo>
                    <a:pt x="1191699" y="903011"/>
                  </a:lnTo>
                  <a:lnTo>
                    <a:pt x="1187779" y="903011"/>
                  </a:lnTo>
                  <a:lnTo>
                    <a:pt x="1183859" y="903011"/>
                  </a:lnTo>
                  <a:lnTo>
                    <a:pt x="1179938" y="903011"/>
                  </a:lnTo>
                  <a:lnTo>
                    <a:pt x="1176018" y="903011"/>
                  </a:lnTo>
                  <a:lnTo>
                    <a:pt x="1172098" y="903011"/>
                  </a:lnTo>
                  <a:lnTo>
                    <a:pt x="1168178" y="903011"/>
                  </a:lnTo>
                  <a:lnTo>
                    <a:pt x="1164258" y="903011"/>
                  </a:lnTo>
                  <a:lnTo>
                    <a:pt x="1160338" y="903011"/>
                  </a:lnTo>
                  <a:lnTo>
                    <a:pt x="1156418" y="903011"/>
                  </a:lnTo>
                  <a:lnTo>
                    <a:pt x="1152498" y="903011"/>
                  </a:lnTo>
                  <a:lnTo>
                    <a:pt x="1148578" y="903011"/>
                  </a:lnTo>
                  <a:lnTo>
                    <a:pt x="1144658" y="903011"/>
                  </a:lnTo>
                  <a:lnTo>
                    <a:pt x="1140738" y="903011"/>
                  </a:lnTo>
                  <a:lnTo>
                    <a:pt x="1136818" y="903011"/>
                  </a:lnTo>
                  <a:lnTo>
                    <a:pt x="1132898" y="903011"/>
                  </a:lnTo>
                  <a:lnTo>
                    <a:pt x="1128978" y="903011"/>
                  </a:lnTo>
                  <a:lnTo>
                    <a:pt x="1125058" y="903011"/>
                  </a:lnTo>
                  <a:lnTo>
                    <a:pt x="1121138" y="903011"/>
                  </a:lnTo>
                  <a:lnTo>
                    <a:pt x="1117217" y="903011"/>
                  </a:lnTo>
                  <a:lnTo>
                    <a:pt x="1113297" y="903011"/>
                  </a:lnTo>
                  <a:lnTo>
                    <a:pt x="1109377" y="903011"/>
                  </a:lnTo>
                  <a:lnTo>
                    <a:pt x="1105457" y="903011"/>
                  </a:lnTo>
                  <a:lnTo>
                    <a:pt x="1101537" y="903011"/>
                  </a:lnTo>
                  <a:lnTo>
                    <a:pt x="1097617" y="903011"/>
                  </a:lnTo>
                  <a:lnTo>
                    <a:pt x="1093697" y="903011"/>
                  </a:lnTo>
                  <a:lnTo>
                    <a:pt x="1089777" y="903011"/>
                  </a:lnTo>
                  <a:lnTo>
                    <a:pt x="1085857" y="903011"/>
                  </a:lnTo>
                  <a:lnTo>
                    <a:pt x="1081937" y="903011"/>
                  </a:lnTo>
                  <a:lnTo>
                    <a:pt x="1078017" y="903011"/>
                  </a:lnTo>
                  <a:lnTo>
                    <a:pt x="1074097" y="903011"/>
                  </a:lnTo>
                  <a:lnTo>
                    <a:pt x="1070177" y="903011"/>
                  </a:lnTo>
                  <a:lnTo>
                    <a:pt x="1066257" y="903011"/>
                  </a:lnTo>
                  <a:lnTo>
                    <a:pt x="1062337" y="903011"/>
                  </a:lnTo>
                  <a:lnTo>
                    <a:pt x="1058417" y="903011"/>
                  </a:lnTo>
                  <a:lnTo>
                    <a:pt x="1054496" y="903011"/>
                  </a:lnTo>
                  <a:lnTo>
                    <a:pt x="1050576" y="903011"/>
                  </a:lnTo>
                  <a:lnTo>
                    <a:pt x="1046656" y="903011"/>
                  </a:lnTo>
                  <a:lnTo>
                    <a:pt x="1042736" y="903011"/>
                  </a:lnTo>
                  <a:lnTo>
                    <a:pt x="1038816" y="903011"/>
                  </a:lnTo>
                  <a:lnTo>
                    <a:pt x="1034896" y="903011"/>
                  </a:lnTo>
                  <a:lnTo>
                    <a:pt x="1030976" y="903011"/>
                  </a:lnTo>
                  <a:lnTo>
                    <a:pt x="1027056" y="903011"/>
                  </a:lnTo>
                  <a:lnTo>
                    <a:pt x="1023136" y="903011"/>
                  </a:lnTo>
                  <a:lnTo>
                    <a:pt x="1019216" y="903011"/>
                  </a:lnTo>
                  <a:lnTo>
                    <a:pt x="1015296" y="903011"/>
                  </a:lnTo>
                  <a:lnTo>
                    <a:pt x="1011376" y="903011"/>
                  </a:lnTo>
                  <a:lnTo>
                    <a:pt x="1007456" y="903011"/>
                  </a:lnTo>
                  <a:lnTo>
                    <a:pt x="1003536" y="903011"/>
                  </a:lnTo>
                  <a:lnTo>
                    <a:pt x="999616" y="903011"/>
                  </a:lnTo>
                  <a:lnTo>
                    <a:pt x="995695" y="903011"/>
                  </a:lnTo>
                  <a:lnTo>
                    <a:pt x="991775" y="903011"/>
                  </a:lnTo>
                  <a:lnTo>
                    <a:pt x="987855" y="903011"/>
                  </a:lnTo>
                  <a:lnTo>
                    <a:pt x="983935" y="903011"/>
                  </a:lnTo>
                  <a:lnTo>
                    <a:pt x="980015" y="903011"/>
                  </a:lnTo>
                  <a:lnTo>
                    <a:pt x="976095" y="903011"/>
                  </a:lnTo>
                  <a:lnTo>
                    <a:pt x="972175" y="903011"/>
                  </a:lnTo>
                  <a:lnTo>
                    <a:pt x="968255" y="903011"/>
                  </a:lnTo>
                  <a:lnTo>
                    <a:pt x="964335" y="903011"/>
                  </a:lnTo>
                  <a:lnTo>
                    <a:pt x="960415" y="903011"/>
                  </a:lnTo>
                  <a:lnTo>
                    <a:pt x="956495" y="903011"/>
                  </a:lnTo>
                  <a:lnTo>
                    <a:pt x="952575" y="903011"/>
                  </a:lnTo>
                  <a:lnTo>
                    <a:pt x="948655" y="903011"/>
                  </a:lnTo>
                  <a:lnTo>
                    <a:pt x="944735" y="903011"/>
                  </a:lnTo>
                  <a:lnTo>
                    <a:pt x="940815" y="903011"/>
                  </a:lnTo>
                  <a:lnTo>
                    <a:pt x="936895" y="903011"/>
                  </a:lnTo>
                  <a:lnTo>
                    <a:pt x="932974" y="903011"/>
                  </a:lnTo>
                  <a:lnTo>
                    <a:pt x="929054" y="903011"/>
                  </a:lnTo>
                  <a:lnTo>
                    <a:pt x="925134" y="903011"/>
                  </a:lnTo>
                  <a:lnTo>
                    <a:pt x="921214" y="903011"/>
                  </a:lnTo>
                  <a:lnTo>
                    <a:pt x="917294" y="903011"/>
                  </a:lnTo>
                  <a:lnTo>
                    <a:pt x="913374" y="903011"/>
                  </a:lnTo>
                  <a:lnTo>
                    <a:pt x="909454" y="903011"/>
                  </a:lnTo>
                  <a:lnTo>
                    <a:pt x="905534" y="903011"/>
                  </a:lnTo>
                  <a:lnTo>
                    <a:pt x="901614" y="903011"/>
                  </a:lnTo>
                  <a:lnTo>
                    <a:pt x="897694" y="903011"/>
                  </a:lnTo>
                  <a:lnTo>
                    <a:pt x="893774" y="903011"/>
                  </a:lnTo>
                  <a:lnTo>
                    <a:pt x="889854" y="903011"/>
                  </a:lnTo>
                  <a:lnTo>
                    <a:pt x="885934" y="903011"/>
                  </a:lnTo>
                  <a:lnTo>
                    <a:pt x="882014" y="903011"/>
                  </a:lnTo>
                  <a:lnTo>
                    <a:pt x="878094" y="903011"/>
                  </a:lnTo>
                  <a:lnTo>
                    <a:pt x="874174" y="903011"/>
                  </a:lnTo>
                  <a:lnTo>
                    <a:pt x="870253" y="903011"/>
                  </a:lnTo>
                  <a:lnTo>
                    <a:pt x="866333" y="903011"/>
                  </a:lnTo>
                  <a:lnTo>
                    <a:pt x="862413" y="903011"/>
                  </a:lnTo>
                  <a:lnTo>
                    <a:pt x="858493" y="903011"/>
                  </a:lnTo>
                  <a:lnTo>
                    <a:pt x="854573" y="903011"/>
                  </a:lnTo>
                  <a:lnTo>
                    <a:pt x="850653" y="903011"/>
                  </a:lnTo>
                  <a:lnTo>
                    <a:pt x="846733" y="903011"/>
                  </a:lnTo>
                  <a:lnTo>
                    <a:pt x="842813" y="903011"/>
                  </a:lnTo>
                  <a:lnTo>
                    <a:pt x="838893" y="903011"/>
                  </a:lnTo>
                  <a:lnTo>
                    <a:pt x="834973" y="903011"/>
                  </a:lnTo>
                  <a:lnTo>
                    <a:pt x="831053" y="903011"/>
                  </a:lnTo>
                  <a:lnTo>
                    <a:pt x="827133" y="903011"/>
                  </a:lnTo>
                  <a:lnTo>
                    <a:pt x="823213" y="903011"/>
                  </a:lnTo>
                  <a:lnTo>
                    <a:pt x="819293" y="903011"/>
                  </a:lnTo>
                  <a:lnTo>
                    <a:pt x="815373" y="903011"/>
                  </a:lnTo>
                  <a:lnTo>
                    <a:pt x="811453" y="903011"/>
                  </a:lnTo>
                  <a:lnTo>
                    <a:pt x="807532" y="903011"/>
                  </a:lnTo>
                  <a:lnTo>
                    <a:pt x="803612" y="903011"/>
                  </a:lnTo>
                  <a:lnTo>
                    <a:pt x="799692" y="903011"/>
                  </a:lnTo>
                  <a:lnTo>
                    <a:pt x="795772" y="903011"/>
                  </a:lnTo>
                  <a:lnTo>
                    <a:pt x="791852" y="903011"/>
                  </a:lnTo>
                  <a:lnTo>
                    <a:pt x="787932" y="903011"/>
                  </a:lnTo>
                  <a:lnTo>
                    <a:pt x="784012" y="903011"/>
                  </a:lnTo>
                  <a:lnTo>
                    <a:pt x="780092" y="903011"/>
                  </a:lnTo>
                  <a:lnTo>
                    <a:pt x="776172" y="903011"/>
                  </a:lnTo>
                  <a:lnTo>
                    <a:pt x="772252" y="903011"/>
                  </a:lnTo>
                  <a:lnTo>
                    <a:pt x="768332" y="903011"/>
                  </a:lnTo>
                  <a:lnTo>
                    <a:pt x="764412" y="903011"/>
                  </a:lnTo>
                  <a:lnTo>
                    <a:pt x="760492" y="903011"/>
                  </a:lnTo>
                  <a:lnTo>
                    <a:pt x="756572" y="903011"/>
                  </a:lnTo>
                  <a:lnTo>
                    <a:pt x="752652" y="903011"/>
                  </a:lnTo>
                  <a:lnTo>
                    <a:pt x="748732" y="903011"/>
                  </a:lnTo>
                  <a:lnTo>
                    <a:pt x="744811" y="903011"/>
                  </a:lnTo>
                  <a:lnTo>
                    <a:pt x="740891" y="903011"/>
                  </a:lnTo>
                  <a:lnTo>
                    <a:pt x="736971" y="903011"/>
                  </a:lnTo>
                  <a:lnTo>
                    <a:pt x="733051" y="903011"/>
                  </a:lnTo>
                  <a:lnTo>
                    <a:pt x="729131" y="903011"/>
                  </a:lnTo>
                  <a:lnTo>
                    <a:pt x="725211" y="903011"/>
                  </a:lnTo>
                  <a:lnTo>
                    <a:pt x="721291" y="903011"/>
                  </a:lnTo>
                  <a:lnTo>
                    <a:pt x="717371" y="903011"/>
                  </a:lnTo>
                  <a:lnTo>
                    <a:pt x="713451" y="903011"/>
                  </a:lnTo>
                  <a:lnTo>
                    <a:pt x="709531" y="903011"/>
                  </a:lnTo>
                  <a:lnTo>
                    <a:pt x="705611" y="903011"/>
                  </a:lnTo>
                  <a:lnTo>
                    <a:pt x="701691" y="903011"/>
                  </a:lnTo>
                  <a:lnTo>
                    <a:pt x="697771" y="903011"/>
                  </a:lnTo>
                  <a:lnTo>
                    <a:pt x="693851" y="903011"/>
                  </a:lnTo>
                  <a:lnTo>
                    <a:pt x="689931" y="903011"/>
                  </a:lnTo>
                  <a:lnTo>
                    <a:pt x="686011" y="903011"/>
                  </a:lnTo>
                  <a:lnTo>
                    <a:pt x="682090" y="903011"/>
                  </a:lnTo>
                  <a:lnTo>
                    <a:pt x="678170" y="903011"/>
                  </a:lnTo>
                  <a:lnTo>
                    <a:pt x="674250" y="903011"/>
                  </a:lnTo>
                  <a:lnTo>
                    <a:pt x="670330" y="903011"/>
                  </a:lnTo>
                  <a:lnTo>
                    <a:pt x="666410" y="903011"/>
                  </a:lnTo>
                  <a:lnTo>
                    <a:pt x="662490" y="903011"/>
                  </a:lnTo>
                  <a:lnTo>
                    <a:pt x="658570" y="903011"/>
                  </a:lnTo>
                  <a:lnTo>
                    <a:pt x="654650" y="903011"/>
                  </a:lnTo>
                  <a:lnTo>
                    <a:pt x="650730" y="903011"/>
                  </a:lnTo>
                  <a:lnTo>
                    <a:pt x="646810" y="903011"/>
                  </a:lnTo>
                  <a:lnTo>
                    <a:pt x="642890" y="903011"/>
                  </a:lnTo>
                  <a:lnTo>
                    <a:pt x="638970" y="903011"/>
                  </a:lnTo>
                  <a:lnTo>
                    <a:pt x="635050" y="903011"/>
                  </a:lnTo>
                  <a:lnTo>
                    <a:pt x="631130" y="903011"/>
                  </a:lnTo>
                  <a:lnTo>
                    <a:pt x="627210" y="903011"/>
                  </a:lnTo>
                  <a:lnTo>
                    <a:pt x="623290" y="903011"/>
                  </a:lnTo>
                  <a:lnTo>
                    <a:pt x="619369" y="903011"/>
                  </a:lnTo>
                  <a:lnTo>
                    <a:pt x="615449" y="903011"/>
                  </a:lnTo>
                  <a:lnTo>
                    <a:pt x="611529" y="903011"/>
                  </a:lnTo>
                  <a:lnTo>
                    <a:pt x="607609" y="903011"/>
                  </a:lnTo>
                  <a:lnTo>
                    <a:pt x="603689" y="903011"/>
                  </a:lnTo>
                  <a:lnTo>
                    <a:pt x="599769" y="903011"/>
                  </a:lnTo>
                  <a:lnTo>
                    <a:pt x="595849" y="903011"/>
                  </a:lnTo>
                  <a:lnTo>
                    <a:pt x="591929" y="903011"/>
                  </a:lnTo>
                  <a:lnTo>
                    <a:pt x="588009" y="903011"/>
                  </a:lnTo>
                  <a:lnTo>
                    <a:pt x="584089" y="903011"/>
                  </a:lnTo>
                  <a:lnTo>
                    <a:pt x="580169" y="903011"/>
                  </a:lnTo>
                  <a:lnTo>
                    <a:pt x="576249" y="903011"/>
                  </a:lnTo>
                  <a:lnTo>
                    <a:pt x="572329" y="903011"/>
                  </a:lnTo>
                  <a:lnTo>
                    <a:pt x="568409" y="903011"/>
                  </a:lnTo>
                  <a:lnTo>
                    <a:pt x="564489" y="903011"/>
                  </a:lnTo>
                  <a:lnTo>
                    <a:pt x="560569" y="903011"/>
                  </a:lnTo>
                  <a:lnTo>
                    <a:pt x="556648" y="903011"/>
                  </a:lnTo>
                  <a:lnTo>
                    <a:pt x="552728" y="903011"/>
                  </a:lnTo>
                  <a:lnTo>
                    <a:pt x="548808" y="903011"/>
                  </a:lnTo>
                  <a:lnTo>
                    <a:pt x="544888" y="903011"/>
                  </a:lnTo>
                  <a:lnTo>
                    <a:pt x="540968" y="903011"/>
                  </a:lnTo>
                  <a:lnTo>
                    <a:pt x="537048" y="903011"/>
                  </a:lnTo>
                  <a:lnTo>
                    <a:pt x="533128" y="903011"/>
                  </a:lnTo>
                  <a:lnTo>
                    <a:pt x="529208" y="903011"/>
                  </a:lnTo>
                  <a:lnTo>
                    <a:pt x="525288" y="903011"/>
                  </a:lnTo>
                  <a:lnTo>
                    <a:pt x="521368" y="903011"/>
                  </a:lnTo>
                  <a:lnTo>
                    <a:pt x="517448" y="903011"/>
                  </a:lnTo>
                  <a:lnTo>
                    <a:pt x="513528" y="903011"/>
                  </a:lnTo>
                  <a:lnTo>
                    <a:pt x="509608" y="903011"/>
                  </a:lnTo>
                  <a:lnTo>
                    <a:pt x="505688" y="903011"/>
                  </a:lnTo>
                  <a:lnTo>
                    <a:pt x="501768" y="903011"/>
                  </a:lnTo>
                  <a:lnTo>
                    <a:pt x="497847" y="903011"/>
                  </a:lnTo>
                  <a:lnTo>
                    <a:pt x="493927" y="903011"/>
                  </a:lnTo>
                  <a:lnTo>
                    <a:pt x="490007" y="903011"/>
                  </a:lnTo>
                  <a:lnTo>
                    <a:pt x="486087" y="903011"/>
                  </a:lnTo>
                  <a:lnTo>
                    <a:pt x="482167" y="903011"/>
                  </a:lnTo>
                  <a:lnTo>
                    <a:pt x="478247" y="903011"/>
                  </a:lnTo>
                  <a:lnTo>
                    <a:pt x="474327" y="903011"/>
                  </a:lnTo>
                  <a:lnTo>
                    <a:pt x="470407" y="903011"/>
                  </a:lnTo>
                  <a:lnTo>
                    <a:pt x="466487" y="903011"/>
                  </a:lnTo>
                  <a:lnTo>
                    <a:pt x="462567" y="903011"/>
                  </a:lnTo>
                  <a:lnTo>
                    <a:pt x="458647" y="903011"/>
                  </a:lnTo>
                  <a:lnTo>
                    <a:pt x="454727" y="903011"/>
                  </a:lnTo>
                  <a:lnTo>
                    <a:pt x="450807" y="903011"/>
                  </a:lnTo>
                  <a:lnTo>
                    <a:pt x="446887" y="903011"/>
                  </a:lnTo>
                  <a:lnTo>
                    <a:pt x="442967" y="903011"/>
                  </a:lnTo>
                  <a:lnTo>
                    <a:pt x="439047" y="903011"/>
                  </a:lnTo>
                  <a:lnTo>
                    <a:pt x="435126" y="903011"/>
                  </a:lnTo>
                  <a:lnTo>
                    <a:pt x="431206" y="903011"/>
                  </a:lnTo>
                  <a:lnTo>
                    <a:pt x="427286" y="903011"/>
                  </a:lnTo>
                  <a:lnTo>
                    <a:pt x="423366" y="903011"/>
                  </a:lnTo>
                  <a:lnTo>
                    <a:pt x="419446" y="903011"/>
                  </a:lnTo>
                  <a:lnTo>
                    <a:pt x="415526" y="903011"/>
                  </a:lnTo>
                  <a:lnTo>
                    <a:pt x="411606" y="903011"/>
                  </a:lnTo>
                  <a:lnTo>
                    <a:pt x="407686" y="903011"/>
                  </a:lnTo>
                  <a:lnTo>
                    <a:pt x="403766" y="903011"/>
                  </a:lnTo>
                  <a:lnTo>
                    <a:pt x="399846" y="903011"/>
                  </a:lnTo>
                  <a:lnTo>
                    <a:pt x="395926" y="903011"/>
                  </a:lnTo>
                  <a:lnTo>
                    <a:pt x="392006" y="903011"/>
                  </a:lnTo>
                  <a:lnTo>
                    <a:pt x="388086" y="903011"/>
                  </a:lnTo>
                  <a:lnTo>
                    <a:pt x="384166" y="903011"/>
                  </a:lnTo>
                  <a:lnTo>
                    <a:pt x="380246" y="903011"/>
                  </a:lnTo>
                  <a:lnTo>
                    <a:pt x="376326" y="903011"/>
                  </a:lnTo>
                  <a:lnTo>
                    <a:pt x="372405" y="903011"/>
                  </a:lnTo>
                  <a:lnTo>
                    <a:pt x="368485" y="903011"/>
                  </a:lnTo>
                  <a:lnTo>
                    <a:pt x="364565" y="903011"/>
                  </a:lnTo>
                  <a:lnTo>
                    <a:pt x="360645" y="903011"/>
                  </a:lnTo>
                  <a:lnTo>
                    <a:pt x="356725" y="903011"/>
                  </a:lnTo>
                  <a:lnTo>
                    <a:pt x="352805" y="903011"/>
                  </a:lnTo>
                  <a:lnTo>
                    <a:pt x="348885" y="903011"/>
                  </a:lnTo>
                  <a:lnTo>
                    <a:pt x="344965" y="903011"/>
                  </a:lnTo>
                  <a:lnTo>
                    <a:pt x="341045" y="903011"/>
                  </a:lnTo>
                  <a:lnTo>
                    <a:pt x="337125" y="903011"/>
                  </a:lnTo>
                  <a:lnTo>
                    <a:pt x="333205" y="903011"/>
                  </a:lnTo>
                  <a:lnTo>
                    <a:pt x="329285" y="903011"/>
                  </a:lnTo>
                  <a:lnTo>
                    <a:pt x="325365" y="903011"/>
                  </a:lnTo>
                  <a:lnTo>
                    <a:pt x="321445" y="903011"/>
                  </a:lnTo>
                  <a:lnTo>
                    <a:pt x="317525" y="903011"/>
                  </a:lnTo>
                  <a:lnTo>
                    <a:pt x="313605" y="903011"/>
                  </a:lnTo>
                  <a:lnTo>
                    <a:pt x="309684" y="903011"/>
                  </a:lnTo>
                  <a:lnTo>
                    <a:pt x="305764" y="903011"/>
                  </a:lnTo>
                  <a:lnTo>
                    <a:pt x="301844" y="903011"/>
                  </a:lnTo>
                  <a:lnTo>
                    <a:pt x="297924" y="903011"/>
                  </a:lnTo>
                  <a:lnTo>
                    <a:pt x="294004" y="903011"/>
                  </a:lnTo>
                  <a:lnTo>
                    <a:pt x="290084" y="903011"/>
                  </a:lnTo>
                  <a:lnTo>
                    <a:pt x="286164" y="903011"/>
                  </a:lnTo>
                  <a:lnTo>
                    <a:pt x="282244" y="903011"/>
                  </a:lnTo>
                  <a:lnTo>
                    <a:pt x="278324" y="903011"/>
                  </a:lnTo>
                  <a:lnTo>
                    <a:pt x="274404" y="903011"/>
                  </a:lnTo>
                  <a:lnTo>
                    <a:pt x="270484" y="903011"/>
                  </a:lnTo>
                  <a:lnTo>
                    <a:pt x="266564" y="903011"/>
                  </a:lnTo>
                  <a:lnTo>
                    <a:pt x="262644" y="903011"/>
                  </a:lnTo>
                  <a:lnTo>
                    <a:pt x="258724" y="903011"/>
                  </a:lnTo>
                  <a:lnTo>
                    <a:pt x="254804" y="903011"/>
                  </a:lnTo>
                  <a:lnTo>
                    <a:pt x="250884" y="903011"/>
                  </a:lnTo>
                  <a:lnTo>
                    <a:pt x="246963" y="903011"/>
                  </a:lnTo>
                  <a:lnTo>
                    <a:pt x="243043" y="903011"/>
                  </a:lnTo>
                  <a:lnTo>
                    <a:pt x="239123" y="903011"/>
                  </a:lnTo>
                  <a:lnTo>
                    <a:pt x="235203" y="903011"/>
                  </a:lnTo>
                  <a:lnTo>
                    <a:pt x="231283" y="903011"/>
                  </a:lnTo>
                  <a:lnTo>
                    <a:pt x="227363" y="903011"/>
                  </a:lnTo>
                  <a:lnTo>
                    <a:pt x="223443" y="903011"/>
                  </a:lnTo>
                  <a:lnTo>
                    <a:pt x="219523" y="903011"/>
                  </a:lnTo>
                  <a:lnTo>
                    <a:pt x="215603" y="903011"/>
                  </a:lnTo>
                  <a:lnTo>
                    <a:pt x="211683" y="903011"/>
                  </a:lnTo>
                  <a:lnTo>
                    <a:pt x="207763" y="903011"/>
                  </a:lnTo>
                  <a:lnTo>
                    <a:pt x="203843" y="903011"/>
                  </a:lnTo>
                  <a:lnTo>
                    <a:pt x="199923" y="903011"/>
                  </a:lnTo>
                  <a:lnTo>
                    <a:pt x="196003" y="903011"/>
                  </a:lnTo>
                  <a:lnTo>
                    <a:pt x="192083" y="903011"/>
                  </a:lnTo>
                  <a:lnTo>
                    <a:pt x="188163" y="903011"/>
                  </a:lnTo>
                  <a:lnTo>
                    <a:pt x="184242" y="903011"/>
                  </a:lnTo>
                  <a:lnTo>
                    <a:pt x="180322" y="903011"/>
                  </a:lnTo>
                  <a:lnTo>
                    <a:pt x="176402" y="903011"/>
                  </a:lnTo>
                  <a:lnTo>
                    <a:pt x="172482" y="903011"/>
                  </a:lnTo>
                  <a:lnTo>
                    <a:pt x="168562" y="903011"/>
                  </a:lnTo>
                  <a:lnTo>
                    <a:pt x="164642" y="903011"/>
                  </a:lnTo>
                  <a:lnTo>
                    <a:pt x="160722" y="903011"/>
                  </a:lnTo>
                  <a:lnTo>
                    <a:pt x="156802" y="903011"/>
                  </a:lnTo>
                  <a:lnTo>
                    <a:pt x="152882" y="903011"/>
                  </a:lnTo>
                  <a:lnTo>
                    <a:pt x="148962" y="903011"/>
                  </a:lnTo>
                  <a:lnTo>
                    <a:pt x="145042" y="903011"/>
                  </a:lnTo>
                  <a:lnTo>
                    <a:pt x="141122" y="903011"/>
                  </a:lnTo>
                  <a:lnTo>
                    <a:pt x="137202" y="903011"/>
                  </a:lnTo>
                  <a:lnTo>
                    <a:pt x="133282" y="903011"/>
                  </a:lnTo>
                  <a:lnTo>
                    <a:pt x="129362" y="903011"/>
                  </a:lnTo>
                  <a:lnTo>
                    <a:pt x="125442" y="903011"/>
                  </a:lnTo>
                  <a:lnTo>
                    <a:pt x="121521" y="903011"/>
                  </a:lnTo>
                  <a:lnTo>
                    <a:pt x="117601" y="903011"/>
                  </a:lnTo>
                  <a:lnTo>
                    <a:pt x="113681" y="903011"/>
                  </a:lnTo>
                  <a:lnTo>
                    <a:pt x="109761" y="903011"/>
                  </a:lnTo>
                  <a:lnTo>
                    <a:pt x="105841" y="903011"/>
                  </a:lnTo>
                  <a:lnTo>
                    <a:pt x="101921" y="903011"/>
                  </a:lnTo>
                  <a:lnTo>
                    <a:pt x="98001" y="903011"/>
                  </a:lnTo>
                  <a:lnTo>
                    <a:pt x="94081" y="903011"/>
                  </a:lnTo>
                  <a:lnTo>
                    <a:pt x="90161" y="903011"/>
                  </a:lnTo>
                  <a:lnTo>
                    <a:pt x="86241" y="903011"/>
                  </a:lnTo>
                  <a:lnTo>
                    <a:pt x="82321" y="903011"/>
                  </a:lnTo>
                  <a:lnTo>
                    <a:pt x="78401" y="903011"/>
                  </a:lnTo>
                  <a:lnTo>
                    <a:pt x="74481" y="903011"/>
                  </a:lnTo>
                  <a:lnTo>
                    <a:pt x="70561" y="903011"/>
                  </a:lnTo>
                  <a:lnTo>
                    <a:pt x="66641" y="903011"/>
                  </a:lnTo>
                  <a:lnTo>
                    <a:pt x="62721" y="903011"/>
                  </a:lnTo>
                  <a:lnTo>
                    <a:pt x="58800" y="903011"/>
                  </a:lnTo>
                  <a:lnTo>
                    <a:pt x="54880" y="903011"/>
                  </a:lnTo>
                  <a:lnTo>
                    <a:pt x="50960" y="903011"/>
                  </a:lnTo>
                  <a:lnTo>
                    <a:pt x="47040" y="903011"/>
                  </a:lnTo>
                  <a:lnTo>
                    <a:pt x="43120" y="903011"/>
                  </a:lnTo>
                  <a:lnTo>
                    <a:pt x="39200" y="903011"/>
                  </a:lnTo>
                  <a:lnTo>
                    <a:pt x="35280" y="903011"/>
                  </a:lnTo>
                  <a:lnTo>
                    <a:pt x="31360" y="903011"/>
                  </a:lnTo>
                  <a:lnTo>
                    <a:pt x="27440" y="903011"/>
                  </a:lnTo>
                  <a:lnTo>
                    <a:pt x="23520" y="903011"/>
                  </a:lnTo>
                  <a:lnTo>
                    <a:pt x="19600" y="903011"/>
                  </a:lnTo>
                  <a:lnTo>
                    <a:pt x="15680" y="903011"/>
                  </a:lnTo>
                  <a:lnTo>
                    <a:pt x="11760" y="903011"/>
                  </a:lnTo>
                  <a:lnTo>
                    <a:pt x="7840" y="903011"/>
                  </a:lnTo>
                  <a:lnTo>
                    <a:pt x="3920" y="903011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31" name="pl31"/>
            <p:cNvSpPr/>
            <p:nvPr/>
          </p:nvSpPr>
          <p:spPr>
            <a:xfrm>
              <a:off x="4182181" y="5388538"/>
              <a:ext cx="2003152" cy="903011"/>
            </a:xfrm>
            <a:custGeom>
              <a:avLst/>
              <a:gdLst/>
              <a:ahLst/>
              <a:cxnLst/>
              <a:rect l="0" t="0" r="0" b="0"/>
              <a:pathLst>
                <a:path w="2003152" h="903011">
                  <a:moveTo>
                    <a:pt x="0" y="903011"/>
                  </a:moveTo>
                  <a:lnTo>
                    <a:pt x="3920" y="903011"/>
                  </a:lnTo>
                  <a:lnTo>
                    <a:pt x="7840" y="903011"/>
                  </a:lnTo>
                  <a:lnTo>
                    <a:pt x="11760" y="903011"/>
                  </a:lnTo>
                  <a:lnTo>
                    <a:pt x="15680" y="903011"/>
                  </a:lnTo>
                  <a:lnTo>
                    <a:pt x="19600" y="903011"/>
                  </a:lnTo>
                  <a:lnTo>
                    <a:pt x="23520" y="903011"/>
                  </a:lnTo>
                  <a:lnTo>
                    <a:pt x="27440" y="903011"/>
                  </a:lnTo>
                  <a:lnTo>
                    <a:pt x="31360" y="903011"/>
                  </a:lnTo>
                  <a:lnTo>
                    <a:pt x="35280" y="903011"/>
                  </a:lnTo>
                  <a:lnTo>
                    <a:pt x="39200" y="903011"/>
                  </a:lnTo>
                  <a:lnTo>
                    <a:pt x="43120" y="903011"/>
                  </a:lnTo>
                  <a:lnTo>
                    <a:pt x="47040" y="903011"/>
                  </a:lnTo>
                  <a:lnTo>
                    <a:pt x="50960" y="903011"/>
                  </a:lnTo>
                  <a:lnTo>
                    <a:pt x="54880" y="903011"/>
                  </a:lnTo>
                  <a:lnTo>
                    <a:pt x="58800" y="903011"/>
                  </a:lnTo>
                  <a:lnTo>
                    <a:pt x="62721" y="903011"/>
                  </a:lnTo>
                  <a:lnTo>
                    <a:pt x="66641" y="903011"/>
                  </a:lnTo>
                  <a:lnTo>
                    <a:pt x="70561" y="903011"/>
                  </a:lnTo>
                  <a:lnTo>
                    <a:pt x="74481" y="903011"/>
                  </a:lnTo>
                  <a:lnTo>
                    <a:pt x="78401" y="903011"/>
                  </a:lnTo>
                  <a:lnTo>
                    <a:pt x="82321" y="903011"/>
                  </a:lnTo>
                  <a:lnTo>
                    <a:pt x="86241" y="903011"/>
                  </a:lnTo>
                  <a:lnTo>
                    <a:pt x="90161" y="903011"/>
                  </a:lnTo>
                  <a:lnTo>
                    <a:pt x="94081" y="903010"/>
                  </a:lnTo>
                  <a:lnTo>
                    <a:pt x="98001" y="903010"/>
                  </a:lnTo>
                  <a:lnTo>
                    <a:pt x="101921" y="903008"/>
                  </a:lnTo>
                  <a:lnTo>
                    <a:pt x="105841" y="903005"/>
                  </a:lnTo>
                  <a:lnTo>
                    <a:pt x="109761" y="902997"/>
                  </a:lnTo>
                  <a:lnTo>
                    <a:pt x="113681" y="902978"/>
                  </a:lnTo>
                  <a:lnTo>
                    <a:pt x="117601" y="902935"/>
                  </a:lnTo>
                  <a:lnTo>
                    <a:pt x="121521" y="902845"/>
                  </a:lnTo>
                  <a:lnTo>
                    <a:pt x="125442" y="902665"/>
                  </a:lnTo>
                  <a:lnTo>
                    <a:pt x="129362" y="902321"/>
                  </a:lnTo>
                  <a:lnTo>
                    <a:pt x="133282" y="901692"/>
                  </a:lnTo>
                  <a:lnTo>
                    <a:pt x="137202" y="900599"/>
                  </a:lnTo>
                  <a:lnTo>
                    <a:pt x="141122" y="898784"/>
                  </a:lnTo>
                  <a:lnTo>
                    <a:pt x="145042" y="895907"/>
                  </a:lnTo>
                  <a:lnTo>
                    <a:pt x="148962" y="891549"/>
                  </a:lnTo>
                  <a:lnTo>
                    <a:pt x="152882" y="885241"/>
                  </a:lnTo>
                  <a:lnTo>
                    <a:pt x="156802" y="876516"/>
                  </a:lnTo>
                  <a:lnTo>
                    <a:pt x="160722" y="864993"/>
                  </a:lnTo>
                  <a:lnTo>
                    <a:pt x="164642" y="850473"/>
                  </a:lnTo>
                  <a:lnTo>
                    <a:pt x="168562" y="832869"/>
                  </a:lnTo>
                  <a:lnTo>
                    <a:pt x="172482" y="812998"/>
                  </a:lnTo>
                  <a:lnTo>
                    <a:pt x="176402" y="791844"/>
                  </a:lnTo>
                  <a:lnTo>
                    <a:pt x="180322" y="770701"/>
                  </a:lnTo>
                  <a:lnTo>
                    <a:pt x="184242" y="751025"/>
                  </a:lnTo>
                  <a:lnTo>
                    <a:pt x="188163" y="734242"/>
                  </a:lnTo>
                  <a:lnTo>
                    <a:pt x="192083" y="721545"/>
                  </a:lnTo>
                  <a:lnTo>
                    <a:pt x="196003" y="713736"/>
                  </a:lnTo>
                  <a:lnTo>
                    <a:pt x="199923" y="711125"/>
                  </a:lnTo>
                  <a:lnTo>
                    <a:pt x="203843" y="713525"/>
                  </a:lnTo>
                  <a:lnTo>
                    <a:pt x="207763" y="720315"/>
                  </a:lnTo>
                  <a:lnTo>
                    <a:pt x="211683" y="730576"/>
                  </a:lnTo>
                  <a:lnTo>
                    <a:pt x="215603" y="743234"/>
                  </a:lnTo>
                  <a:lnTo>
                    <a:pt x="219523" y="757214"/>
                  </a:lnTo>
                  <a:lnTo>
                    <a:pt x="223443" y="771516"/>
                  </a:lnTo>
                  <a:lnTo>
                    <a:pt x="227363" y="785284"/>
                  </a:lnTo>
                  <a:lnTo>
                    <a:pt x="231283" y="797977"/>
                  </a:lnTo>
                  <a:lnTo>
                    <a:pt x="235203" y="809246"/>
                  </a:lnTo>
                  <a:lnTo>
                    <a:pt x="239123" y="818907"/>
                  </a:lnTo>
                  <a:lnTo>
                    <a:pt x="243043" y="826913"/>
                  </a:lnTo>
                  <a:lnTo>
                    <a:pt x="246963" y="833328"/>
                  </a:lnTo>
                  <a:lnTo>
                    <a:pt x="250884" y="838300"/>
                  </a:lnTo>
                  <a:lnTo>
                    <a:pt x="254804" y="842036"/>
                  </a:lnTo>
                  <a:lnTo>
                    <a:pt x="258724" y="844769"/>
                  </a:lnTo>
                  <a:lnTo>
                    <a:pt x="262644" y="846732"/>
                  </a:lnTo>
                  <a:lnTo>
                    <a:pt x="266564" y="848129"/>
                  </a:lnTo>
                  <a:lnTo>
                    <a:pt x="270484" y="849115"/>
                  </a:lnTo>
                  <a:lnTo>
                    <a:pt x="274404" y="849784"/>
                  </a:lnTo>
                  <a:lnTo>
                    <a:pt x="278324" y="850154"/>
                  </a:lnTo>
                  <a:lnTo>
                    <a:pt x="282244" y="850193"/>
                  </a:lnTo>
                  <a:lnTo>
                    <a:pt x="286164" y="849853"/>
                  </a:lnTo>
                  <a:lnTo>
                    <a:pt x="290084" y="849064"/>
                  </a:lnTo>
                  <a:lnTo>
                    <a:pt x="294004" y="847768"/>
                  </a:lnTo>
                  <a:lnTo>
                    <a:pt x="297924" y="845924"/>
                  </a:lnTo>
                  <a:lnTo>
                    <a:pt x="301844" y="843507"/>
                  </a:lnTo>
                  <a:lnTo>
                    <a:pt x="305764" y="840496"/>
                  </a:lnTo>
                  <a:lnTo>
                    <a:pt x="309684" y="836861"/>
                  </a:lnTo>
                  <a:lnTo>
                    <a:pt x="313605" y="832544"/>
                  </a:lnTo>
                  <a:lnTo>
                    <a:pt x="317525" y="827441"/>
                  </a:lnTo>
                  <a:lnTo>
                    <a:pt x="321445" y="821395"/>
                  </a:lnTo>
                  <a:lnTo>
                    <a:pt x="325365" y="814187"/>
                  </a:lnTo>
                  <a:lnTo>
                    <a:pt x="329285" y="805538"/>
                  </a:lnTo>
                  <a:lnTo>
                    <a:pt x="333205" y="795063"/>
                  </a:lnTo>
                  <a:lnTo>
                    <a:pt x="337125" y="782239"/>
                  </a:lnTo>
                  <a:lnTo>
                    <a:pt x="341045" y="766719"/>
                  </a:lnTo>
                  <a:lnTo>
                    <a:pt x="344965" y="748002"/>
                  </a:lnTo>
                  <a:lnTo>
                    <a:pt x="348885" y="725541"/>
                  </a:lnTo>
                  <a:lnTo>
                    <a:pt x="352805" y="698751"/>
                  </a:lnTo>
                  <a:lnTo>
                    <a:pt x="356725" y="667030"/>
                  </a:lnTo>
                  <a:lnTo>
                    <a:pt x="360645" y="629800"/>
                  </a:lnTo>
                  <a:lnTo>
                    <a:pt x="364565" y="586575"/>
                  </a:lnTo>
                  <a:lnTo>
                    <a:pt x="368485" y="537062"/>
                  </a:lnTo>
                  <a:lnTo>
                    <a:pt x="372405" y="481283"/>
                  </a:lnTo>
                  <a:lnTo>
                    <a:pt x="376326" y="419724"/>
                  </a:lnTo>
                  <a:lnTo>
                    <a:pt x="380246" y="353471"/>
                  </a:lnTo>
                  <a:lnTo>
                    <a:pt x="384166" y="284323"/>
                  </a:lnTo>
                  <a:lnTo>
                    <a:pt x="388086" y="214857"/>
                  </a:lnTo>
                  <a:lnTo>
                    <a:pt x="392006" y="148979"/>
                  </a:lnTo>
                  <a:lnTo>
                    <a:pt x="395926" y="90660"/>
                  </a:lnTo>
                  <a:lnTo>
                    <a:pt x="399846" y="43982"/>
                  </a:lnTo>
                  <a:lnTo>
                    <a:pt x="403766" y="12740"/>
                  </a:lnTo>
                  <a:lnTo>
                    <a:pt x="407686" y="0"/>
                  </a:lnTo>
                  <a:lnTo>
                    <a:pt x="411606" y="7686"/>
                  </a:lnTo>
                  <a:lnTo>
                    <a:pt x="415526" y="36284"/>
                  </a:lnTo>
                  <a:lnTo>
                    <a:pt x="419446" y="84693"/>
                  </a:lnTo>
                  <a:lnTo>
                    <a:pt x="423366" y="150280"/>
                  </a:lnTo>
                  <a:lnTo>
                    <a:pt x="427286" y="229131"/>
                  </a:lnTo>
                  <a:lnTo>
                    <a:pt x="431206" y="316468"/>
                  </a:lnTo>
                  <a:lnTo>
                    <a:pt x="435126" y="407171"/>
                  </a:lnTo>
                  <a:lnTo>
                    <a:pt x="439047" y="496326"/>
                  </a:lnTo>
                  <a:lnTo>
                    <a:pt x="442967" y="579711"/>
                  </a:lnTo>
                  <a:lnTo>
                    <a:pt x="446887" y="653429"/>
                  </a:lnTo>
                  <a:lnTo>
                    <a:pt x="450807" y="716024"/>
                  </a:lnTo>
                  <a:lnTo>
                    <a:pt x="454727" y="767194"/>
                  </a:lnTo>
                  <a:lnTo>
                    <a:pt x="458647" y="807433"/>
                  </a:lnTo>
                  <a:lnTo>
                    <a:pt x="462567" y="837891"/>
                  </a:lnTo>
                  <a:lnTo>
                    <a:pt x="466487" y="860087"/>
                  </a:lnTo>
                  <a:lnTo>
                    <a:pt x="470407" y="875660"/>
                  </a:lnTo>
                  <a:lnTo>
                    <a:pt x="474327" y="886177"/>
                  </a:lnTo>
                  <a:lnTo>
                    <a:pt x="478247" y="893010"/>
                  </a:lnTo>
                  <a:lnTo>
                    <a:pt x="482167" y="897281"/>
                  </a:lnTo>
                  <a:lnTo>
                    <a:pt x="486087" y="899847"/>
                  </a:lnTo>
                  <a:lnTo>
                    <a:pt x="490007" y="901328"/>
                  </a:lnTo>
                  <a:lnTo>
                    <a:pt x="493927" y="902150"/>
                  </a:lnTo>
                  <a:lnTo>
                    <a:pt x="497847" y="902587"/>
                  </a:lnTo>
                  <a:lnTo>
                    <a:pt x="501768" y="902805"/>
                  </a:lnTo>
                  <a:lnTo>
                    <a:pt x="505688" y="902913"/>
                  </a:lnTo>
                  <a:lnTo>
                    <a:pt x="509608" y="902966"/>
                  </a:lnTo>
                  <a:lnTo>
                    <a:pt x="513528" y="902991"/>
                  </a:lnTo>
                  <a:lnTo>
                    <a:pt x="517448" y="903002"/>
                  </a:lnTo>
                  <a:lnTo>
                    <a:pt x="521368" y="903007"/>
                  </a:lnTo>
                  <a:lnTo>
                    <a:pt x="525288" y="903009"/>
                  </a:lnTo>
                  <a:lnTo>
                    <a:pt x="529208" y="903010"/>
                  </a:lnTo>
                  <a:lnTo>
                    <a:pt x="533128" y="903011"/>
                  </a:lnTo>
                  <a:lnTo>
                    <a:pt x="537048" y="903011"/>
                  </a:lnTo>
                  <a:lnTo>
                    <a:pt x="540968" y="903011"/>
                  </a:lnTo>
                  <a:lnTo>
                    <a:pt x="544888" y="903011"/>
                  </a:lnTo>
                  <a:lnTo>
                    <a:pt x="548808" y="903011"/>
                  </a:lnTo>
                  <a:lnTo>
                    <a:pt x="552728" y="903011"/>
                  </a:lnTo>
                  <a:lnTo>
                    <a:pt x="556648" y="903011"/>
                  </a:lnTo>
                  <a:lnTo>
                    <a:pt x="560569" y="903011"/>
                  </a:lnTo>
                  <a:lnTo>
                    <a:pt x="564489" y="903011"/>
                  </a:lnTo>
                  <a:lnTo>
                    <a:pt x="568409" y="903011"/>
                  </a:lnTo>
                  <a:lnTo>
                    <a:pt x="572329" y="903011"/>
                  </a:lnTo>
                  <a:lnTo>
                    <a:pt x="576249" y="903011"/>
                  </a:lnTo>
                  <a:lnTo>
                    <a:pt x="580169" y="903011"/>
                  </a:lnTo>
                  <a:lnTo>
                    <a:pt x="584089" y="903011"/>
                  </a:lnTo>
                  <a:lnTo>
                    <a:pt x="588009" y="903011"/>
                  </a:lnTo>
                  <a:lnTo>
                    <a:pt x="591929" y="903011"/>
                  </a:lnTo>
                  <a:lnTo>
                    <a:pt x="595849" y="903011"/>
                  </a:lnTo>
                  <a:lnTo>
                    <a:pt x="599769" y="903011"/>
                  </a:lnTo>
                  <a:lnTo>
                    <a:pt x="603689" y="903011"/>
                  </a:lnTo>
                  <a:lnTo>
                    <a:pt x="607609" y="903011"/>
                  </a:lnTo>
                  <a:lnTo>
                    <a:pt x="611529" y="903011"/>
                  </a:lnTo>
                  <a:lnTo>
                    <a:pt x="615449" y="903011"/>
                  </a:lnTo>
                  <a:lnTo>
                    <a:pt x="619369" y="903011"/>
                  </a:lnTo>
                  <a:lnTo>
                    <a:pt x="623290" y="903011"/>
                  </a:lnTo>
                  <a:lnTo>
                    <a:pt x="627210" y="903011"/>
                  </a:lnTo>
                  <a:lnTo>
                    <a:pt x="631130" y="903011"/>
                  </a:lnTo>
                  <a:lnTo>
                    <a:pt x="635050" y="903011"/>
                  </a:lnTo>
                  <a:lnTo>
                    <a:pt x="638970" y="903011"/>
                  </a:lnTo>
                  <a:lnTo>
                    <a:pt x="642890" y="903011"/>
                  </a:lnTo>
                  <a:lnTo>
                    <a:pt x="646810" y="903011"/>
                  </a:lnTo>
                  <a:lnTo>
                    <a:pt x="650730" y="903011"/>
                  </a:lnTo>
                  <a:lnTo>
                    <a:pt x="654650" y="903011"/>
                  </a:lnTo>
                  <a:lnTo>
                    <a:pt x="658570" y="903011"/>
                  </a:lnTo>
                  <a:lnTo>
                    <a:pt x="662490" y="903011"/>
                  </a:lnTo>
                  <a:lnTo>
                    <a:pt x="666410" y="903011"/>
                  </a:lnTo>
                  <a:lnTo>
                    <a:pt x="670330" y="903011"/>
                  </a:lnTo>
                  <a:lnTo>
                    <a:pt x="674250" y="903011"/>
                  </a:lnTo>
                  <a:lnTo>
                    <a:pt x="678170" y="903011"/>
                  </a:lnTo>
                  <a:lnTo>
                    <a:pt x="682090" y="903011"/>
                  </a:lnTo>
                  <a:lnTo>
                    <a:pt x="686011" y="903011"/>
                  </a:lnTo>
                  <a:lnTo>
                    <a:pt x="689931" y="903011"/>
                  </a:lnTo>
                  <a:lnTo>
                    <a:pt x="693851" y="903011"/>
                  </a:lnTo>
                  <a:lnTo>
                    <a:pt x="697771" y="903011"/>
                  </a:lnTo>
                  <a:lnTo>
                    <a:pt x="701691" y="903011"/>
                  </a:lnTo>
                  <a:lnTo>
                    <a:pt x="705611" y="903011"/>
                  </a:lnTo>
                  <a:lnTo>
                    <a:pt x="709531" y="903011"/>
                  </a:lnTo>
                  <a:lnTo>
                    <a:pt x="713451" y="903011"/>
                  </a:lnTo>
                  <a:lnTo>
                    <a:pt x="717371" y="903011"/>
                  </a:lnTo>
                  <a:lnTo>
                    <a:pt x="721291" y="903011"/>
                  </a:lnTo>
                  <a:lnTo>
                    <a:pt x="725211" y="903011"/>
                  </a:lnTo>
                  <a:lnTo>
                    <a:pt x="729131" y="903011"/>
                  </a:lnTo>
                  <a:lnTo>
                    <a:pt x="733051" y="903011"/>
                  </a:lnTo>
                  <a:lnTo>
                    <a:pt x="736971" y="903011"/>
                  </a:lnTo>
                  <a:lnTo>
                    <a:pt x="740891" y="903011"/>
                  </a:lnTo>
                  <a:lnTo>
                    <a:pt x="744811" y="903011"/>
                  </a:lnTo>
                  <a:lnTo>
                    <a:pt x="748732" y="903011"/>
                  </a:lnTo>
                  <a:lnTo>
                    <a:pt x="752652" y="903011"/>
                  </a:lnTo>
                  <a:lnTo>
                    <a:pt x="756572" y="903011"/>
                  </a:lnTo>
                  <a:lnTo>
                    <a:pt x="760492" y="903011"/>
                  </a:lnTo>
                  <a:lnTo>
                    <a:pt x="764412" y="903011"/>
                  </a:lnTo>
                  <a:lnTo>
                    <a:pt x="768332" y="903011"/>
                  </a:lnTo>
                  <a:lnTo>
                    <a:pt x="772252" y="903011"/>
                  </a:lnTo>
                  <a:lnTo>
                    <a:pt x="776172" y="903011"/>
                  </a:lnTo>
                  <a:lnTo>
                    <a:pt x="780092" y="903011"/>
                  </a:lnTo>
                  <a:lnTo>
                    <a:pt x="784012" y="903011"/>
                  </a:lnTo>
                  <a:lnTo>
                    <a:pt x="787932" y="903011"/>
                  </a:lnTo>
                  <a:lnTo>
                    <a:pt x="791852" y="903011"/>
                  </a:lnTo>
                  <a:lnTo>
                    <a:pt x="795772" y="903011"/>
                  </a:lnTo>
                  <a:lnTo>
                    <a:pt x="799692" y="903011"/>
                  </a:lnTo>
                  <a:lnTo>
                    <a:pt x="803612" y="903011"/>
                  </a:lnTo>
                  <a:lnTo>
                    <a:pt x="807532" y="903011"/>
                  </a:lnTo>
                  <a:lnTo>
                    <a:pt x="811453" y="903011"/>
                  </a:lnTo>
                  <a:lnTo>
                    <a:pt x="815373" y="903011"/>
                  </a:lnTo>
                  <a:lnTo>
                    <a:pt x="819293" y="903011"/>
                  </a:lnTo>
                  <a:lnTo>
                    <a:pt x="823213" y="903011"/>
                  </a:lnTo>
                  <a:lnTo>
                    <a:pt x="827133" y="903011"/>
                  </a:lnTo>
                  <a:lnTo>
                    <a:pt x="831053" y="903011"/>
                  </a:lnTo>
                  <a:lnTo>
                    <a:pt x="834973" y="903011"/>
                  </a:lnTo>
                  <a:lnTo>
                    <a:pt x="838893" y="903011"/>
                  </a:lnTo>
                  <a:lnTo>
                    <a:pt x="842813" y="903011"/>
                  </a:lnTo>
                  <a:lnTo>
                    <a:pt x="846733" y="903011"/>
                  </a:lnTo>
                  <a:lnTo>
                    <a:pt x="850653" y="903011"/>
                  </a:lnTo>
                  <a:lnTo>
                    <a:pt x="854573" y="903011"/>
                  </a:lnTo>
                  <a:lnTo>
                    <a:pt x="858493" y="903011"/>
                  </a:lnTo>
                  <a:lnTo>
                    <a:pt x="862413" y="903011"/>
                  </a:lnTo>
                  <a:lnTo>
                    <a:pt x="866333" y="903011"/>
                  </a:lnTo>
                  <a:lnTo>
                    <a:pt x="870253" y="903011"/>
                  </a:lnTo>
                  <a:lnTo>
                    <a:pt x="874174" y="903011"/>
                  </a:lnTo>
                  <a:lnTo>
                    <a:pt x="878094" y="903011"/>
                  </a:lnTo>
                  <a:lnTo>
                    <a:pt x="882014" y="903011"/>
                  </a:lnTo>
                  <a:lnTo>
                    <a:pt x="885934" y="903011"/>
                  </a:lnTo>
                  <a:lnTo>
                    <a:pt x="889854" y="903011"/>
                  </a:lnTo>
                  <a:lnTo>
                    <a:pt x="893774" y="903011"/>
                  </a:lnTo>
                  <a:lnTo>
                    <a:pt x="897694" y="903011"/>
                  </a:lnTo>
                  <a:lnTo>
                    <a:pt x="901614" y="903011"/>
                  </a:lnTo>
                  <a:lnTo>
                    <a:pt x="905534" y="903011"/>
                  </a:lnTo>
                  <a:lnTo>
                    <a:pt x="909454" y="903011"/>
                  </a:lnTo>
                  <a:lnTo>
                    <a:pt x="913374" y="903011"/>
                  </a:lnTo>
                  <a:lnTo>
                    <a:pt x="917294" y="903011"/>
                  </a:lnTo>
                  <a:lnTo>
                    <a:pt x="921214" y="903011"/>
                  </a:lnTo>
                  <a:lnTo>
                    <a:pt x="925134" y="903011"/>
                  </a:lnTo>
                  <a:lnTo>
                    <a:pt x="929054" y="903011"/>
                  </a:lnTo>
                  <a:lnTo>
                    <a:pt x="932974" y="903011"/>
                  </a:lnTo>
                  <a:lnTo>
                    <a:pt x="936895" y="903011"/>
                  </a:lnTo>
                  <a:lnTo>
                    <a:pt x="940815" y="903011"/>
                  </a:lnTo>
                  <a:lnTo>
                    <a:pt x="944735" y="903011"/>
                  </a:lnTo>
                  <a:lnTo>
                    <a:pt x="948655" y="903011"/>
                  </a:lnTo>
                  <a:lnTo>
                    <a:pt x="952575" y="903011"/>
                  </a:lnTo>
                  <a:lnTo>
                    <a:pt x="956495" y="903011"/>
                  </a:lnTo>
                  <a:lnTo>
                    <a:pt x="960415" y="903011"/>
                  </a:lnTo>
                  <a:lnTo>
                    <a:pt x="964335" y="903011"/>
                  </a:lnTo>
                  <a:lnTo>
                    <a:pt x="968255" y="903011"/>
                  </a:lnTo>
                  <a:lnTo>
                    <a:pt x="972175" y="903011"/>
                  </a:lnTo>
                  <a:lnTo>
                    <a:pt x="976095" y="903011"/>
                  </a:lnTo>
                  <a:lnTo>
                    <a:pt x="980015" y="903011"/>
                  </a:lnTo>
                  <a:lnTo>
                    <a:pt x="983935" y="903011"/>
                  </a:lnTo>
                  <a:lnTo>
                    <a:pt x="987855" y="903011"/>
                  </a:lnTo>
                  <a:lnTo>
                    <a:pt x="991775" y="903011"/>
                  </a:lnTo>
                  <a:lnTo>
                    <a:pt x="995695" y="903011"/>
                  </a:lnTo>
                  <a:lnTo>
                    <a:pt x="999616" y="903011"/>
                  </a:lnTo>
                  <a:lnTo>
                    <a:pt x="1003536" y="903011"/>
                  </a:lnTo>
                  <a:lnTo>
                    <a:pt x="1007456" y="903011"/>
                  </a:lnTo>
                  <a:lnTo>
                    <a:pt x="1011376" y="903011"/>
                  </a:lnTo>
                  <a:lnTo>
                    <a:pt x="1015296" y="903011"/>
                  </a:lnTo>
                  <a:lnTo>
                    <a:pt x="1019216" y="903011"/>
                  </a:lnTo>
                  <a:lnTo>
                    <a:pt x="1023136" y="903011"/>
                  </a:lnTo>
                  <a:lnTo>
                    <a:pt x="1027056" y="903011"/>
                  </a:lnTo>
                  <a:lnTo>
                    <a:pt x="1030976" y="903011"/>
                  </a:lnTo>
                  <a:lnTo>
                    <a:pt x="1034896" y="903011"/>
                  </a:lnTo>
                  <a:lnTo>
                    <a:pt x="1038816" y="903011"/>
                  </a:lnTo>
                  <a:lnTo>
                    <a:pt x="1042736" y="903011"/>
                  </a:lnTo>
                  <a:lnTo>
                    <a:pt x="1046656" y="903011"/>
                  </a:lnTo>
                  <a:lnTo>
                    <a:pt x="1050576" y="903011"/>
                  </a:lnTo>
                  <a:lnTo>
                    <a:pt x="1054496" y="903011"/>
                  </a:lnTo>
                  <a:lnTo>
                    <a:pt x="1058417" y="903011"/>
                  </a:lnTo>
                  <a:lnTo>
                    <a:pt x="1062337" y="903011"/>
                  </a:lnTo>
                  <a:lnTo>
                    <a:pt x="1066257" y="903011"/>
                  </a:lnTo>
                  <a:lnTo>
                    <a:pt x="1070177" y="903011"/>
                  </a:lnTo>
                  <a:lnTo>
                    <a:pt x="1074097" y="903011"/>
                  </a:lnTo>
                  <a:lnTo>
                    <a:pt x="1078017" y="903011"/>
                  </a:lnTo>
                  <a:lnTo>
                    <a:pt x="1081937" y="903011"/>
                  </a:lnTo>
                  <a:lnTo>
                    <a:pt x="1085857" y="903011"/>
                  </a:lnTo>
                  <a:lnTo>
                    <a:pt x="1089777" y="903011"/>
                  </a:lnTo>
                  <a:lnTo>
                    <a:pt x="1093697" y="903011"/>
                  </a:lnTo>
                  <a:lnTo>
                    <a:pt x="1097617" y="903011"/>
                  </a:lnTo>
                  <a:lnTo>
                    <a:pt x="1101537" y="903011"/>
                  </a:lnTo>
                  <a:lnTo>
                    <a:pt x="1105457" y="903011"/>
                  </a:lnTo>
                  <a:lnTo>
                    <a:pt x="1109377" y="903011"/>
                  </a:lnTo>
                  <a:lnTo>
                    <a:pt x="1113297" y="903011"/>
                  </a:lnTo>
                  <a:lnTo>
                    <a:pt x="1117217" y="903011"/>
                  </a:lnTo>
                  <a:lnTo>
                    <a:pt x="1121138" y="903011"/>
                  </a:lnTo>
                  <a:lnTo>
                    <a:pt x="1125058" y="903011"/>
                  </a:lnTo>
                  <a:lnTo>
                    <a:pt x="1128978" y="903011"/>
                  </a:lnTo>
                  <a:lnTo>
                    <a:pt x="1132898" y="903011"/>
                  </a:lnTo>
                  <a:lnTo>
                    <a:pt x="1136818" y="903011"/>
                  </a:lnTo>
                  <a:lnTo>
                    <a:pt x="1140738" y="903011"/>
                  </a:lnTo>
                  <a:lnTo>
                    <a:pt x="1144658" y="903011"/>
                  </a:lnTo>
                  <a:lnTo>
                    <a:pt x="1148578" y="903011"/>
                  </a:lnTo>
                  <a:lnTo>
                    <a:pt x="1152498" y="903011"/>
                  </a:lnTo>
                  <a:lnTo>
                    <a:pt x="1156418" y="903011"/>
                  </a:lnTo>
                  <a:lnTo>
                    <a:pt x="1160338" y="903011"/>
                  </a:lnTo>
                  <a:lnTo>
                    <a:pt x="1164258" y="903011"/>
                  </a:lnTo>
                  <a:lnTo>
                    <a:pt x="1168178" y="903011"/>
                  </a:lnTo>
                  <a:lnTo>
                    <a:pt x="1172098" y="903011"/>
                  </a:lnTo>
                  <a:lnTo>
                    <a:pt x="1176018" y="903011"/>
                  </a:lnTo>
                  <a:lnTo>
                    <a:pt x="1179938" y="903011"/>
                  </a:lnTo>
                  <a:lnTo>
                    <a:pt x="1183859" y="903011"/>
                  </a:lnTo>
                  <a:lnTo>
                    <a:pt x="1187779" y="903011"/>
                  </a:lnTo>
                  <a:lnTo>
                    <a:pt x="1191699" y="903011"/>
                  </a:lnTo>
                  <a:lnTo>
                    <a:pt x="1195619" y="903011"/>
                  </a:lnTo>
                  <a:lnTo>
                    <a:pt x="1199539" y="903011"/>
                  </a:lnTo>
                  <a:lnTo>
                    <a:pt x="1203459" y="903011"/>
                  </a:lnTo>
                  <a:lnTo>
                    <a:pt x="1207379" y="903011"/>
                  </a:lnTo>
                  <a:lnTo>
                    <a:pt x="1211299" y="903011"/>
                  </a:lnTo>
                  <a:lnTo>
                    <a:pt x="1215219" y="903011"/>
                  </a:lnTo>
                  <a:lnTo>
                    <a:pt x="1219139" y="903011"/>
                  </a:lnTo>
                  <a:lnTo>
                    <a:pt x="1223059" y="903011"/>
                  </a:lnTo>
                  <a:lnTo>
                    <a:pt x="1226979" y="903011"/>
                  </a:lnTo>
                  <a:lnTo>
                    <a:pt x="1230899" y="903011"/>
                  </a:lnTo>
                  <a:lnTo>
                    <a:pt x="1234819" y="903011"/>
                  </a:lnTo>
                  <a:lnTo>
                    <a:pt x="1238739" y="903011"/>
                  </a:lnTo>
                  <a:lnTo>
                    <a:pt x="1242659" y="903011"/>
                  </a:lnTo>
                  <a:lnTo>
                    <a:pt x="1246580" y="903011"/>
                  </a:lnTo>
                  <a:lnTo>
                    <a:pt x="1250500" y="903011"/>
                  </a:lnTo>
                  <a:lnTo>
                    <a:pt x="1254420" y="903011"/>
                  </a:lnTo>
                  <a:lnTo>
                    <a:pt x="1258340" y="903011"/>
                  </a:lnTo>
                  <a:lnTo>
                    <a:pt x="1262260" y="903011"/>
                  </a:lnTo>
                  <a:lnTo>
                    <a:pt x="1266180" y="903011"/>
                  </a:lnTo>
                  <a:lnTo>
                    <a:pt x="1270100" y="903011"/>
                  </a:lnTo>
                  <a:lnTo>
                    <a:pt x="1274020" y="903011"/>
                  </a:lnTo>
                  <a:lnTo>
                    <a:pt x="1277940" y="903011"/>
                  </a:lnTo>
                  <a:lnTo>
                    <a:pt x="1281860" y="903011"/>
                  </a:lnTo>
                  <a:lnTo>
                    <a:pt x="1285780" y="903011"/>
                  </a:lnTo>
                  <a:lnTo>
                    <a:pt x="1289700" y="903011"/>
                  </a:lnTo>
                  <a:lnTo>
                    <a:pt x="1293620" y="903011"/>
                  </a:lnTo>
                  <a:lnTo>
                    <a:pt x="1297540" y="903011"/>
                  </a:lnTo>
                  <a:lnTo>
                    <a:pt x="1301460" y="903011"/>
                  </a:lnTo>
                  <a:lnTo>
                    <a:pt x="1305380" y="903011"/>
                  </a:lnTo>
                  <a:lnTo>
                    <a:pt x="1309301" y="903011"/>
                  </a:lnTo>
                  <a:lnTo>
                    <a:pt x="1313221" y="903011"/>
                  </a:lnTo>
                  <a:lnTo>
                    <a:pt x="1317141" y="903011"/>
                  </a:lnTo>
                  <a:lnTo>
                    <a:pt x="1321061" y="903011"/>
                  </a:lnTo>
                  <a:lnTo>
                    <a:pt x="1324981" y="903011"/>
                  </a:lnTo>
                  <a:lnTo>
                    <a:pt x="1328901" y="903011"/>
                  </a:lnTo>
                  <a:lnTo>
                    <a:pt x="1332821" y="903011"/>
                  </a:lnTo>
                  <a:lnTo>
                    <a:pt x="1336741" y="903011"/>
                  </a:lnTo>
                  <a:lnTo>
                    <a:pt x="1340661" y="903011"/>
                  </a:lnTo>
                  <a:lnTo>
                    <a:pt x="1344581" y="903011"/>
                  </a:lnTo>
                  <a:lnTo>
                    <a:pt x="1348501" y="903011"/>
                  </a:lnTo>
                  <a:lnTo>
                    <a:pt x="1352421" y="903011"/>
                  </a:lnTo>
                  <a:lnTo>
                    <a:pt x="1356341" y="903011"/>
                  </a:lnTo>
                  <a:lnTo>
                    <a:pt x="1360261" y="903011"/>
                  </a:lnTo>
                  <a:lnTo>
                    <a:pt x="1364181" y="903011"/>
                  </a:lnTo>
                  <a:lnTo>
                    <a:pt x="1368101" y="903011"/>
                  </a:lnTo>
                  <a:lnTo>
                    <a:pt x="1372022" y="903011"/>
                  </a:lnTo>
                  <a:lnTo>
                    <a:pt x="1375942" y="903010"/>
                  </a:lnTo>
                  <a:lnTo>
                    <a:pt x="1379862" y="903010"/>
                  </a:lnTo>
                  <a:lnTo>
                    <a:pt x="1383782" y="903009"/>
                  </a:lnTo>
                  <a:lnTo>
                    <a:pt x="1387702" y="903008"/>
                  </a:lnTo>
                  <a:lnTo>
                    <a:pt x="1391622" y="903005"/>
                  </a:lnTo>
                  <a:lnTo>
                    <a:pt x="1395542" y="902999"/>
                  </a:lnTo>
                  <a:lnTo>
                    <a:pt x="1399462" y="902988"/>
                  </a:lnTo>
                  <a:lnTo>
                    <a:pt x="1403382" y="902970"/>
                  </a:lnTo>
                  <a:lnTo>
                    <a:pt x="1407302" y="902941"/>
                  </a:lnTo>
                  <a:lnTo>
                    <a:pt x="1411222" y="902896"/>
                  </a:lnTo>
                  <a:lnTo>
                    <a:pt x="1415142" y="902829"/>
                  </a:lnTo>
                  <a:lnTo>
                    <a:pt x="1419062" y="902737"/>
                  </a:lnTo>
                  <a:lnTo>
                    <a:pt x="1422982" y="902615"/>
                  </a:lnTo>
                  <a:lnTo>
                    <a:pt x="1426902" y="902463"/>
                  </a:lnTo>
                  <a:lnTo>
                    <a:pt x="1430822" y="902283"/>
                  </a:lnTo>
                  <a:lnTo>
                    <a:pt x="1434743" y="902084"/>
                  </a:lnTo>
                  <a:lnTo>
                    <a:pt x="1438663" y="901878"/>
                  </a:lnTo>
                  <a:lnTo>
                    <a:pt x="1442583" y="901683"/>
                  </a:lnTo>
                  <a:lnTo>
                    <a:pt x="1446503" y="901517"/>
                  </a:lnTo>
                  <a:lnTo>
                    <a:pt x="1450423" y="901403"/>
                  </a:lnTo>
                  <a:lnTo>
                    <a:pt x="1454343" y="901355"/>
                  </a:lnTo>
                  <a:lnTo>
                    <a:pt x="1458263" y="901377"/>
                  </a:lnTo>
                  <a:lnTo>
                    <a:pt x="1462183" y="901464"/>
                  </a:lnTo>
                  <a:lnTo>
                    <a:pt x="1466103" y="901607"/>
                  </a:lnTo>
                  <a:lnTo>
                    <a:pt x="1470023" y="901788"/>
                  </a:lnTo>
                  <a:lnTo>
                    <a:pt x="1473943" y="901990"/>
                  </a:lnTo>
                  <a:lnTo>
                    <a:pt x="1477863" y="902193"/>
                  </a:lnTo>
                  <a:lnTo>
                    <a:pt x="1481783" y="902384"/>
                  </a:lnTo>
                  <a:lnTo>
                    <a:pt x="1485703" y="902550"/>
                  </a:lnTo>
                  <a:lnTo>
                    <a:pt x="1489623" y="902686"/>
                  </a:lnTo>
                  <a:lnTo>
                    <a:pt x="1493543" y="902792"/>
                  </a:lnTo>
                  <a:lnTo>
                    <a:pt x="1497464" y="902870"/>
                  </a:lnTo>
                  <a:lnTo>
                    <a:pt x="1501384" y="902924"/>
                  </a:lnTo>
                  <a:lnTo>
                    <a:pt x="1505304" y="902960"/>
                  </a:lnTo>
                  <a:lnTo>
                    <a:pt x="1509224" y="902981"/>
                  </a:lnTo>
                  <a:lnTo>
                    <a:pt x="1513144" y="902995"/>
                  </a:lnTo>
                  <a:lnTo>
                    <a:pt x="1517064" y="903002"/>
                  </a:lnTo>
                  <a:lnTo>
                    <a:pt x="1520984" y="903006"/>
                  </a:lnTo>
                  <a:lnTo>
                    <a:pt x="1524904" y="903009"/>
                  </a:lnTo>
                  <a:lnTo>
                    <a:pt x="1528824" y="903010"/>
                  </a:lnTo>
                  <a:lnTo>
                    <a:pt x="1532744" y="903010"/>
                  </a:lnTo>
                  <a:lnTo>
                    <a:pt x="1536664" y="903011"/>
                  </a:lnTo>
                  <a:lnTo>
                    <a:pt x="1540584" y="903011"/>
                  </a:lnTo>
                  <a:lnTo>
                    <a:pt x="1544504" y="903011"/>
                  </a:lnTo>
                  <a:lnTo>
                    <a:pt x="1548424" y="903011"/>
                  </a:lnTo>
                  <a:lnTo>
                    <a:pt x="1552344" y="903011"/>
                  </a:lnTo>
                  <a:lnTo>
                    <a:pt x="1556265" y="903011"/>
                  </a:lnTo>
                  <a:lnTo>
                    <a:pt x="1560185" y="903011"/>
                  </a:lnTo>
                  <a:lnTo>
                    <a:pt x="1564105" y="903011"/>
                  </a:lnTo>
                  <a:lnTo>
                    <a:pt x="1568025" y="903011"/>
                  </a:lnTo>
                  <a:lnTo>
                    <a:pt x="1571945" y="903011"/>
                  </a:lnTo>
                  <a:lnTo>
                    <a:pt x="1575865" y="903011"/>
                  </a:lnTo>
                  <a:lnTo>
                    <a:pt x="1579785" y="903011"/>
                  </a:lnTo>
                  <a:lnTo>
                    <a:pt x="1583705" y="903011"/>
                  </a:lnTo>
                  <a:lnTo>
                    <a:pt x="1587625" y="903011"/>
                  </a:lnTo>
                  <a:lnTo>
                    <a:pt x="1591545" y="903011"/>
                  </a:lnTo>
                  <a:lnTo>
                    <a:pt x="1595465" y="903011"/>
                  </a:lnTo>
                  <a:lnTo>
                    <a:pt x="1599385" y="903011"/>
                  </a:lnTo>
                  <a:lnTo>
                    <a:pt x="1603305" y="903011"/>
                  </a:lnTo>
                  <a:lnTo>
                    <a:pt x="1607225" y="903011"/>
                  </a:lnTo>
                  <a:lnTo>
                    <a:pt x="1611145" y="903011"/>
                  </a:lnTo>
                  <a:lnTo>
                    <a:pt x="1615065" y="903011"/>
                  </a:lnTo>
                  <a:lnTo>
                    <a:pt x="1618986" y="903011"/>
                  </a:lnTo>
                  <a:lnTo>
                    <a:pt x="1622906" y="903011"/>
                  </a:lnTo>
                  <a:lnTo>
                    <a:pt x="1626826" y="903011"/>
                  </a:lnTo>
                  <a:lnTo>
                    <a:pt x="1630746" y="903011"/>
                  </a:lnTo>
                  <a:lnTo>
                    <a:pt x="1634666" y="903011"/>
                  </a:lnTo>
                  <a:lnTo>
                    <a:pt x="1638586" y="903011"/>
                  </a:lnTo>
                  <a:lnTo>
                    <a:pt x="1642506" y="903011"/>
                  </a:lnTo>
                  <a:lnTo>
                    <a:pt x="1646426" y="903011"/>
                  </a:lnTo>
                  <a:lnTo>
                    <a:pt x="1650346" y="903011"/>
                  </a:lnTo>
                  <a:lnTo>
                    <a:pt x="1654266" y="903011"/>
                  </a:lnTo>
                  <a:lnTo>
                    <a:pt x="1658186" y="903011"/>
                  </a:lnTo>
                  <a:lnTo>
                    <a:pt x="1662106" y="903011"/>
                  </a:lnTo>
                  <a:lnTo>
                    <a:pt x="1666026" y="903011"/>
                  </a:lnTo>
                  <a:lnTo>
                    <a:pt x="1669946" y="903011"/>
                  </a:lnTo>
                  <a:lnTo>
                    <a:pt x="1673866" y="903011"/>
                  </a:lnTo>
                  <a:lnTo>
                    <a:pt x="1677786" y="903011"/>
                  </a:lnTo>
                  <a:lnTo>
                    <a:pt x="1681707" y="903011"/>
                  </a:lnTo>
                  <a:lnTo>
                    <a:pt x="1685627" y="903011"/>
                  </a:lnTo>
                  <a:lnTo>
                    <a:pt x="1689547" y="903011"/>
                  </a:lnTo>
                  <a:lnTo>
                    <a:pt x="1693467" y="903011"/>
                  </a:lnTo>
                  <a:lnTo>
                    <a:pt x="1697387" y="903011"/>
                  </a:lnTo>
                  <a:lnTo>
                    <a:pt x="1701307" y="903011"/>
                  </a:lnTo>
                  <a:lnTo>
                    <a:pt x="1705227" y="903011"/>
                  </a:lnTo>
                  <a:lnTo>
                    <a:pt x="1709147" y="903011"/>
                  </a:lnTo>
                  <a:lnTo>
                    <a:pt x="1713067" y="903011"/>
                  </a:lnTo>
                  <a:lnTo>
                    <a:pt x="1716987" y="903011"/>
                  </a:lnTo>
                  <a:lnTo>
                    <a:pt x="1720907" y="903011"/>
                  </a:lnTo>
                  <a:lnTo>
                    <a:pt x="1724827" y="903011"/>
                  </a:lnTo>
                  <a:lnTo>
                    <a:pt x="1728747" y="903011"/>
                  </a:lnTo>
                  <a:lnTo>
                    <a:pt x="1732667" y="903011"/>
                  </a:lnTo>
                  <a:lnTo>
                    <a:pt x="1736587" y="903011"/>
                  </a:lnTo>
                  <a:lnTo>
                    <a:pt x="1740507" y="903011"/>
                  </a:lnTo>
                  <a:lnTo>
                    <a:pt x="1744428" y="903011"/>
                  </a:lnTo>
                  <a:lnTo>
                    <a:pt x="1748348" y="903011"/>
                  </a:lnTo>
                  <a:lnTo>
                    <a:pt x="1752268" y="903011"/>
                  </a:lnTo>
                  <a:lnTo>
                    <a:pt x="1756188" y="903011"/>
                  </a:lnTo>
                  <a:lnTo>
                    <a:pt x="1760108" y="903011"/>
                  </a:lnTo>
                  <a:lnTo>
                    <a:pt x="1764028" y="903011"/>
                  </a:lnTo>
                  <a:lnTo>
                    <a:pt x="1767948" y="903011"/>
                  </a:lnTo>
                  <a:lnTo>
                    <a:pt x="1771868" y="903011"/>
                  </a:lnTo>
                  <a:lnTo>
                    <a:pt x="1775788" y="903011"/>
                  </a:lnTo>
                  <a:lnTo>
                    <a:pt x="1779708" y="903011"/>
                  </a:lnTo>
                  <a:lnTo>
                    <a:pt x="1783628" y="903011"/>
                  </a:lnTo>
                  <a:lnTo>
                    <a:pt x="1787548" y="903011"/>
                  </a:lnTo>
                  <a:lnTo>
                    <a:pt x="1791468" y="903011"/>
                  </a:lnTo>
                  <a:lnTo>
                    <a:pt x="1795388" y="903011"/>
                  </a:lnTo>
                  <a:lnTo>
                    <a:pt x="1799308" y="903011"/>
                  </a:lnTo>
                  <a:lnTo>
                    <a:pt x="1803228" y="903011"/>
                  </a:lnTo>
                  <a:lnTo>
                    <a:pt x="1807149" y="903011"/>
                  </a:lnTo>
                  <a:lnTo>
                    <a:pt x="1811069" y="903011"/>
                  </a:lnTo>
                  <a:lnTo>
                    <a:pt x="1814989" y="903011"/>
                  </a:lnTo>
                  <a:lnTo>
                    <a:pt x="1818909" y="903011"/>
                  </a:lnTo>
                  <a:lnTo>
                    <a:pt x="1822829" y="903011"/>
                  </a:lnTo>
                  <a:lnTo>
                    <a:pt x="1826749" y="903011"/>
                  </a:lnTo>
                  <a:lnTo>
                    <a:pt x="1830669" y="903011"/>
                  </a:lnTo>
                  <a:lnTo>
                    <a:pt x="1834589" y="903011"/>
                  </a:lnTo>
                  <a:lnTo>
                    <a:pt x="1838509" y="903011"/>
                  </a:lnTo>
                  <a:lnTo>
                    <a:pt x="1842429" y="903011"/>
                  </a:lnTo>
                  <a:lnTo>
                    <a:pt x="1846349" y="903011"/>
                  </a:lnTo>
                  <a:lnTo>
                    <a:pt x="1850269" y="903011"/>
                  </a:lnTo>
                  <a:lnTo>
                    <a:pt x="1854189" y="903011"/>
                  </a:lnTo>
                  <a:lnTo>
                    <a:pt x="1858109" y="903011"/>
                  </a:lnTo>
                  <a:lnTo>
                    <a:pt x="1862029" y="903011"/>
                  </a:lnTo>
                  <a:lnTo>
                    <a:pt x="1865949" y="903011"/>
                  </a:lnTo>
                  <a:lnTo>
                    <a:pt x="1869870" y="903011"/>
                  </a:lnTo>
                  <a:lnTo>
                    <a:pt x="1873790" y="903011"/>
                  </a:lnTo>
                  <a:lnTo>
                    <a:pt x="1877710" y="903011"/>
                  </a:lnTo>
                  <a:lnTo>
                    <a:pt x="1881630" y="903011"/>
                  </a:lnTo>
                  <a:lnTo>
                    <a:pt x="1885550" y="903011"/>
                  </a:lnTo>
                  <a:lnTo>
                    <a:pt x="1889470" y="903011"/>
                  </a:lnTo>
                  <a:lnTo>
                    <a:pt x="1893390" y="903011"/>
                  </a:lnTo>
                  <a:lnTo>
                    <a:pt x="1897310" y="903011"/>
                  </a:lnTo>
                  <a:lnTo>
                    <a:pt x="1901230" y="903011"/>
                  </a:lnTo>
                  <a:lnTo>
                    <a:pt x="1905150" y="903011"/>
                  </a:lnTo>
                  <a:lnTo>
                    <a:pt x="1909070" y="903011"/>
                  </a:lnTo>
                  <a:lnTo>
                    <a:pt x="1912990" y="903011"/>
                  </a:lnTo>
                  <a:lnTo>
                    <a:pt x="1916910" y="903011"/>
                  </a:lnTo>
                  <a:lnTo>
                    <a:pt x="1920830" y="903011"/>
                  </a:lnTo>
                  <a:lnTo>
                    <a:pt x="1924750" y="903011"/>
                  </a:lnTo>
                  <a:lnTo>
                    <a:pt x="1928670" y="903011"/>
                  </a:lnTo>
                  <a:lnTo>
                    <a:pt x="1932591" y="903011"/>
                  </a:lnTo>
                  <a:lnTo>
                    <a:pt x="1936511" y="903011"/>
                  </a:lnTo>
                  <a:lnTo>
                    <a:pt x="1940431" y="903011"/>
                  </a:lnTo>
                  <a:lnTo>
                    <a:pt x="1944351" y="903011"/>
                  </a:lnTo>
                  <a:lnTo>
                    <a:pt x="1948271" y="903011"/>
                  </a:lnTo>
                  <a:lnTo>
                    <a:pt x="1952191" y="903011"/>
                  </a:lnTo>
                  <a:lnTo>
                    <a:pt x="1956111" y="903011"/>
                  </a:lnTo>
                  <a:lnTo>
                    <a:pt x="1960031" y="903011"/>
                  </a:lnTo>
                  <a:lnTo>
                    <a:pt x="1963951" y="903011"/>
                  </a:lnTo>
                  <a:lnTo>
                    <a:pt x="1967871" y="903011"/>
                  </a:lnTo>
                  <a:lnTo>
                    <a:pt x="1971791" y="903011"/>
                  </a:lnTo>
                  <a:lnTo>
                    <a:pt x="1975711" y="903011"/>
                  </a:lnTo>
                  <a:lnTo>
                    <a:pt x="1979631" y="903011"/>
                  </a:lnTo>
                  <a:lnTo>
                    <a:pt x="1983551" y="903011"/>
                  </a:lnTo>
                  <a:lnTo>
                    <a:pt x="1987471" y="903011"/>
                  </a:lnTo>
                  <a:lnTo>
                    <a:pt x="1991391" y="903011"/>
                  </a:lnTo>
                  <a:lnTo>
                    <a:pt x="1995312" y="903011"/>
                  </a:lnTo>
                  <a:lnTo>
                    <a:pt x="1999232" y="903011"/>
                  </a:lnTo>
                  <a:lnTo>
                    <a:pt x="2003152" y="903011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32" name="pg32"/>
            <p:cNvSpPr/>
            <p:nvPr/>
          </p:nvSpPr>
          <p:spPr>
            <a:xfrm>
              <a:off x="4182181" y="4454169"/>
              <a:ext cx="509608" cy="1837379"/>
            </a:xfrm>
            <a:custGeom>
              <a:avLst/>
              <a:gdLst/>
              <a:ahLst/>
              <a:cxnLst/>
              <a:rect l="0" t="0" r="0" b="0"/>
              <a:pathLst>
                <a:path w="509608" h="1837379">
                  <a:moveTo>
                    <a:pt x="0" y="1837379"/>
                  </a:moveTo>
                  <a:lnTo>
                    <a:pt x="3920" y="1837379"/>
                  </a:lnTo>
                  <a:lnTo>
                    <a:pt x="7840" y="1837379"/>
                  </a:lnTo>
                  <a:lnTo>
                    <a:pt x="11760" y="1837379"/>
                  </a:lnTo>
                  <a:lnTo>
                    <a:pt x="15680" y="1837379"/>
                  </a:lnTo>
                  <a:lnTo>
                    <a:pt x="19600" y="1837379"/>
                  </a:lnTo>
                  <a:lnTo>
                    <a:pt x="23520" y="1837379"/>
                  </a:lnTo>
                  <a:lnTo>
                    <a:pt x="27440" y="1837379"/>
                  </a:lnTo>
                  <a:lnTo>
                    <a:pt x="31360" y="1837379"/>
                  </a:lnTo>
                  <a:lnTo>
                    <a:pt x="35280" y="1837379"/>
                  </a:lnTo>
                  <a:lnTo>
                    <a:pt x="39200" y="1837379"/>
                  </a:lnTo>
                  <a:lnTo>
                    <a:pt x="43120" y="1837379"/>
                  </a:lnTo>
                  <a:lnTo>
                    <a:pt x="47040" y="1837379"/>
                  </a:lnTo>
                  <a:lnTo>
                    <a:pt x="50960" y="1837379"/>
                  </a:lnTo>
                  <a:lnTo>
                    <a:pt x="54880" y="1837379"/>
                  </a:lnTo>
                  <a:lnTo>
                    <a:pt x="58800" y="1837379"/>
                  </a:lnTo>
                  <a:lnTo>
                    <a:pt x="62721" y="1837379"/>
                  </a:lnTo>
                  <a:lnTo>
                    <a:pt x="66641" y="1837379"/>
                  </a:lnTo>
                  <a:lnTo>
                    <a:pt x="70561" y="1837379"/>
                  </a:lnTo>
                  <a:lnTo>
                    <a:pt x="74481" y="1837379"/>
                  </a:lnTo>
                  <a:lnTo>
                    <a:pt x="78401" y="1837379"/>
                  </a:lnTo>
                  <a:lnTo>
                    <a:pt x="82321" y="1837379"/>
                  </a:lnTo>
                  <a:lnTo>
                    <a:pt x="86241" y="1837379"/>
                  </a:lnTo>
                  <a:lnTo>
                    <a:pt x="90161" y="1837379"/>
                  </a:lnTo>
                  <a:lnTo>
                    <a:pt x="94081" y="1837379"/>
                  </a:lnTo>
                  <a:lnTo>
                    <a:pt x="98001" y="1837379"/>
                  </a:lnTo>
                  <a:lnTo>
                    <a:pt x="101921" y="1837379"/>
                  </a:lnTo>
                  <a:lnTo>
                    <a:pt x="105841" y="1837379"/>
                  </a:lnTo>
                  <a:lnTo>
                    <a:pt x="109761" y="1837379"/>
                  </a:lnTo>
                  <a:lnTo>
                    <a:pt x="113681" y="1837379"/>
                  </a:lnTo>
                  <a:lnTo>
                    <a:pt x="117601" y="1837379"/>
                  </a:lnTo>
                  <a:lnTo>
                    <a:pt x="121521" y="1837379"/>
                  </a:lnTo>
                  <a:lnTo>
                    <a:pt x="125442" y="1837379"/>
                  </a:lnTo>
                  <a:lnTo>
                    <a:pt x="129362" y="1837379"/>
                  </a:lnTo>
                  <a:lnTo>
                    <a:pt x="133282" y="1837379"/>
                  </a:lnTo>
                  <a:lnTo>
                    <a:pt x="137202" y="1837379"/>
                  </a:lnTo>
                  <a:lnTo>
                    <a:pt x="141122" y="1837379"/>
                  </a:lnTo>
                  <a:lnTo>
                    <a:pt x="145042" y="1837379"/>
                  </a:lnTo>
                  <a:lnTo>
                    <a:pt x="148962" y="1837379"/>
                  </a:lnTo>
                  <a:lnTo>
                    <a:pt x="152882" y="1837379"/>
                  </a:lnTo>
                  <a:lnTo>
                    <a:pt x="156802" y="1837379"/>
                  </a:lnTo>
                  <a:lnTo>
                    <a:pt x="160722" y="1837377"/>
                  </a:lnTo>
                  <a:lnTo>
                    <a:pt x="164642" y="1837364"/>
                  </a:lnTo>
                  <a:lnTo>
                    <a:pt x="168562" y="1837295"/>
                  </a:lnTo>
                  <a:lnTo>
                    <a:pt x="172482" y="1837045"/>
                  </a:lnTo>
                  <a:lnTo>
                    <a:pt x="176402" y="1836396"/>
                  </a:lnTo>
                  <a:lnTo>
                    <a:pt x="180322" y="1835235"/>
                  </a:lnTo>
                  <a:lnTo>
                    <a:pt x="184242" y="1833885"/>
                  </a:lnTo>
                  <a:lnTo>
                    <a:pt x="188163" y="1833045"/>
                  </a:lnTo>
                  <a:lnTo>
                    <a:pt x="192083" y="1833085"/>
                  </a:lnTo>
                  <a:lnTo>
                    <a:pt x="196003" y="1833544"/>
                  </a:lnTo>
                  <a:lnTo>
                    <a:pt x="199923" y="1833650"/>
                  </a:lnTo>
                  <a:lnTo>
                    <a:pt x="203843" y="1833261"/>
                  </a:lnTo>
                  <a:lnTo>
                    <a:pt x="207763" y="1832955"/>
                  </a:lnTo>
                  <a:lnTo>
                    <a:pt x="211683" y="1833190"/>
                  </a:lnTo>
                  <a:lnTo>
                    <a:pt x="215603" y="1833676"/>
                  </a:lnTo>
                  <a:lnTo>
                    <a:pt x="219523" y="1833782"/>
                  </a:lnTo>
                  <a:lnTo>
                    <a:pt x="223443" y="1833388"/>
                  </a:lnTo>
                  <a:lnTo>
                    <a:pt x="227363" y="1833032"/>
                  </a:lnTo>
                  <a:lnTo>
                    <a:pt x="231283" y="1833194"/>
                  </a:lnTo>
                  <a:lnTo>
                    <a:pt x="235203" y="1833659"/>
                  </a:lnTo>
                  <a:lnTo>
                    <a:pt x="239123" y="1833814"/>
                  </a:lnTo>
                  <a:lnTo>
                    <a:pt x="243043" y="1833457"/>
                  </a:lnTo>
                  <a:lnTo>
                    <a:pt x="246963" y="1833064"/>
                  </a:lnTo>
                  <a:lnTo>
                    <a:pt x="250884" y="1833165"/>
                  </a:lnTo>
                  <a:lnTo>
                    <a:pt x="254804" y="1833640"/>
                  </a:lnTo>
                  <a:lnTo>
                    <a:pt x="258724" y="1833869"/>
                  </a:lnTo>
                  <a:lnTo>
                    <a:pt x="262644" y="1833559"/>
                  </a:lnTo>
                  <a:lnTo>
                    <a:pt x="266564" y="1833167"/>
                  </a:lnTo>
                  <a:lnTo>
                    <a:pt x="270484" y="1833393"/>
                  </a:lnTo>
                  <a:lnTo>
                    <a:pt x="274404" y="1834367"/>
                  </a:lnTo>
                  <a:lnTo>
                    <a:pt x="278324" y="1835510"/>
                  </a:lnTo>
                  <a:lnTo>
                    <a:pt x="282244" y="1836036"/>
                  </a:lnTo>
                  <a:lnTo>
                    <a:pt x="286164" y="1835327"/>
                  </a:lnTo>
                  <a:lnTo>
                    <a:pt x="290084" y="1832981"/>
                  </a:lnTo>
                  <a:lnTo>
                    <a:pt x="294004" y="1829066"/>
                  </a:lnTo>
                  <a:lnTo>
                    <a:pt x="297924" y="1824533"/>
                  </a:lnTo>
                  <a:lnTo>
                    <a:pt x="301844" y="1820759"/>
                  </a:lnTo>
                  <a:lnTo>
                    <a:pt x="305764" y="1818316"/>
                  </a:lnTo>
                  <a:lnTo>
                    <a:pt x="309684" y="1816706"/>
                  </a:lnTo>
                  <a:lnTo>
                    <a:pt x="313605" y="1815610"/>
                  </a:lnTo>
                  <a:lnTo>
                    <a:pt x="317525" y="1815257"/>
                  </a:lnTo>
                  <a:lnTo>
                    <a:pt x="321445" y="1815723"/>
                  </a:lnTo>
                  <a:lnTo>
                    <a:pt x="325365" y="1816607"/>
                  </a:lnTo>
                  <a:lnTo>
                    <a:pt x="329285" y="1817271"/>
                  </a:lnTo>
                  <a:lnTo>
                    <a:pt x="333205" y="1817162"/>
                  </a:lnTo>
                  <a:lnTo>
                    <a:pt x="337125" y="1815846"/>
                  </a:lnTo>
                  <a:lnTo>
                    <a:pt x="341045" y="1812684"/>
                  </a:lnTo>
                  <a:lnTo>
                    <a:pt x="344965" y="1807128"/>
                  </a:lnTo>
                  <a:lnTo>
                    <a:pt x="348885" y="1800110"/>
                  </a:lnTo>
                  <a:lnTo>
                    <a:pt x="352805" y="1794590"/>
                  </a:lnTo>
                  <a:lnTo>
                    <a:pt x="356725" y="1793416"/>
                  </a:lnTo>
                  <a:lnTo>
                    <a:pt x="360645" y="1796455"/>
                  </a:lnTo>
                  <a:lnTo>
                    <a:pt x="364565" y="1800605"/>
                  </a:lnTo>
                  <a:lnTo>
                    <a:pt x="368485" y="1802700"/>
                  </a:lnTo>
                  <a:lnTo>
                    <a:pt x="372405" y="1801836"/>
                  </a:lnTo>
                  <a:lnTo>
                    <a:pt x="376326" y="1798975"/>
                  </a:lnTo>
                  <a:lnTo>
                    <a:pt x="380246" y="1795203"/>
                  </a:lnTo>
                  <a:lnTo>
                    <a:pt x="384166" y="1790917"/>
                  </a:lnTo>
                  <a:lnTo>
                    <a:pt x="388086" y="1786395"/>
                  </a:lnTo>
                  <a:lnTo>
                    <a:pt x="392006" y="1782709"/>
                  </a:lnTo>
                  <a:lnTo>
                    <a:pt x="395926" y="1781822"/>
                  </a:lnTo>
                  <a:lnTo>
                    <a:pt x="399846" y="1785008"/>
                  </a:lnTo>
                  <a:lnTo>
                    <a:pt x="403766" y="1790392"/>
                  </a:lnTo>
                  <a:lnTo>
                    <a:pt x="407686" y="1792656"/>
                  </a:lnTo>
                  <a:lnTo>
                    <a:pt x="411606" y="1786666"/>
                  </a:lnTo>
                  <a:lnTo>
                    <a:pt x="415526" y="1772122"/>
                  </a:lnTo>
                  <a:lnTo>
                    <a:pt x="419446" y="1754724"/>
                  </a:lnTo>
                  <a:lnTo>
                    <a:pt x="423366" y="1742307"/>
                  </a:lnTo>
                  <a:lnTo>
                    <a:pt x="427286" y="1738669"/>
                  </a:lnTo>
                  <a:lnTo>
                    <a:pt x="431206" y="1740597"/>
                  </a:lnTo>
                  <a:lnTo>
                    <a:pt x="435126" y="1740926"/>
                  </a:lnTo>
                  <a:lnTo>
                    <a:pt x="439047" y="1733662"/>
                  </a:lnTo>
                  <a:lnTo>
                    <a:pt x="442967" y="1716337"/>
                  </a:lnTo>
                  <a:lnTo>
                    <a:pt x="446887" y="1690787"/>
                  </a:lnTo>
                  <a:lnTo>
                    <a:pt x="450807" y="1665336"/>
                  </a:lnTo>
                  <a:lnTo>
                    <a:pt x="454727" y="1651091"/>
                  </a:lnTo>
                  <a:lnTo>
                    <a:pt x="458647" y="1653313"/>
                  </a:lnTo>
                  <a:lnTo>
                    <a:pt x="462567" y="1664709"/>
                  </a:lnTo>
                  <a:lnTo>
                    <a:pt x="466487" y="1669190"/>
                  </a:lnTo>
                  <a:lnTo>
                    <a:pt x="470407" y="1654054"/>
                  </a:lnTo>
                  <a:lnTo>
                    <a:pt x="474327" y="1620590"/>
                  </a:lnTo>
                  <a:lnTo>
                    <a:pt x="478247" y="1581970"/>
                  </a:lnTo>
                  <a:lnTo>
                    <a:pt x="482167" y="1547928"/>
                  </a:lnTo>
                  <a:lnTo>
                    <a:pt x="486087" y="1512847"/>
                  </a:lnTo>
                  <a:lnTo>
                    <a:pt x="490007" y="1461552"/>
                  </a:lnTo>
                  <a:lnTo>
                    <a:pt x="493927" y="1379922"/>
                  </a:lnTo>
                  <a:lnTo>
                    <a:pt x="497847" y="1245223"/>
                  </a:lnTo>
                  <a:lnTo>
                    <a:pt x="501768" y="1003351"/>
                  </a:lnTo>
                  <a:lnTo>
                    <a:pt x="505688" y="585138"/>
                  </a:lnTo>
                  <a:lnTo>
                    <a:pt x="509608" y="0"/>
                  </a:lnTo>
                  <a:lnTo>
                    <a:pt x="509608" y="1837379"/>
                  </a:lnTo>
                  <a:lnTo>
                    <a:pt x="505688" y="1837379"/>
                  </a:lnTo>
                  <a:lnTo>
                    <a:pt x="501768" y="1837379"/>
                  </a:lnTo>
                  <a:lnTo>
                    <a:pt x="497847" y="1837379"/>
                  </a:lnTo>
                  <a:lnTo>
                    <a:pt x="493927" y="1837379"/>
                  </a:lnTo>
                  <a:lnTo>
                    <a:pt x="490007" y="1837379"/>
                  </a:lnTo>
                  <a:lnTo>
                    <a:pt x="486087" y="1837379"/>
                  </a:lnTo>
                  <a:lnTo>
                    <a:pt x="482167" y="1837379"/>
                  </a:lnTo>
                  <a:lnTo>
                    <a:pt x="478247" y="1837379"/>
                  </a:lnTo>
                  <a:lnTo>
                    <a:pt x="474327" y="1837379"/>
                  </a:lnTo>
                  <a:lnTo>
                    <a:pt x="470407" y="1837379"/>
                  </a:lnTo>
                  <a:lnTo>
                    <a:pt x="466487" y="1837379"/>
                  </a:lnTo>
                  <a:lnTo>
                    <a:pt x="462567" y="1837379"/>
                  </a:lnTo>
                  <a:lnTo>
                    <a:pt x="458647" y="1837379"/>
                  </a:lnTo>
                  <a:lnTo>
                    <a:pt x="454727" y="1837379"/>
                  </a:lnTo>
                  <a:lnTo>
                    <a:pt x="450807" y="1837379"/>
                  </a:lnTo>
                  <a:lnTo>
                    <a:pt x="446887" y="1837379"/>
                  </a:lnTo>
                  <a:lnTo>
                    <a:pt x="442967" y="1837379"/>
                  </a:lnTo>
                  <a:lnTo>
                    <a:pt x="439047" y="1837379"/>
                  </a:lnTo>
                  <a:lnTo>
                    <a:pt x="435126" y="1837379"/>
                  </a:lnTo>
                  <a:lnTo>
                    <a:pt x="431206" y="1837379"/>
                  </a:lnTo>
                  <a:lnTo>
                    <a:pt x="427286" y="1837379"/>
                  </a:lnTo>
                  <a:lnTo>
                    <a:pt x="423366" y="1837379"/>
                  </a:lnTo>
                  <a:lnTo>
                    <a:pt x="419446" y="1837379"/>
                  </a:lnTo>
                  <a:lnTo>
                    <a:pt x="415526" y="1837379"/>
                  </a:lnTo>
                  <a:lnTo>
                    <a:pt x="411606" y="1837379"/>
                  </a:lnTo>
                  <a:lnTo>
                    <a:pt x="407686" y="1837379"/>
                  </a:lnTo>
                  <a:lnTo>
                    <a:pt x="403766" y="1837379"/>
                  </a:lnTo>
                  <a:lnTo>
                    <a:pt x="399846" y="1837379"/>
                  </a:lnTo>
                  <a:lnTo>
                    <a:pt x="395926" y="1837379"/>
                  </a:lnTo>
                  <a:lnTo>
                    <a:pt x="392006" y="1837379"/>
                  </a:lnTo>
                  <a:lnTo>
                    <a:pt x="388086" y="1837379"/>
                  </a:lnTo>
                  <a:lnTo>
                    <a:pt x="384166" y="1837379"/>
                  </a:lnTo>
                  <a:lnTo>
                    <a:pt x="380246" y="1837379"/>
                  </a:lnTo>
                  <a:lnTo>
                    <a:pt x="376326" y="1837379"/>
                  </a:lnTo>
                  <a:lnTo>
                    <a:pt x="372405" y="1837379"/>
                  </a:lnTo>
                  <a:lnTo>
                    <a:pt x="368485" y="1837379"/>
                  </a:lnTo>
                  <a:lnTo>
                    <a:pt x="364565" y="1837379"/>
                  </a:lnTo>
                  <a:lnTo>
                    <a:pt x="360645" y="1837379"/>
                  </a:lnTo>
                  <a:lnTo>
                    <a:pt x="356725" y="1837379"/>
                  </a:lnTo>
                  <a:lnTo>
                    <a:pt x="352805" y="1837379"/>
                  </a:lnTo>
                  <a:lnTo>
                    <a:pt x="348885" y="1837379"/>
                  </a:lnTo>
                  <a:lnTo>
                    <a:pt x="344965" y="1837379"/>
                  </a:lnTo>
                  <a:lnTo>
                    <a:pt x="341045" y="1837379"/>
                  </a:lnTo>
                  <a:lnTo>
                    <a:pt x="337125" y="1837379"/>
                  </a:lnTo>
                  <a:lnTo>
                    <a:pt x="333205" y="1837379"/>
                  </a:lnTo>
                  <a:lnTo>
                    <a:pt x="329285" y="1837379"/>
                  </a:lnTo>
                  <a:lnTo>
                    <a:pt x="325365" y="1837379"/>
                  </a:lnTo>
                  <a:lnTo>
                    <a:pt x="321445" y="1837379"/>
                  </a:lnTo>
                  <a:lnTo>
                    <a:pt x="317525" y="1837379"/>
                  </a:lnTo>
                  <a:lnTo>
                    <a:pt x="313605" y="1837379"/>
                  </a:lnTo>
                  <a:lnTo>
                    <a:pt x="309684" y="1837379"/>
                  </a:lnTo>
                  <a:lnTo>
                    <a:pt x="305764" y="1837379"/>
                  </a:lnTo>
                  <a:lnTo>
                    <a:pt x="301844" y="1837379"/>
                  </a:lnTo>
                  <a:lnTo>
                    <a:pt x="297924" y="1837379"/>
                  </a:lnTo>
                  <a:lnTo>
                    <a:pt x="294004" y="1837379"/>
                  </a:lnTo>
                  <a:lnTo>
                    <a:pt x="290084" y="1837379"/>
                  </a:lnTo>
                  <a:lnTo>
                    <a:pt x="286164" y="1837379"/>
                  </a:lnTo>
                  <a:lnTo>
                    <a:pt x="282244" y="1837379"/>
                  </a:lnTo>
                  <a:lnTo>
                    <a:pt x="278324" y="1837379"/>
                  </a:lnTo>
                  <a:lnTo>
                    <a:pt x="274404" y="1837379"/>
                  </a:lnTo>
                  <a:lnTo>
                    <a:pt x="270484" y="1837379"/>
                  </a:lnTo>
                  <a:lnTo>
                    <a:pt x="266564" y="1837379"/>
                  </a:lnTo>
                  <a:lnTo>
                    <a:pt x="262644" y="1837379"/>
                  </a:lnTo>
                  <a:lnTo>
                    <a:pt x="258724" y="1837379"/>
                  </a:lnTo>
                  <a:lnTo>
                    <a:pt x="254804" y="1837379"/>
                  </a:lnTo>
                  <a:lnTo>
                    <a:pt x="250884" y="1837379"/>
                  </a:lnTo>
                  <a:lnTo>
                    <a:pt x="246963" y="1837379"/>
                  </a:lnTo>
                  <a:lnTo>
                    <a:pt x="243043" y="1837379"/>
                  </a:lnTo>
                  <a:lnTo>
                    <a:pt x="239123" y="1837379"/>
                  </a:lnTo>
                  <a:lnTo>
                    <a:pt x="235203" y="1837379"/>
                  </a:lnTo>
                  <a:lnTo>
                    <a:pt x="231283" y="1837379"/>
                  </a:lnTo>
                  <a:lnTo>
                    <a:pt x="227363" y="1837379"/>
                  </a:lnTo>
                  <a:lnTo>
                    <a:pt x="223443" y="1837379"/>
                  </a:lnTo>
                  <a:lnTo>
                    <a:pt x="219523" y="1837379"/>
                  </a:lnTo>
                  <a:lnTo>
                    <a:pt x="215603" y="1837379"/>
                  </a:lnTo>
                  <a:lnTo>
                    <a:pt x="211683" y="1837379"/>
                  </a:lnTo>
                  <a:lnTo>
                    <a:pt x="207763" y="1837379"/>
                  </a:lnTo>
                  <a:lnTo>
                    <a:pt x="203843" y="1837379"/>
                  </a:lnTo>
                  <a:lnTo>
                    <a:pt x="199923" y="1837379"/>
                  </a:lnTo>
                  <a:lnTo>
                    <a:pt x="196003" y="1837379"/>
                  </a:lnTo>
                  <a:lnTo>
                    <a:pt x="192083" y="1837379"/>
                  </a:lnTo>
                  <a:lnTo>
                    <a:pt x="188163" y="1837379"/>
                  </a:lnTo>
                  <a:lnTo>
                    <a:pt x="184242" y="1837379"/>
                  </a:lnTo>
                  <a:lnTo>
                    <a:pt x="180322" y="1837379"/>
                  </a:lnTo>
                  <a:lnTo>
                    <a:pt x="176402" y="1837379"/>
                  </a:lnTo>
                  <a:lnTo>
                    <a:pt x="172482" y="1837379"/>
                  </a:lnTo>
                  <a:lnTo>
                    <a:pt x="168562" y="1837379"/>
                  </a:lnTo>
                  <a:lnTo>
                    <a:pt x="164642" y="1837379"/>
                  </a:lnTo>
                  <a:lnTo>
                    <a:pt x="160722" y="1837379"/>
                  </a:lnTo>
                  <a:lnTo>
                    <a:pt x="156802" y="1837379"/>
                  </a:lnTo>
                  <a:lnTo>
                    <a:pt x="152882" y="1837379"/>
                  </a:lnTo>
                  <a:lnTo>
                    <a:pt x="148962" y="1837379"/>
                  </a:lnTo>
                  <a:lnTo>
                    <a:pt x="145042" y="1837379"/>
                  </a:lnTo>
                  <a:lnTo>
                    <a:pt x="141122" y="1837379"/>
                  </a:lnTo>
                  <a:lnTo>
                    <a:pt x="137202" y="1837379"/>
                  </a:lnTo>
                  <a:lnTo>
                    <a:pt x="133282" y="1837379"/>
                  </a:lnTo>
                  <a:lnTo>
                    <a:pt x="129362" y="1837379"/>
                  </a:lnTo>
                  <a:lnTo>
                    <a:pt x="125442" y="1837379"/>
                  </a:lnTo>
                  <a:lnTo>
                    <a:pt x="121521" y="1837379"/>
                  </a:lnTo>
                  <a:lnTo>
                    <a:pt x="117601" y="1837379"/>
                  </a:lnTo>
                  <a:lnTo>
                    <a:pt x="113681" y="1837379"/>
                  </a:lnTo>
                  <a:lnTo>
                    <a:pt x="109761" y="1837379"/>
                  </a:lnTo>
                  <a:lnTo>
                    <a:pt x="105841" y="1837379"/>
                  </a:lnTo>
                  <a:lnTo>
                    <a:pt x="101921" y="1837379"/>
                  </a:lnTo>
                  <a:lnTo>
                    <a:pt x="98001" y="1837379"/>
                  </a:lnTo>
                  <a:lnTo>
                    <a:pt x="94081" y="1837379"/>
                  </a:lnTo>
                  <a:lnTo>
                    <a:pt x="90161" y="1837379"/>
                  </a:lnTo>
                  <a:lnTo>
                    <a:pt x="86241" y="1837379"/>
                  </a:lnTo>
                  <a:lnTo>
                    <a:pt x="82321" y="1837379"/>
                  </a:lnTo>
                  <a:lnTo>
                    <a:pt x="78401" y="1837379"/>
                  </a:lnTo>
                  <a:lnTo>
                    <a:pt x="74481" y="1837379"/>
                  </a:lnTo>
                  <a:lnTo>
                    <a:pt x="70561" y="1837379"/>
                  </a:lnTo>
                  <a:lnTo>
                    <a:pt x="66641" y="1837379"/>
                  </a:lnTo>
                  <a:lnTo>
                    <a:pt x="62721" y="1837379"/>
                  </a:lnTo>
                  <a:lnTo>
                    <a:pt x="58800" y="1837379"/>
                  </a:lnTo>
                  <a:lnTo>
                    <a:pt x="54880" y="1837379"/>
                  </a:lnTo>
                  <a:lnTo>
                    <a:pt x="50960" y="1837379"/>
                  </a:lnTo>
                  <a:lnTo>
                    <a:pt x="47040" y="1837379"/>
                  </a:lnTo>
                  <a:lnTo>
                    <a:pt x="43120" y="1837379"/>
                  </a:lnTo>
                  <a:lnTo>
                    <a:pt x="39200" y="1837379"/>
                  </a:lnTo>
                  <a:lnTo>
                    <a:pt x="35280" y="1837379"/>
                  </a:lnTo>
                  <a:lnTo>
                    <a:pt x="31360" y="1837379"/>
                  </a:lnTo>
                  <a:lnTo>
                    <a:pt x="27440" y="1837379"/>
                  </a:lnTo>
                  <a:lnTo>
                    <a:pt x="23520" y="1837379"/>
                  </a:lnTo>
                  <a:lnTo>
                    <a:pt x="19600" y="1837379"/>
                  </a:lnTo>
                  <a:lnTo>
                    <a:pt x="15680" y="1837379"/>
                  </a:lnTo>
                  <a:lnTo>
                    <a:pt x="11760" y="1837379"/>
                  </a:lnTo>
                  <a:lnTo>
                    <a:pt x="7840" y="1837379"/>
                  </a:lnTo>
                  <a:lnTo>
                    <a:pt x="3920" y="1837379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33" name="pg33"/>
            <p:cNvSpPr/>
            <p:nvPr/>
          </p:nvSpPr>
          <p:spPr>
            <a:xfrm>
              <a:off x="4703549" y="3952480"/>
              <a:ext cx="1481783" cy="2339068"/>
            </a:xfrm>
            <a:custGeom>
              <a:avLst/>
              <a:gdLst/>
              <a:ahLst/>
              <a:cxnLst/>
              <a:rect l="0" t="0" r="0" b="0"/>
              <a:pathLst>
                <a:path w="1481783" h="2339068">
                  <a:moveTo>
                    <a:pt x="0" y="0"/>
                  </a:moveTo>
                  <a:lnTo>
                    <a:pt x="3920" y="685459"/>
                  </a:lnTo>
                  <a:lnTo>
                    <a:pt x="7840" y="1422754"/>
                  </a:lnTo>
                  <a:lnTo>
                    <a:pt x="11760" y="1945722"/>
                  </a:lnTo>
                  <a:lnTo>
                    <a:pt x="15680" y="2209511"/>
                  </a:lnTo>
                  <a:lnTo>
                    <a:pt x="19600" y="2306565"/>
                  </a:lnTo>
                  <a:lnTo>
                    <a:pt x="23520" y="2332888"/>
                  </a:lnTo>
                  <a:lnTo>
                    <a:pt x="27440" y="2338181"/>
                  </a:lnTo>
                  <a:lnTo>
                    <a:pt x="31360" y="2338972"/>
                  </a:lnTo>
                  <a:lnTo>
                    <a:pt x="35280" y="2339061"/>
                  </a:lnTo>
                  <a:lnTo>
                    <a:pt x="39200" y="2339068"/>
                  </a:lnTo>
                  <a:lnTo>
                    <a:pt x="43120" y="2339068"/>
                  </a:lnTo>
                  <a:lnTo>
                    <a:pt x="47040" y="2339068"/>
                  </a:lnTo>
                  <a:lnTo>
                    <a:pt x="50960" y="2339068"/>
                  </a:lnTo>
                  <a:lnTo>
                    <a:pt x="54880" y="2339068"/>
                  </a:lnTo>
                  <a:lnTo>
                    <a:pt x="58800" y="2339068"/>
                  </a:lnTo>
                  <a:lnTo>
                    <a:pt x="62721" y="2339068"/>
                  </a:lnTo>
                  <a:lnTo>
                    <a:pt x="66641" y="2339068"/>
                  </a:lnTo>
                  <a:lnTo>
                    <a:pt x="70561" y="2339068"/>
                  </a:lnTo>
                  <a:lnTo>
                    <a:pt x="74481" y="2339068"/>
                  </a:lnTo>
                  <a:lnTo>
                    <a:pt x="78401" y="2339068"/>
                  </a:lnTo>
                  <a:lnTo>
                    <a:pt x="82321" y="2339068"/>
                  </a:lnTo>
                  <a:lnTo>
                    <a:pt x="86241" y="2339068"/>
                  </a:lnTo>
                  <a:lnTo>
                    <a:pt x="90161" y="2339068"/>
                  </a:lnTo>
                  <a:lnTo>
                    <a:pt x="94081" y="2339068"/>
                  </a:lnTo>
                  <a:lnTo>
                    <a:pt x="98001" y="2339068"/>
                  </a:lnTo>
                  <a:lnTo>
                    <a:pt x="101921" y="2339068"/>
                  </a:lnTo>
                  <a:lnTo>
                    <a:pt x="105841" y="2339068"/>
                  </a:lnTo>
                  <a:lnTo>
                    <a:pt x="109761" y="2339068"/>
                  </a:lnTo>
                  <a:lnTo>
                    <a:pt x="113681" y="2339068"/>
                  </a:lnTo>
                  <a:lnTo>
                    <a:pt x="117601" y="2339068"/>
                  </a:lnTo>
                  <a:lnTo>
                    <a:pt x="121521" y="2339068"/>
                  </a:lnTo>
                  <a:lnTo>
                    <a:pt x="125442" y="2339068"/>
                  </a:lnTo>
                  <a:lnTo>
                    <a:pt x="129362" y="2339068"/>
                  </a:lnTo>
                  <a:lnTo>
                    <a:pt x="133282" y="2339068"/>
                  </a:lnTo>
                  <a:lnTo>
                    <a:pt x="137202" y="2339068"/>
                  </a:lnTo>
                  <a:lnTo>
                    <a:pt x="141122" y="2339068"/>
                  </a:lnTo>
                  <a:lnTo>
                    <a:pt x="145042" y="2339068"/>
                  </a:lnTo>
                  <a:lnTo>
                    <a:pt x="148962" y="2339068"/>
                  </a:lnTo>
                  <a:lnTo>
                    <a:pt x="152882" y="2339068"/>
                  </a:lnTo>
                  <a:lnTo>
                    <a:pt x="156802" y="2339068"/>
                  </a:lnTo>
                  <a:lnTo>
                    <a:pt x="160722" y="2339068"/>
                  </a:lnTo>
                  <a:lnTo>
                    <a:pt x="164642" y="2339068"/>
                  </a:lnTo>
                  <a:lnTo>
                    <a:pt x="168562" y="2339068"/>
                  </a:lnTo>
                  <a:lnTo>
                    <a:pt x="172482" y="2339068"/>
                  </a:lnTo>
                  <a:lnTo>
                    <a:pt x="176402" y="2339068"/>
                  </a:lnTo>
                  <a:lnTo>
                    <a:pt x="180322" y="2339068"/>
                  </a:lnTo>
                  <a:lnTo>
                    <a:pt x="184242" y="2339068"/>
                  </a:lnTo>
                  <a:lnTo>
                    <a:pt x="188163" y="2339068"/>
                  </a:lnTo>
                  <a:lnTo>
                    <a:pt x="192083" y="2339068"/>
                  </a:lnTo>
                  <a:lnTo>
                    <a:pt x="196003" y="2339068"/>
                  </a:lnTo>
                  <a:lnTo>
                    <a:pt x="199923" y="2339068"/>
                  </a:lnTo>
                  <a:lnTo>
                    <a:pt x="203843" y="2339068"/>
                  </a:lnTo>
                  <a:lnTo>
                    <a:pt x="207763" y="2339068"/>
                  </a:lnTo>
                  <a:lnTo>
                    <a:pt x="211683" y="2339068"/>
                  </a:lnTo>
                  <a:lnTo>
                    <a:pt x="215603" y="2339068"/>
                  </a:lnTo>
                  <a:lnTo>
                    <a:pt x="219523" y="2339068"/>
                  </a:lnTo>
                  <a:lnTo>
                    <a:pt x="223443" y="2339068"/>
                  </a:lnTo>
                  <a:lnTo>
                    <a:pt x="227363" y="2339068"/>
                  </a:lnTo>
                  <a:lnTo>
                    <a:pt x="231283" y="2339068"/>
                  </a:lnTo>
                  <a:lnTo>
                    <a:pt x="235203" y="2339068"/>
                  </a:lnTo>
                  <a:lnTo>
                    <a:pt x="239123" y="2339068"/>
                  </a:lnTo>
                  <a:lnTo>
                    <a:pt x="243043" y="2339068"/>
                  </a:lnTo>
                  <a:lnTo>
                    <a:pt x="246963" y="2339068"/>
                  </a:lnTo>
                  <a:lnTo>
                    <a:pt x="250884" y="2339068"/>
                  </a:lnTo>
                  <a:lnTo>
                    <a:pt x="254804" y="2339068"/>
                  </a:lnTo>
                  <a:lnTo>
                    <a:pt x="258724" y="2339068"/>
                  </a:lnTo>
                  <a:lnTo>
                    <a:pt x="262644" y="2339068"/>
                  </a:lnTo>
                  <a:lnTo>
                    <a:pt x="266564" y="2339068"/>
                  </a:lnTo>
                  <a:lnTo>
                    <a:pt x="270484" y="2339068"/>
                  </a:lnTo>
                  <a:lnTo>
                    <a:pt x="274404" y="2339068"/>
                  </a:lnTo>
                  <a:lnTo>
                    <a:pt x="278324" y="2339068"/>
                  </a:lnTo>
                  <a:lnTo>
                    <a:pt x="282244" y="2339068"/>
                  </a:lnTo>
                  <a:lnTo>
                    <a:pt x="286164" y="2339068"/>
                  </a:lnTo>
                  <a:lnTo>
                    <a:pt x="290084" y="2339068"/>
                  </a:lnTo>
                  <a:lnTo>
                    <a:pt x="294004" y="2339068"/>
                  </a:lnTo>
                  <a:lnTo>
                    <a:pt x="297924" y="2339068"/>
                  </a:lnTo>
                  <a:lnTo>
                    <a:pt x="301844" y="2339068"/>
                  </a:lnTo>
                  <a:lnTo>
                    <a:pt x="305764" y="2339068"/>
                  </a:lnTo>
                  <a:lnTo>
                    <a:pt x="309684" y="2339068"/>
                  </a:lnTo>
                  <a:lnTo>
                    <a:pt x="313605" y="2339068"/>
                  </a:lnTo>
                  <a:lnTo>
                    <a:pt x="317525" y="2339068"/>
                  </a:lnTo>
                  <a:lnTo>
                    <a:pt x="321445" y="2339068"/>
                  </a:lnTo>
                  <a:lnTo>
                    <a:pt x="325365" y="2339068"/>
                  </a:lnTo>
                  <a:lnTo>
                    <a:pt x="329285" y="2339068"/>
                  </a:lnTo>
                  <a:lnTo>
                    <a:pt x="333205" y="2339068"/>
                  </a:lnTo>
                  <a:lnTo>
                    <a:pt x="337125" y="2339068"/>
                  </a:lnTo>
                  <a:lnTo>
                    <a:pt x="341045" y="2339068"/>
                  </a:lnTo>
                  <a:lnTo>
                    <a:pt x="344965" y="2339068"/>
                  </a:lnTo>
                  <a:lnTo>
                    <a:pt x="348885" y="2339068"/>
                  </a:lnTo>
                  <a:lnTo>
                    <a:pt x="352805" y="2339068"/>
                  </a:lnTo>
                  <a:lnTo>
                    <a:pt x="356725" y="2339068"/>
                  </a:lnTo>
                  <a:lnTo>
                    <a:pt x="360645" y="2339068"/>
                  </a:lnTo>
                  <a:lnTo>
                    <a:pt x="364565" y="2339068"/>
                  </a:lnTo>
                  <a:lnTo>
                    <a:pt x="368485" y="2339068"/>
                  </a:lnTo>
                  <a:lnTo>
                    <a:pt x="372405" y="2339068"/>
                  </a:lnTo>
                  <a:lnTo>
                    <a:pt x="376326" y="2339068"/>
                  </a:lnTo>
                  <a:lnTo>
                    <a:pt x="380246" y="2339068"/>
                  </a:lnTo>
                  <a:lnTo>
                    <a:pt x="384166" y="2339068"/>
                  </a:lnTo>
                  <a:lnTo>
                    <a:pt x="388086" y="2339068"/>
                  </a:lnTo>
                  <a:lnTo>
                    <a:pt x="392006" y="2339068"/>
                  </a:lnTo>
                  <a:lnTo>
                    <a:pt x="395926" y="2339068"/>
                  </a:lnTo>
                  <a:lnTo>
                    <a:pt x="399846" y="2339068"/>
                  </a:lnTo>
                  <a:lnTo>
                    <a:pt x="403766" y="2339068"/>
                  </a:lnTo>
                  <a:lnTo>
                    <a:pt x="407686" y="2339068"/>
                  </a:lnTo>
                  <a:lnTo>
                    <a:pt x="411606" y="2339068"/>
                  </a:lnTo>
                  <a:lnTo>
                    <a:pt x="415526" y="2339068"/>
                  </a:lnTo>
                  <a:lnTo>
                    <a:pt x="419446" y="2339068"/>
                  </a:lnTo>
                  <a:lnTo>
                    <a:pt x="423366" y="2339068"/>
                  </a:lnTo>
                  <a:lnTo>
                    <a:pt x="427286" y="2339068"/>
                  </a:lnTo>
                  <a:lnTo>
                    <a:pt x="431206" y="2339068"/>
                  </a:lnTo>
                  <a:lnTo>
                    <a:pt x="435126" y="2339068"/>
                  </a:lnTo>
                  <a:lnTo>
                    <a:pt x="439047" y="2339068"/>
                  </a:lnTo>
                  <a:lnTo>
                    <a:pt x="442967" y="2339068"/>
                  </a:lnTo>
                  <a:lnTo>
                    <a:pt x="446887" y="2339068"/>
                  </a:lnTo>
                  <a:lnTo>
                    <a:pt x="450807" y="2339068"/>
                  </a:lnTo>
                  <a:lnTo>
                    <a:pt x="454727" y="2339068"/>
                  </a:lnTo>
                  <a:lnTo>
                    <a:pt x="458647" y="2339068"/>
                  </a:lnTo>
                  <a:lnTo>
                    <a:pt x="462567" y="2339068"/>
                  </a:lnTo>
                  <a:lnTo>
                    <a:pt x="466487" y="2339068"/>
                  </a:lnTo>
                  <a:lnTo>
                    <a:pt x="470407" y="2339068"/>
                  </a:lnTo>
                  <a:lnTo>
                    <a:pt x="474327" y="2339068"/>
                  </a:lnTo>
                  <a:lnTo>
                    <a:pt x="478247" y="2339068"/>
                  </a:lnTo>
                  <a:lnTo>
                    <a:pt x="482167" y="2339068"/>
                  </a:lnTo>
                  <a:lnTo>
                    <a:pt x="486087" y="2339068"/>
                  </a:lnTo>
                  <a:lnTo>
                    <a:pt x="490007" y="2339068"/>
                  </a:lnTo>
                  <a:lnTo>
                    <a:pt x="493927" y="2339068"/>
                  </a:lnTo>
                  <a:lnTo>
                    <a:pt x="497847" y="2339068"/>
                  </a:lnTo>
                  <a:lnTo>
                    <a:pt x="501768" y="2339068"/>
                  </a:lnTo>
                  <a:lnTo>
                    <a:pt x="505688" y="2339068"/>
                  </a:lnTo>
                  <a:lnTo>
                    <a:pt x="509608" y="2339068"/>
                  </a:lnTo>
                  <a:lnTo>
                    <a:pt x="513528" y="2339068"/>
                  </a:lnTo>
                  <a:lnTo>
                    <a:pt x="517448" y="2339068"/>
                  </a:lnTo>
                  <a:lnTo>
                    <a:pt x="521368" y="2339068"/>
                  </a:lnTo>
                  <a:lnTo>
                    <a:pt x="525288" y="2339068"/>
                  </a:lnTo>
                  <a:lnTo>
                    <a:pt x="529208" y="2339068"/>
                  </a:lnTo>
                  <a:lnTo>
                    <a:pt x="533128" y="2339068"/>
                  </a:lnTo>
                  <a:lnTo>
                    <a:pt x="537048" y="2339068"/>
                  </a:lnTo>
                  <a:lnTo>
                    <a:pt x="540968" y="2339068"/>
                  </a:lnTo>
                  <a:lnTo>
                    <a:pt x="544888" y="2339068"/>
                  </a:lnTo>
                  <a:lnTo>
                    <a:pt x="548808" y="2339068"/>
                  </a:lnTo>
                  <a:lnTo>
                    <a:pt x="552728" y="2339068"/>
                  </a:lnTo>
                  <a:lnTo>
                    <a:pt x="556648" y="2339068"/>
                  </a:lnTo>
                  <a:lnTo>
                    <a:pt x="560569" y="2339068"/>
                  </a:lnTo>
                  <a:lnTo>
                    <a:pt x="564489" y="2339068"/>
                  </a:lnTo>
                  <a:lnTo>
                    <a:pt x="568409" y="2339068"/>
                  </a:lnTo>
                  <a:lnTo>
                    <a:pt x="572329" y="2339068"/>
                  </a:lnTo>
                  <a:lnTo>
                    <a:pt x="576249" y="2339068"/>
                  </a:lnTo>
                  <a:lnTo>
                    <a:pt x="580169" y="2339068"/>
                  </a:lnTo>
                  <a:lnTo>
                    <a:pt x="584089" y="2339068"/>
                  </a:lnTo>
                  <a:lnTo>
                    <a:pt x="588009" y="2339068"/>
                  </a:lnTo>
                  <a:lnTo>
                    <a:pt x="591929" y="2339068"/>
                  </a:lnTo>
                  <a:lnTo>
                    <a:pt x="595849" y="2339068"/>
                  </a:lnTo>
                  <a:lnTo>
                    <a:pt x="599769" y="2339068"/>
                  </a:lnTo>
                  <a:lnTo>
                    <a:pt x="603689" y="2339068"/>
                  </a:lnTo>
                  <a:lnTo>
                    <a:pt x="607609" y="2339068"/>
                  </a:lnTo>
                  <a:lnTo>
                    <a:pt x="611529" y="2339068"/>
                  </a:lnTo>
                  <a:lnTo>
                    <a:pt x="615449" y="2339068"/>
                  </a:lnTo>
                  <a:lnTo>
                    <a:pt x="619369" y="2339068"/>
                  </a:lnTo>
                  <a:lnTo>
                    <a:pt x="623290" y="2339068"/>
                  </a:lnTo>
                  <a:lnTo>
                    <a:pt x="627210" y="2339068"/>
                  </a:lnTo>
                  <a:lnTo>
                    <a:pt x="631130" y="2339068"/>
                  </a:lnTo>
                  <a:lnTo>
                    <a:pt x="635050" y="2339068"/>
                  </a:lnTo>
                  <a:lnTo>
                    <a:pt x="638970" y="2339068"/>
                  </a:lnTo>
                  <a:lnTo>
                    <a:pt x="642890" y="2339068"/>
                  </a:lnTo>
                  <a:lnTo>
                    <a:pt x="646810" y="2339068"/>
                  </a:lnTo>
                  <a:lnTo>
                    <a:pt x="650730" y="2339068"/>
                  </a:lnTo>
                  <a:lnTo>
                    <a:pt x="654650" y="2339068"/>
                  </a:lnTo>
                  <a:lnTo>
                    <a:pt x="658570" y="2339068"/>
                  </a:lnTo>
                  <a:lnTo>
                    <a:pt x="662490" y="2339068"/>
                  </a:lnTo>
                  <a:lnTo>
                    <a:pt x="666410" y="2339068"/>
                  </a:lnTo>
                  <a:lnTo>
                    <a:pt x="670330" y="2339068"/>
                  </a:lnTo>
                  <a:lnTo>
                    <a:pt x="674250" y="2339068"/>
                  </a:lnTo>
                  <a:lnTo>
                    <a:pt x="678170" y="2339068"/>
                  </a:lnTo>
                  <a:lnTo>
                    <a:pt x="682090" y="2339068"/>
                  </a:lnTo>
                  <a:lnTo>
                    <a:pt x="686011" y="2339068"/>
                  </a:lnTo>
                  <a:lnTo>
                    <a:pt x="689931" y="2339068"/>
                  </a:lnTo>
                  <a:lnTo>
                    <a:pt x="693851" y="2339068"/>
                  </a:lnTo>
                  <a:lnTo>
                    <a:pt x="697771" y="2339068"/>
                  </a:lnTo>
                  <a:lnTo>
                    <a:pt x="701691" y="2339068"/>
                  </a:lnTo>
                  <a:lnTo>
                    <a:pt x="705611" y="2339068"/>
                  </a:lnTo>
                  <a:lnTo>
                    <a:pt x="709531" y="2339068"/>
                  </a:lnTo>
                  <a:lnTo>
                    <a:pt x="713451" y="2339068"/>
                  </a:lnTo>
                  <a:lnTo>
                    <a:pt x="717371" y="2339068"/>
                  </a:lnTo>
                  <a:lnTo>
                    <a:pt x="721291" y="2339068"/>
                  </a:lnTo>
                  <a:lnTo>
                    <a:pt x="725211" y="2339068"/>
                  </a:lnTo>
                  <a:lnTo>
                    <a:pt x="729131" y="2339068"/>
                  </a:lnTo>
                  <a:lnTo>
                    <a:pt x="733051" y="2339068"/>
                  </a:lnTo>
                  <a:lnTo>
                    <a:pt x="736971" y="2339068"/>
                  </a:lnTo>
                  <a:lnTo>
                    <a:pt x="740891" y="2339068"/>
                  </a:lnTo>
                  <a:lnTo>
                    <a:pt x="744811" y="2339068"/>
                  </a:lnTo>
                  <a:lnTo>
                    <a:pt x="748732" y="2339068"/>
                  </a:lnTo>
                  <a:lnTo>
                    <a:pt x="752652" y="2339068"/>
                  </a:lnTo>
                  <a:lnTo>
                    <a:pt x="756572" y="2339068"/>
                  </a:lnTo>
                  <a:lnTo>
                    <a:pt x="760492" y="2339068"/>
                  </a:lnTo>
                  <a:lnTo>
                    <a:pt x="764412" y="2339068"/>
                  </a:lnTo>
                  <a:lnTo>
                    <a:pt x="768332" y="2339068"/>
                  </a:lnTo>
                  <a:lnTo>
                    <a:pt x="772252" y="2339068"/>
                  </a:lnTo>
                  <a:lnTo>
                    <a:pt x="776172" y="2339068"/>
                  </a:lnTo>
                  <a:lnTo>
                    <a:pt x="780092" y="2339068"/>
                  </a:lnTo>
                  <a:lnTo>
                    <a:pt x="784012" y="2339068"/>
                  </a:lnTo>
                  <a:lnTo>
                    <a:pt x="787932" y="2339068"/>
                  </a:lnTo>
                  <a:lnTo>
                    <a:pt x="791852" y="2339068"/>
                  </a:lnTo>
                  <a:lnTo>
                    <a:pt x="795772" y="2339068"/>
                  </a:lnTo>
                  <a:lnTo>
                    <a:pt x="799692" y="2339068"/>
                  </a:lnTo>
                  <a:lnTo>
                    <a:pt x="803612" y="2339068"/>
                  </a:lnTo>
                  <a:lnTo>
                    <a:pt x="807532" y="2339068"/>
                  </a:lnTo>
                  <a:lnTo>
                    <a:pt x="811453" y="2339068"/>
                  </a:lnTo>
                  <a:lnTo>
                    <a:pt x="815373" y="2339068"/>
                  </a:lnTo>
                  <a:lnTo>
                    <a:pt x="819293" y="2339068"/>
                  </a:lnTo>
                  <a:lnTo>
                    <a:pt x="823213" y="2339068"/>
                  </a:lnTo>
                  <a:lnTo>
                    <a:pt x="827133" y="2339068"/>
                  </a:lnTo>
                  <a:lnTo>
                    <a:pt x="831053" y="2339068"/>
                  </a:lnTo>
                  <a:lnTo>
                    <a:pt x="834973" y="2339068"/>
                  </a:lnTo>
                  <a:lnTo>
                    <a:pt x="838893" y="2339068"/>
                  </a:lnTo>
                  <a:lnTo>
                    <a:pt x="842813" y="2339068"/>
                  </a:lnTo>
                  <a:lnTo>
                    <a:pt x="846733" y="2339068"/>
                  </a:lnTo>
                  <a:lnTo>
                    <a:pt x="850653" y="2339068"/>
                  </a:lnTo>
                  <a:lnTo>
                    <a:pt x="854573" y="2339068"/>
                  </a:lnTo>
                  <a:lnTo>
                    <a:pt x="858493" y="2339068"/>
                  </a:lnTo>
                  <a:lnTo>
                    <a:pt x="862413" y="2339068"/>
                  </a:lnTo>
                  <a:lnTo>
                    <a:pt x="866333" y="2339068"/>
                  </a:lnTo>
                  <a:lnTo>
                    <a:pt x="870253" y="2339068"/>
                  </a:lnTo>
                  <a:lnTo>
                    <a:pt x="874174" y="2339068"/>
                  </a:lnTo>
                  <a:lnTo>
                    <a:pt x="878094" y="2339068"/>
                  </a:lnTo>
                  <a:lnTo>
                    <a:pt x="882014" y="2339068"/>
                  </a:lnTo>
                  <a:lnTo>
                    <a:pt x="885934" y="2339068"/>
                  </a:lnTo>
                  <a:lnTo>
                    <a:pt x="889854" y="2339068"/>
                  </a:lnTo>
                  <a:lnTo>
                    <a:pt x="893774" y="2339068"/>
                  </a:lnTo>
                  <a:lnTo>
                    <a:pt x="897694" y="2339068"/>
                  </a:lnTo>
                  <a:lnTo>
                    <a:pt x="901614" y="2339068"/>
                  </a:lnTo>
                  <a:lnTo>
                    <a:pt x="905534" y="2339068"/>
                  </a:lnTo>
                  <a:lnTo>
                    <a:pt x="909454" y="2339068"/>
                  </a:lnTo>
                  <a:lnTo>
                    <a:pt x="913374" y="2339068"/>
                  </a:lnTo>
                  <a:lnTo>
                    <a:pt x="917294" y="2339068"/>
                  </a:lnTo>
                  <a:lnTo>
                    <a:pt x="921214" y="2339068"/>
                  </a:lnTo>
                  <a:lnTo>
                    <a:pt x="925134" y="2339068"/>
                  </a:lnTo>
                  <a:lnTo>
                    <a:pt x="929054" y="2339068"/>
                  </a:lnTo>
                  <a:lnTo>
                    <a:pt x="932974" y="2339068"/>
                  </a:lnTo>
                  <a:lnTo>
                    <a:pt x="936895" y="2339068"/>
                  </a:lnTo>
                  <a:lnTo>
                    <a:pt x="940815" y="2339068"/>
                  </a:lnTo>
                  <a:lnTo>
                    <a:pt x="944735" y="2339068"/>
                  </a:lnTo>
                  <a:lnTo>
                    <a:pt x="948655" y="2339068"/>
                  </a:lnTo>
                  <a:lnTo>
                    <a:pt x="952575" y="2339068"/>
                  </a:lnTo>
                  <a:lnTo>
                    <a:pt x="956495" y="2339068"/>
                  </a:lnTo>
                  <a:lnTo>
                    <a:pt x="960415" y="2339068"/>
                  </a:lnTo>
                  <a:lnTo>
                    <a:pt x="964335" y="2339068"/>
                  </a:lnTo>
                  <a:lnTo>
                    <a:pt x="968255" y="2339068"/>
                  </a:lnTo>
                  <a:lnTo>
                    <a:pt x="972175" y="2339068"/>
                  </a:lnTo>
                  <a:lnTo>
                    <a:pt x="976095" y="2339068"/>
                  </a:lnTo>
                  <a:lnTo>
                    <a:pt x="980015" y="2339068"/>
                  </a:lnTo>
                  <a:lnTo>
                    <a:pt x="983935" y="2339068"/>
                  </a:lnTo>
                  <a:lnTo>
                    <a:pt x="987855" y="2339068"/>
                  </a:lnTo>
                  <a:lnTo>
                    <a:pt x="991775" y="2339068"/>
                  </a:lnTo>
                  <a:lnTo>
                    <a:pt x="995695" y="2339068"/>
                  </a:lnTo>
                  <a:lnTo>
                    <a:pt x="999616" y="2339068"/>
                  </a:lnTo>
                  <a:lnTo>
                    <a:pt x="1003536" y="2339068"/>
                  </a:lnTo>
                  <a:lnTo>
                    <a:pt x="1007456" y="2339068"/>
                  </a:lnTo>
                  <a:lnTo>
                    <a:pt x="1011376" y="2339068"/>
                  </a:lnTo>
                  <a:lnTo>
                    <a:pt x="1015296" y="2339068"/>
                  </a:lnTo>
                  <a:lnTo>
                    <a:pt x="1019216" y="2339068"/>
                  </a:lnTo>
                  <a:lnTo>
                    <a:pt x="1023136" y="2339068"/>
                  </a:lnTo>
                  <a:lnTo>
                    <a:pt x="1027056" y="2339068"/>
                  </a:lnTo>
                  <a:lnTo>
                    <a:pt x="1030976" y="2339068"/>
                  </a:lnTo>
                  <a:lnTo>
                    <a:pt x="1034896" y="2339068"/>
                  </a:lnTo>
                  <a:lnTo>
                    <a:pt x="1038816" y="2339068"/>
                  </a:lnTo>
                  <a:lnTo>
                    <a:pt x="1042736" y="2339068"/>
                  </a:lnTo>
                  <a:lnTo>
                    <a:pt x="1046656" y="2339068"/>
                  </a:lnTo>
                  <a:lnTo>
                    <a:pt x="1050576" y="2339068"/>
                  </a:lnTo>
                  <a:lnTo>
                    <a:pt x="1054496" y="2339068"/>
                  </a:lnTo>
                  <a:lnTo>
                    <a:pt x="1058417" y="2339068"/>
                  </a:lnTo>
                  <a:lnTo>
                    <a:pt x="1062337" y="2339068"/>
                  </a:lnTo>
                  <a:lnTo>
                    <a:pt x="1066257" y="2339068"/>
                  </a:lnTo>
                  <a:lnTo>
                    <a:pt x="1070177" y="2339068"/>
                  </a:lnTo>
                  <a:lnTo>
                    <a:pt x="1074097" y="2339068"/>
                  </a:lnTo>
                  <a:lnTo>
                    <a:pt x="1078017" y="2339068"/>
                  </a:lnTo>
                  <a:lnTo>
                    <a:pt x="1081937" y="2339068"/>
                  </a:lnTo>
                  <a:lnTo>
                    <a:pt x="1085857" y="2339068"/>
                  </a:lnTo>
                  <a:lnTo>
                    <a:pt x="1089777" y="2339068"/>
                  </a:lnTo>
                  <a:lnTo>
                    <a:pt x="1093697" y="2339068"/>
                  </a:lnTo>
                  <a:lnTo>
                    <a:pt x="1097617" y="2339068"/>
                  </a:lnTo>
                  <a:lnTo>
                    <a:pt x="1101537" y="2339068"/>
                  </a:lnTo>
                  <a:lnTo>
                    <a:pt x="1105457" y="2339068"/>
                  </a:lnTo>
                  <a:lnTo>
                    <a:pt x="1109377" y="2339068"/>
                  </a:lnTo>
                  <a:lnTo>
                    <a:pt x="1113297" y="2339068"/>
                  </a:lnTo>
                  <a:lnTo>
                    <a:pt x="1117217" y="2339068"/>
                  </a:lnTo>
                  <a:lnTo>
                    <a:pt x="1121138" y="2339068"/>
                  </a:lnTo>
                  <a:lnTo>
                    <a:pt x="1125058" y="2339068"/>
                  </a:lnTo>
                  <a:lnTo>
                    <a:pt x="1128978" y="2339068"/>
                  </a:lnTo>
                  <a:lnTo>
                    <a:pt x="1132898" y="2339068"/>
                  </a:lnTo>
                  <a:lnTo>
                    <a:pt x="1136818" y="2339068"/>
                  </a:lnTo>
                  <a:lnTo>
                    <a:pt x="1140738" y="2339068"/>
                  </a:lnTo>
                  <a:lnTo>
                    <a:pt x="1144658" y="2339068"/>
                  </a:lnTo>
                  <a:lnTo>
                    <a:pt x="1148578" y="2339068"/>
                  </a:lnTo>
                  <a:lnTo>
                    <a:pt x="1152498" y="2339068"/>
                  </a:lnTo>
                  <a:lnTo>
                    <a:pt x="1156418" y="2339068"/>
                  </a:lnTo>
                  <a:lnTo>
                    <a:pt x="1160338" y="2339068"/>
                  </a:lnTo>
                  <a:lnTo>
                    <a:pt x="1164258" y="2339068"/>
                  </a:lnTo>
                  <a:lnTo>
                    <a:pt x="1168178" y="2339068"/>
                  </a:lnTo>
                  <a:lnTo>
                    <a:pt x="1172098" y="2339068"/>
                  </a:lnTo>
                  <a:lnTo>
                    <a:pt x="1176018" y="2339068"/>
                  </a:lnTo>
                  <a:lnTo>
                    <a:pt x="1179938" y="2339068"/>
                  </a:lnTo>
                  <a:lnTo>
                    <a:pt x="1183859" y="2339068"/>
                  </a:lnTo>
                  <a:lnTo>
                    <a:pt x="1187779" y="2339068"/>
                  </a:lnTo>
                  <a:lnTo>
                    <a:pt x="1191699" y="2339068"/>
                  </a:lnTo>
                  <a:lnTo>
                    <a:pt x="1195619" y="2339068"/>
                  </a:lnTo>
                  <a:lnTo>
                    <a:pt x="1199539" y="2339068"/>
                  </a:lnTo>
                  <a:lnTo>
                    <a:pt x="1203459" y="2339068"/>
                  </a:lnTo>
                  <a:lnTo>
                    <a:pt x="1207379" y="2339068"/>
                  </a:lnTo>
                  <a:lnTo>
                    <a:pt x="1211299" y="2339068"/>
                  </a:lnTo>
                  <a:lnTo>
                    <a:pt x="1215219" y="2339068"/>
                  </a:lnTo>
                  <a:lnTo>
                    <a:pt x="1219139" y="2339068"/>
                  </a:lnTo>
                  <a:lnTo>
                    <a:pt x="1223059" y="2339068"/>
                  </a:lnTo>
                  <a:lnTo>
                    <a:pt x="1226979" y="2339068"/>
                  </a:lnTo>
                  <a:lnTo>
                    <a:pt x="1230899" y="2339068"/>
                  </a:lnTo>
                  <a:lnTo>
                    <a:pt x="1234819" y="2339068"/>
                  </a:lnTo>
                  <a:lnTo>
                    <a:pt x="1238739" y="2339068"/>
                  </a:lnTo>
                  <a:lnTo>
                    <a:pt x="1242659" y="2339068"/>
                  </a:lnTo>
                  <a:lnTo>
                    <a:pt x="1246580" y="2339068"/>
                  </a:lnTo>
                  <a:lnTo>
                    <a:pt x="1250500" y="2339068"/>
                  </a:lnTo>
                  <a:lnTo>
                    <a:pt x="1254420" y="2339068"/>
                  </a:lnTo>
                  <a:lnTo>
                    <a:pt x="1258340" y="2339068"/>
                  </a:lnTo>
                  <a:lnTo>
                    <a:pt x="1262260" y="2339068"/>
                  </a:lnTo>
                  <a:lnTo>
                    <a:pt x="1266180" y="2339068"/>
                  </a:lnTo>
                  <a:lnTo>
                    <a:pt x="1270100" y="2339068"/>
                  </a:lnTo>
                  <a:lnTo>
                    <a:pt x="1274020" y="2339068"/>
                  </a:lnTo>
                  <a:lnTo>
                    <a:pt x="1277940" y="2339068"/>
                  </a:lnTo>
                  <a:lnTo>
                    <a:pt x="1281860" y="2339068"/>
                  </a:lnTo>
                  <a:lnTo>
                    <a:pt x="1285780" y="2339068"/>
                  </a:lnTo>
                  <a:lnTo>
                    <a:pt x="1289700" y="2339068"/>
                  </a:lnTo>
                  <a:lnTo>
                    <a:pt x="1293620" y="2339068"/>
                  </a:lnTo>
                  <a:lnTo>
                    <a:pt x="1297540" y="2339068"/>
                  </a:lnTo>
                  <a:lnTo>
                    <a:pt x="1301460" y="2339068"/>
                  </a:lnTo>
                  <a:lnTo>
                    <a:pt x="1305380" y="2339068"/>
                  </a:lnTo>
                  <a:lnTo>
                    <a:pt x="1309301" y="2339068"/>
                  </a:lnTo>
                  <a:lnTo>
                    <a:pt x="1313221" y="2339068"/>
                  </a:lnTo>
                  <a:lnTo>
                    <a:pt x="1317141" y="2339068"/>
                  </a:lnTo>
                  <a:lnTo>
                    <a:pt x="1321061" y="2339068"/>
                  </a:lnTo>
                  <a:lnTo>
                    <a:pt x="1324981" y="2339068"/>
                  </a:lnTo>
                  <a:lnTo>
                    <a:pt x="1328901" y="2339068"/>
                  </a:lnTo>
                  <a:lnTo>
                    <a:pt x="1332821" y="2339068"/>
                  </a:lnTo>
                  <a:lnTo>
                    <a:pt x="1336741" y="2339068"/>
                  </a:lnTo>
                  <a:lnTo>
                    <a:pt x="1340661" y="2339068"/>
                  </a:lnTo>
                  <a:lnTo>
                    <a:pt x="1344581" y="2339068"/>
                  </a:lnTo>
                  <a:lnTo>
                    <a:pt x="1348501" y="2339068"/>
                  </a:lnTo>
                  <a:lnTo>
                    <a:pt x="1352421" y="2339068"/>
                  </a:lnTo>
                  <a:lnTo>
                    <a:pt x="1356341" y="2339068"/>
                  </a:lnTo>
                  <a:lnTo>
                    <a:pt x="1360261" y="2339068"/>
                  </a:lnTo>
                  <a:lnTo>
                    <a:pt x="1364181" y="2339068"/>
                  </a:lnTo>
                  <a:lnTo>
                    <a:pt x="1368101" y="2339068"/>
                  </a:lnTo>
                  <a:lnTo>
                    <a:pt x="1372022" y="2339068"/>
                  </a:lnTo>
                  <a:lnTo>
                    <a:pt x="1375942" y="2339068"/>
                  </a:lnTo>
                  <a:lnTo>
                    <a:pt x="1379862" y="2339068"/>
                  </a:lnTo>
                  <a:lnTo>
                    <a:pt x="1383782" y="2339068"/>
                  </a:lnTo>
                  <a:lnTo>
                    <a:pt x="1387702" y="2339068"/>
                  </a:lnTo>
                  <a:lnTo>
                    <a:pt x="1391622" y="2339068"/>
                  </a:lnTo>
                  <a:lnTo>
                    <a:pt x="1395542" y="2339068"/>
                  </a:lnTo>
                  <a:lnTo>
                    <a:pt x="1399462" y="2339068"/>
                  </a:lnTo>
                  <a:lnTo>
                    <a:pt x="1403382" y="2339068"/>
                  </a:lnTo>
                  <a:lnTo>
                    <a:pt x="1407302" y="2339068"/>
                  </a:lnTo>
                  <a:lnTo>
                    <a:pt x="1411222" y="2339068"/>
                  </a:lnTo>
                  <a:lnTo>
                    <a:pt x="1415142" y="2339068"/>
                  </a:lnTo>
                  <a:lnTo>
                    <a:pt x="1419062" y="2339068"/>
                  </a:lnTo>
                  <a:lnTo>
                    <a:pt x="1422982" y="2339068"/>
                  </a:lnTo>
                  <a:lnTo>
                    <a:pt x="1426902" y="2339068"/>
                  </a:lnTo>
                  <a:lnTo>
                    <a:pt x="1430822" y="2339068"/>
                  </a:lnTo>
                  <a:lnTo>
                    <a:pt x="1434743" y="2339068"/>
                  </a:lnTo>
                  <a:lnTo>
                    <a:pt x="1438663" y="2339068"/>
                  </a:lnTo>
                  <a:lnTo>
                    <a:pt x="1442583" y="2339068"/>
                  </a:lnTo>
                  <a:lnTo>
                    <a:pt x="1446503" y="2339068"/>
                  </a:lnTo>
                  <a:lnTo>
                    <a:pt x="1450423" y="2339068"/>
                  </a:lnTo>
                  <a:lnTo>
                    <a:pt x="1454343" y="2339068"/>
                  </a:lnTo>
                  <a:lnTo>
                    <a:pt x="1458263" y="2339068"/>
                  </a:lnTo>
                  <a:lnTo>
                    <a:pt x="1462183" y="2339068"/>
                  </a:lnTo>
                  <a:lnTo>
                    <a:pt x="1466103" y="2339068"/>
                  </a:lnTo>
                  <a:lnTo>
                    <a:pt x="1470023" y="2339068"/>
                  </a:lnTo>
                  <a:lnTo>
                    <a:pt x="1473943" y="2339068"/>
                  </a:lnTo>
                  <a:lnTo>
                    <a:pt x="1477863" y="2339068"/>
                  </a:lnTo>
                  <a:lnTo>
                    <a:pt x="1481783" y="2339068"/>
                  </a:lnTo>
                  <a:lnTo>
                    <a:pt x="1477863" y="2339068"/>
                  </a:lnTo>
                  <a:lnTo>
                    <a:pt x="1473943" y="2339068"/>
                  </a:lnTo>
                  <a:lnTo>
                    <a:pt x="1470023" y="2339068"/>
                  </a:lnTo>
                  <a:lnTo>
                    <a:pt x="1466103" y="2339068"/>
                  </a:lnTo>
                  <a:lnTo>
                    <a:pt x="1462183" y="2339068"/>
                  </a:lnTo>
                  <a:lnTo>
                    <a:pt x="1458263" y="2339068"/>
                  </a:lnTo>
                  <a:lnTo>
                    <a:pt x="1454343" y="2339068"/>
                  </a:lnTo>
                  <a:lnTo>
                    <a:pt x="1450423" y="2339068"/>
                  </a:lnTo>
                  <a:lnTo>
                    <a:pt x="1446503" y="2339068"/>
                  </a:lnTo>
                  <a:lnTo>
                    <a:pt x="1442583" y="2339068"/>
                  </a:lnTo>
                  <a:lnTo>
                    <a:pt x="1438663" y="2339068"/>
                  </a:lnTo>
                  <a:lnTo>
                    <a:pt x="1434743" y="2339068"/>
                  </a:lnTo>
                  <a:lnTo>
                    <a:pt x="1430822" y="2339068"/>
                  </a:lnTo>
                  <a:lnTo>
                    <a:pt x="1426902" y="2339068"/>
                  </a:lnTo>
                  <a:lnTo>
                    <a:pt x="1422982" y="2339068"/>
                  </a:lnTo>
                  <a:lnTo>
                    <a:pt x="1419062" y="2339068"/>
                  </a:lnTo>
                  <a:lnTo>
                    <a:pt x="1415142" y="2339068"/>
                  </a:lnTo>
                  <a:lnTo>
                    <a:pt x="1411222" y="2339068"/>
                  </a:lnTo>
                  <a:lnTo>
                    <a:pt x="1407302" y="2339068"/>
                  </a:lnTo>
                  <a:lnTo>
                    <a:pt x="1403382" y="2339068"/>
                  </a:lnTo>
                  <a:lnTo>
                    <a:pt x="1399462" y="2339068"/>
                  </a:lnTo>
                  <a:lnTo>
                    <a:pt x="1395542" y="2339068"/>
                  </a:lnTo>
                  <a:lnTo>
                    <a:pt x="1391622" y="2339068"/>
                  </a:lnTo>
                  <a:lnTo>
                    <a:pt x="1387702" y="2339068"/>
                  </a:lnTo>
                  <a:lnTo>
                    <a:pt x="1383782" y="2339068"/>
                  </a:lnTo>
                  <a:lnTo>
                    <a:pt x="1379862" y="2339068"/>
                  </a:lnTo>
                  <a:lnTo>
                    <a:pt x="1375942" y="2339068"/>
                  </a:lnTo>
                  <a:lnTo>
                    <a:pt x="1372022" y="2339068"/>
                  </a:lnTo>
                  <a:lnTo>
                    <a:pt x="1368101" y="2339068"/>
                  </a:lnTo>
                  <a:lnTo>
                    <a:pt x="1364181" y="2339068"/>
                  </a:lnTo>
                  <a:lnTo>
                    <a:pt x="1360261" y="2339068"/>
                  </a:lnTo>
                  <a:lnTo>
                    <a:pt x="1356341" y="2339068"/>
                  </a:lnTo>
                  <a:lnTo>
                    <a:pt x="1352421" y="2339068"/>
                  </a:lnTo>
                  <a:lnTo>
                    <a:pt x="1348501" y="2339068"/>
                  </a:lnTo>
                  <a:lnTo>
                    <a:pt x="1344581" y="2339068"/>
                  </a:lnTo>
                  <a:lnTo>
                    <a:pt x="1340661" y="2339068"/>
                  </a:lnTo>
                  <a:lnTo>
                    <a:pt x="1336741" y="2339068"/>
                  </a:lnTo>
                  <a:lnTo>
                    <a:pt x="1332821" y="2339068"/>
                  </a:lnTo>
                  <a:lnTo>
                    <a:pt x="1328901" y="2339068"/>
                  </a:lnTo>
                  <a:lnTo>
                    <a:pt x="1324981" y="2339068"/>
                  </a:lnTo>
                  <a:lnTo>
                    <a:pt x="1321061" y="2339068"/>
                  </a:lnTo>
                  <a:lnTo>
                    <a:pt x="1317141" y="2339068"/>
                  </a:lnTo>
                  <a:lnTo>
                    <a:pt x="1313221" y="2339068"/>
                  </a:lnTo>
                  <a:lnTo>
                    <a:pt x="1309301" y="2339068"/>
                  </a:lnTo>
                  <a:lnTo>
                    <a:pt x="1305380" y="2339068"/>
                  </a:lnTo>
                  <a:lnTo>
                    <a:pt x="1301460" y="2339068"/>
                  </a:lnTo>
                  <a:lnTo>
                    <a:pt x="1297540" y="2339068"/>
                  </a:lnTo>
                  <a:lnTo>
                    <a:pt x="1293620" y="2339068"/>
                  </a:lnTo>
                  <a:lnTo>
                    <a:pt x="1289700" y="2339068"/>
                  </a:lnTo>
                  <a:lnTo>
                    <a:pt x="1285780" y="2339068"/>
                  </a:lnTo>
                  <a:lnTo>
                    <a:pt x="1281860" y="2339068"/>
                  </a:lnTo>
                  <a:lnTo>
                    <a:pt x="1277940" y="2339068"/>
                  </a:lnTo>
                  <a:lnTo>
                    <a:pt x="1274020" y="2339068"/>
                  </a:lnTo>
                  <a:lnTo>
                    <a:pt x="1270100" y="2339068"/>
                  </a:lnTo>
                  <a:lnTo>
                    <a:pt x="1266180" y="2339068"/>
                  </a:lnTo>
                  <a:lnTo>
                    <a:pt x="1262260" y="2339068"/>
                  </a:lnTo>
                  <a:lnTo>
                    <a:pt x="1258340" y="2339068"/>
                  </a:lnTo>
                  <a:lnTo>
                    <a:pt x="1254420" y="2339068"/>
                  </a:lnTo>
                  <a:lnTo>
                    <a:pt x="1250500" y="2339068"/>
                  </a:lnTo>
                  <a:lnTo>
                    <a:pt x="1246580" y="2339068"/>
                  </a:lnTo>
                  <a:lnTo>
                    <a:pt x="1242659" y="2339068"/>
                  </a:lnTo>
                  <a:lnTo>
                    <a:pt x="1238739" y="2339068"/>
                  </a:lnTo>
                  <a:lnTo>
                    <a:pt x="1234819" y="2339068"/>
                  </a:lnTo>
                  <a:lnTo>
                    <a:pt x="1230899" y="2339068"/>
                  </a:lnTo>
                  <a:lnTo>
                    <a:pt x="1226979" y="2339068"/>
                  </a:lnTo>
                  <a:lnTo>
                    <a:pt x="1223059" y="2339068"/>
                  </a:lnTo>
                  <a:lnTo>
                    <a:pt x="1219139" y="2339068"/>
                  </a:lnTo>
                  <a:lnTo>
                    <a:pt x="1215219" y="2339068"/>
                  </a:lnTo>
                  <a:lnTo>
                    <a:pt x="1211299" y="2339068"/>
                  </a:lnTo>
                  <a:lnTo>
                    <a:pt x="1207379" y="2339068"/>
                  </a:lnTo>
                  <a:lnTo>
                    <a:pt x="1203459" y="2339068"/>
                  </a:lnTo>
                  <a:lnTo>
                    <a:pt x="1199539" y="2339068"/>
                  </a:lnTo>
                  <a:lnTo>
                    <a:pt x="1195619" y="2339068"/>
                  </a:lnTo>
                  <a:lnTo>
                    <a:pt x="1191699" y="2339068"/>
                  </a:lnTo>
                  <a:lnTo>
                    <a:pt x="1187779" y="2339068"/>
                  </a:lnTo>
                  <a:lnTo>
                    <a:pt x="1183859" y="2339068"/>
                  </a:lnTo>
                  <a:lnTo>
                    <a:pt x="1179938" y="2339068"/>
                  </a:lnTo>
                  <a:lnTo>
                    <a:pt x="1176018" y="2339068"/>
                  </a:lnTo>
                  <a:lnTo>
                    <a:pt x="1172098" y="2339068"/>
                  </a:lnTo>
                  <a:lnTo>
                    <a:pt x="1168178" y="2339068"/>
                  </a:lnTo>
                  <a:lnTo>
                    <a:pt x="1164258" y="2339068"/>
                  </a:lnTo>
                  <a:lnTo>
                    <a:pt x="1160338" y="2339068"/>
                  </a:lnTo>
                  <a:lnTo>
                    <a:pt x="1156418" y="2339068"/>
                  </a:lnTo>
                  <a:lnTo>
                    <a:pt x="1152498" y="2339068"/>
                  </a:lnTo>
                  <a:lnTo>
                    <a:pt x="1148578" y="2339068"/>
                  </a:lnTo>
                  <a:lnTo>
                    <a:pt x="1144658" y="2339068"/>
                  </a:lnTo>
                  <a:lnTo>
                    <a:pt x="1140738" y="2339068"/>
                  </a:lnTo>
                  <a:lnTo>
                    <a:pt x="1136818" y="2339068"/>
                  </a:lnTo>
                  <a:lnTo>
                    <a:pt x="1132898" y="2339068"/>
                  </a:lnTo>
                  <a:lnTo>
                    <a:pt x="1128978" y="2339068"/>
                  </a:lnTo>
                  <a:lnTo>
                    <a:pt x="1125058" y="2339068"/>
                  </a:lnTo>
                  <a:lnTo>
                    <a:pt x="1121138" y="2339068"/>
                  </a:lnTo>
                  <a:lnTo>
                    <a:pt x="1117217" y="2339068"/>
                  </a:lnTo>
                  <a:lnTo>
                    <a:pt x="1113297" y="2339068"/>
                  </a:lnTo>
                  <a:lnTo>
                    <a:pt x="1109377" y="2339068"/>
                  </a:lnTo>
                  <a:lnTo>
                    <a:pt x="1105457" y="2339068"/>
                  </a:lnTo>
                  <a:lnTo>
                    <a:pt x="1101537" y="2339068"/>
                  </a:lnTo>
                  <a:lnTo>
                    <a:pt x="1097617" y="2339068"/>
                  </a:lnTo>
                  <a:lnTo>
                    <a:pt x="1093697" y="2339068"/>
                  </a:lnTo>
                  <a:lnTo>
                    <a:pt x="1089777" y="2339068"/>
                  </a:lnTo>
                  <a:lnTo>
                    <a:pt x="1085857" y="2339068"/>
                  </a:lnTo>
                  <a:lnTo>
                    <a:pt x="1081937" y="2339068"/>
                  </a:lnTo>
                  <a:lnTo>
                    <a:pt x="1078017" y="2339068"/>
                  </a:lnTo>
                  <a:lnTo>
                    <a:pt x="1074097" y="2339068"/>
                  </a:lnTo>
                  <a:lnTo>
                    <a:pt x="1070177" y="2339068"/>
                  </a:lnTo>
                  <a:lnTo>
                    <a:pt x="1066257" y="2339068"/>
                  </a:lnTo>
                  <a:lnTo>
                    <a:pt x="1062337" y="2339068"/>
                  </a:lnTo>
                  <a:lnTo>
                    <a:pt x="1058417" y="2339068"/>
                  </a:lnTo>
                  <a:lnTo>
                    <a:pt x="1054496" y="2339068"/>
                  </a:lnTo>
                  <a:lnTo>
                    <a:pt x="1050576" y="2339068"/>
                  </a:lnTo>
                  <a:lnTo>
                    <a:pt x="1046656" y="2339068"/>
                  </a:lnTo>
                  <a:lnTo>
                    <a:pt x="1042736" y="2339068"/>
                  </a:lnTo>
                  <a:lnTo>
                    <a:pt x="1038816" y="2339068"/>
                  </a:lnTo>
                  <a:lnTo>
                    <a:pt x="1034896" y="2339068"/>
                  </a:lnTo>
                  <a:lnTo>
                    <a:pt x="1030976" y="2339068"/>
                  </a:lnTo>
                  <a:lnTo>
                    <a:pt x="1027056" y="2339068"/>
                  </a:lnTo>
                  <a:lnTo>
                    <a:pt x="1023136" y="2339068"/>
                  </a:lnTo>
                  <a:lnTo>
                    <a:pt x="1019216" y="2339068"/>
                  </a:lnTo>
                  <a:lnTo>
                    <a:pt x="1015296" y="2339068"/>
                  </a:lnTo>
                  <a:lnTo>
                    <a:pt x="1011376" y="2339068"/>
                  </a:lnTo>
                  <a:lnTo>
                    <a:pt x="1007456" y="2339068"/>
                  </a:lnTo>
                  <a:lnTo>
                    <a:pt x="1003536" y="2339068"/>
                  </a:lnTo>
                  <a:lnTo>
                    <a:pt x="999616" y="2339068"/>
                  </a:lnTo>
                  <a:lnTo>
                    <a:pt x="995695" y="2339068"/>
                  </a:lnTo>
                  <a:lnTo>
                    <a:pt x="991775" y="2339068"/>
                  </a:lnTo>
                  <a:lnTo>
                    <a:pt x="987855" y="2339068"/>
                  </a:lnTo>
                  <a:lnTo>
                    <a:pt x="983935" y="2339068"/>
                  </a:lnTo>
                  <a:lnTo>
                    <a:pt x="980015" y="2339068"/>
                  </a:lnTo>
                  <a:lnTo>
                    <a:pt x="976095" y="2339068"/>
                  </a:lnTo>
                  <a:lnTo>
                    <a:pt x="972175" y="2339068"/>
                  </a:lnTo>
                  <a:lnTo>
                    <a:pt x="968255" y="2339068"/>
                  </a:lnTo>
                  <a:lnTo>
                    <a:pt x="964335" y="2339068"/>
                  </a:lnTo>
                  <a:lnTo>
                    <a:pt x="960415" y="2339068"/>
                  </a:lnTo>
                  <a:lnTo>
                    <a:pt x="956495" y="2339068"/>
                  </a:lnTo>
                  <a:lnTo>
                    <a:pt x="952575" y="2339068"/>
                  </a:lnTo>
                  <a:lnTo>
                    <a:pt x="948655" y="2339068"/>
                  </a:lnTo>
                  <a:lnTo>
                    <a:pt x="944735" y="2339068"/>
                  </a:lnTo>
                  <a:lnTo>
                    <a:pt x="940815" y="2339068"/>
                  </a:lnTo>
                  <a:lnTo>
                    <a:pt x="936895" y="2339068"/>
                  </a:lnTo>
                  <a:lnTo>
                    <a:pt x="932974" y="2339068"/>
                  </a:lnTo>
                  <a:lnTo>
                    <a:pt x="929054" y="2339068"/>
                  </a:lnTo>
                  <a:lnTo>
                    <a:pt x="925134" y="2339068"/>
                  </a:lnTo>
                  <a:lnTo>
                    <a:pt x="921214" y="2339068"/>
                  </a:lnTo>
                  <a:lnTo>
                    <a:pt x="917294" y="2339068"/>
                  </a:lnTo>
                  <a:lnTo>
                    <a:pt x="913374" y="2339068"/>
                  </a:lnTo>
                  <a:lnTo>
                    <a:pt x="909454" y="2339068"/>
                  </a:lnTo>
                  <a:lnTo>
                    <a:pt x="905534" y="2339068"/>
                  </a:lnTo>
                  <a:lnTo>
                    <a:pt x="901614" y="2339068"/>
                  </a:lnTo>
                  <a:lnTo>
                    <a:pt x="897694" y="2339068"/>
                  </a:lnTo>
                  <a:lnTo>
                    <a:pt x="893774" y="2339068"/>
                  </a:lnTo>
                  <a:lnTo>
                    <a:pt x="889854" y="2339068"/>
                  </a:lnTo>
                  <a:lnTo>
                    <a:pt x="885934" y="2339068"/>
                  </a:lnTo>
                  <a:lnTo>
                    <a:pt x="882014" y="2339068"/>
                  </a:lnTo>
                  <a:lnTo>
                    <a:pt x="878094" y="2339068"/>
                  </a:lnTo>
                  <a:lnTo>
                    <a:pt x="874174" y="2339068"/>
                  </a:lnTo>
                  <a:lnTo>
                    <a:pt x="870253" y="2339068"/>
                  </a:lnTo>
                  <a:lnTo>
                    <a:pt x="866333" y="2339068"/>
                  </a:lnTo>
                  <a:lnTo>
                    <a:pt x="862413" y="2339068"/>
                  </a:lnTo>
                  <a:lnTo>
                    <a:pt x="858493" y="2339068"/>
                  </a:lnTo>
                  <a:lnTo>
                    <a:pt x="854573" y="2339068"/>
                  </a:lnTo>
                  <a:lnTo>
                    <a:pt x="850653" y="2339068"/>
                  </a:lnTo>
                  <a:lnTo>
                    <a:pt x="846733" y="2339068"/>
                  </a:lnTo>
                  <a:lnTo>
                    <a:pt x="842813" y="2339068"/>
                  </a:lnTo>
                  <a:lnTo>
                    <a:pt x="838893" y="2339068"/>
                  </a:lnTo>
                  <a:lnTo>
                    <a:pt x="834973" y="2339068"/>
                  </a:lnTo>
                  <a:lnTo>
                    <a:pt x="831053" y="2339068"/>
                  </a:lnTo>
                  <a:lnTo>
                    <a:pt x="827133" y="2339068"/>
                  </a:lnTo>
                  <a:lnTo>
                    <a:pt x="823213" y="2339068"/>
                  </a:lnTo>
                  <a:lnTo>
                    <a:pt x="819293" y="2339068"/>
                  </a:lnTo>
                  <a:lnTo>
                    <a:pt x="815373" y="2339068"/>
                  </a:lnTo>
                  <a:lnTo>
                    <a:pt x="811453" y="2339068"/>
                  </a:lnTo>
                  <a:lnTo>
                    <a:pt x="807532" y="2339068"/>
                  </a:lnTo>
                  <a:lnTo>
                    <a:pt x="803612" y="2339068"/>
                  </a:lnTo>
                  <a:lnTo>
                    <a:pt x="799692" y="2339068"/>
                  </a:lnTo>
                  <a:lnTo>
                    <a:pt x="795772" y="2339068"/>
                  </a:lnTo>
                  <a:lnTo>
                    <a:pt x="791852" y="2339068"/>
                  </a:lnTo>
                  <a:lnTo>
                    <a:pt x="787932" y="2339068"/>
                  </a:lnTo>
                  <a:lnTo>
                    <a:pt x="784012" y="2339068"/>
                  </a:lnTo>
                  <a:lnTo>
                    <a:pt x="780092" y="2339068"/>
                  </a:lnTo>
                  <a:lnTo>
                    <a:pt x="776172" y="2339068"/>
                  </a:lnTo>
                  <a:lnTo>
                    <a:pt x="772252" y="2339068"/>
                  </a:lnTo>
                  <a:lnTo>
                    <a:pt x="768332" y="2339068"/>
                  </a:lnTo>
                  <a:lnTo>
                    <a:pt x="764412" y="2339068"/>
                  </a:lnTo>
                  <a:lnTo>
                    <a:pt x="760492" y="2339068"/>
                  </a:lnTo>
                  <a:lnTo>
                    <a:pt x="756572" y="2339068"/>
                  </a:lnTo>
                  <a:lnTo>
                    <a:pt x="752652" y="2339068"/>
                  </a:lnTo>
                  <a:lnTo>
                    <a:pt x="748732" y="2339068"/>
                  </a:lnTo>
                  <a:lnTo>
                    <a:pt x="744811" y="2339068"/>
                  </a:lnTo>
                  <a:lnTo>
                    <a:pt x="740891" y="2339068"/>
                  </a:lnTo>
                  <a:lnTo>
                    <a:pt x="736971" y="2339068"/>
                  </a:lnTo>
                  <a:lnTo>
                    <a:pt x="733051" y="2339068"/>
                  </a:lnTo>
                  <a:lnTo>
                    <a:pt x="729131" y="2339068"/>
                  </a:lnTo>
                  <a:lnTo>
                    <a:pt x="725211" y="2339068"/>
                  </a:lnTo>
                  <a:lnTo>
                    <a:pt x="721291" y="2339068"/>
                  </a:lnTo>
                  <a:lnTo>
                    <a:pt x="717371" y="2339068"/>
                  </a:lnTo>
                  <a:lnTo>
                    <a:pt x="713451" y="2339068"/>
                  </a:lnTo>
                  <a:lnTo>
                    <a:pt x="709531" y="2339068"/>
                  </a:lnTo>
                  <a:lnTo>
                    <a:pt x="705611" y="2339068"/>
                  </a:lnTo>
                  <a:lnTo>
                    <a:pt x="701691" y="2339068"/>
                  </a:lnTo>
                  <a:lnTo>
                    <a:pt x="697771" y="2339068"/>
                  </a:lnTo>
                  <a:lnTo>
                    <a:pt x="693851" y="2339068"/>
                  </a:lnTo>
                  <a:lnTo>
                    <a:pt x="689931" y="2339068"/>
                  </a:lnTo>
                  <a:lnTo>
                    <a:pt x="686011" y="2339068"/>
                  </a:lnTo>
                  <a:lnTo>
                    <a:pt x="682090" y="2339068"/>
                  </a:lnTo>
                  <a:lnTo>
                    <a:pt x="678170" y="2339068"/>
                  </a:lnTo>
                  <a:lnTo>
                    <a:pt x="674250" y="2339068"/>
                  </a:lnTo>
                  <a:lnTo>
                    <a:pt x="670330" y="2339068"/>
                  </a:lnTo>
                  <a:lnTo>
                    <a:pt x="666410" y="2339068"/>
                  </a:lnTo>
                  <a:lnTo>
                    <a:pt x="662490" y="2339068"/>
                  </a:lnTo>
                  <a:lnTo>
                    <a:pt x="658570" y="2339068"/>
                  </a:lnTo>
                  <a:lnTo>
                    <a:pt x="654650" y="2339068"/>
                  </a:lnTo>
                  <a:lnTo>
                    <a:pt x="650730" y="2339068"/>
                  </a:lnTo>
                  <a:lnTo>
                    <a:pt x="646810" y="2339068"/>
                  </a:lnTo>
                  <a:lnTo>
                    <a:pt x="642890" y="2339068"/>
                  </a:lnTo>
                  <a:lnTo>
                    <a:pt x="638970" y="2339068"/>
                  </a:lnTo>
                  <a:lnTo>
                    <a:pt x="635050" y="2339068"/>
                  </a:lnTo>
                  <a:lnTo>
                    <a:pt x="631130" y="2339068"/>
                  </a:lnTo>
                  <a:lnTo>
                    <a:pt x="627210" y="2339068"/>
                  </a:lnTo>
                  <a:lnTo>
                    <a:pt x="623290" y="2339068"/>
                  </a:lnTo>
                  <a:lnTo>
                    <a:pt x="619369" y="2339068"/>
                  </a:lnTo>
                  <a:lnTo>
                    <a:pt x="615449" y="2339068"/>
                  </a:lnTo>
                  <a:lnTo>
                    <a:pt x="611529" y="2339068"/>
                  </a:lnTo>
                  <a:lnTo>
                    <a:pt x="607609" y="2339068"/>
                  </a:lnTo>
                  <a:lnTo>
                    <a:pt x="603689" y="2339068"/>
                  </a:lnTo>
                  <a:lnTo>
                    <a:pt x="599769" y="2339068"/>
                  </a:lnTo>
                  <a:lnTo>
                    <a:pt x="595849" y="2339068"/>
                  </a:lnTo>
                  <a:lnTo>
                    <a:pt x="591929" y="2339068"/>
                  </a:lnTo>
                  <a:lnTo>
                    <a:pt x="588009" y="2339068"/>
                  </a:lnTo>
                  <a:lnTo>
                    <a:pt x="584089" y="2339068"/>
                  </a:lnTo>
                  <a:lnTo>
                    <a:pt x="580169" y="2339068"/>
                  </a:lnTo>
                  <a:lnTo>
                    <a:pt x="576249" y="2339068"/>
                  </a:lnTo>
                  <a:lnTo>
                    <a:pt x="572329" y="2339068"/>
                  </a:lnTo>
                  <a:lnTo>
                    <a:pt x="568409" y="2339068"/>
                  </a:lnTo>
                  <a:lnTo>
                    <a:pt x="564489" y="2339068"/>
                  </a:lnTo>
                  <a:lnTo>
                    <a:pt x="560569" y="2339068"/>
                  </a:lnTo>
                  <a:lnTo>
                    <a:pt x="556648" y="2339068"/>
                  </a:lnTo>
                  <a:lnTo>
                    <a:pt x="552728" y="2339068"/>
                  </a:lnTo>
                  <a:lnTo>
                    <a:pt x="548808" y="2339068"/>
                  </a:lnTo>
                  <a:lnTo>
                    <a:pt x="544888" y="2339068"/>
                  </a:lnTo>
                  <a:lnTo>
                    <a:pt x="540968" y="2339068"/>
                  </a:lnTo>
                  <a:lnTo>
                    <a:pt x="537048" y="2339068"/>
                  </a:lnTo>
                  <a:lnTo>
                    <a:pt x="533128" y="2339068"/>
                  </a:lnTo>
                  <a:lnTo>
                    <a:pt x="529208" y="2339068"/>
                  </a:lnTo>
                  <a:lnTo>
                    <a:pt x="525288" y="2339068"/>
                  </a:lnTo>
                  <a:lnTo>
                    <a:pt x="521368" y="2339068"/>
                  </a:lnTo>
                  <a:lnTo>
                    <a:pt x="517448" y="2339068"/>
                  </a:lnTo>
                  <a:lnTo>
                    <a:pt x="513528" y="2339068"/>
                  </a:lnTo>
                  <a:lnTo>
                    <a:pt x="509608" y="2339068"/>
                  </a:lnTo>
                  <a:lnTo>
                    <a:pt x="505688" y="2339068"/>
                  </a:lnTo>
                  <a:lnTo>
                    <a:pt x="501768" y="2339068"/>
                  </a:lnTo>
                  <a:lnTo>
                    <a:pt x="497847" y="2339068"/>
                  </a:lnTo>
                  <a:lnTo>
                    <a:pt x="493927" y="2339068"/>
                  </a:lnTo>
                  <a:lnTo>
                    <a:pt x="490007" y="2339068"/>
                  </a:lnTo>
                  <a:lnTo>
                    <a:pt x="486087" y="2339068"/>
                  </a:lnTo>
                  <a:lnTo>
                    <a:pt x="482167" y="2339068"/>
                  </a:lnTo>
                  <a:lnTo>
                    <a:pt x="478247" y="2339068"/>
                  </a:lnTo>
                  <a:lnTo>
                    <a:pt x="474327" y="2339068"/>
                  </a:lnTo>
                  <a:lnTo>
                    <a:pt x="470407" y="2339068"/>
                  </a:lnTo>
                  <a:lnTo>
                    <a:pt x="466487" y="2339068"/>
                  </a:lnTo>
                  <a:lnTo>
                    <a:pt x="462567" y="2339068"/>
                  </a:lnTo>
                  <a:lnTo>
                    <a:pt x="458647" y="2339068"/>
                  </a:lnTo>
                  <a:lnTo>
                    <a:pt x="454727" y="2339068"/>
                  </a:lnTo>
                  <a:lnTo>
                    <a:pt x="450807" y="2339068"/>
                  </a:lnTo>
                  <a:lnTo>
                    <a:pt x="446887" y="2339068"/>
                  </a:lnTo>
                  <a:lnTo>
                    <a:pt x="442967" y="2339068"/>
                  </a:lnTo>
                  <a:lnTo>
                    <a:pt x="439047" y="2339068"/>
                  </a:lnTo>
                  <a:lnTo>
                    <a:pt x="435126" y="2339068"/>
                  </a:lnTo>
                  <a:lnTo>
                    <a:pt x="431206" y="2339068"/>
                  </a:lnTo>
                  <a:lnTo>
                    <a:pt x="427286" y="2339068"/>
                  </a:lnTo>
                  <a:lnTo>
                    <a:pt x="423366" y="2339068"/>
                  </a:lnTo>
                  <a:lnTo>
                    <a:pt x="419446" y="2339068"/>
                  </a:lnTo>
                  <a:lnTo>
                    <a:pt x="415526" y="2339068"/>
                  </a:lnTo>
                  <a:lnTo>
                    <a:pt x="411606" y="2339068"/>
                  </a:lnTo>
                  <a:lnTo>
                    <a:pt x="407686" y="2339068"/>
                  </a:lnTo>
                  <a:lnTo>
                    <a:pt x="403766" y="2339068"/>
                  </a:lnTo>
                  <a:lnTo>
                    <a:pt x="399846" y="2339068"/>
                  </a:lnTo>
                  <a:lnTo>
                    <a:pt x="395926" y="2339068"/>
                  </a:lnTo>
                  <a:lnTo>
                    <a:pt x="392006" y="2339068"/>
                  </a:lnTo>
                  <a:lnTo>
                    <a:pt x="388086" y="2339068"/>
                  </a:lnTo>
                  <a:lnTo>
                    <a:pt x="384166" y="2339068"/>
                  </a:lnTo>
                  <a:lnTo>
                    <a:pt x="380246" y="2339068"/>
                  </a:lnTo>
                  <a:lnTo>
                    <a:pt x="376326" y="2339068"/>
                  </a:lnTo>
                  <a:lnTo>
                    <a:pt x="372405" y="2339068"/>
                  </a:lnTo>
                  <a:lnTo>
                    <a:pt x="368485" y="2339068"/>
                  </a:lnTo>
                  <a:lnTo>
                    <a:pt x="364565" y="2339068"/>
                  </a:lnTo>
                  <a:lnTo>
                    <a:pt x="360645" y="2339068"/>
                  </a:lnTo>
                  <a:lnTo>
                    <a:pt x="356725" y="2339068"/>
                  </a:lnTo>
                  <a:lnTo>
                    <a:pt x="352805" y="2339068"/>
                  </a:lnTo>
                  <a:lnTo>
                    <a:pt x="348885" y="2339068"/>
                  </a:lnTo>
                  <a:lnTo>
                    <a:pt x="344965" y="2339068"/>
                  </a:lnTo>
                  <a:lnTo>
                    <a:pt x="341045" y="2339068"/>
                  </a:lnTo>
                  <a:lnTo>
                    <a:pt x="337125" y="2339068"/>
                  </a:lnTo>
                  <a:lnTo>
                    <a:pt x="333205" y="2339068"/>
                  </a:lnTo>
                  <a:lnTo>
                    <a:pt x="329285" y="2339068"/>
                  </a:lnTo>
                  <a:lnTo>
                    <a:pt x="325365" y="2339068"/>
                  </a:lnTo>
                  <a:lnTo>
                    <a:pt x="321445" y="2339068"/>
                  </a:lnTo>
                  <a:lnTo>
                    <a:pt x="317525" y="2339068"/>
                  </a:lnTo>
                  <a:lnTo>
                    <a:pt x="313605" y="2339068"/>
                  </a:lnTo>
                  <a:lnTo>
                    <a:pt x="309684" y="2339068"/>
                  </a:lnTo>
                  <a:lnTo>
                    <a:pt x="305764" y="2339068"/>
                  </a:lnTo>
                  <a:lnTo>
                    <a:pt x="301844" y="2339068"/>
                  </a:lnTo>
                  <a:lnTo>
                    <a:pt x="297924" y="2339068"/>
                  </a:lnTo>
                  <a:lnTo>
                    <a:pt x="294004" y="2339068"/>
                  </a:lnTo>
                  <a:lnTo>
                    <a:pt x="290084" y="2339068"/>
                  </a:lnTo>
                  <a:lnTo>
                    <a:pt x="286164" y="2339068"/>
                  </a:lnTo>
                  <a:lnTo>
                    <a:pt x="282244" y="2339068"/>
                  </a:lnTo>
                  <a:lnTo>
                    <a:pt x="278324" y="2339068"/>
                  </a:lnTo>
                  <a:lnTo>
                    <a:pt x="274404" y="2339068"/>
                  </a:lnTo>
                  <a:lnTo>
                    <a:pt x="270484" y="2339068"/>
                  </a:lnTo>
                  <a:lnTo>
                    <a:pt x="266564" y="2339068"/>
                  </a:lnTo>
                  <a:lnTo>
                    <a:pt x="262644" y="2339068"/>
                  </a:lnTo>
                  <a:lnTo>
                    <a:pt x="258724" y="2339068"/>
                  </a:lnTo>
                  <a:lnTo>
                    <a:pt x="254804" y="2339068"/>
                  </a:lnTo>
                  <a:lnTo>
                    <a:pt x="250884" y="2339068"/>
                  </a:lnTo>
                  <a:lnTo>
                    <a:pt x="246963" y="2339068"/>
                  </a:lnTo>
                  <a:lnTo>
                    <a:pt x="243043" y="2339068"/>
                  </a:lnTo>
                  <a:lnTo>
                    <a:pt x="239123" y="2339068"/>
                  </a:lnTo>
                  <a:lnTo>
                    <a:pt x="235203" y="2339068"/>
                  </a:lnTo>
                  <a:lnTo>
                    <a:pt x="231283" y="2339068"/>
                  </a:lnTo>
                  <a:lnTo>
                    <a:pt x="227363" y="2339068"/>
                  </a:lnTo>
                  <a:lnTo>
                    <a:pt x="223443" y="2339068"/>
                  </a:lnTo>
                  <a:lnTo>
                    <a:pt x="219523" y="2339068"/>
                  </a:lnTo>
                  <a:lnTo>
                    <a:pt x="215603" y="2339068"/>
                  </a:lnTo>
                  <a:lnTo>
                    <a:pt x="211683" y="2339068"/>
                  </a:lnTo>
                  <a:lnTo>
                    <a:pt x="207763" y="2339068"/>
                  </a:lnTo>
                  <a:lnTo>
                    <a:pt x="203843" y="2339068"/>
                  </a:lnTo>
                  <a:lnTo>
                    <a:pt x="199923" y="2339068"/>
                  </a:lnTo>
                  <a:lnTo>
                    <a:pt x="196003" y="2339068"/>
                  </a:lnTo>
                  <a:lnTo>
                    <a:pt x="192083" y="2339068"/>
                  </a:lnTo>
                  <a:lnTo>
                    <a:pt x="188163" y="2339068"/>
                  </a:lnTo>
                  <a:lnTo>
                    <a:pt x="184242" y="2339068"/>
                  </a:lnTo>
                  <a:lnTo>
                    <a:pt x="180322" y="2339068"/>
                  </a:lnTo>
                  <a:lnTo>
                    <a:pt x="176402" y="2339068"/>
                  </a:lnTo>
                  <a:lnTo>
                    <a:pt x="172482" y="2339068"/>
                  </a:lnTo>
                  <a:lnTo>
                    <a:pt x="168562" y="2339068"/>
                  </a:lnTo>
                  <a:lnTo>
                    <a:pt x="164642" y="2339068"/>
                  </a:lnTo>
                  <a:lnTo>
                    <a:pt x="160722" y="2339068"/>
                  </a:lnTo>
                  <a:lnTo>
                    <a:pt x="156802" y="2339068"/>
                  </a:lnTo>
                  <a:lnTo>
                    <a:pt x="152882" y="2339068"/>
                  </a:lnTo>
                  <a:lnTo>
                    <a:pt x="148962" y="2339068"/>
                  </a:lnTo>
                  <a:lnTo>
                    <a:pt x="145042" y="2339068"/>
                  </a:lnTo>
                  <a:lnTo>
                    <a:pt x="141122" y="2339068"/>
                  </a:lnTo>
                  <a:lnTo>
                    <a:pt x="137202" y="2339068"/>
                  </a:lnTo>
                  <a:lnTo>
                    <a:pt x="133282" y="2339068"/>
                  </a:lnTo>
                  <a:lnTo>
                    <a:pt x="129362" y="2339068"/>
                  </a:lnTo>
                  <a:lnTo>
                    <a:pt x="125442" y="2339068"/>
                  </a:lnTo>
                  <a:lnTo>
                    <a:pt x="121521" y="2339068"/>
                  </a:lnTo>
                  <a:lnTo>
                    <a:pt x="117601" y="2339068"/>
                  </a:lnTo>
                  <a:lnTo>
                    <a:pt x="113681" y="2339068"/>
                  </a:lnTo>
                  <a:lnTo>
                    <a:pt x="109761" y="2339068"/>
                  </a:lnTo>
                  <a:lnTo>
                    <a:pt x="105841" y="2339068"/>
                  </a:lnTo>
                  <a:lnTo>
                    <a:pt x="101921" y="2339068"/>
                  </a:lnTo>
                  <a:lnTo>
                    <a:pt x="98001" y="2339068"/>
                  </a:lnTo>
                  <a:lnTo>
                    <a:pt x="94081" y="2339068"/>
                  </a:lnTo>
                  <a:lnTo>
                    <a:pt x="90161" y="2339068"/>
                  </a:lnTo>
                  <a:lnTo>
                    <a:pt x="86241" y="2339068"/>
                  </a:lnTo>
                  <a:lnTo>
                    <a:pt x="82321" y="2339068"/>
                  </a:lnTo>
                  <a:lnTo>
                    <a:pt x="78401" y="2339068"/>
                  </a:lnTo>
                  <a:lnTo>
                    <a:pt x="74481" y="2339068"/>
                  </a:lnTo>
                  <a:lnTo>
                    <a:pt x="70561" y="2339068"/>
                  </a:lnTo>
                  <a:lnTo>
                    <a:pt x="66641" y="2339068"/>
                  </a:lnTo>
                  <a:lnTo>
                    <a:pt x="62721" y="2339068"/>
                  </a:lnTo>
                  <a:lnTo>
                    <a:pt x="58800" y="2339068"/>
                  </a:lnTo>
                  <a:lnTo>
                    <a:pt x="54880" y="2339068"/>
                  </a:lnTo>
                  <a:lnTo>
                    <a:pt x="50960" y="2339068"/>
                  </a:lnTo>
                  <a:lnTo>
                    <a:pt x="47040" y="2339068"/>
                  </a:lnTo>
                  <a:lnTo>
                    <a:pt x="43120" y="2339068"/>
                  </a:lnTo>
                  <a:lnTo>
                    <a:pt x="39200" y="2339068"/>
                  </a:lnTo>
                  <a:lnTo>
                    <a:pt x="35280" y="2339068"/>
                  </a:lnTo>
                  <a:lnTo>
                    <a:pt x="31360" y="2339068"/>
                  </a:lnTo>
                  <a:lnTo>
                    <a:pt x="27440" y="2339068"/>
                  </a:lnTo>
                  <a:lnTo>
                    <a:pt x="23520" y="2339068"/>
                  </a:lnTo>
                  <a:lnTo>
                    <a:pt x="19600" y="2339068"/>
                  </a:lnTo>
                  <a:lnTo>
                    <a:pt x="15680" y="2339068"/>
                  </a:lnTo>
                  <a:lnTo>
                    <a:pt x="11760" y="2339068"/>
                  </a:lnTo>
                  <a:lnTo>
                    <a:pt x="7840" y="2339068"/>
                  </a:lnTo>
                  <a:lnTo>
                    <a:pt x="3920" y="2339068"/>
                  </a:lnTo>
                  <a:lnTo>
                    <a:pt x="0" y="2339068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34" name="pl34"/>
            <p:cNvSpPr/>
            <p:nvPr/>
          </p:nvSpPr>
          <p:spPr>
            <a:xfrm>
              <a:off x="4182181" y="4454169"/>
              <a:ext cx="509608" cy="1837379"/>
            </a:xfrm>
            <a:custGeom>
              <a:avLst/>
              <a:gdLst/>
              <a:ahLst/>
              <a:cxnLst/>
              <a:rect l="0" t="0" r="0" b="0"/>
              <a:pathLst>
                <a:path w="509608" h="1837379">
                  <a:moveTo>
                    <a:pt x="0" y="1837379"/>
                  </a:moveTo>
                  <a:lnTo>
                    <a:pt x="3920" y="1837379"/>
                  </a:lnTo>
                  <a:lnTo>
                    <a:pt x="7840" y="1837379"/>
                  </a:lnTo>
                  <a:lnTo>
                    <a:pt x="11760" y="1837379"/>
                  </a:lnTo>
                  <a:lnTo>
                    <a:pt x="15680" y="1837379"/>
                  </a:lnTo>
                  <a:lnTo>
                    <a:pt x="19600" y="1837379"/>
                  </a:lnTo>
                  <a:lnTo>
                    <a:pt x="23520" y="1837379"/>
                  </a:lnTo>
                  <a:lnTo>
                    <a:pt x="27440" y="1837379"/>
                  </a:lnTo>
                  <a:lnTo>
                    <a:pt x="31360" y="1837379"/>
                  </a:lnTo>
                  <a:lnTo>
                    <a:pt x="35280" y="1837379"/>
                  </a:lnTo>
                  <a:lnTo>
                    <a:pt x="39200" y="1837379"/>
                  </a:lnTo>
                  <a:lnTo>
                    <a:pt x="43120" y="1837379"/>
                  </a:lnTo>
                  <a:lnTo>
                    <a:pt x="47040" y="1837379"/>
                  </a:lnTo>
                  <a:lnTo>
                    <a:pt x="50960" y="1837379"/>
                  </a:lnTo>
                  <a:lnTo>
                    <a:pt x="54880" y="1837379"/>
                  </a:lnTo>
                  <a:lnTo>
                    <a:pt x="58800" y="1837379"/>
                  </a:lnTo>
                  <a:lnTo>
                    <a:pt x="62721" y="1837379"/>
                  </a:lnTo>
                  <a:lnTo>
                    <a:pt x="66641" y="1837379"/>
                  </a:lnTo>
                  <a:lnTo>
                    <a:pt x="70561" y="1837379"/>
                  </a:lnTo>
                  <a:lnTo>
                    <a:pt x="74481" y="1837379"/>
                  </a:lnTo>
                  <a:lnTo>
                    <a:pt x="78401" y="1837379"/>
                  </a:lnTo>
                  <a:lnTo>
                    <a:pt x="82321" y="1837379"/>
                  </a:lnTo>
                  <a:lnTo>
                    <a:pt x="86241" y="1837379"/>
                  </a:lnTo>
                  <a:lnTo>
                    <a:pt x="90161" y="1837379"/>
                  </a:lnTo>
                  <a:lnTo>
                    <a:pt x="94081" y="1837379"/>
                  </a:lnTo>
                  <a:lnTo>
                    <a:pt x="98001" y="1837379"/>
                  </a:lnTo>
                  <a:lnTo>
                    <a:pt x="101921" y="1837379"/>
                  </a:lnTo>
                  <a:lnTo>
                    <a:pt x="105841" y="1837379"/>
                  </a:lnTo>
                  <a:lnTo>
                    <a:pt x="109761" y="1837379"/>
                  </a:lnTo>
                  <a:lnTo>
                    <a:pt x="113681" y="1837379"/>
                  </a:lnTo>
                  <a:lnTo>
                    <a:pt x="117601" y="1837379"/>
                  </a:lnTo>
                  <a:lnTo>
                    <a:pt x="121521" y="1837379"/>
                  </a:lnTo>
                  <a:lnTo>
                    <a:pt x="125442" y="1837379"/>
                  </a:lnTo>
                  <a:lnTo>
                    <a:pt x="129362" y="1837379"/>
                  </a:lnTo>
                  <a:lnTo>
                    <a:pt x="133282" y="1837379"/>
                  </a:lnTo>
                  <a:lnTo>
                    <a:pt x="137202" y="1837379"/>
                  </a:lnTo>
                  <a:lnTo>
                    <a:pt x="141122" y="1837379"/>
                  </a:lnTo>
                  <a:lnTo>
                    <a:pt x="145042" y="1837379"/>
                  </a:lnTo>
                  <a:lnTo>
                    <a:pt x="148962" y="1837379"/>
                  </a:lnTo>
                  <a:lnTo>
                    <a:pt x="152882" y="1837379"/>
                  </a:lnTo>
                  <a:lnTo>
                    <a:pt x="156802" y="1837379"/>
                  </a:lnTo>
                  <a:lnTo>
                    <a:pt x="160722" y="1837377"/>
                  </a:lnTo>
                  <a:lnTo>
                    <a:pt x="164642" y="1837364"/>
                  </a:lnTo>
                  <a:lnTo>
                    <a:pt x="168562" y="1837295"/>
                  </a:lnTo>
                  <a:lnTo>
                    <a:pt x="172482" y="1837045"/>
                  </a:lnTo>
                  <a:lnTo>
                    <a:pt x="176402" y="1836396"/>
                  </a:lnTo>
                  <a:lnTo>
                    <a:pt x="180322" y="1835235"/>
                  </a:lnTo>
                  <a:lnTo>
                    <a:pt x="184242" y="1833885"/>
                  </a:lnTo>
                  <a:lnTo>
                    <a:pt x="188163" y="1833045"/>
                  </a:lnTo>
                  <a:lnTo>
                    <a:pt x="192083" y="1833085"/>
                  </a:lnTo>
                  <a:lnTo>
                    <a:pt x="196003" y="1833544"/>
                  </a:lnTo>
                  <a:lnTo>
                    <a:pt x="199923" y="1833650"/>
                  </a:lnTo>
                  <a:lnTo>
                    <a:pt x="203843" y="1833261"/>
                  </a:lnTo>
                  <a:lnTo>
                    <a:pt x="207763" y="1832955"/>
                  </a:lnTo>
                  <a:lnTo>
                    <a:pt x="211683" y="1833190"/>
                  </a:lnTo>
                  <a:lnTo>
                    <a:pt x="215603" y="1833676"/>
                  </a:lnTo>
                  <a:lnTo>
                    <a:pt x="219523" y="1833782"/>
                  </a:lnTo>
                  <a:lnTo>
                    <a:pt x="223443" y="1833388"/>
                  </a:lnTo>
                  <a:lnTo>
                    <a:pt x="227363" y="1833032"/>
                  </a:lnTo>
                  <a:lnTo>
                    <a:pt x="231283" y="1833194"/>
                  </a:lnTo>
                  <a:lnTo>
                    <a:pt x="235203" y="1833659"/>
                  </a:lnTo>
                  <a:lnTo>
                    <a:pt x="239123" y="1833814"/>
                  </a:lnTo>
                  <a:lnTo>
                    <a:pt x="243043" y="1833457"/>
                  </a:lnTo>
                  <a:lnTo>
                    <a:pt x="246963" y="1833064"/>
                  </a:lnTo>
                  <a:lnTo>
                    <a:pt x="250884" y="1833165"/>
                  </a:lnTo>
                  <a:lnTo>
                    <a:pt x="254804" y="1833640"/>
                  </a:lnTo>
                  <a:lnTo>
                    <a:pt x="258724" y="1833869"/>
                  </a:lnTo>
                  <a:lnTo>
                    <a:pt x="262644" y="1833559"/>
                  </a:lnTo>
                  <a:lnTo>
                    <a:pt x="266564" y="1833167"/>
                  </a:lnTo>
                  <a:lnTo>
                    <a:pt x="270484" y="1833393"/>
                  </a:lnTo>
                  <a:lnTo>
                    <a:pt x="274404" y="1834367"/>
                  </a:lnTo>
                  <a:lnTo>
                    <a:pt x="278324" y="1835510"/>
                  </a:lnTo>
                  <a:lnTo>
                    <a:pt x="282244" y="1836036"/>
                  </a:lnTo>
                  <a:lnTo>
                    <a:pt x="286164" y="1835327"/>
                  </a:lnTo>
                  <a:lnTo>
                    <a:pt x="290084" y="1832981"/>
                  </a:lnTo>
                  <a:lnTo>
                    <a:pt x="294004" y="1829066"/>
                  </a:lnTo>
                  <a:lnTo>
                    <a:pt x="297924" y="1824533"/>
                  </a:lnTo>
                  <a:lnTo>
                    <a:pt x="301844" y="1820759"/>
                  </a:lnTo>
                  <a:lnTo>
                    <a:pt x="305764" y="1818316"/>
                  </a:lnTo>
                  <a:lnTo>
                    <a:pt x="309684" y="1816706"/>
                  </a:lnTo>
                  <a:lnTo>
                    <a:pt x="313605" y="1815610"/>
                  </a:lnTo>
                  <a:lnTo>
                    <a:pt x="317525" y="1815257"/>
                  </a:lnTo>
                  <a:lnTo>
                    <a:pt x="321445" y="1815723"/>
                  </a:lnTo>
                  <a:lnTo>
                    <a:pt x="325365" y="1816607"/>
                  </a:lnTo>
                  <a:lnTo>
                    <a:pt x="329285" y="1817271"/>
                  </a:lnTo>
                  <a:lnTo>
                    <a:pt x="333205" y="1817162"/>
                  </a:lnTo>
                  <a:lnTo>
                    <a:pt x="337125" y="1815846"/>
                  </a:lnTo>
                  <a:lnTo>
                    <a:pt x="341045" y="1812684"/>
                  </a:lnTo>
                  <a:lnTo>
                    <a:pt x="344965" y="1807128"/>
                  </a:lnTo>
                  <a:lnTo>
                    <a:pt x="348885" y="1800110"/>
                  </a:lnTo>
                  <a:lnTo>
                    <a:pt x="352805" y="1794590"/>
                  </a:lnTo>
                  <a:lnTo>
                    <a:pt x="356725" y="1793416"/>
                  </a:lnTo>
                  <a:lnTo>
                    <a:pt x="360645" y="1796455"/>
                  </a:lnTo>
                  <a:lnTo>
                    <a:pt x="364565" y="1800605"/>
                  </a:lnTo>
                  <a:lnTo>
                    <a:pt x="368485" y="1802700"/>
                  </a:lnTo>
                  <a:lnTo>
                    <a:pt x="372405" y="1801836"/>
                  </a:lnTo>
                  <a:lnTo>
                    <a:pt x="376326" y="1798975"/>
                  </a:lnTo>
                  <a:lnTo>
                    <a:pt x="380246" y="1795203"/>
                  </a:lnTo>
                  <a:lnTo>
                    <a:pt x="384166" y="1790917"/>
                  </a:lnTo>
                  <a:lnTo>
                    <a:pt x="388086" y="1786395"/>
                  </a:lnTo>
                  <a:lnTo>
                    <a:pt x="392006" y="1782709"/>
                  </a:lnTo>
                  <a:lnTo>
                    <a:pt x="395926" y="1781822"/>
                  </a:lnTo>
                  <a:lnTo>
                    <a:pt x="399846" y="1785008"/>
                  </a:lnTo>
                  <a:lnTo>
                    <a:pt x="403766" y="1790392"/>
                  </a:lnTo>
                  <a:lnTo>
                    <a:pt x="407686" y="1792656"/>
                  </a:lnTo>
                  <a:lnTo>
                    <a:pt x="411606" y="1786666"/>
                  </a:lnTo>
                  <a:lnTo>
                    <a:pt x="415526" y="1772122"/>
                  </a:lnTo>
                  <a:lnTo>
                    <a:pt x="419446" y="1754724"/>
                  </a:lnTo>
                  <a:lnTo>
                    <a:pt x="423366" y="1742307"/>
                  </a:lnTo>
                  <a:lnTo>
                    <a:pt x="427286" y="1738669"/>
                  </a:lnTo>
                  <a:lnTo>
                    <a:pt x="431206" y="1740597"/>
                  </a:lnTo>
                  <a:lnTo>
                    <a:pt x="435126" y="1740926"/>
                  </a:lnTo>
                  <a:lnTo>
                    <a:pt x="439047" y="1733662"/>
                  </a:lnTo>
                  <a:lnTo>
                    <a:pt x="442967" y="1716337"/>
                  </a:lnTo>
                  <a:lnTo>
                    <a:pt x="446887" y="1690787"/>
                  </a:lnTo>
                  <a:lnTo>
                    <a:pt x="450807" y="1665336"/>
                  </a:lnTo>
                  <a:lnTo>
                    <a:pt x="454727" y="1651091"/>
                  </a:lnTo>
                  <a:lnTo>
                    <a:pt x="458647" y="1653313"/>
                  </a:lnTo>
                  <a:lnTo>
                    <a:pt x="462567" y="1664709"/>
                  </a:lnTo>
                  <a:lnTo>
                    <a:pt x="466487" y="1669190"/>
                  </a:lnTo>
                  <a:lnTo>
                    <a:pt x="470407" y="1654054"/>
                  </a:lnTo>
                  <a:lnTo>
                    <a:pt x="474327" y="1620590"/>
                  </a:lnTo>
                  <a:lnTo>
                    <a:pt x="478247" y="1581970"/>
                  </a:lnTo>
                  <a:lnTo>
                    <a:pt x="482167" y="1547928"/>
                  </a:lnTo>
                  <a:lnTo>
                    <a:pt x="486087" y="1512847"/>
                  </a:lnTo>
                  <a:lnTo>
                    <a:pt x="490007" y="1461552"/>
                  </a:lnTo>
                  <a:lnTo>
                    <a:pt x="493927" y="1379922"/>
                  </a:lnTo>
                  <a:lnTo>
                    <a:pt x="497847" y="1245223"/>
                  </a:lnTo>
                  <a:lnTo>
                    <a:pt x="501768" y="1003351"/>
                  </a:lnTo>
                  <a:lnTo>
                    <a:pt x="505688" y="585138"/>
                  </a:lnTo>
                  <a:lnTo>
                    <a:pt x="509608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35" name="pl35"/>
            <p:cNvSpPr/>
            <p:nvPr/>
          </p:nvSpPr>
          <p:spPr>
            <a:xfrm>
              <a:off x="4703549" y="3952480"/>
              <a:ext cx="1481783" cy="2339068"/>
            </a:xfrm>
            <a:custGeom>
              <a:avLst/>
              <a:gdLst/>
              <a:ahLst/>
              <a:cxnLst/>
              <a:rect l="0" t="0" r="0" b="0"/>
              <a:pathLst>
                <a:path w="1481783" h="2339068">
                  <a:moveTo>
                    <a:pt x="0" y="0"/>
                  </a:moveTo>
                  <a:lnTo>
                    <a:pt x="3920" y="685459"/>
                  </a:lnTo>
                  <a:lnTo>
                    <a:pt x="7840" y="1422754"/>
                  </a:lnTo>
                  <a:lnTo>
                    <a:pt x="11760" y="1945722"/>
                  </a:lnTo>
                  <a:lnTo>
                    <a:pt x="15680" y="2209511"/>
                  </a:lnTo>
                  <a:lnTo>
                    <a:pt x="19600" y="2306565"/>
                  </a:lnTo>
                  <a:lnTo>
                    <a:pt x="23520" y="2332888"/>
                  </a:lnTo>
                  <a:lnTo>
                    <a:pt x="27440" y="2338181"/>
                  </a:lnTo>
                  <a:lnTo>
                    <a:pt x="31360" y="2338972"/>
                  </a:lnTo>
                  <a:lnTo>
                    <a:pt x="35280" y="2339061"/>
                  </a:lnTo>
                  <a:lnTo>
                    <a:pt x="39200" y="2339068"/>
                  </a:lnTo>
                  <a:lnTo>
                    <a:pt x="43120" y="2339068"/>
                  </a:lnTo>
                  <a:lnTo>
                    <a:pt x="47040" y="2339068"/>
                  </a:lnTo>
                  <a:lnTo>
                    <a:pt x="50960" y="2339068"/>
                  </a:lnTo>
                  <a:lnTo>
                    <a:pt x="54880" y="2339068"/>
                  </a:lnTo>
                  <a:lnTo>
                    <a:pt x="58800" y="2339068"/>
                  </a:lnTo>
                  <a:lnTo>
                    <a:pt x="62721" y="2339068"/>
                  </a:lnTo>
                  <a:lnTo>
                    <a:pt x="66641" y="2339068"/>
                  </a:lnTo>
                  <a:lnTo>
                    <a:pt x="70561" y="2339068"/>
                  </a:lnTo>
                  <a:lnTo>
                    <a:pt x="74481" y="2339068"/>
                  </a:lnTo>
                  <a:lnTo>
                    <a:pt x="78401" y="2339068"/>
                  </a:lnTo>
                  <a:lnTo>
                    <a:pt x="82321" y="2339068"/>
                  </a:lnTo>
                  <a:lnTo>
                    <a:pt x="86241" y="2339068"/>
                  </a:lnTo>
                  <a:lnTo>
                    <a:pt x="90161" y="2339068"/>
                  </a:lnTo>
                  <a:lnTo>
                    <a:pt x="94081" y="2339068"/>
                  </a:lnTo>
                  <a:lnTo>
                    <a:pt x="98001" y="2339068"/>
                  </a:lnTo>
                  <a:lnTo>
                    <a:pt x="101921" y="2339068"/>
                  </a:lnTo>
                  <a:lnTo>
                    <a:pt x="105841" y="2339068"/>
                  </a:lnTo>
                  <a:lnTo>
                    <a:pt x="109761" y="2339068"/>
                  </a:lnTo>
                  <a:lnTo>
                    <a:pt x="113681" y="2339068"/>
                  </a:lnTo>
                  <a:lnTo>
                    <a:pt x="117601" y="2339068"/>
                  </a:lnTo>
                  <a:lnTo>
                    <a:pt x="121521" y="2339068"/>
                  </a:lnTo>
                  <a:lnTo>
                    <a:pt x="125442" y="2339068"/>
                  </a:lnTo>
                  <a:lnTo>
                    <a:pt x="129362" y="2339068"/>
                  </a:lnTo>
                  <a:lnTo>
                    <a:pt x="133282" y="2339068"/>
                  </a:lnTo>
                  <a:lnTo>
                    <a:pt x="137202" y="2339068"/>
                  </a:lnTo>
                  <a:lnTo>
                    <a:pt x="141122" y="2339068"/>
                  </a:lnTo>
                  <a:lnTo>
                    <a:pt x="145042" y="2339068"/>
                  </a:lnTo>
                  <a:lnTo>
                    <a:pt x="148962" y="2339068"/>
                  </a:lnTo>
                  <a:lnTo>
                    <a:pt x="152882" y="2339068"/>
                  </a:lnTo>
                  <a:lnTo>
                    <a:pt x="156802" y="2339068"/>
                  </a:lnTo>
                  <a:lnTo>
                    <a:pt x="160722" y="2339068"/>
                  </a:lnTo>
                  <a:lnTo>
                    <a:pt x="164642" y="2339068"/>
                  </a:lnTo>
                  <a:lnTo>
                    <a:pt x="168562" y="2339068"/>
                  </a:lnTo>
                  <a:lnTo>
                    <a:pt x="172482" y="2339068"/>
                  </a:lnTo>
                  <a:lnTo>
                    <a:pt x="176402" y="2339068"/>
                  </a:lnTo>
                  <a:lnTo>
                    <a:pt x="180322" y="2339068"/>
                  </a:lnTo>
                  <a:lnTo>
                    <a:pt x="184242" y="2339068"/>
                  </a:lnTo>
                  <a:lnTo>
                    <a:pt x="188163" y="2339068"/>
                  </a:lnTo>
                  <a:lnTo>
                    <a:pt x="192083" y="2339068"/>
                  </a:lnTo>
                  <a:lnTo>
                    <a:pt x="196003" y="2339068"/>
                  </a:lnTo>
                  <a:lnTo>
                    <a:pt x="199923" y="2339068"/>
                  </a:lnTo>
                  <a:lnTo>
                    <a:pt x="203843" y="2339068"/>
                  </a:lnTo>
                  <a:lnTo>
                    <a:pt x="207763" y="2339068"/>
                  </a:lnTo>
                  <a:lnTo>
                    <a:pt x="211683" y="2339068"/>
                  </a:lnTo>
                  <a:lnTo>
                    <a:pt x="215603" y="2339068"/>
                  </a:lnTo>
                  <a:lnTo>
                    <a:pt x="219523" y="2339068"/>
                  </a:lnTo>
                  <a:lnTo>
                    <a:pt x="223443" y="2339068"/>
                  </a:lnTo>
                  <a:lnTo>
                    <a:pt x="227363" y="2339068"/>
                  </a:lnTo>
                  <a:lnTo>
                    <a:pt x="231283" y="2339068"/>
                  </a:lnTo>
                  <a:lnTo>
                    <a:pt x="235203" y="2339068"/>
                  </a:lnTo>
                  <a:lnTo>
                    <a:pt x="239123" y="2339068"/>
                  </a:lnTo>
                  <a:lnTo>
                    <a:pt x="243043" y="2339068"/>
                  </a:lnTo>
                  <a:lnTo>
                    <a:pt x="246963" y="2339068"/>
                  </a:lnTo>
                  <a:lnTo>
                    <a:pt x="250884" y="2339068"/>
                  </a:lnTo>
                  <a:lnTo>
                    <a:pt x="254804" y="2339068"/>
                  </a:lnTo>
                  <a:lnTo>
                    <a:pt x="258724" y="2339068"/>
                  </a:lnTo>
                  <a:lnTo>
                    <a:pt x="262644" y="2339068"/>
                  </a:lnTo>
                  <a:lnTo>
                    <a:pt x="266564" y="2339068"/>
                  </a:lnTo>
                  <a:lnTo>
                    <a:pt x="270484" y="2339068"/>
                  </a:lnTo>
                  <a:lnTo>
                    <a:pt x="274404" y="2339068"/>
                  </a:lnTo>
                  <a:lnTo>
                    <a:pt x="278324" y="2339068"/>
                  </a:lnTo>
                  <a:lnTo>
                    <a:pt x="282244" y="2339068"/>
                  </a:lnTo>
                  <a:lnTo>
                    <a:pt x="286164" y="2339068"/>
                  </a:lnTo>
                  <a:lnTo>
                    <a:pt x="290084" y="2339068"/>
                  </a:lnTo>
                  <a:lnTo>
                    <a:pt x="294004" y="2339068"/>
                  </a:lnTo>
                  <a:lnTo>
                    <a:pt x="297924" y="2339068"/>
                  </a:lnTo>
                  <a:lnTo>
                    <a:pt x="301844" y="2339068"/>
                  </a:lnTo>
                  <a:lnTo>
                    <a:pt x="305764" y="2339068"/>
                  </a:lnTo>
                  <a:lnTo>
                    <a:pt x="309684" y="2339068"/>
                  </a:lnTo>
                  <a:lnTo>
                    <a:pt x="313605" y="2339068"/>
                  </a:lnTo>
                  <a:lnTo>
                    <a:pt x="317525" y="2339068"/>
                  </a:lnTo>
                  <a:lnTo>
                    <a:pt x="321445" y="2339068"/>
                  </a:lnTo>
                  <a:lnTo>
                    <a:pt x="325365" y="2339068"/>
                  </a:lnTo>
                  <a:lnTo>
                    <a:pt x="329285" y="2339068"/>
                  </a:lnTo>
                  <a:lnTo>
                    <a:pt x="333205" y="2339068"/>
                  </a:lnTo>
                  <a:lnTo>
                    <a:pt x="337125" y="2339068"/>
                  </a:lnTo>
                  <a:lnTo>
                    <a:pt x="341045" y="2339068"/>
                  </a:lnTo>
                  <a:lnTo>
                    <a:pt x="344965" y="2339068"/>
                  </a:lnTo>
                  <a:lnTo>
                    <a:pt x="348885" y="2339068"/>
                  </a:lnTo>
                  <a:lnTo>
                    <a:pt x="352805" y="2339068"/>
                  </a:lnTo>
                  <a:lnTo>
                    <a:pt x="356725" y="2339068"/>
                  </a:lnTo>
                  <a:lnTo>
                    <a:pt x="360645" y="2339068"/>
                  </a:lnTo>
                  <a:lnTo>
                    <a:pt x="364565" y="2339068"/>
                  </a:lnTo>
                  <a:lnTo>
                    <a:pt x="368485" y="2339068"/>
                  </a:lnTo>
                  <a:lnTo>
                    <a:pt x="372405" y="2339068"/>
                  </a:lnTo>
                  <a:lnTo>
                    <a:pt x="376326" y="2339068"/>
                  </a:lnTo>
                  <a:lnTo>
                    <a:pt x="380246" y="2339068"/>
                  </a:lnTo>
                  <a:lnTo>
                    <a:pt x="384166" y="2339068"/>
                  </a:lnTo>
                  <a:lnTo>
                    <a:pt x="388086" y="2339068"/>
                  </a:lnTo>
                  <a:lnTo>
                    <a:pt x="392006" y="2339068"/>
                  </a:lnTo>
                  <a:lnTo>
                    <a:pt x="395926" y="2339068"/>
                  </a:lnTo>
                  <a:lnTo>
                    <a:pt x="399846" y="2339068"/>
                  </a:lnTo>
                  <a:lnTo>
                    <a:pt x="403766" y="2339068"/>
                  </a:lnTo>
                  <a:lnTo>
                    <a:pt x="407686" y="2339068"/>
                  </a:lnTo>
                  <a:lnTo>
                    <a:pt x="411606" y="2339068"/>
                  </a:lnTo>
                  <a:lnTo>
                    <a:pt x="415526" y="2339068"/>
                  </a:lnTo>
                  <a:lnTo>
                    <a:pt x="419446" y="2339068"/>
                  </a:lnTo>
                  <a:lnTo>
                    <a:pt x="423366" y="2339068"/>
                  </a:lnTo>
                  <a:lnTo>
                    <a:pt x="427286" y="2339068"/>
                  </a:lnTo>
                  <a:lnTo>
                    <a:pt x="431206" y="2339068"/>
                  </a:lnTo>
                  <a:lnTo>
                    <a:pt x="435126" y="2339068"/>
                  </a:lnTo>
                  <a:lnTo>
                    <a:pt x="439047" y="2339068"/>
                  </a:lnTo>
                  <a:lnTo>
                    <a:pt x="442967" y="2339068"/>
                  </a:lnTo>
                  <a:lnTo>
                    <a:pt x="446887" y="2339068"/>
                  </a:lnTo>
                  <a:lnTo>
                    <a:pt x="450807" y="2339068"/>
                  </a:lnTo>
                  <a:lnTo>
                    <a:pt x="454727" y="2339068"/>
                  </a:lnTo>
                  <a:lnTo>
                    <a:pt x="458647" y="2339068"/>
                  </a:lnTo>
                  <a:lnTo>
                    <a:pt x="462567" y="2339068"/>
                  </a:lnTo>
                  <a:lnTo>
                    <a:pt x="466487" y="2339068"/>
                  </a:lnTo>
                  <a:lnTo>
                    <a:pt x="470407" y="2339068"/>
                  </a:lnTo>
                  <a:lnTo>
                    <a:pt x="474327" y="2339068"/>
                  </a:lnTo>
                  <a:lnTo>
                    <a:pt x="478247" y="2339068"/>
                  </a:lnTo>
                  <a:lnTo>
                    <a:pt x="482167" y="2339068"/>
                  </a:lnTo>
                  <a:lnTo>
                    <a:pt x="486087" y="2339068"/>
                  </a:lnTo>
                  <a:lnTo>
                    <a:pt x="490007" y="2339068"/>
                  </a:lnTo>
                  <a:lnTo>
                    <a:pt x="493927" y="2339068"/>
                  </a:lnTo>
                  <a:lnTo>
                    <a:pt x="497847" y="2339068"/>
                  </a:lnTo>
                  <a:lnTo>
                    <a:pt x="501768" y="2339068"/>
                  </a:lnTo>
                  <a:lnTo>
                    <a:pt x="505688" y="2339068"/>
                  </a:lnTo>
                  <a:lnTo>
                    <a:pt x="509608" y="2339068"/>
                  </a:lnTo>
                  <a:lnTo>
                    <a:pt x="513528" y="2339068"/>
                  </a:lnTo>
                  <a:lnTo>
                    <a:pt x="517448" y="2339068"/>
                  </a:lnTo>
                  <a:lnTo>
                    <a:pt x="521368" y="2339068"/>
                  </a:lnTo>
                  <a:lnTo>
                    <a:pt x="525288" y="2339068"/>
                  </a:lnTo>
                  <a:lnTo>
                    <a:pt x="529208" y="2339068"/>
                  </a:lnTo>
                  <a:lnTo>
                    <a:pt x="533128" y="2339068"/>
                  </a:lnTo>
                  <a:lnTo>
                    <a:pt x="537048" y="2339068"/>
                  </a:lnTo>
                  <a:lnTo>
                    <a:pt x="540968" y="2339068"/>
                  </a:lnTo>
                  <a:lnTo>
                    <a:pt x="544888" y="2339068"/>
                  </a:lnTo>
                  <a:lnTo>
                    <a:pt x="548808" y="2339068"/>
                  </a:lnTo>
                  <a:lnTo>
                    <a:pt x="552728" y="2339068"/>
                  </a:lnTo>
                  <a:lnTo>
                    <a:pt x="556648" y="2339068"/>
                  </a:lnTo>
                  <a:lnTo>
                    <a:pt x="560569" y="2339068"/>
                  </a:lnTo>
                  <a:lnTo>
                    <a:pt x="564489" y="2339068"/>
                  </a:lnTo>
                  <a:lnTo>
                    <a:pt x="568409" y="2339068"/>
                  </a:lnTo>
                  <a:lnTo>
                    <a:pt x="572329" y="2339068"/>
                  </a:lnTo>
                  <a:lnTo>
                    <a:pt x="576249" y="2339068"/>
                  </a:lnTo>
                  <a:lnTo>
                    <a:pt x="580169" y="2339068"/>
                  </a:lnTo>
                  <a:lnTo>
                    <a:pt x="584089" y="2339068"/>
                  </a:lnTo>
                  <a:lnTo>
                    <a:pt x="588009" y="2339068"/>
                  </a:lnTo>
                  <a:lnTo>
                    <a:pt x="591929" y="2339068"/>
                  </a:lnTo>
                  <a:lnTo>
                    <a:pt x="595849" y="2339068"/>
                  </a:lnTo>
                  <a:lnTo>
                    <a:pt x="599769" y="2339068"/>
                  </a:lnTo>
                  <a:lnTo>
                    <a:pt x="603689" y="2339068"/>
                  </a:lnTo>
                  <a:lnTo>
                    <a:pt x="607609" y="2339068"/>
                  </a:lnTo>
                  <a:lnTo>
                    <a:pt x="611529" y="2339068"/>
                  </a:lnTo>
                  <a:lnTo>
                    <a:pt x="615449" y="2339068"/>
                  </a:lnTo>
                  <a:lnTo>
                    <a:pt x="619369" y="2339068"/>
                  </a:lnTo>
                  <a:lnTo>
                    <a:pt x="623290" y="2339068"/>
                  </a:lnTo>
                  <a:lnTo>
                    <a:pt x="627210" y="2339068"/>
                  </a:lnTo>
                  <a:lnTo>
                    <a:pt x="631130" y="2339068"/>
                  </a:lnTo>
                  <a:lnTo>
                    <a:pt x="635050" y="2339068"/>
                  </a:lnTo>
                  <a:lnTo>
                    <a:pt x="638970" y="2339068"/>
                  </a:lnTo>
                  <a:lnTo>
                    <a:pt x="642890" y="2339068"/>
                  </a:lnTo>
                  <a:lnTo>
                    <a:pt x="646810" y="2339068"/>
                  </a:lnTo>
                  <a:lnTo>
                    <a:pt x="650730" y="2339068"/>
                  </a:lnTo>
                  <a:lnTo>
                    <a:pt x="654650" y="2339068"/>
                  </a:lnTo>
                  <a:lnTo>
                    <a:pt x="658570" y="2339068"/>
                  </a:lnTo>
                  <a:lnTo>
                    <a:pt x="662490" y="2339068"/>
                  </a:lnTo>
                  <a:lnTo>
                    <a:pt x="666410" y="2339068"/>
                  </a:lnTo>
                  <a:lnTo>
                    <a:pt x="670330" y="2339068"/>
                  </a:lnTo>
                  <a:lnTo>
                    <a:pt x="674250" y="2339068"/>
                  </a:lnTo>
                  <a:lnTo>
                    <a:pt x="678170" y="2339068"/>
                  </a:lnTo>
                  <a:lnTo>
                    <a:pt x="682090" y="2339068"/>
                  </a:lnTo>
                  <a:lnTo>
                    <a:pt x="686011" y="2339068"/>
                  </a:lnTo>
                  <a:lnTo>
                    <a:pt x="689931" y="2339068"/>
                  </a:lnTo>
                  <a:lnTo>
                    <a:pt x="693851" y="2339068"/>
                  </a:lnTo>
                  <a:lnTo>
                    <a:pt x="697771" y="2339068"/>
                  </a:lnTo>
                  <a:lnTo>
                    <a:pt x="701691" y="2339068"/>
                  </a:lnTo>
                  <a:lnTo>
                    <a:pt x="705611" y="2339068"/>
                  </a:lnTo>
                  <a:lnTo>
                    <a:pt x="709531" y="2339068"/>
                  </a:lnTo>
                  <a:lnTo>
                    <a:pt x="713451" y="2339068"/>
                  </a:lnTo>
                  <a:lnTo>
                    <a:pt x="717371" y="2339068"/>
                  </a:lnTo>
                  <a:lnTo>
                    <a:pt x="721291" y="2339068"/>
                  </a:lnTo>
                  <a:lnTo>
                    <a:pt x="725211" y="2339068"/>
                  </a:lnTo>
                  <a:lnTo>
                    <a:pt x="729131" y="2339068"/>
                  </a:lnTo>
                  <a:lnTo>
                    <a:pt x="733051" y="2339068"/>
                  </a:lnTo>
                  <a:lnTo>
                    <a:pt x="736971" y="2339068"/>
                  </a:lnTo>
                  <a:lnTo>
                    <a:pt x="740891" y="2339068"/>
                  </a:lnTo>
                  <a:lnTo>
                    <a:pt x="744811" y="2339068"/>
                  </a:lnTo>
                  <a:lnTo>
                    <a:pt x="748732" y="2339068"/>
                  </a:lnTo>
                  <a:lnTo>
                    <a:pt x="752652" y="2339068"/>
                  </a:lnTo>
                  <a:lnTo>
                    <a:pt x="756572" y="2339068"/>
                  </a:lnTo>
                  <a:lnTo>
                    <a:pt x="760492" y="2339068"/>
                  </a:lnTo>
                  <a:lnTo>
                    <a:pt x="764412" y="2339068"/>
                  </a:lnTo>
                  <a:lnTo>
                    <a:pt x="768332" y="2339068"/>
                  </a:lnTo>
                  <a:lnTo>
                    <a:pt x="772252" y="2339068"/>
                  </a:lnTo>
                  <a:lnTo>
                    <a:pt x="776172" y="2339068"/>
                  </a:lnTo>
                  <a:lnTo>
                    <a:pt x="780092" y="2339068"/>
                  </a:lnTo>
                  <a:lnTo>
                    <a:pt x="784012" y="2339068"/>
                  </a:lnTo>
                  <a:lnTo>
                    <a:pt x="787932" y="2339068"/>
                  </a:lnTo>
                  <a:lnTo>
                    <a:pt x="791852" y="2339068"/>
                  </a:lnTo>
                  <a:lnTo>
                    <a:pt x="795772" y="2339068"/>
                  </a:lnTo>
                  <a:lnTo>
                    <a:pt x="799692" y="2339068"/>
                  </a:lnTo>
                  <a:lnTo>
                    <a:pt x="803612" y="2339068"/>
                  </a:lnTo>
                  <a:lnTo>
                    <a:pt x="807532" y="2339068"/>
                  </a:lnTo>
                  <a:lnTo>
                    <a:pt x="811453" y="2339068"/>
                  </a:lnTo>
                  <a:lnTo>
                    <a:pt x="815373" y="2339068"/>
                  </a:lnTo>
                  <a:lnTo>
                    <a:pt x="819293" y="2339068"/>
                  </a:lnTo>
                  <a:lnTo>
                    <a:pt x="823213" y="2339068"/>
                  </a:lnTo>
                  <a:lnTo>
                    <a:pt x="827133" y="2339068"/>
                  </a:lnTo>
                  <a:lnTo>
                    <a:pt x="831053" y="2339068"/>
                  </a:lnTo>
                  <a:lnTo>
                    <a:pt x="834973" y="2339068"/>
                  </a:lnTo>
                  <a:lnTo>
                    <a:pt x="838893" y="2339068"/>
                  </a:lnTo>
                  <a:lnTo>
                    <a:pt x="842813" y="2339068"/>
                  </a:lnTo>
                  <a:lnTo>
                    <a:pt x="846733" y="2339068"/>
                  </a:lnTo>
                  <a:lnTo>
                    <a:pt x="850653" y="2339068"/>
                  </a:lnTo>
                  <a:lnTo>
                    <a:pt x="854573" y="2339068"/>
                  </a:lnTo>
                  <a:lnTo>
                    <a:pt x="858493" y="2339068"/>
                  </a:lnTo>
                  <a:lnTo>
                    <a:pt x="862413" y="2339068"/>
                  </a:lnTo>
                  <a:lnTo>
                    <a:pt x="866333" y="2339068"/>
                  </a:lnTo>
                  <a:lnTo>
                    <a:pt x="870253" y="2339068"/>
                  </a:lnTo>
                  <a:lnTo>
                    <a:pt x="874174" y="2339068"/>
                  </a:lnTo>
                  <a:lnTo>
                    <a:pt x="878094" y="2339068"/>
                  </a:lnTo>
                  <a:lnTo>
                    <a:pt x="882014" y="2339068"/>
                  </a:lnTo>
                  <a:lnTo>
                    <a:pt x="885934" y="2339068"/>
                  </a:lnTo>
                  <a:lnTo>
                    <a:pt x="889854" y="2339068"/>
                  </a:lnTo>
                  <a:lnTo>
                    <a:pt x="893774" y="2339068"/>
                  </a:lnTo>
                  <a:lnTo>
                    <a:pt x="897694" y="2339068"/>
                  </a:lnTo>
                  <a:lnTo>
                    <a:pt x="901614" y="2339068"/>
                  </a:lnTo>
                  <a:lnTo>
                    <a:pt x="905534" y="2339068"/>
                  </a:lnTo>
                  <a:lnTo>
                    <a:pt x="909454" y="2339068"/>
                  </a:lnTo>
                  <a:lnTo>
                    <a:pt x="913374" y="2339068"/>
                  </a:lnTo>
                  <a:lnTo>
                    <a:pt x="917294" y="2339068"/>
                  </a:lnTo>
                  <a:lnTo>
                    <a:pt x="921214" y="2339068"/>
                  </a:lnTo>
                  <a:lnTo>
                    <a:pt x="925134" y="2339068"/>
                  </a:lnTo>
                  <a:lnTo>
                    <a:pt x="929054" y="2339068"/>
                  </a:lnTo>
                  <a:lnTo>
                    <a:pt x="932974" y="2339068"/>
                  </a:lnTo>
                  <a:lnTo>
                    <a:pt x="936895" y="2339068"/>
                  </a:lnTo>
                  <a:lnTo>
                    <a:pt x="940815" y="2339068"/>
                  </a:lnTo>
                  <a:lnTo>
                    <a:pt x="944735" y="2339068"/>
                  </a:lnTo>
                  <a:lnTo>
                    <a:pt x="948655" y="2339068"/>
                  </a:lnTo>
                  <a:lnTo>
                    <a:pt x="952575" y="2339068"/>
                  </a:lnTo>
                  <a:lnTo>
                    <a:pt x="956495" y="2339068"/>
                  </a:lnTo>
                  <a:lnTo>
                    <a:pt x="960415" y="2339068"/>
                  </a:lnTo>
                  <a:lnTo>
                    <a:pt x="964335" y="2339068"/>
                  </a:lnTo>
                  <a:lnTo>
                    <a:pt x="968255" y="2339068"/>
                  </a:lnTo>
                  <a:lnTo>
                    <a:pt x="972175" y="2339068"/>
                  </a:lnTo>
                  <a:lnTo>
                    <a:pt x="976095" y="2339068"/>
                  </a:lnTo>
                  <a:lnTo>
                    <a:pt x="980015" y="2339068"/>
                  </a:lnTo>
                  <a:lnTo>
                    <a:pt x="983935" y="2339068"/>
                  </a:lnTo>
                  <a:lnTo>
                    <a:pt x="987855" y="2339068"/>
                  </a:lnTo>
                  <a:lnTo>
                    <a:pt x="991775" y="2339068"/>
                  </a:lnTo>
                  <a:lnTo>
                    <a:pt x="995695" y="2339068"/>
                  </a:lnTo>
                  <a:lnTo>
                    <a:pt x="999616" y="2339068"/>
                  </a:lnTo>
                  <a:lnTo>
                    <a:pt x="1003536" y="2339068"/>
                  </a:lnTo>
                  <a:lnTo>
                    <a:pt x="1007456" y="2339068"/>
                  </a:lnTo>
                  <a:lnTo>
                    <a:pt x="1011376" y="2339068"/>
                  </a:lnTo>
                  <a:lnTo>
                    <a:pt x="1015296" y="2339068"/>
                  </a:lnTo>
                  <a:lnTo>
                    <a:pt x="1019216" y="2339068"/>
                  </a:lnTo>
                  <a:lnTo>
                    <a:pt x="1023136" y="2339068"/>
                  </a:lnTo>
                  <a:lnTo>
                    <a:pt x="1027056" y="2339068"/>
                  </a:lnTo>
                  <a:lnTo>
                    <a:pt x="1030976" y="2339068"/>
                  </a:lnTo>
                  <a:lnTo>
                    <a:pt x="1034896" y="2339068"/>
                  </a:lnTo>
                  <a:lnTo>
                    <a:pt x="1038816" y="2339068"/>
                  </a:lnTo>
                  <a:lnTo>
                    <a:pt x="1042736" y="2339068"/>
                  </a:lnTo>
                  <a:lnTo>
                    <a:pt x="1046656" y="2339068"/>
                  </a:lnTo>
                  <a:lnTo>
                    <a:pt x="1050576" y="2339068"/>
                  </a:lnTo>
                  <a:lnTo>
                    <a:pt x="1054496" y="2339068"/>
                  </a:lnTo>
                  <a:lnTo>
                    <a:pt x="1058417" y="2339068"/>
                  </a:lnTo>
                  <a:lnTo>
                    <a:pt x="1062337" y="2339068"/>
                  </a:lnTo>
                  <a:lnTo>
                    <a:pt x="1066257" y="2339068"/>
                  </a:lnTo>
                  <a:lnTo>
                    <a:pt x="1070177" y="2339068"/>
                  </a:lnTo>
                  <a:lnTo>
                    <a:pt x="1074097" y="2339068"/>
                  </a:lnTo>
                  <a:lnTo>
                    <a:pt x="1078017" y="2339068"/>
                  </a:lnTo>
                  <a:lnTo>
                    <a:pt x="1081937" y="2339068"/>
                  </a:lnTo>
                  <a:lnTo>
                    <a:pt x="1085857" y="2339068"/>
                  </a:lnTo>
                  <a:lnTo>
                    <a:pt x="1089777" y="2339068"/>
                  </a:lnTo>
                  <a:lnTo>
                    <a:pt x="1093697" y="2339068"/>
                  </a:lnTo>
                  <a:lnTo>
                    <a:pt x="1097617" y="2339068"/>
                  </a:lnTo>
                  <a:lnTo>
                    <a:pt x="1101537" y="2339068"/>
                  </a:lnTo>
                  <a:lnTo>
                    <a:pt x="1105457" y="2339068"/>
                  </a:lnTo>
                  <a:lnTo>
                    <a:pt x="1109377" y="2339068"/>
                  </a:lnTo>
                  <a:lnTo>
                    <a:pt x="1113297" y="2339068"/>
                  </a:lnTo>
                  <a:lnTo>
                    <a:pt x="1117217" y="2339068"/>
                  </a:lnTo>
                  <a:lnTo>
                    <a:pt x="1121138" y="2339068"/>
                  </a:lnTo>
                  <a:lnTo>
                    <a:pt x="1125058" y="2339068"/>
                  </a:lnTo>
                  <a:lnTo>
                    <a:pt x="1128978" y="2339068"/>
                  </a:lnTo>
                  <a:lnTo>
                    <a:pt x="1132898" y="2339068"/>
                  </a:lnTo>
                  <a:lnTo>
                    <a:pt x="1136818" y="2339068"/>
                  </a:lnTo>
                  <a:lnTo>
                    <a:pt x="1140738" y="2339068"/>
                  </a:lnTo>
                  <a:lnTo>
                    <a:pt x="1144658" y="2339068"/>
                  </a:lnTo>
                  <a:lnTo>
                    <a:pt x="1148578" y="2339068"/>
                  </a:lnTo>
                  <a:lnTo>
                    <a:pt x="1152498" y="2339068"/>
                  </a:lnTo>
                  <a:lnTo>
                    <a:pt x="1156418" y="2339068"/>
                  </a:lnTo>
                  <a:lnTo>
                    <a:pt x="1160338" y="2339068"/>
                  </a:lnTo>
                  <a:lnTo>
                    <a:pt x="1164258" y="2339068"/>
                  </a:lnTo>
                  <a:lnTo>
                    <a:pt x="1168178" y="2339068"/>
                  </a:lnTo>
                  <a:lnTo>
                    <a:pt x="1172098" y="2339068"/>
                  </a:lnTo>
                  <a:lnTo>
                    <a:pt x="1176018" y="2339068"/>
                  </a:lnTo>
                  <a:lnTo>
                    <a:pt x="1179938" y="2339068"/>
                  </a:lnTo>
                  <a:lnTo>
                    <a:pt x="1183859" y="2339068"/>
                  </a:lnTo>
                  <a:lnTo>
                    <a:pt x="1187779" y="2339068"/>
                  </a:lnTo>
                  <a:lnTo>
                    <a:pt x="1191699" y="2339068"/>
                  </a:lnTo>
                  <a:lnTo>
                    <a:pt x="1195619" y="2339068"/>
                  </a:lnTo>
                  <a:lnTo>
                    <a:pt x="1199539" y="2339068"/>
                  </a:lnTo>
                  <a:lnTo>
                    <a:pt x="1203459" y="2339068"/>
                  </a:lnTo>
                  <a:lnTo>
                    <a:pt x="1207379" y="2339068"/>
                  </a:lnTo>
                  <a:lnTo>
                    <a:pt x="1211299" y="2339068"/>
                  </a:lnTo>
                  <a:lnTo>
                    <a:pt x="1215219" y="2339068"/>
                  </a:lnTo>
                  <a:lnTo>
                    <a:pt x="1219139" y="2339068"/>
                  </a:lnTo>
                  <a:lnTo>
                    <a:pt x="1223059" y="2339068"/>
                  </a:lnTo>
                  <a:lnTo>
                    <a:pt x="1226979" y="2339068"/>
                  </a:lnTo>
                  <a:lnTo>
                    <a:pt x="1230899" y="2339068"/>
                  </a:lnTo>
                  <a:lnTo>
                    <a:pt x="1234819" y="2339068"/>
                  </a:lnTo>
                  <a:lnTo>
                    <a:pt x="1238739" y="2339068"/>
                  </a:lnTo>
                  <a:lnTo>
                    <a:pt x="1242659" y="2339068"/>
                  </a:lnTo>
                  <a:lnTo>
                    <a:pt x="1246580" y="2339068"/>
                  </a:lnTo>
                  <a:lnTo>
                    <a:pt x="1250500" y="2339068"/>
                  </a:lnTo>
                  <a:lnTo>
                    <a:pt x="1254420" y="2339068"/>
                  </a:lnTo>
                  <a:lnTo>
                    <a:pt x="1258340" y="2339068"/>
                  </a:lnTo>
                  <a:lnTo>
                    <a:pt x="1262260" y="2339068"/>
                  </a:lnTo>
                  <a:lnTo>
                    <a:pt x="1266180" y="2339068"/>
                  </a:lnTo>
                  <a:lnTo>
                    <a:pt x="1270100" y="2339068"/>
                  </a:lnTo>
                  <a:lnTo>
                    <a:pt x="1274020" y="2339068"/>
                  </a:lnTo>
                  <a:lnTo>
                    <a:pt x="1277940" y="2339068"/>
                  </a:lnTo>
                  <a:lnTo>
                    <a:pt x="1281860" y="2339068"/>
                  </a:lnTo>
                  <a:lnTo>
                    <a:pt x="1285780" y="2339068"/>
                  </a:lnTo>
                  <a:lnTo>
                    <a:pt x="1289700" y="2339068"/>
                  </a:lnTo>
                  <a:lnTo>
                    <a:pt x="1293620" y="2339068"/>
                  </a:lnTo>
                  <a:lnTo>
                    <a:pt x="1297540" y="2339068"/>
                  </a:lnTo>
                  <a:lnTo>
                    <a:pt x="1301460" y="2339068"/>
                  </a:lnTo>
                  <a:lnTo>
                    <a:pt x="1305380" y="2339068"/>
                  </a:lnTo>
                  <a:lnTo>
                    <a:pt x="1309301" y="2339068"/>
                  </a:lnTo>
                  <a:lnTo>
                    <a:pt x="1313221" y="2339068"/>
                  </a:lnTo>
                  <a:lnTo>
                    <a:pt x="1317141" y="2339068"/>
                  </a:lnTo>
                  <a:lnTo>
                    <a:pt x="1321061" y="2339068"/>
                  </a:lnTo>
                  <a:lnTo>
                    <a:pt x="1324981" y="2339068"/>
                  </a:lnTo>
                  <a:lnTo>
                    <a:pt x="1328901" y="2339068"/>
                  </a:lnTo>
                  <a:lnTo>
                    <a:pt x="1332821" y="2339068"/>
                  </a:lnTo>
                  <a:lnTo>
                    <a:pt x="1336741" y="2339068"/>
                  </a:lnTo>
                  <a:lnTo>
                    <a:pt x="1340661" y="2339068"/>
                  </a:lnTo>
                  <a:lnTo>
                    <a:pt x="1344581" y="2339068"/>
                  </a:lnTo>
                  <a:lnTo>
                    <a:pt x="1348501" y="2339068"/>
                  </a:lnTo>
                  <a:lnTo>
                    <a:pt x="1352421" y="2339068"/>
                  </a:lnTo>
                  <a:lnTo>
                    <a:pt x="1356341" y="2339068"/>
                  </a:lnTo>
                  <a:lnTo>
                    <a:pt x="1360261" y="2339068"/>
                  </a:lnTo>
                  <a:lnTo>
                    <a:pt x="1364181" y="2339068"/>
                  </a:lnTo>
                  <a:lnTo>
                    <a:pt x="1368101" y="2339068"/>
                  </a:lnTo>
                  <a:lnTo>
                    <a:pt x="1372022" y="2339068"/>
                  </a:lnTo>
                  <a:lnTo>
                    <a:pt x="1375942" y="2339068"/>
                  </a:lnTo>
                  <a:lnTo>
                    <a:pt x="1379862" y="2339068"/>
                  </a:lnTo>
                  <a:lnTo>
                    <a:pt x="1383782" y="2339068"/>
                  </a:lnTo>
                  <a:lnTo>
                    <a:pt x="1387702" y="2339068"/>
                  </a:lnTo>
                  <a:lnTo>
                    <a:pt x="1391622" y="2339068"/>
                  </a:lnTo>
                  <a:lnTo>
                    <a:pt x="1395542" y="2339068"/>
                  </a:lnTo>
                  <a:lnTo>
                    <a:pt x="1399462" y="2339068"/>
                  </a:lnTo>
                  <a:lnTo>
                    <a:pt x="1403382" y="2339068"/>
                  </a:lnTo>
                  <a:lnTo>
                    <a:pt x="1407302" y="2339068"/>
                  </a:lnTo>
                  <a:lnTo>
                    <a:pt x="1411222" y="2339068"/>
                  </a:lnTo>
                  <a:lnTo>
                    <a:pt x="1415142" y="2339068"/>
                  </a:lnTo>
                  <a:lnTo>
                    <a:pt x="1419062" y="2339068"/>
                  </a:lnTo>
                  <a:lnTo>
                    <a:pt x="1422982" y="2339068"/>
                  </a:lnTo>
                  <a:lnTo>
                    <a:pt x="1426902" y="2339068"/>
                  </a:lnTo>
                  <a:lnTo>
                    <a:pt x="1430822" y="2339068"/>
                  </a:lnTo>
                  <a:lnTo>
                    <a:pt x="1434743" y="2339068"/>
                  </a:lnTo>
                  <a:lnTo>
                    <a:pt x="1438663" y="2339068"/>
                  </a:lnTo>
                  <a:lnTo>
                    <a:pt x="1442583" y="2339068"/>
                  </a:lnTo>
                  <a:lnTo>
                    <a:pt x="1446503" y="2339068"/>
                  </a:lnTo>
                  <a:lnTo>
                    <a:pt x="1450423" y="2339068"/>
                  </a:lnTo>
                  <a:lnTo>
                    <a:pt x="1454343" y="2339068"/>
                  </a:lnTo>
                  <a:lnTo>
                    <a:pt x="1458263" y="2339068"/>
                  </a:lnTo>
                  <a:lnTo>
                    <a:pt x="1462183" y="2339068"/>
                  </a:lnTo>
                  <a:lnTo>
                    <a:pt x="1466103" y="2339068"/>
                  </a:lnTo>
                  <a:lnTo>
                    <a:pt x="1470023" y="2339068"/>
                  </a:lnTo>
                  <a:lnTo>
                    <a:pt x="1473943" y="2339068"/>
                  </a:lnTo>
                  <a:lnTo>
                    <a:pt x="1477863" y="2339068"/>
                  </a:lnTo>
                  <a:lnTo>
                    <a:pt x="1481783" y="2339068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36" name="pg36"/>
            <p:cNvSpPr/>
            <p:nvPr/>
          </p:nvSpPr>
          <p:spPr>
            <a:xfrm>
              <a:off x="4182181" y="5336084"/>
              <a:ext cx="2003152" cy="955465"/>
            </a:xfrm>
            <a:custGeom>
              <a:avLst/>
              <a:gdLst/>
              <a:ahLst/>
              <a:cxnLst/>
              <a:rect l="0" t="0" r="0" b="0"/>
              <a:pathLst>
                <a:path w="2003152" h="955465">
                  <a:moveTo>
                    <a:pt x="0" y="955465"/>
                  </a:moveTo>
                  <a:lnTo>
                    <a:pt x="3920" y="955465"/>
                  </a:lnTo>
                  <a:lnTo>
                    <a:pt x="7840" y="955465"/>
                  </a:lnTo>
                  <a:lnTo>
                    <a:pt x="11760" y="955465"/>
                  </a:lnTo>
                  <a:lnTo>
                    <a:pt x="15680" y="955465"/>
                  </a:lnTo>
                  <a:lnTo>
                    <a:pt x="19600" y="955465"/>
                  </a:lnTo>
                  <a:lnTo>
                    <a:pt x="23520" y="955465"/>
                  </a:lnTo>
                  <a:lnTo>
                    <a:pt x="27440" y="955465"/>
                  </a:lnTo>
                  <a:lnTo>
                    <a:pt x="31360" y="955465"/>
                  </a:lnTo>
                  <a:lnTo>
                    <a:pt x="35280" y="955465"/>
                  </a:lnTo>
                  <a:lnTo>
                    <a:pt x="39200" y="955465"/>
                  </a:lnTo>
                  <a:lnTo>
                    <a:pt x="43120" y="955465"/>
                  </a:lnTo>
                  <a:lnTo>
                    <a:pt x="47040" y="955465"/>
                  </a:lnTo>
                  <a:lnTo>
                    <a:pt x="50960" y="955465"/>
                  </a:lnTo>
                  <a:lnTo>
                    <a:pt x="54880" y="955465"/>
                  </a:lnTo>
                  <a:lnTo>
                    <a:pt x="58800" y="955465"/>
                  </a:lnTo>
                  <a:lnTo>
                    <a:pt x="62721" y="955465"/>
                  </a:lnTo>
                  <a:lnTo>
                    <a:pt x="66641" y="955465"/>
                  </a:lnTo>
                  <a:lnTo>
                    <a:pt x="70561" y="955465"/>
                  </a:lnTo>
                  <a:lnTo>
                    <a:pt x="74481" y="955465"/>
                  </a:lnTo>
                  <a:lnTo>
                    <a:pt x="78401" y="955465"/>
                  </a:lnTo>
                  <a:lnTo>
                    <a:pt x="82321" y="955465"/>
                  </a:lnTo>
                  <a:lnTo>
                    <a:pt x="86241" y="955465"/>
                  </a:lnTo>
                  <a:lnTo>
                    <a:pt x="90161" y="955465"/>
                  </a:lnTo>
                  <a:lnTo>
                    <a:pt x="94081" y="955465"/>
                  </a:lnTo>
                  <a:lnTo>
                    <a:pt x="98001" y="955465"/>
                  </a:lnTo>
                  <a:lnTo>
                    <a:pt x="101921" y="955465"/>
                  </a:lnTo>
                  <a:lnTo>
                    <a:pt x="105841" y="955465"/>
                  </a:lnTo>
                  <a:lnTo>
                    <a:pt x="109761" y="955465"/>
                  </a:lnTo>
                  <a:lnTo>
                    <a:pt x="113681" y="955465"/>
                  </a:lnTo>
                  <a:lnTo>
                    <a:pt x="117601" y="955465"/>
                  </a:lnTo>
                  <a:lnTo>
                    <a:pt x="121521" y="955465"/>
                  </a:lnTo>
                  <a:lnTo>
                    <a:pt x="125442" y="955465"/>
                  </a:lnTo>
                  <a:lnTo>
                    <a:pt x="129362" y="955465"/>
                  </a:lnTo>
                  <a:lnTo>
                    <a:pt x="133282" y="955465"/>
                  </a:lnTo>
                  <a:lnTo>
                    <a:pt x="137202" y="955465"/>
                  </a:lnTo>
                  <a:lnTo>
                    <a:pt x="141122" y="955465"/>
                  </a:lnTo>
                  <a:lnTo>
                    <a:pt x="145042" y="955465"/>
                  </a:lnTo>
                  <a:lnTo>
                    <a:pt x="148962" y="955465"/>
                  </a:lnTo>
                  <a:lnTo>
                    <a:pt x="152882" y="955464"/>
                  </a:lnTo>
                  <a:lnTo>
                    <a:pt x="156802" y="955463"/>
                  </a:lnTo>
                  <a:lnTo>
                    <a:pt x="160722" y="955459"/>
                  </a:lnTo>
                  <a:lnTo>
                    <a:pt x="164642" y="955450"/>
                  </a:lnTo>
                  <a:lnTo>
                    <a:pt x="168562" y="955428"/>
                  </a:lnTo>
                  <a:lnTo>
                    <a:pt x="172482" y="955381"/>
                  </a:lnTo>
                  <a:lnTo>
                    <a:pt x="176402" y="955290"/>
                  </a:lnTo>
                  <a:lnTo>
                    <a:pt x="180322" y="955129"/>
                  </a:lnTo>
                  <a:lnTo>
                    <a:pt x="184242" y="954869"/>
                  </a:lnTo>
                  <a:lnTo>
                    <a:pt x="188163" y="954486"/>
                  </a:lnTo>
                  <a:lnTo>
                    <a:pt x="192083" y="953972"/>
                  </a:lnTo>
                  <a:lnTo>
                    <a:pt x="196003" y="953348"/>
                  </a:lnTo>
                  <a:lnTo>
                    <a:pt x="199923" y="952670"/>
                  </a:lnTo>
                  <a:lnTo>
                    <a:pt x="203843" y="952024"/>
                  </a:lnTo>
                  <a:lnTo>
                    <a:pt x="207763" y="951513"/>
                  </a:lnTo>
                  <a:lnTo>
                    <a:pt x="211683" y="951229"/>
                  </a:lnTo>
                  <a:lnTo>
                    <a:pt x="215603" y="951230"/>
                  </a:lnTo>
                  <a:lnTo>
                    <a:pt x="219523" y="951517"/>
                  </a:lnTo>
                  <a:lnTo>
                    <a:pt x="223443" y="952038"/>
                  </a:lnTo>
                  <a:lnTo>
                    <a:pt x="227363" y="952700"/>
                  </a:lnTo>
                  <a:lnTo>
                    <a:pt x="231283" y="953396"/>
                  </a:lnTo>
                  <a:lnTo>
                    <a:pt x="235203" y="954031"/>
                  </a:lnTo>
                  <a:lnTo>
                    <a:pt x="239123" y="954538"/>
                  </a:lnTo>
                  <a:lnTo>
                    <a:pt x="243043" y="954906"/>
                  </a:lnTo>
                  <a:lnTo>
                    <a:pt x="246963" y="955147"/>
                  </a:lnTo>
                  <a:lnTo>
                    <a:pt x="250884" y="955284"/>
                  </a:lnTo>
                  <a:lnTo>
                    <a:pt x="254804" y="955340"/>
                  </a:lnTo>
                  <a:lnTo>
                    <a:pt x="258724" y="955327"/>
                  </a:lnTo>
                  <a:lnTo>
                    <a:pt x="262644" y="955247"/>
                  </a:lnTo>
                  <a:lnTo>
                    <a:pt x="266564" y="955091"/>
                  </a:lnTo>
                  <a:lnTo>
                    <a:pt x="270484" y="954850"/>
                  </a:lnTo>
                  <a:lnTo>
                    <a:pt x="274404" y="954525"/>
                  </a:lnTo>
                  <a:lnTo>
                    <a:pt x="278324" y="954137"/>
                  </a:lnTo>
                  <a:lnTo>
                    <a:pt x="282244" y="953730"/>
                  </a:lnTo>
                  <a:lnTo>
                    <a:pt x="286164" y="953361"/>
                  </a:lnTo>
                  <a:lnTo>
                    <a:pt x="290084" y="953088"/>
                  </a:lnTo>
                  <a:lnTo>
                    <a:pt x="294004" y="952941"/>
                  </a:lnTo>
                  <a:lnTo>
                    <a:pt x="297924" y="952913"/>
                  </a:lnTo>
                  <a:lnTo>
                    <a:pt x="301844" y="952958"/>
                  </a:lnTo>
                  <a:lnTo>
                    <a:pt x="305764" y="953010"/>
                  </a:lnTo>
                  <a:lnTo>
                    <a:pt x="309684" y="953016"/>
                  </a:lnTo>
                  <a:lnTo>
                    <a:pt x="313605" y="952960"/>
                  </a:lnTo>
                  <a:lnTo>
                    <a:pt x="317525" y="952872"/>
                  </a:lnTo>
                  <a:lnTo>
                    <a:pt x="321445" y="952798"/>
                  </a:lnTo>
                  <a:lnTo>
                    <a:pt x="325365" y="952764"/>
                  </a:lnTo>
                  <a:lnTo>
                    <a:pt x="329285" y="952756"/>
                  </a:lnTo>
                  <a:lnTo>
                    <a:pt x="333205" y="952717"/>
                  </a:lnTo>
                  <a:lnTo>
                    <a:pt x="337125" y="952572"/>
                  </a:lnTo>
                  <a:lnTo>
                    <a:pt x="341045" y="952262"/>
                  </a:lnTo>
                  <a:lnTo>
                    <a:pt x="344965" y="951766"/>
                  </a:lnTo>
                  <a:lnTo>
                    <a:pt x="348885" y="951112"/>
                  </a:lnTo>
                  <a:lnTo>
                    <a:pt x="352805" y="950361"/>
                  </a:lnTo>
                  <a:lnTo>
                    <a:pt x="356725" y="949585"/>
                  </a:lnTo>
                  <a:lnTo>
                    <a:pt x="360645" y="948841"/>
                  </a:lnTo>
                  <a:lnTo>
                    <a:pt x="364565" y="948156"/>
                  </a:lnTo>
                  <a:lnTo>
                    <a:pt x="368485" y="947527"/>
                  </a:lnTo>
                  <a:lnTo>
                    <a:pt x="372405" y="946929"/>
                  </a:lnTo>
                  <a:lnTo>
                    <a:pt x="376326" y="946320"/>
                  </a:lnTo>
                  <a:lnTo>
                    <a:pt x="380246" y="945645"/>
                  </a:lnTo>
                  <a:lnTo>
                    <a:pt x="384166" y="944825"/>
                  </a:lnTo>
                  <a:lnTo>
                    <a:pt x="388086" y="943771"/>
                  </a:lnTo>
                  <a:lnTo>
                    <a:pt x="392006" y="942375"/>
                  </a:lnTo>
                  <a:lnTo>
                    <a:pt x="395926" y="940607"/>
                  </a:lnTo>
                  <a:lnTo>
                    <a:pt x="399846" y="938497"/>
                  </a:lnTo>
                  <a:lnTo>
                    <a:pt x="403766" y="936158"/>
                  </a:lnTo>
                  <a:lnTo>
                    <a:pt x="407686" y="933776"/>
                  </a:lnTo>
                  <a:lnTo>
                    <a:pt x="411606" y="931575"/>
                  </a:lnTo>
                  <a:lnTo>
                    <a:pt x="415526" y="929783"/>
                  </a:lnTo>
                  <a:lnTo>
                    <a:pt x="419446" y="928592"/>
                  </a:lnTo>
                  <a:lnTo>
                    <a:pt x="423366" y="928128"/>
                  </a:lnTo>
                  <a:lnTo>
                    <a:pt x="427286" y="928427"/>
                  </a:lnTo>
                  <a:lnTo>
                    <a:pt x="431206" y="929421"/>
                  </a:lnTo>
                  <a:lnTo>
                    <a:pt x="435126" y="930927"/>
                  </a:lnTo>
                  <a:lnTo>
                    <a:pt x="439047" y="932672"/>
                  </a:lnTo>
                  <a:lnTo>
                    <a:pt x="442967" y="934338"/>
                  </a:lnTo>
                  <a:lnTo>
                    <a:pt x="446887" y="935628"/>
                  </a:lnTo>
                  <a:lnTo>
                    <a:pt x="450807" y="936324"/>
                  </a:lnTo>
                  <a:lnTo>
                    <a:pt x="454727" y="936323"/>
                  </a:lnTo>
                  <a:lnTo>
                    <a:pt x="458647" y="935624"/>
                  </a:lnTo>
                  <a:lnTo>
                    <a:pt x="462567" y="934300"/>
                  </a:lnTo>
                  <a:lnTo>
                    <a:pt x="466487" y="932474"/>
                  </a:lnTo>
                  <a:lnTo>
                    <a:pt x="470407" y="930341"/>
                  </a:lnTo>
                  <a:lnTo>
                    <a:pt x="474327" y="928158"/>
                  </a:lnTo>
                  <a:lnTo>
                    <a:pt x="478247" y="926191"/>
                  </a:lnTo>
                  <a:lnTo>
                    <a:pt x="482167" y="924685"/>
                  </a:lnTo>
                  <a:lnTo>
                    <a:pt x="486087" y="923802"/>
                  </a:lnTo>
                  <a:lnTo>
                    <a:pt x="490007" y="923577"/>
                  </a:lnTo>
                  <a:lnTo>
                    <a:pt x="493927" y="923896"/>
                  </a:lnTo>
                  <a:lnTo>
                    <a:pt x="497847" y="924505"/>
                  </a:lnTo>
                  <a:lnTo>
                    <a:pt x="501768" y="925043"/>
                  </a:lnTo>
                  <a:lnTo>
                    <a:pt x="505688" y="925097"/>
                  </a:lnTo>
                  <a:lnTo>
                    <a:pt x="509608" y="924265"/>
                  </a:lnTo>
                  <a:lnTo>
                    <a:pt x="513528" y="922235"/>
                  </a:lnTo>
                  <a:lnTo>
                    <a:pt x="517448" y="918850"/>
                  </a:lnTo>
                  <a:lnTo>
                    <a:pt x="521368" y="914145"/>
                  </a:lnTo>
                  <a:lnTo>
                    <a:pt x="525288" y="908324"/>
                  </a:lnTo>
                  <a:lnTo>
                    <a:pt x="529208" y="901699"/>
                  </a:lnTo>
                  <a:lnTo>
                    <a:pt x="533128" y="894592"/>
                  </a:lnTo>
                  <a:lnTo>
                    <a:pt x="537048" y="887261"/>
                  </a:lnTo>
                  <a:lnTo>
                    <a:pt x="540968" y="879885"/>
                  </a:lnTo>
                  <a:lnTo>
                    <a:pt x="544888" y="872623"/>
                  </a:lnTo>
                  <a:lnTo>
                    <a:pt x="548808" y="865672"/>
                  </a:lnTo>
                  <a:lnTo>
                    <a:pt x="552728" y="859272"/>
                  </a:lnTo>
                  <a:lnTo>
                    <a:pt x="556648" y="853634"/>
                  </a:lnTo>
                  <a:lnTo>
                    <a:pt x="560569" y="848811"/>
                  </a:lnTo>
                  <a:lnTo>
                    <a:pt x="564489" y="844603"/>
                  </a:lnTo>
                  <a:lnTo>
                    <a:pt x="568409" y="840531"/>
                  </a:lnTo>
                  <a:lnTo>
                    <a:pt x="572329" y="835889"/>
                  </a:lnTo>
                  <a:lnTo>
                    <a:pt x="576249" y="829822"/>
                  </a:lnTo>
                  <a:lnTo>
                    <a:pt x="580169" y="821382"/>
                  </a:lnTo>
                  <a:lnTo>
                    <a:pt x="584089" y="809533"/>
                  </a:lnTo>
                  <a:lnTo>
                    <a:pt x="588009" y="793132"/>
                  </a:lnTo>
                  <a:lnTo>
                    <a:pt x="591929" y="770920"/>
                  </a:lnTo>
                  <a:lnTo>
                    <a:pt x="595849" y="741559"/>
                  </a:lnTo>
                  <a:lnTo>
                    <a:pt x="599769" y="703747"/>
                  </a:lnTo>
                  <a:lnTo>
                    <a:pt x="603689" y="656383"/>
                  </a:lnTo>
                  <a:lnTo>
                    <a:pt x="607609" y="598781"/>
                  </a:lnTo>
                  <a:lnTo>
                    <a:pt x="611529" y="530894"/>
                  </a:lnTo>
                  <a:lnTo>
                    <a:pt x="615449" y="453561"/>
                  </a:lnTo>
                  <a:lnTo>
                    <a:pt x="619369" y="368721"/>
                  </a:lnTo>
                  <a:lnTo>
                    <a:pt x="623290" y="280111"/>
                  </a:lnTo>
                  <a:lnTo>
                    <a:pt x="627210" y="193344"/>
                  </a:lnTo>
                  <a:lnTo>
                    <a:pt x="631130" y="115089"/>
                  </a:lnTo>
                  <a:lnTo>
                    <a:pt x="635050" y="52628"/>
                  </a:lnTo>
                  <a:lnTo>
                    <a:pt x="638970" y="12668"/>
                  </a:lnTo>
                  <a:lnTo>
                    <a:pt x="642890" y="0"/>
                  </a:lnTo>
                  <a:lnTo>
                    <a:pt x="646810" y="16479"/>
                  </a:lnTo>
                  <a:lnTo>
                    <a:pt x="650730" y="60678"/>
                  </a:lnTo>
                  <a:lnTo>
                    <a:pt x="654650" y="128318"/>
                  </a:lnTo>
                  <a:lnTo>
                    <a:pt x="658570" y="213248"/>
                  </a:lnTo>
                  <a:lnTo>
                    <a:pt x="662490" y="308610"/>
                  </a:lnTo>
                  <a:lnTo>
                    <a:pt x="666410" y="407808"/>
                  </a:lnTo>
                  <a:lnTo>
                    <a:pt x="670330" y="505124"/>
                  </a:lnTo>
                  <a:lnTo>
                    <a:pt x="674250" y="596002"/>
                  </a:lnTo>
                  <a:lnTo>
                    <a:pt x="678170" y="677128"/>
                  </a:lnTo>
                  <a:lnTo>
                    <a:pt x="682090" y="746441"/>
                  </a:lnTo>
                  <a:lnTo>
                    <a:pt x="686011" y="803110"/>
                  </a:lnTo>
                  <a:lnTo>
                    <a:pt x="689931" y="847447"/>
                  </a:lnTo>
                  <a:lnTo>
                    <a:pt x="693851" y="880694"/>
                  </a:lnTo>
                  <a:lnTo>
                    <a:pt x="697771" y="904411"/>
                  </a:lnTo>
                  <a:lnTo>
                    <a:pt x="701691" y="921028"/>
                  </a:lnTo>
                  <a:lnTo>
                    <a:pt x="705611" y="932546"/>
                  </a:lnTo>
                  <a:lnTo>
                    <a:pt x="709531" y="940454"/>
                  </a:lnTo>
                  <a:lnTo>
                    <a:pt x="713451" y="945840"/>
                  </a:lnTo>
                  <a:lnTo>
                    <a:pt x="717371" y="949453"/>
                  </a:lnTo>
                  <a:lnTo>
                    <a:pt x="721291" y="951798"/>
                  </a:lnTo>
                  <a:lnTo>
                    <a:pt x="725211" y="953223"/>
                  </a:lnTo>
                  <a:lnTo>
                    <a:pt x="729131" y="953978"/>
                  </a:lnTo>
                  <a:lnTo>
                    <a:pt x="733051" y="954254"/>
                  </a:lnTo>
                  <a:lnTo>
                    <a:pt x="736971" y="954202"/>
                  </a:lnTo>
                  <a:lnTo>
                    <a:pt x="740891" y="953949"/>
                  </a:lnTo>
                  <a:lnTo>
                    <a:pt x="744811" y="953604"/>
                  </a:lnTo>
                  <a:lnTo>
                    <a:pt x="748732" y="953260"/>
                  </a:lnTo>
                  <a:lnTo>
                    <a:pt x="752652" y="952979"/>
                  </a:lnTo>
                  <a:lnTo>
                    <a:pt x="756572" y="952779"/>
                  </a:lnTo>
                  <a:lnTo>
                    <a:pt x="760492" y="952627"/>
                  </a:lnTo>
                  <a:lnTo>
                    <a:pt x="764412" y="952444"/>
                  </a:lnTo>
                  <a:lnTo>
                    <a:pt x="768332" y="952139"/>
                  </a:lnTo>
                  <a:lnTo>
                    <a:pt x="772252" y="951645"/>
                  </a:lnTo>
                  <a:lnTo>
                    <a:pt x="776172" y="950961"/>
                  </a:lnTo>
                  <a:lnTo>
                    <a:pt x="780092" y="950192"/>
                  </a:lnTo>
                  <a:lnTo>
                    <a:pt x="784012" y="949492"/>
                  </a:lnTo>
                  <a:lnTo>
                    <a:pt x="787932" y="949026"/>
                  </a:lnTo>
                  <a:lnTo>
                    <a:pt x="791852" y="948909"/>
                  </a:lnTo>
                  <a:lnTo>
                    <a:pt x="795772" y="949162"/>
                  </a:lnTo>
                  <a:lnTo>
                    <a:pt x="799692" y="949694"/>
                  </a:lnTo>
                  <a:lnTo>
                    <a:pt x="803612" y="950309"/>
                  </a:lnTo>
                  <a:lnTo>
                    <a:pt x="807532" y="950753"/>
                  </a:lnTo>
                  <a:lnTo>
                    <a:pt x="811453" y="950768"/>
                  </a:lnTo>
                  <a:lnTo>
                    <a:pt x="815373" y="950159"/>
                  </a:lnTo>
                  <a:lnTo>
                    <a:pt x="819293" y="948845"/>
                  </a:lnTo>
                  <a:lnTo>
                    <a:pt x="823213" y="946893"/>
                  </a:lnTo>
                  <a:lnTo>
                    <a:pt x="827133" y="944519"/>
                  </a:lnTo>
                  <a:lnTo>
                    <a:pt x="831053" y="942043"/>
                  </a:lnTo>
                  <a:lnTo>
                    <a:pt x="834973" y="939814"/>
                  </a:lnTo>
                  <a:lnTo>
                    <a:pt x="838893" y="938111"/>
                  </a:lnTo>
                  <a:lnTo>
                    <a:pt x="842813" y="937061"/>
                  </a:lnTo>
                  <a:lnTo>
                    <a:pt x="846733" y="936604"/>
                  </a:lnTo>
                  <a:lnTo>
                    <a:pt x="850653" y="936521"/>
                  </a:lnTo>
                  <a:lnTo>
                    <a:pt x="854573" y="936475"/>
                  </a:lnTo>
                  <a:lnTo>
                    <a:pt x="858493" y="936162"/>
                  </a:lnTo>
                  <a:lnTo>
                    <a:pt x="862413" y="935358"/>
                  </a:lnTo>
                  <a:lnTo>
                    <a:pt x="866333" y="933903"/>
                  </a:lnTo>
                  <a:lnTo>
                    <a:pt x="870253" y="931673"/>
                  </a:lnTo>
                  <a:lnTo>
                    <a:pt x="874174" y="928532"/>
                  </a:lnTo>
                  <a:lnTo>
                    <a:pt x="878094" y="924304"/>
                  </a:lnTo>
                  <a:lnTo>
                    <a:pt x="882014" y="918776"/>
                  </a:lnTo>
                  <a:lnTo>
                    <a:pt x="885934" y="911732"/>
                  </a:lnTo>
                  <a:lnTo>
                    <a:pt x="889854" y="903008"/>
                  </a:lnTo>
                  <a:lnTo>
                    <a:pt x="893774" y="892545"/>
                  </a:lnTo>
                  <a:lnTo>
                    <a:pt x="897694" y="880431"/>
                  </a:lnTo>
                  <a:lnTo>
                    <a:pt x="901614" y="866921"/>
                  </a:lnTo>
                  <a:lnTo>
                    <a:pt x="905534" y="852451"/>
                  </a:lnTo>
                  <a:lnTo>
                    <a:pt x="909454" y="837642"/>
                  </a:lnTo>
                  <a:lnTo>
                    <a:pt x="913374" y="823301"/>
                  </a:lnTo>
                  <a:lnTo>
                    <a:pt x="917294" y="810391"/>
                  </a:lnTo>
                  <a:lnTo>
                    <a:pt x="921214" y="799949"/>
                  </a:lnTo>
                  <a:lnTo>
                    <a:pt x="925134" y="792946"/>
                  </a:lnTo>
                  <a:lnTo>
                    <a:pt x="929054" y="790301"/>
                  </a:lnTo>
                  <a:lnTo>
                    <a:pt x="932974" y="792021"/>
                  </a:lnTo>
                  <a:lnTo>
                    <a:pt x="936895" y="797849"/>
                  </a:lnTo>
                  <a:lnTo>
                    <a:pt x="940815" y="807182"/>
                  </a:lnTo>
                  <a:lnTo>
                    <a:pt x="944735" y="819225"/>
                  </a:lnTo>
                  <a:lnTo>
                    <a:pt x="948655" y="833138"/>
                  </a:lnTo>
                  <a:lnTo>
                    <a:pt x="952575" y="848121"/>
                  </a:lnTo>
                  <a:lnTo>
                    <a:pt x="956495" y="863435"/>
                  </a:lnTo>
                  <a:lnTo>
                    <a:pt x="960415" y="878388"/>
                  </a:lnTo>
                  <a:lnTo>
                    <a:pt x="964335" y="892337"/>
                  </a:lnTo>
                  <a:lnTo>
                    <a:pt x="968255" y="904716"/>
                  </a:lnTo>
                  <a:lnTo>
                    <a:pt x="972175" y="915112"/>
                  </a:lnTo>
                  <a:lnTo>
                    <a:pt x="976095" y="923346"/>
                  </a:lnTo>
                  <a:lnTo>
                    <a:pt x="980015" y="929517"/>
                  </a:lnTo>
                  <a:lnTo>
                    <a:pt x="983935" y="933980"/>
                  </a:lnTo>
                  <a:lnTo>
                    <a:pt x="987855" y="937247"/>
                  </a:lnTo>
                  <a:lnTo>
                    <a:pt x="991775" y="939846"/>
                  </a:lnTo>
                  <a:lnTo>
                    <a:pt x="995695" y="942189"/>
                  </a:lnTo>
                  <a:lnTo>
                    <a:pt x="999616" y="944497"/>
                  </a:lnTo>
                  <a:lnTo>
                    <a:pt x="1003536" y="946794"/>
                  </a:lnTo>
                  <a:lnTo>
                    <a:pt x="1007456" y="948967"/>
                  </a:lnTo>
                  <a:lnTo>
                    <a:pt x="1011376" y="950875"/>
                  </a:lnTo>
                  <a:lnTo>
                    <a:pt x="1015296" y="952422"/>
                  </a:lnTo>
                  <a:lnTo>
                    <a:pt x="1019216" y="953577"/>
                  </a:lnTo>
                  <a:lnTo>
                    <a:pt x="1023136" y="954371"/>
                  </a:lnTo>
                  <a:lnTo>
                    <a:pt x="1027056" y="954874"/>
                  </a:lnTo>
                  <a:lnTo>
                    <a:pt x="1030976" y="955168"/>
                  </a:lnTo>
                  <a:lnTo>
                    <a:pt x="1034896" y="955327"/>
                  </a:lnTo>
                  <a:lnTo>
                    <a:pt x="1038816" y="955405"/>
                  </a:lnTo>
                  <a:lnTo>
                    <a:pt x="1042736" y="955441"/>
                  </a:lnTo>
                  <a:lnTo>
                    <a:pt x="1046656" y="955456"/>
                  </a:lnTo>
                  <a:lnTo>
                    <a:pt x="1050576" y="955462"/>
                  </a:lnTo>
                  <a:lnTo>
                    <a:pt x="1054496" y="955464"/>
                  </a:lnTo>
                  <a:lnTo>
                    <a:pt x="1058417" y="955465"/>
                  </a:lnTo>
                  <a:lnTo>
                    <a:pt x="1062337" y="955465"/>
                  </a:lnTo>
                  <a:lnTo>
                    <a:pt x="1066257" y="955465"/>
                  </a:lnTo>
                  <a:lnTo>
                    <a:pt x="1070177" y="955465"/>
                  </a:lnTo>
                  <a:lnTo>
                    <a:pt x="1074097" y="955465"/>
                  </a:lnTo>
                  <a:lnTo>
                    <a:pt x="1078017" y="955465"/>
                  </a:lnTo>
                  <a:lnTo>
                    <a:pt x="1081937" y="955465"/>
                  </a:lnTo>
                  <a:lnTo>
                    <a:pt x="1085857" y="955465"/>
                  </a:lnTo>
                  <a:lnTo>
                    <a:pt x="1089777" y="955465"/>
                  </a:lnTo>
                  <a:lnTo>
                    <a:pt x="1093697" y="955465"/>
                  </a:lnTo>
                  <a:lnTo>
                    <a:pt x="1097617" y="955465"/>
                  </a:lnTo>
                  <a:lnTo>
                    <a:pt x="1101537" y="955465"/>
                  </a:lnTo>
                  <a:lnTo>
                    <a:pt x="1105457" y="955465"/>
                  </a:lnTo>
                  <a:lnTo>
                    <a:pt x="1109377" y="955465"/>
                  </a:lnTo>
                  <a:lnTo>
                    <a:pt x="1113297" y="955465"/>
                  </a:lnTo>
                  <a:lnTo>
                    <a:pt x="1117217" y="955465"/>
                  </a:lnTo>
                  <a:lnTo>
                    <a:pt x="1121138" y="955465"/>
                  </a:lnTo>
                  <a:lnTo>
                    <a:pt x="1125058" y="955465"/>
                  </a:lnTo>
                  <a:lnTo>
                    <a:pt x="1128978" y="955465"/>
                  </a:lnTo>
                  <a:lnTo>
                    <a:pt x="1132898" y="955465"/>
                  </a:lnTo>
                  <a:lnTo>
                    <a:pt x="1136818" y="955465"/>
                  </a:lnTo>
                  <a:lnTo>
                    <a:pt x="1140738" y="955465"/>
                  </a:lnTo>
                  <a:lnTo>
                    <a:pt x="1144658" y="955465"/>
                  </a:lnTo>
                  <a:lnTo>
                    <a:pt x="1148578" y="955465"/>
                  </a:lnTo>
                  <a:lnTo>
                    <a:pt x="1152498" y="955465"/>
                  </a:lnTo>
                  <a:lnTo>
                    <a:pt x="1156418" y="955465"/>
                  </a:lnTo>
                  <a:lnTo>
                    <a:pt x="1160338" y="955465"/>
                  </a:lnTo>
                  <a:lnTo>
                    <a:pt x="1164258" y="955465"/>
                  </a:lnTo>
                  <a:lnTo>
                    <a:pt x="1168178" y="955465"/>
                  </a:lnTo>
                  <a:lnTo>
                    <a:pt x="1172098" y="955465"/>
                  </a:lnTo>
                  <a:lnTo>
                    <a:pt x="1176018" y="955465"/>
                  </a:lnTo>
                  <a:lnTo>
                    <a:pt x="1179938" y="955465"/>
                  </a:lnTo>
                  <a:lnTo>
                    <a:pt x="1183859" y="955465"/>
                  </a:lnTo>
                  <a:lnTo>
                    <a:pt x="1187779" y="955465"/>
                  </a:lnTo>
                  <a:lnTo>
                    <a:pt x="1191699" y="955465"/>
                  </a:lnTo>
                  <a:lnTo>
                    <a:pt x="1195619" y="955465"/>
                  </a:lnTo>
                  <a:lnTo>
                    <a:pt x="1199539" y="955465"/>
                  </a:lnTo>
                  <a:lnTo>
                    <a:pt x="1203459" y="955465"/>
                  </a:lnTo>
                  <a:lnTo>
                    <a:pt x="1207379" y="955465"/>
                  </a:lnTo>
                  <a:lnTo>
                    <a:pt x="1211299" y="955465"/>
                  </a:lnTo>
                  <a:lnTo>
                    <a:pt x="1215219" y="955465"/>
                  </a:lnTo>
                  <a:lnTo>
                    <a:pt x="1219139" y="955465"/>
                  </a:lnTo>
                  <a:lnTo>
                    <a:pt x="1223059" y="955465"/>
                  </a:lnTo>
                  <a:lnTo>
                    <a:pt x="1226979" y="955465"/>
                  </a:lnTo>
                  <a:lnTo>
                    <a:pt x="1230899" y="955465"/>
                  </a:lnTo>
                  <a:lnTo>
                    <a:pt x="1234819" y="955465"/>
                  </a:lnTo>
                  <a:lnTo>
                    <a:pt x="1238739" y="955465"/>
                  </a:lnTo>
                  <a:lnTo>
                    <a:pt x="1242659" y="955465"/>
                  </a:lnTo>
                  <a:lnTo>
                    <a:pt x="1246580" y="955465"/>
                  </a:lnTo>
                  <a:lnTo>
                    <a:pt x="1250500" y="955465"/>
                  </a:lnTo>
                  <a:lnTo>
                    <a:pt x="1254420" y="955465"/>
                  </a:lnTo>
                  <a:lnTo>
                    <a:pt x="1258340" y="955465"/>
                  </a:lnTo>
                  <a:lnTo>
                    <a:pt x="1262260" y="955465"/>
                  </a:lnTo>
                  <a:lnTo>
                    <a:pt x="1266180" y="955465"/>
                  </a:lnTo>
                  <a:lnTo>
                    <a:pt x="1270100" y="955465"/>
                  </a:lnTo>
                  <a:lnTo>
                    <a:pt x="1274020" y="955465"/>
                  </a:lnTo>
                  <a:lnTo>
                    <a:pt x="1277940" y="955465"/>
                  </a:lnTo>
                  <a:lnTo>
                    <a:pt x="1281860" y="955465"/>
                  </a:lnTo>
                  <a:lnTo>
                    <a:pt x="1285780" y="955465"/>
                  </a:lnTo>
                  <a:lnTo>
                    <a:pt x="1289700" y="955465"/>
                  </a:lnTo>
                  <a:lnTo>
                    <a:pt x="1293620" y="955465"/>
                  </a:lnTo>
                  <a:lnTo>
                    <a:pt x="1297540" y="955465"/>
                  </a:lnTo>
                  <a:lnTo>
                    <a:pt x="1301460" y="955465"/>
                  </a:lnTo>
                  <a:lnTo>
                    <a:pt x="1305380" y="955465"/>
                  </a:lnTo>
                  <a:lnTo>
                    <a:pt x="1309301" y="955465"/>
                  </a:lnTo>
                  <a:lnTo>
                    <a:pt x="1313221" y="955465"/>
                  </a:lnTo>
                  <a:lnTo>
                    <a:pt x="1317141" y="955465"/>
                  </a:lnTo>
                  <a:lnTo>
                    <a:pt x="1321061" y="955465"/>
                  </a:lnTo>
                  <a:lnTo>
                    <a:pt x="1324981" y="955465"/>
                  </a:lnTo>
                  <a:lnTo>
                    <a:pt x="1328901" y="955465"/>
                  </a:lnTo>
                  <a:lnTo>
                    <a:pt x="1332821" y="955465"/>
                  </a:lnTo>
                  <a:lnTo>
                    <a:pt x="1336741" y="955465"/>
                  </a:lnTo>
                  <a:lnTo>
                    <a:pt x="1340661" y="955465"/>
                  </a:lnTo>
                  <a:lnTo>
                    <a:pt x="1344581" y="955465"/>
                  </a:lnTo>
                  <a:lnTo>
                    <a:pt x="1348501" y="955465"/>
                  </a:lnTo>
                  <a:lnTo>
                    <a:pt x="1352421" y="955465"/>
                  </a:lnTo>
                  <a:lnTo>
                    <a:pt x="1356341" y="955465"/>
                  </a:lnTo>
                  <a:lnTo>
                    <a:pt x="1360261" y="955465"/>
                  </a:lnTo>
                  <a:lnTo>
                    <a:pt x="1364181" y="955465"/>
                  </a:lnTo>
                  <a:lnTo>
                    <a:pt x="1368101" y="955465"/>
                  </a:lnTo>
                  <a:lnTo>
                    <a:pt x="1372022" y="955465"/>
                  </a:lnTo>
                  <a:lnTo>
                    <a:pt x="1375942" y="955465"/>
                  </a:lnTo>
                  <a:lnTo>
                    <a:pt x="1379862" y="955465"/>
                  </a:lnTo>
                  <a:lnTo>
                    <a:pt x="1383782" y="955465"/>
                  </a:lnTo>
                  <a:lnTo>
                    <a:pt x="1387702" y="955465"/>
                  </a:lnTo>
                  <a:lnTo>
                    <a:pt x="1391622" y="955465"/>
                  </a:lnTo>
                  <a:lnTo>
                    <a:pt x="1395542" y="955465"/>
                  </a:lnTo>
                  <a:lnTo>
                    <a:pt x="1399462" y="955465"/>
                  </a:lnTo>
                  <a:lnTo>
                    <a:pt x="1403382" y="955465"/>
                  </a:lnTo>
                  <a:lnTo>
                    <a:pt x="1407302" y="955465"/>
                  </a:lnTo>
                  <a:lnTo>
                    <a:pt x="1411222" y="955465"/>
                  </a:lnTo>
                  <a:lnTo>
                    <a:pt x="1415142" y="955465"/>
                  </a:lnTo>
                  <a:lnTo>
                    <a:pt x="1419062" y="955465"/>
                  </a:lnTo>
                  <a:lnTo>
                    <a:pt x="1422982" y="955465"/>
                  </a:lnTo>
                  <a:lnTo>
                    <a:pt x="1426902" y="955465"/>
                  </a:lnTo>
                  <a:lnTo>
                    <a:pt x="1430822" y="955465"/>
                  </a:lnTo>
                  <a:lnTo>
                    <a:pt x="1434743" y="955465"/>
                  </a:lnTo>
                  <a:lnTo>
                    <a:pt x="1438663" y="955465"/>
                  </a:lnTo>
                  <a:lnTo>
                    <a:pt x="1442583" y="955465"/>
                  </a:lnTo>
                  <a:lnTo>
                    <a:pt x="1446503" y="955465"/>
                  </a:lnTo>
                  <a:lnTo>
                    <a:pt x="1450423" y="955465"/>
                  </a:lnTo>
                  <a:lnTo>
                    <a:pt x="1454343" y="955465"/>
                  </a:lnTo>
                  <a:lnTo>
                    <a:pt x="1458263" y="955465"/>
                  </a:lnTo>
                  <a:lnTo>
                    <a:pt x="1462183" y="955465"/>
                  </a:lnTo>
                  <a:lnTo>
                    <a:pt x="1466103" y="955465"/>
                  </a:lnTo>
                  <a:lnTo>
                    <a:pt x="1470023" y="955465"/>
                  </a:lnTo>
                  <a:lnTo>
                    <a:pt x="1473943" y="955465"/>
                  </a:lnTo>
                  <a:lnTo>
                    <a:pt x="1477863" y="955465"/>
                  </a:lnTo>
                  <a:lnTo>
                    <a:pt x="1481783" y="955465"/>
                  </a:lnTo>
                  <a:lnTo>
                    <a:pt x="1485703" y="955465"/>
                  </a:lnTo>
                  <a:lnTo>
                    <a:pt x="1489623" y="955465"/>
                  </a:lnTo>
                  <a:lnTo>
                    <a:pt x="1493543" y="955465"/>
                  </a:lnTo>
                  <a:lnTo>
                    <a:pt x="1497464" y="955465"/>
                  </a:lnTo>
                  <a:lnTo>
                    <a:pt x="1501384" y="955465"/>
                  </a:lnTo>
                  <a:lnTo>
                    <a:pt x="1505304" y="955465"/>
                  </a:lnTo>
                  <a:lnTo>
                    <a:pt x="1509224" y="955465"/>
                  </a:lnTo>
                  <a:lnTo>
                    <a:pt x="1513144" y="955465"/>
                  </a:lnTo>
                  <a:lnTo>
                    <a:pt x="1517064" y="955465"/>
                  </a:lnTo>
                  <a:lnTo>
                    <a:pt x="1520984" y="955465"/>
                  </a:lnTo>
                  <a:lnTo>
                    <a:pt x="1524904" y="955465"/>
                  </a:lnTo>
                  <a:lnTo>
                    <a:pt x="1528824" y="955465"/>
                  </a:lnTo>
                  <a:lnTo>
                    <a:pt x="1532744" y="955465"/>
                  </a:lnTo>
                  <a:lnTo>
                    <a:pt x="1536664" y="955465"/>
                  </a:lnTo>
                  <a:lnTo>
                    <a:pt x="1540584" y="955465"/>
                  </a:lnTo>
                  <a:lnTo>
                    <a:pt x="1544504" y="955465"/>
                  </a:lnTo>
                  <a:lnTo>
                    <a:pt x="1548424" y="955465"/>
                  </a:lnTo>
                  <a:lnTo>
                    <a:pt x="1552344" y="955465"/>
                  </a:lnTo>
                  <a:lnTo>
                    <a:pt x="1556265" y="955465"/>
                  </a:lnTo>
                  <a:lnTo>
                    <a:pt x="1560185" y="955465"/>
                  </a:lnTo>
                  <a:lnTo>
                    <a:pt x="1564105" y="955465"/>
                  </a:lnTo>
                  <a:lnTo>
                    <a:pt x="1568025" y="955465"/>
                  </a:lnTo>
                  <a:lnTo>
                    <a:pt x="1571945" y="955465"/>
                  </a:lnTo>
                  <a:lnTo>
                    <a:pt x="1575865" y="955465"/>
                  </a:lnTo>
                  <a:lnTo>
                    <a:pt x="1579785" y="955465"/>
                  </a:lnTo>
                  <a:lnTo>
                    <a:pt x="1583705" y="955465"/>
                  </a:lnTo>
                  <a:lnTo>
                    <a:pt x="1587625" y="955465"/>
                  </a:lnTo>
                  <a:lnTo>
                    <a:pt x="1591545" y="955465"/>
                  </a:lnTo>
                  <a:lnTo>
                    <a:pt x="1595465" y="955465"/>
                  </a:lnTo>
                  <a:lnTo>
                    <a:pt x="1599385" y="955465"/>
                  </a:lnTo>
                  <a:lnTo>
                    <a:pt x="1603305" y="955465"/>
                  </a:lnTo>
                  <a:lnTo>
                    <a:pt x="1607225" y="955465"/>
                  </a:lnTo>
                  <a:lnTo>
                    <a:pt x="1611145" y="955465"/>
                  </a:lnTo>
                  <a:lnTo>
                    <a:pt x="1615065" y="955465"/>
                  </a:lnTo>
                  <a:lnTo>
                    <a:pt x="1618986" y="955465"/>
                  </a:lnTo>
                  <a:lnTo>
                    <a:pt x="1622906" y="955465"/>
                  </a:lnTo>
                  <a:lnTo>
                    <a:pt x="1626826" y="955465"/>
                  </a:lnTo>
                  <a:lnTo>
                    <a:pt x="1630746" y="955465"/>
                  </a:lnTo>
                  <a:lnTo>
                    <a:pt x="1634666" y="955465"/>
                  </a:lnTo>
                  <a:lnTo>
                    <a:pt x="1638586" y="955465"/>
                  </a:lnTo>
                  <a:lnTo>
                    <a:pt x="1642506" y="955465"/>
                  </a:lnTo>
                  <a:lnTo>
                    <a:pt x="1646426" y="955465"/>
                  </a:lnTo>
                  <a:lnTo>
                    <a:pt x="1650346" y="955465"/>
                  </a:lnTo>
                  <a:lnTo>
                    <a:pt x="1654266" y="955465"/>
                  </a:lnTo>
                  <a:lnTo>
                    <a:pt x="1658186" y="955465"/>
                  </a:lnTo>
                  <a:lnTo>
                    <a:pt x="1662106" y="955465"/>
                  </a:lnTo>
                  <a:lnTo>
                    <a:pt x="1666026" y="955465"/>
                  </a:lnTo>
                  <a:lnTo>
                    <a:pt x="1669946" y="955465"/>
                  </a:lnTo>
                  <a:lnTo>
                    <a:pt x="1673866" y="955465"/>
                  </a:lnTo>
                  <a:lnTo>
                    <a:pt x="1677786" y="955465"/>
                  </a:lnTo>
                  <a:lnTo>
                    <a:pt x="1681707" y="955465"/>
                  </a:lnTo>
                  <a:lnTo>
                    <a:pt x="1685627" y="955465"/>
                  </a:lnTo>
                  <a:lnTo>
                    <a:pt x="1689547" y="955465"/>
                  </a:lnTo>
                  <a:lnTo>
                    <a:pt x="1693467" y="955465"/>
                  </a:lnTo>
                  <a:lnTo>
                    <a:pt x="1697387" y="955465"/>
                  </a:lnTo>
                  <a:lnTo>
                    <a:pt x="1701307" y="955465"/>
                  </a:lnTo>
                  <a:lnTo>
                    <a:pt x="1705227" y="955465"/>
                  </a:lnTo>
                  <a:lnTo>
                    <a:pt x="1709147" y="955465"/>
                  </a:lnTo>
                  <a:lnTo>
                    <a:pt x="1713067" y="955465"/>
                  </a:lnTo>
                  <a:lnTo>
                    <a:pt x="1716987" y="955465"/>
                  </a:lnTo>
                  <a:lnTo>
                    <a:pt x="1720907" y="955465"/>
                  </a:lnTo>
                  <a:lnTo>
                    <a:pt x="1724827" y="955465"/>
                  </a:lnTo>
                  <a:lnTo>
                    <a:pt x="1728747" y="955465"/>
                  </a:lnTo>
                  <a:lnTo>
                    <a:pt x="1732667" y="955465"/>
                  </a:lnTo>
                  <a:lnTo>
                    <a:pt x="1736587" y="955465"/>
                  </a:lnTo>
                  <a:lnTo>
                    <a:pt x="1740507" y="955465"/>
                  </a:lnTo>
                  <a:lnTo>
                    <a:pt x="1744428" y="955465"/>
                  </a:lnTo>
                  <a:lnTo>
                    <a:pt x="1748348" y="955465"/>
                  </a:lnTo>
                  <a:lnTo>
                    <a:pt x="1752268" y="955465"/>
                  </a:lnTo>
                  <a:lnTo>
                    <a:pt x="1756188" y="955465"/>
                  </a:lnTo>
                  <a:lnTo>
                    <a:pt x="1760108" y="955465"/>
                  </a:lnTo>
                  <a:lnTo>
                    <a:pt x="1764028" y="955465"/>
                  </a:lnTo>
                  <a:lnTo>
                    <a:pt x="1767948" y="955465"/>
                  </a:lnTo>
                  <a:lnTo>
                    <a:pt x="1771868" y="955465"/>
                  </a:lnTo>
                  <a:lnTo>
                    <a:pt x="1775788" y="955465"/>
                  </a:lnTo>
                  <a:lnTo>
                    <a:pt x="1779708" y="955465"/>
                  </a:lnTo>
                  <a:lnTo>
                    <a:pt x="1783628" y="955465"/>
                  </a:lnTo>
                  <a:lnTo>
                    <a:pt x="1787548" y="955465"/>
                  </a:lnTo>
                  <a:lnTo>
                    <a:pt x="1791468" y="955465"/>
                  </a:lnTo>
                  <a:lnTo>
                    <a:pt x="1795388" y="955465"/>
                  </a:lnTo>
                  <a:lnTo>
                    <a:pt x="1799308" y="955465"/>
                  </a:lnTo>
                  <a:lnTo>
                    <a:pt x="1803228" y="955465"/>
                  </a:lnTo>
                  <a:lnTo>
                    <a:pt x="1807149" y="955465"/>
                  </a:lnTo>
                  <a:lnTo>
                    <a:pt x="1811069" y="955465"/>
                  </a:lnTo>
                  <a:lnTo>
                    <a:pt x="1814989" y="955465"/>
                  </a:lnTo>
                  <a:lnTo>
                    <a:pt x="1818909" y="955465"/>
                  </a:lnTo>
                  <a:lnTo>
                    <a:pt x="1822829" y="955465"/>
                  </a:lnTo>
                  <a:lnTo>
                    <a:pt x="1826749" y="955465"/>
                  </a:lnTo>
                  <a:lnTo>
                    <a:pt x="1830669" y="955465"/>
                  </a:lnTo>
                  <a:lnTo>
                    <a:pt x="1834589" y="955465"/>
                  </a:lnTo>
                  <a:lnTo>
                    <a:pt x="1838509" y="955465"/>
                  </a:lnTo>
                  <a:lnTo>
                    <a:pt x="1842429" y="955465"/>
                  </a:lnTo>
                  <a:lnTo>
                    <a:pt x="1846349" y="955465"/>
                  </a:lnTo>
                  <a:lnTo>
                    <a:pt x="1850269" y="955465"/>
                  </a:lnTo>
                  <a:lnTo>
                    <a:pt x="1854189" y="955465"/>
                  </a:lnTo>
                  <a:lnTo>
                    <a:pt x="1858109" y="955465"/>
                  </a:lnTo>
                  <a:lnTo>
                    <a:pt x="1862029" y="955465"/>
                  </a:lnTo>
                  <a:lnTo>
                    <a:pt x="1865949" y="955465"/>
                  </a:lnTo>
                  <a:lnTo>
                    <a:pt x="1869870" y="955465"/>
                  </a:lnTo>
                  <a:lnTo>
                    <a:pt x="1873790" y="955465"/>
                  </a:lnTo>
                  <a:lnTo>
                    <a:pt x="1877710" y="955465"/>
                  </a:lnTo>
                  <a:lnTo>
                    <a:pt x="1881630" y="955465"/>
                  </a:lnTo>
                  <a:lnTo>
                    <a:pt x="1885550" y="955465"/>
                  </a:lnTo>
                  <a:lnTo>
                    <a:pt x="1889470" y="955465"/>
                  </a:lnTo>
                  <a:lnTo>
                    <a:pt x="1893390" y="955465"/>
                  </a:lnTo>
                  <a:lnTo>
                    <a:pt x="1897310" y="955465"/>
                  </a:lnTo>
                  <a:lnTo>
                    <a:pt x="1901230" y="955465"/>
                  </a:lnTo>
                  <a:lnTo>
                    <a:pt x="1905150" y="955465"/>
                  </a:lnTo>
                  <a:lnTo>
                    <a:pt x="1909070" y="955465"/>
                  </a:lnTo>
                  <a:lnTo>
                    <a:pt x="1912990" y="955465"/>
                  </a:lnTo>
                  <a:lnTo>
                    <a:pt x="1916910" y="955465"/>
                  </a:lnTo>
                  <a:lnTo>
                    <a:pt x="1920830" y="955465"/>
                  </a:lnTo>
                  <a:lnTo>
                    <a:pt x="1924750" y="955465"/>
                  </a:lnTo>
                  <a:lnTo>
                    <a:pt x="1928670" y="955465"/>
                  </a:lnTo>
                  <a:lnTo>
                    <a:pt x="1932591" y="955465"/>
                  </a:lnTo>
                  <a:lnTo>
                    <a:pt x="1936511" y="955465"/>
                  </a:lnTo>
                  <a:lnTo>
                    <a:pt x="1940431" y="955465"/>
                  </a:lnTo>
                  <a:lnTo>
                    <a:pt x="1944351" y="955465"/>
                  </a:lnTo>
                  <a:lnTo>
                    <a:pt x="1948271" y="955465"/>
                  </a:lnTo>
                  <a:lnTo>
                    <a:pt x="1952191" y="955465"/>
                  </a:lnTo>
                  <a:lnTo>
                    <a:pt x="1956111" y="955465"/>
                  </a:lnTo>
                  <a:lnTo>
                    <a:pt x="1960031" y="955465"/>
                  </a:lnTo>
                  <a:lnTo>
                    <a:pt x="1963951" y="955465"/>
                  </a:lnTo>
                  <a:lnTo>
                    <a:pt x="1967871" y="955465"/>
                  </a:lnTo>
                  <a:lnTo>
                    <a:pt x="1971791" y="955465"/>
                  </a:lnTo>
                  <a:lnTo>
                    <a:pt x="1975711" y="955465"/>
                  </a:lnTo>
                  <a:lnTo>
                    <a:pt x="1979631" y="955465"/>
                  </a:lnTo>
                  <a:lnTo>
                    <a:pt x="1983551" y="955465"/>
                  </a:lnTo>
                  <a:lnTo>
                    <a:pt x="1987471" y="955465"/>
                  </a:lnTo>
                  <a:lnTo>
                    <a:pt x="1991391" y="955465"/>
                  </a:lnTo>
                  <a:lnTo>
                    <a:pt x="1995312" y="955465"/>
                  </a:lnTo>
                  <a:lnTo>
                    <a:pt x="1999232" y="955465"/>
                  </a:lnTo>
                  <a:lnTo>
                    <a:pt x="2003152" y="955465"/>
                  </a:lnTo>
                  <a:lnTo>
                    <a:pt x="1999232" y="955465"/>
                  </a:lnTo>
                  <a:lnTo>
                    <a:pt x="1995312" y="955465"/>
                  </a:lnTo>
                  <a:lnTo>
                    <a:pt x="1991391" y="955465"/>
                  </a:lnTo>
                  <a:lnTo>
                    <a:pt x="1987471" y="955465"/>
                  </a:lnTo>
                  <a:lnTo>
                    <a:pt x="1983551" y="955465"/>
                  </a:lnTo>
                  <a:lnTo>
                    <a:pt x="1979631" y="955465"/>
                  </a:lnTo>
                  <a:lnTo>
                    <a:pt x="1975711" y="955465"/>
                  </a:lnTo>
                  <a:lnTo>
                    <a:pt x="1971791" y="955465"/>
                  </a:lnTo>
                  <a:lnTo>
                    <a:pt x="1967871" y="955465"/>
                  </a:lnTo>
                  <a:lnTo>
                    <a:pt x="1963951" y="955465"/>
                  </a:lnTo>
                  <a:lnTo>
                    <a:pt x="1960031" y="955465"/>
                  </a:lnTo>
                  <a:lnTo>
                    <a:pt x="1956111" y="955465"/>
                  </a:lnTo>
                  <a:lnTo>
                    <a:pt x="1952191" y="955465"/>
                  </a:lnTo>
                  <a:lnTo>
                    <a:pt x="1948271" y="955465"/>
                  </a:lnTo>
                  <a:lnTo>
                    <a:pt x="1944351" y="955465"/>
                  </a:lnTo>
                  <a:lnTo>
                    <a:pt x="1940431" y="955465"/>
                  </a:lnTo>
                  <a:lnTo>
                    <a:pt x="1936511" y="955465"/>
                  </a:lnTo>
                  <a:lnTo>
                    <a:pt x="1932591" y="955465"/>
                  </a:lnTo>
                  <a:lnTo>
                    <a:pt x="1928670" y="955465"/>
                  </a:lnTo>
                  <a:lnTo>
                    <a:pt x="1924750" y="955465"/>
                  </a:lnTo>
                  <a:lnTo>
                    <a:pt x="1920830" y="955465"/>
                  </a:lnTo>
                  <a:lnTo>
                    <a:pt x="1916910" y="955465"/>
                  </a:lnTo>
                  <a:lnTo>
                    <a:pt x="1912990" y="955465"/>
                  </a:lnTo>
                  <a:lnTo>
                    <a:pt x="1909070" y="955465"/>
                  </a:lnTo>
                  <a:lnTo>
                    <a:pt x="1905150" y="955465"/>
                  </a:lnTo>
                  <a:lnTo>
                    <a:pt x="1901230" y="955465"/>
                  </a:lnTo>
                  <a:lnTo>
                    <a:pt x="1897310" y="955465"/>
                  </a:lnTo>
                  <a:lnTo>
                    <a:pt x="1893390" y="955465"/>
                  </a:lnTo>
                  <a:lnTo>
                    <a:pt x="1889470" y="955465"/>
                  </a:lnTo>
                  <a:lnTo>
                    <a:pt x="1885550" y="955465"/>
                  </a:lnTo>
                  <a:lnTo>
                    <a:pt x="1881630" y="955465"/>
                  </a:lnTo>
                  <a:lnTo>
                    <a:pt x="1877710" y="955465"/>
                  </a:lnTo>
                  <a:lnTo>
                    <a:pt x="1873790" y="955465"/>
                  </a:lnTo>
                  <a:lnTo>
                    <a:pt x="1869870" y="955465"/>
                  </a:lnTo>
                  <a:lnTo>
                    <a:pt x="1865949" y="955465"/>
                  </a:lnTo>
                  <a:lnTo>
                    <a:pt x="1862029" y="955465"/>
                  </a:lnTo>
                  <a:lnTo>
                    <a:pt x="1858109" y="955465"/>
                  </a:lnTo>
                  <a:lnTo>
                    <a:pt x="1854189" y="955465"/>
                  </a:lnTo>
                  <a:lnTo>
                    <a:pt x="1850269" y="955465"/>
                  </a:lnTo>
                  <a:lnTo>
                    <a:pt x="1846349" y="955465"/>
                  </a:lnTo>
                  <a:lnTo>
                    <a:pt x="1842429" y="955465"/>
                  </a:lnTo>
                  <a:lnTo>
                    <a:pt x="1838509" y="955465"/>
                  </a:lnTo>
                  <a:lnTo>
                    <a:pt x="1834589" y="955465"/>
                  </a:lnTo>
                  <a:lnTo>
                    <a:pt x="1830669" y="955465"/>
                  </a:lnTo>
                  <a:lnTo>
                    <a:pt x="1826749" y="955465"/>
                  </a:lnTo>
                  <a:lnTo>
                    <a:pt x="1822829" y="955465"/>
                  </a:lnTo>
                  <a:lnTo>
                    <a:pt x="1818909" y="955465"/>
                  </a:lnTo>
                  <a:lnTo>
                    <a:pt x="1814989" y="955465"/>
                  </a:lnTo>
                  <a:lnTo>
                    <a:pt x="1811069" y="955465"/>
                  </a:lnTo>
                  <a:lnTo>
                    <a:pt x="1807149" y="955465"/>
                  </a:lnTo>
                  <a:lnTo>
                    <a:pt x="1803228" y="955465"/>
                  </a:lnTo>
                  <a:lnTo>
                    <a:pt x="1799308" y="955465"/>
                  </a:lnTo>
                  <a:lnTo>
                    <a:pt x="1795388" y="955465"/>
                  </a:lnTo>
                  <a:lnTo>
                    <a:pt x="1791468" y="955465"/>
                  </a:lnTo>
                  <a:lnTo>
                    <a:pt x="1787548" y="955465"/>
                  </a:lnTo>
                  <a:lnTo>
                    <a:pt x="1783628" y="955465"/>
                  </a:lnTo>
                  <a:lnTo>
                    <a:pt x="1779708" y="955465"/>
                  </a:lnTo>
                  <a:lnTo>
                    <a:pt x="1775788" y="955465"/>
                  </a:lnTo>
                  <a:lnTo>
                    <a:pt x="1771868" y="955465"/>
                  </a:lnTo>
                  <a:lnTo>
                    <a:pt x="1767948" y="955465"/>
                  </a:lnTo>
                  <a:lnTo>
                    <a:pt x="1764028" y="955465"/>
                  </a:lnTo>
                  <a:lnTo>
                    <a:pt x="1760108" y="955465"/>
                  </a:lnTo>
                  <a:lnTo>
                    <a:pt x="1756188" y="955465"/>
                  </a:lnTo>
                  <a:lnTo>
                    <a:pt x="1752268" y="955465"/>
                  </a:lnTo>
                  <a:lnTo>
                    <a:pt x="1748348" y="955465"/>
                  </a:lnTo>
                  <a:lnTo>
                    <a:pt x="1744428" y="955465"/>
                  </a:lnTo>
                  <a:lnTo>
                    <a:pt x="1740507" y="955465"/>
                  </a:lnTo>
                  <a:lnTo>
                    <a:pt x="1736587" y="955465"/>
                  </a:lnTo>
                  <a:lnTo>
                    <a:pt x="1732667" y="955465"/>
                  </a:lnTo>
                  <a:lnTo>
                    <a:pt x="1728747" y="955465"/>
                  </a:lnTo>
                  <a:lnTo>
                    <a:pt x="1724827" y="955465"/>
                  </a:lnTo>
                  <a:lnTo>
                    <a:pt x="1720907" y="955465"/>
                  </a:lnTo>
                  <a:lnTo>
                    <a:pt x="1716987" y="955465"/>
                  </a:lnTo>
                  <a:lnTo>
                    <a:pt x="1713067" y="955465"/>
                  </a:lnTo>
                  <a:lnTo>
                    <a:pt x="1709147" y="955465"/>
                  </a:lnTo>
                  <a:lnTo>
                    <a:pt x="1705227" y="955465"/>
                  </a:lnTo>
                  <a:lnTo>
                    <a:pt x="1701307" y="955465"/>
                  </a:lnTo>
                  <a:lnTo>
                    <a:pt x="1697387" y="955465"/>
                  </a:lnTo>
                  <a:lnTo>
                    <a:pt x="1693467" y="955465"/>
                  </a:lnTo>
                  <a:lnTo>
                    <a:pt x="1689547" y="955465"/>
                  </a:lnTo>
                  <a:lnTo>
                    <a:pt x="1685627" y="955465"/>
                  </a:lnTo>
                  <a:lnTo>
                    <a:pt x="1681707" y="955465"/>
                  </a:lnTo>
                  <a:lnTo>
                    <a:pt x="1677786" y="955465"/>
                  </a:lnTo>
                  <a:lnTo>
                    <a:pt x="1673866" y="955465"/>
                  </a:lnTo>
                  <a:lnTo>
                    <a:pt x="1669946" y="955465"/>
                  </a:lnTo>
                  <a:lnTo>
                    <a:pt x="1666026" y="955465"/>
                  </a:lnTo>
                  <a:lnTo>
                    <a:pt x="1662106" y="955465"/>
                  </a:lnTo>
                  <a:lnTo>
                    <a:pt x="1658186" y="955465"/>
                  </a:lnTo>
                  <a:lnTo>
                    <a:pt x="1654266" y="955465"/>
                  </a:lnTo>
                  <a:lnTo>
                    <a:pt x="1650346" y="955465"/>
                  </a:lnTo>
                  <a:lnTo>
                    <a:pt x="1646426" y="955465"/>
                  </a:lnTo>
                  <a:lnTo>
                    <a:pt x="1642506" y="955465"/>
                  </a:lnTo>
                  <a:lnTo>
                    <a:pt x="1638586" y="955465"/>
                  </a:lnTo>
                  <a:lnTo>
                    <a:pt x="1634666" y="955465"/>
                  </a:lnTo>
                  <a:lnTo>
                    <a:pt x="1630746" y="955465"/>
                  </a:lnTo>
                  <a:lnTo>
                    <a:pt x="1626826" y="955465"/>
                  </a:lnTo>
                  <a:lnTo>
                    <a:pt x="1622906" y="955465"/>
                  </a:lnTo>
                  <a:lnTo>
                    <a:pt x="1618986" y="955465"/>
                  </a:lnTo>
                  <a:lnTo>
                    <a:pt x="1615065" y="955465"/>
                  </a:lnTo>
                  <a:lnTo>
                    <a:pt x="1611145" y="955465"/>
                  </a:lnTo>
                  <a:lnTo>
                    <a:pt x="1607225" y="955465"/>
                  </a:lnTo>
                  <a:lnTo>
                    <a:pt x="1603305" y="955465"/>
                  </a:lnTo>
                  <a:lnTo>
                    <a:pt x="1599385" y="955465"/>
                  </a:lnTo>
                  <a:lnTo>
                    <a:pt x="1595465" y="955465"/>
                  </a:lnTo>
                  <a:lnTo>
                    <a:pt x="1591545" y="955465"/>
                  </a:lnTo>
                  <a:lnTo>
                    <a:pt x="1587625" y="955465"/>
                  </a:lnTo>
                  <a:lnTo>
                    <a:pt x="1583705" y="955465"/>
                  </a:lnTo>
                  <a:lnTo>
                    <a:pt x="1579785" y="955465"/>
                  </a:lnTo>
                  <a:lnTo>
                    <a:pt x="1575865" y="955465"/>
                  </a:lnTo>
                  <a:lnTo>
                    <a:pt x="1571945" y="955465"/>
                  </a:lnTo>
                  <a:lnTo>
                    <a:pt x="1568025" y="955465"/>
                  </a:lnTo>
                  <a:lnTo>
                    <a:pt x="1564105" y="955465"/>
                  </a:lnTo>
                  <a:lnTo>
                    <a:pt x="1560185" y="955465"/>
                  </a:lnTo>
                  <a:lnTo>
                    <a:pt x="1556265" y="955465"/>
                  </a:lnTo>
                  <a:lnTo>
                    <a:pt x="1552344" y="955465"/>
                  </a:lnTo>
                  <a:lnTo>
                    <a:pt x="1548424" y="955465"/>
                  </a:lnTo>
                  <a:lnTo>
                    <a:pt x="1544504" y="955465"/>
                  </a:lnTo>
                  <a:lnTo>
                    <a:pt x="1540584" y="955465"/>
                  </a:lnTo>
                  <a:lnTo>
                    <a:pt x="1536664" y="955465"/>
                  </a:lnTo>
                  <a:lnTo>
                    <a:pt x="1532744" y="955465"/>
                  </a:lnTo>
                  <a:lnTo>
                    <a:pt x="1528824" y="955465"/>
                  </a:lnTo>
                  <a:lnTo>
                    <a:pt x="1524904" y="955465"/>
                  </a:lnTo>
                  <a:lnTo>
                    <a:pt x="1520984" y="955465"/>
                  </a:lnTo>
                  <a:lnTo>
                    <a:pt x="1517064" y="955465"/>
                  </a:lnTo>
                  <a:lnTo>
                    <a:pt x="1513144" y="955465"/>
                  </a:lnTo>
                  <a:lnTo>
                    <a:pt x="1509224" y="955465"/>
                  </a:lnTo>
                  <a:lnTo>
                    <a:pt x="1505304" y="955465"/>
                  </a:lnTo>
                  <a:lnTo>
                    <a:pt x="1501384" y="955465"/>
                  </a:lnTo>
                  <a:lnTo>
                    <a:pt x="1497464" y="955465"/>
                  </a:lnTo>
                  <a:lnTo>
                    <a:pt x="1493543" y="955465"/>
                  </a:lnTo>
                  <a:lnTo>
                    <a:pt x="1489623" y="955465"/>
                  </a:lnTo>
                  <a:lnTo>
                    <a:pt x="1485703" y="955465"/>
                  </a:lnTo>
                  <a:lnTo>
                    <a:pt x="1481783" y="955465"/>
                  </a:lnTo>
                  <a:lnTo>
                    <a:pt x="1477863" y="955465"/>
                  </a:lnTo>
                  <a:lnTo>
                    <a:pt x="1473943" y="955465"/>
                  </a:lnTo>
                  <a:lnTo>
                    <a:pt x="1470023" y="955465"/>
                  </a:lnTo>
                  <a:lnTo>
                    <a:pt x="1466103" y="955465"/>
                  </a:lnTo>
                  <a:lnTo>
                    <a:pt x="1462183" y="955465"/>
                  </a:lnTo>
                  <a:lnTo>
                    <a:pt x="1458263" y="955465"/>
                  </a:lnTo>
                  <a:lnTo>
                    <a:pt x="1454343" y="955465"/>
                  </a:lnTo>
                  <a:lnTo>
                    <a:pt x="1450423" y="955465"/>
                  </a:lnTo>
                  <a:lnTo>
                    <a:pt x="1446503" y="955465"/>
                  </a:lnTo>
                  <a:lnTo>
                    <a:pt x="1442583" y="955465"/>
                  </a:lnTo>
                  <a:lnTo>
                    <a:pt x="1438663" y="955465"/>
                  </a:lnTo>
                  <a:lnTo>
                    <a:pt x="1434743" y="955465"/>
                  </a:lnTo>
                  <a:lnTo>
                    <a:pt x="1430822" y="955465"/>
                  </a:lnTo>
                  <a:lnTo>
                    <a:pt x="1426902" y="955465"/>
                  </a:lnTo>
                  <a:lnTo>
                    <a:pt x="1422982" y="955465"/>
                  </a:lnTo>
                  <a:lnTo>
                    <a:pt x="1419062" y="955465"/>
                  </a:lnTo>
                  <a:lnTo>
                    <a:pt x="1415142" y="955465"/>
                  </a:lnTo>
                  <a:lnTo>
                    <a:pt x="1411222" y="955465"/>
                  </a:lnTo>
                  <a:lnTo>
                    <a:pt x="1407302" y="955465"/>
                  </a:lnTo>
                  <a:lnTo>
                    <a:pt x="1403382" y="955465"/>
                  </a:lnTo>
                  <a:lnTo>
                    <a:pt x="1399462" y="955465"/>
                  </a:lnTo>
                  <a:lnTo>
                    <a:pt x="1395542" y="955465"/>
                  </a:lnTo>
                  <a:lnTo>
                    <a:pt x="1391622" y="955465"/>
                  </a:lnTo>
                  <a:lnTo>
                    <a:pt x="1387702" y="955465"/>
                  </a:lnTo>
                  <a:lnTo>
                    <a:pt x="1383782" y="955465"/>
                  </a:lnTo>
                  <a:lnTo>
                    <a:pt x="1379862" y="955465"/>
                  </a:lnTo>
                  <a:lnTo>
                    <a:pt x="1375942" y="955465"/>
                  </a:lnTo>
                  <a:lnTo>
                    <a:pt x="1372022" y="955465"/>
                  </a:lnTo>
                  <a:lnTo>
                    <a:pt x="1368101" y="955465"/>
                  </a:lnTo>
                  <a:lnTo>
                    <a:pt x="1364181" y="955465"/>
                  </a:lnTo>
                  <a:lnTo>
                    <a:pt x="1360261" y="955465"/>
                  </a:lnTo>
                  <a:lnTo>
                    <a:pt x="1356341" y="955465"/>
                  </a:lnTo>
                  <a:lnTo>
                    <a:pt x="1352421" y="955465"/>
                  </a:lnTo>
                  <a:lnTo>
                    <a:pt x="1348501" y="955465"/>
                  </a:lnTo>
                  <a:lnTo>
                    <a:pt x="1344581" y="955465"/>
                  </a:lnTo>
                  <a:lnTo>
                    <a:pt x="1340661" y="955465"/>
                  </a:lnTo>
                  <a:lnTo>
                    <a:pt x="1336741" y="955465"/>
                  </a:lnTo>
                  <a:lnTo>
                    <a:pt x="1332821" y="955465"/>
                  </a:lnTo>
                  <a:lnTo>
                    <a:pt x="1328901" y="955465"/>
                  </a:lnTo>
                  <a:lnTo>
                    <a:pt x="1324981" y="955465"/>
                  </a:lnTo>
                  <a:lnTo>
                    <a:pt x="1321061" y="955465"/>
                  </a:lnTo>
                  <a:lnTo>
                    <a:pt x="1317141" y="955465"/>
                  </a:lnTo>
                  <a:lnTo>
                    <a:pt x="1313221" y="955465"/>
                  </a:lnTo>
                  <a:lnTo>
                    <a:pt x="1309301" y="955465"/>
                  </a:lnTo>
                  <a:lnTo>
                    <a:pt x="1305380" y="955465"/>
                  </a:lnTo>
                  <a:lnTo>
                    <a:pt x="1301460" y="955465"/>
                  </a:lnTo>
                  <a:lnTo>
                    <a:pt x="1297540" y="955465"/>
                  </a:lnTo>
                  <a:lnTo>
                    <a:pt x="1293620" y="955465"/>
                  </a:lnTo>
                  <a:lnTo>
                    <a:pt x="1289700" y="955465"/>
                  </a:lnTo>
                  <a:lnTo>
                    <a:pt x="1285780" y="955465"/>
                  </a:lnTo>
                  <a:lnTo>
                    <a:pt x="1281860" y="955465"/>
                  </a:lnTo>
                  <a:lnTo>
                    <a:pt x="1277940" y="955465"/>
                  </a:lnTo>
                  <a:lnTo>
                    <a:pt x="1274020" y="955465"/>
                  </a:lnTo>
                  <a:lnTo>
                    <a:pt x="1270100" y="955465"/>
                  </a:lnTo>
                  <a:lnTo>
                    <a:pt x="1266180" y="955465"/>
                  </a:lnTo>
                  <a:lnTo>
                    <a:pt x="1262260" y="955465"/>
                  </a:lnTo>
                  <a:lnTo>
                    <a:pt x="1258340" y="955465"/>
                  </a:lnTo>
                  <a:lnTo>
                    <a:pt x="1254420" y="955465"/>
                  </a:lnTo>
                  <a:lnTo>
                    <a:pt x="1250500" y="955465"/>
                  </a:lnTo>
                  <a:lnTo>
                    <a:pt x="1246580" y="955465"/>
                  </a:lnTo>
                  <a:lnTo>
                    <a:pt x="1242659" y="955465"/>
                  </a:lnTo>
                  <a:lnTo>
                    <a:pt x="1238739" y="955465"/>
                  </a:lnTo>
                  <a:lnTo>
                    <a:pt x="1234819" y="955465"/>
                  </a:lnTo>
                  <a:lnTo>
                    <a:pt x="1230899" y="955465"/>
                  </a:lnTo>
                  <a:lnTo>
                    <a:pt x="1226979" y="955465"/>
                  </a:lnTo>
                  <a:lnTo>
                    <a:pt x="1223059" y="955465"/>
                  </a:lnTo>
                  <a:lnTo>
                    <a:pt x="1219139" y="955465"/>
                  </a:lnTo>
                  <a:lnTo>
                    <a:pt x="1215219" y="955465"/>
                  </a:lnTo>
                  <a:lnTo>
                    <a:pt x="1211299" y="955465"/>
                  </a:lnTo>
                  <a:lnTo>
                    <a:pt x="1207379" y="955465"/>
                  </a:lnTo>
                  <a:lnTo>
                    <a:pt x="1203459" y="955465"/>
                  </a:lnTo>
                  <a:lnTo>
                    <a:pt x="1199539" y="955465"/>
                  </a:lnTo>
                  <a:lnTo>
                    <a:pt x="1195619" y="955465"/>
                  </a:lnTo>
                  <a:lnTo>
                    <a:pt x="1191699" y="955465"/>
                  </a:lnTo>
                  <a:lnTo>
                    <a:pt x="1187779" y="955465"/>
                  </a:lnTo>
                  <a:lnTo>
                    <a:pt x="1183859" y="955465"/>
                  </a:lnTo>
                  <a:lnTo>
                    <a:pt x="1179938" y="955465"/>
                  </a:lnTo>
                  <a:lnTo>
                    <a:pt x="1176018" y="955465"/>
                  </a:lnTo>
                  <a:lnTo>
                    <a:pt x="1172098" y="955465"/>
                  </a:lnTo>
                  <a:lnTo>
                    <a:pt x="1168178" y="955465"/>
                  </a:lnTo>
                  <a:lnTo>
                    <a:pt x="1164258" y="955465"/>
                  </a:lnTo>
                  <a:lnTo>
                    <a:pt x="1160338" y="955465"/>
                  </a:lnTo>
                  <a:lnTo>
                    <a:pt x="1156418" y="955465"/>
                  </a:lnTo>
                  <a:lnTo>
                    <a:pt x="1152498" y="955465"/>
                  </a:lnTo>
                  <a:lnTo>
                    <a:pt x="1148578" y="955465"/>
                  </a:lnTo>
                  <a:lnTo>
                    <a:pt x="1144658" y="955465"/>
                  </a:lnTo>
                  <a:lnTo>
                    <a:pt x="1140738" y="955465"/>
                  </a:lnTo>
                  <a:lnTo>
                    <a:pt x="1136818" y="955465"/>
                  </a:lnTo>
                  <a:lnTo>
                    <a:pt x="1132898" y="955465"/>
                  </a:lnTo>
                  <a:lnTo>
                    <a:pt x="1128978" y="955465"/>
                  </a:lnTo>
                  <a:lnTo>
                    <a:pt x="1125058" y="955465"/>
                  </a:lnTo>
                  <a:lnTo>
                    <a:pt x="1121138" y="955465"/>
                  </a:lnTo>
                  <a:lnTo>
                    <a:pt x="1117217" y="955465"/>
                  </a:lnTo>
                  <a:lnTo>
                    <a:pt x="1113297" y="955465"/>
                  </a:lnTo>
                  <a:lnTo>
                    <a:pt x="1109377" y="955465"/>
                  </a:lnTo>
                  <a:lnTo>
                    <a:pt x="1105457" y="955465"/>
                  </a:lnTo>
                  <a:lnTo>
                    <a:pt x="1101537" y="955465"/>
                  </a:lnTo>
                  <a:lnTo>
                    <a:pt x="1097617" y="955465"/>
                  </a:lnTo>
                  <a:lnTo>
                    <a:pt x="1093697" y="955465"/>
                  </a:lnTo>
                  <a:lnTo>
                    <a:pt x="1089777" y="955465"/>
                  </a:lnTo>
                  <a:lnTo>
                    <a:pt x="1085857" y="955465"/>
                  </a:lnTo>
                  <a:lnTo>
                    <a:pt x="1081937" y="955465"/>
                  </a:lnTo>
                  <a:lnTo>
                    <a:pt x="1078017" y="955465"/>
                  </a:lnTo>
                  <a:lnTo>
                    <a:pt x="1074097" y="955465"/>
                  </a:lnTo>
                  <a:lnTo>
                    <a:pt x="1070177" y="955465"/>
                  </a:lnTo>
                  <a:lnTo>
                    <a:pt x="1066257" y="955465"/>
                  </a:lnTo>
                  <a:lnTo>
                    <a:pt x="1062337" y="955465"/>
                  </a:lnTo>
                  <a:lnTo>
                    <a:pt x="1058417" y="955465"/>
                  </a:lnTo>
                  <a:lnTo>
                    <a:pt x="1054496" y="955465"/>
                  </a:lnTo>
                  <a:lnTo>
                    <a:pt x="1050576" y="955465"/>
                  </a:lnTo>
                  <a:lnTo>
                    <a:pt x="1046656" y="955465"/>
                  </a:lnTo>
                  <a:lnTo>
                    <a:pt x="1042736" y="955465"/>
                  </a:lnTo>
                  <a:lnTo>
                    <a:pt x="1038816" y="955465"/>
                  </a:lnTo>
                  <a:lnTo>
                    <a:pt x="1034896" y="955465"/>
                  </a:lnTo>
                  <a:lnTo>
                    <a:pt x="1030976" y="955465"/>
                  </a:lnTo>
                  <a:lnTo>
                    <a:pt x="1027056" y="955465"/>
                  </a:lnTo>
                  <a:lnTo>
                    <a:pt x="1023136" y="955465"/>
                  </a:lnTo>
                  <a:lnTo>
                    <a:pt x="1019216" y="955465"/>
                  </a:lnTo>
                  <a:lnTo>
                    <a:pt x="1015296" y="955465"/>
                  </a:lnTo>
                  <a:lnTo>
                    <a:pt x="1011376" y="955465"/>
                  </a:lnTo>
                  <a:lnTo>
                    <a:pt x="1007456" y="955465"/>
                  </a:lnTo>
                  <a:lnTo>
                    <a:pt x="1003536" y="955465"/>
                  </a:lnTo>
                  <a:lnTo>
                    <a:pt x="999616" y="955465"/>
                  </a:lnTo>
                  <a:lnTo>
                    <a:pt x="995695" y="955465"/>
                  </a:lnTo>
                  <a:lnTo>
                    <a:pt x="991775" y="955465"/>
                  </a:lnTo>
                  <a:lnTo>
                    <a:pt x="987855" y="955465"/>
                  </a:lnTo>
                  <a:lnTo>
                    <a:pt x="983935" y="955465"/>
                  </a:lnTo>
                  <a:lnTo>
                    <a:pt x="980015" y="955465"/>
                  </a:lnTo>
                  <a:lnTo>
                    <a:pt x="976095" y="955465"/>
                  </a:lnTo>
                  <a:lnTo>
                    <a:pt x="972175" y="955465"/>
                  </a:lnTo>
                  <a:lnTo>
                    <a:pt x="968255" y="955465"/>
                  </a:lnTo>
                  <a:lnTo>
                    <a:pt x="964335" y="955465"/>
                  </a:lnTo>
                  <a:lnTo>
                    <a:pt x="960415" y="955465"/>
                  </a:lnTo>
                  <a:lnTo>
                    <a:pt x="956495" y="955465"/>
                  </a:lnTo>
                  <a:lnTo>
                    <a:pt x="952575" y="955465"/>
                  </a:lnTo>
                  <a:lnTo>
                    <a:pt x="948655" y="955465"/>
                  </a:lnTo>
                  <a:lnTo>
                    <a:pt x="944735" y="955465"/>
                  </a:lnTo>
                  <a:lnTo>
                    <a:pt x="940815" y="955465"/>
                  </a:lnTo>
                  <a:lnTo>
                    <a:pt x="936895" y="955465"/>
                  </a:lnTo>
                  <a:lnTo>
                    <a:pt x="932974" y="955465"/>
                  </a:lnTo>
                  <a:lnTo>
                    <a:pt x="929054" y="955465"/>
                  </a:lnTo>
                  <a:lnTo>
                    <a:pt x="925134" y="955465"/>
                  </a:lnTo>
                  <a:lnTo>
                    <a:pt x="921214" y="955465"/>
                  </a:lnTo>
                  <a:lnTo>
                    <a:pt x="917294" y="955465"/>
                  </a:lnTo>
                  <a:lnTo>
                    <a:pt x="913374" y="955465"/>
                  </a:lnTo>
                  <a:lnTo>
                    <a:pt x="909454" y="955465"/>
                  </a:lnTo>
                  <a:lnTo>
                    <a:pt x="905534" y="955465"/>
                  </a:lnTo>
                  <a:lnTo>
                    <a:pt x="901614" y="955465"/>
                  </a:lnTo>
                  <a:lnTo>
                    <a:pt x="897694" y="955465"/>
                  </a:lnTo>
                  <a:lnTo>
                    <a:pt x="893774" y="955465"/>
                  </a:lnTo>
                  <a:lnTo>
                    <a:pt x="889854" y="955465"/>
                  </a:lnTo>
                  <a:lnTo>
                    <a:pt x="885934" y="955465"/>
                  </a:lnTo>
                  <a:lnTo>
                    <a:pt x="882014" y="955465"/>
                  </a:lnTo>
                  <a:lnTo>
                    <a:pt x="878094" y="955465"/>
                  </a:lnTo>
                  <a:lnTo>
                    <a:pt x="874174" y="955465"/>
                  </a:lnTo>
                  <a:lnTo>
                    <a:pt x="870253" y="955465"/>
                  </a:lnTo>
                  <a:lnTo>
                    <a:pt x="866333" y="955465"/>
                  </a:lnTo>
                  <a:lnTo>
                    <a:pt x="862413" y="955465"/>
                  </a:lnTo>
                  <a:lnTo>
                    <a:pt x="858493" y="955465"/>
                  </a:lnTo>
                  <a:lnTo>
                    <a:pt x="854573" y="955465"/>
                  </a:lnTo>
                  <a:lnTo>
                    <a:pt x="850653" y="955465"/>
                  </a:lnTo>
                  <a:lnTo>
                    <a:pt x="846733" y="955465"/>
                  </a:lnTo>
                  <a:lnTo>
                    <a:pt x="842813" y="955465"/>
                  </a:lnTo>
                  <a:lnTo>
                    <a:pt x="838893" y="955465"/>
                  </a:lnTo>
                  <a:lnTo>
                    <a:pt x="834973" y="955465"/>
                  </a:lnTo>
                  <a:lnTo>
                    <a:pt x="831053" y="955465"/>
                  </a:lnTo>
                  <a:lnTo>
                    <a:pt x="827133" y="955465"/>
                  </a:lnTo>
                  <a:lnTo>
                    <a:pt x="823213" y="955465"/>
                  </a:lnTo>
                  <a:lnTo>
                    <a:pt x="819293" y="955465"/>
                  </a:lnTo>
                  <a:lnTo>
                    <a:pt x="815373" y="955465"/>
                  </a:lnTo>
                  <a:lnTo>
                    <a:pt x="811453" y="955465"/>
                  </a:lnTo>
                  <a:lnTo>
                    <a:pt x="807532" y="955465"/>
                  </a:lnTo>
                  <a:lnTo>
                    <a:pt x="803612" y="955465"/>
                  </a:lnTo>
                  <a:lnTo>
                    <a:pt x="799692" y="955465"/>
                  </a:lnTo>
                  <a:lnTo>
                    <a:pt x="795772" y="955465"/>
                  </a:lnTo>
                  <a:lnTo>
                    <a:pt x="791852" y="955465"/>
                  </a:lnTo>
                  <a:lnTo>
                    <a:pt x="787932" y="955465"/>
                  </a:lnTo>
                  <a:lnTo>
                    <a:pt x="784012" y="955465"/>
                  </a:lnTo>
                  <a:lnTo>
                    <a:pt x="780092" y="955465"/>
                  </a:lnTo>
                  <a:lnTo>
                    <a:pt x="776172" y="955465"/>
                  </a:lnTo>
                  <a:lnTo>
                    <a:pt x="772252" y="955465"/>
                  </a:lnTo>
                  <a:lnTo>
                    <a:pt x="768332" y="955465"/>
                  </a:lnTo>
                  <a:lnTo>
                    <a:pt x="764412" y="955465"/>
                  </a:lnTo>
                  <a:lnTo>
                    <a:pt x="760492" y="955465"/>
                  </a:lnTo>
                  <a:lnTo>
                    <a:pt x="756572" y="955465"/>
                  </a:lnTo>
                  <a:lnTo>
                    <a:pt x="752652" y="955465"/>
                  </a:lnTo>
                  <a:lnTo>
                    <a:pt x="748732" y="955465"/>
                  </a:lnTo>
                  <a:lnTo>
                    <a:pt x="744811" y="955465"/>
                  </a:lnTo>
                  <a:lnTo>
                    <a:pt x="740891" y="955465"/>
                  </a:lnTo>
                  <a:lnTo>
                    <a:pt x="736971" y="955465"/>
                  </a:lnTo>
                  <a:lnTo>
                    <a:pt x="733051" y="955465"/>
                  </a:lnTo>
                  <a:lnTo>
                    <a:pt x="729131" y="955465"/>
                  </a:lnTo>
                  <a:lnTo>
                    <a:pt x="725211" y="955465"/>
                  </a:lnTo>
                  <a:lnTo>
                    <a:pt x="721291" y="955465"/>
                  </a:lnTo>
                  <a:lnTo>
                    <a:pt x="717371" y="955465"/>
                  </a:lnTo>
                  <a:lnTo>
                    <a:pt x="713451" y="955465"/>
                  </a:lnTo>
                  <a:lnTo>
                    <a:pt x="709531" y="955465"/>
                  </a:lnTo>
                  <a:lnTo>
                    <a:pt x="705611" y="955465"/>
                  </a:lnTo>
                  <a:lnTo>
                    <a:pt x="701691" y="955465"/>
                  </a:lnTo>
                  <a:lnTo>
                    <a:pt x="697771" y="955465"/>
                  </a:lnTo>
                  <a:lnTo>
                    <a:pt x="693851" y="955465"/>
                  </a:lnTo>
                  <a:lnTo>
                    <a:pt x="689931" y="955465"/>
                  </a:lnTo>
                  <a:lnTo>
                    <a:pt x="686011" y="955465"/>
                  </a:lnTo>
                  <a:lnTo>
                    <a:pt x="682090" y="955465"/>
                  </a:lnTo>
                  <a:lnTo>
                    <a:pt x="678170" y="955465"/>
                  </a:lnTo>
                  <a:lnTo>
                    <a:pt x="674250" y="955465"/>
                  </a:lnTo>
                  <a:lnTo>
                    <a:pt x="670330" y="955465"/>
                  </a:lnTo>
                  <a:lnTo>
                    <a:pt x="666410" y="955465"/>
                  </a:lnTo>
                  <a:lnTo>
                    <a:pt x="662490" y="955465"/>
                  </a:lnTo>
                  <a:lnTo>
                    <a:pt x="658570" y="955465"/>
                  </a:lnTo>
                  <a:lnTo>
                    <a:pt x="654650" y="955465"/>
                  </a:lnTo>
                  <a:lnTo>
                    <a:pt x="650730" y="955465"/>
                  </a:lnTo>
                  <a:lnTo>
                    <a:pt x="646810" y="955465"/>
                  </a:lnTo>
                  <a:lnTo>
                    <a:pt x="642890" y="955465"/>
                  </a:lnTo>
                  <a:lnTo>
                    <a:pt x="638970" y="955465"/>
                  </a:lnTo>
                  <a:lnTo>
                    <a:pt x="635050" y="955465"/>
                  </a:lnTo>
                  <a:lnTo>
                    <a:pt x="631130" y="955465"/>
                  </a:lnTo>
                  <a:lnTo>
                    <a:pt x="627210" y="955465"/>
                  </a:lnTo>
                  <a:lnTo>
                    <a:pt x="623290" y="955465"/>
                  </a:lnTo>
                  <a:lnTo>
                    <a:pt x="619369" y="955465"/>
                  </a:lnTo>
                  <a:lnTo>
                    <a:pt x="615449" y="955465"/>
                  </a:lnTo>
                  <a:lnTo>
                    <a:pt x="611529" y="955465"/>
                  </a:lnTo>
                  <a:lnTo>
                    <a:pt x="607609" y="955465"/>
                  </a:lnTo>
                  <a:lnTo>
                    <a:pt x="603689" y="955465"/>
                  </a:lnTo>
                  <a:lnTo>
                    <a:pt x="599769" y="955465"/>
                  </a:lnTo>
                  <a:lnTo>
                    <a:pt x="595849" y="955465"/>
                  </a:lnTo>
                  <a:lnTo>
                    <a:pt x="591929" y="955465"/>
                  </a:lnTo>
                  <a:lnTo>
                    <a:pt x="588009" y="955465"/>
                  </a:lnTo>
                  <a:lnTo>
                    <a:pt x="584089" y="955465"/>
                  </a:lnTo>
                  <a:lnTo>
                    <a:pt x="580169" y="955465"/>
                  </a:lnTo>
                  <a:lnTo>
                    <a:pt x="576249" y="955465"/>
                  </a:lnTo>
                  <a:lnTo>
                    <a:pt x="572329" y="955465"/>
                  </a:lnTo>
                  <a:lnTo>
                    <a:pt x="568409" y="955465"/>
                  </a:lnTo>
                  <a:lnTo>
                    <a:pt x="564489" y="955465"/>
                  </a:lnTo>
                  <a:lnTo>
                    <a:pt x="560569" y="955465"/>
                  </a:lnTo>
                  <a:lnTo>
                    <a:pt x="556648" y="955465"/>
                  </a:lnTo>
                  <a:lnTo>
                    <a:pt x="552728" y="955465"/>
                  </a:lnTo>
                  <a:lnTo>
                    <a:pt x="548808" y="955465"/>
                  </a:lnTo>
                  <a:lnTo>
                    <a:pt x="544888" y="955465"/>
                  </a:lnTo>
                  <a:lnTo>
                    <a:pt x="540968" y="955465"/>
                  </a:lnTo>
                  <a:lnTo>
                    <a:pt x="537048" y="955465"/>
                  </a:lnTo>
                  <a:lnTo>
                    <a:pt x="533128" y="955465"/>
                  </a:lnTo>
                  <a:lnTo>
                    <a:pt x="529208" y="955465"/>
                  </a:lnTo>
                  <a:lnTo>
                    <a:pt x="525288" y="955465"/>
                  </a:lnTo>
                  <a:lnTo>
                    <a:pt x="521368" y="955465"/>
                  </a:lnTo>
                  <a:lnTo>
                    <a:pt x="517448" y="955465"/>
                  </a:lnTo>
                  <a:lnTo>
                    <a:pt x="513528" y="955465"/>
                  </a:lnTo>
                  <a:lnTo>
                    <a:pt x="509608" y="955465"/>
                  </a:lnTo>
                  <a:lnTo>
                    <a:pt x="505688" y="955465"/>
                  </a:lnTo>
                  <a:lnTo>
                    <a:pt x="501768" y="955465"/>
                  </a:lnTo>
                  <a:lnTo>
                    <a:pt x="497847" y="955465"/>
                  </a:lnTo>
                  <a:lnTo>
                    <a:pt x="493927" y="955465"/>
                  </a:lnTo>
                  <a:lnTo>
                    <a:pt x="490007" y="955465"/>
                  </a:lnTo>
                  <a:lnTo>
                    <a:pt x="486087" y="955465"/>
                  </a:lnTo>
                  <a:lnTo>
                    <a:pt x="482167" y="955465"/>
                  </a:lnTo>
                  <a:lnTo>
                    <a:pt x="478247" y="955465"/>
                  </a:lnTo>
                  <a:lnTo>
                    <a:pt x="474327" y="955465"/>
                  </a:lnTo>
                  <a:lnTo>
                    <a:pt x="470407" y="955465"/>
                  </a:lnTo>
                  <a:lnTo>
                    <a:pt x="466487" y="955465"/>
                  </a:lnTo>
                  <a:lnTo>
                    <a:pt x="462567" y="955465"/>
                  </a:lnTo>
                  <a:lnTo>
                    <a:pt x="458647" y="955465"/>
                  </a:lnTo>
                  <a:lnTo>
                    <a:pt x="454727" y="955465"/>
                  </a:lnTo>
                  <a:lnTo>
                    <a:pt x="450807" y="955465"/>
                  </a:lnTo>
                  <a:lnTo>
                    <a:pt x="446887" y="955465"/>
                  </a:lnTo>
                  <a:lnTo>
                    <a:pt x="442967" y="955465"/>
                  </a:lnTo>
                  <a:lnTo>
                    <a:pt x="439047" y="955465"/>
                  </a:lnTo>
                  <a:lnTo>
                    <a:pt x="435126" y="955465"/>
                  </a:lnTo>
                  <a:lnTo>
                    <a:pt x="431206" y="955465"/>
                  </a:lnTo>
                  <a:lnTo>
                    <a:pt x="427286" y="955465"/>
                  </a:lnTo>
                  <a:lnTo>
                    <a:pt x="423366" y="955465"/>
                  </a:lnTo>
                  <a:lnTo>
                    <a:pt x="419446" y="955465"/>
                  </a:lnTo>
                  <a:lnTo>
                    <a:pt x="415526" y="955465"/>
                  </a:lnTo>
                  <a:lnTo>
                    <a:pt x="411606" y="955465"/>
                  </a:lnTo>
                  <a:lnTo>
                    <a:pt x="407686" y="955465"/>
                  </a:lnTo>
                  <a:lnTo>
                    <a:pt x="403766" y="955465"/>
                  </a:lnTo>
                  <a:lnTo>
                    <a:pt x="399846" y="955465"/>
                  </a:lnTo>
                  <a:lnTo>
                    <a:pt x="395926" y="955465"/>
                  </a:lnTo>
                  <a:lnTo>
                    <a:pt x="392006" y="955465"/>
                  </a:lnTo>
                  <a:lnTo>
                    <a:pt x="388086" y="955465"/>
                  </a:lnTo>
                  <a:lnTo>
                    <a:pt x="384166" y="955465"/>
                  </a:lnTo>
                  <a:lnTo>
                    <a:pt x="380246" y="955465"/>
                  </a:lnTo>
                  <a:lnTo>
                    <a:pt x="376326" y="955465"/>
                  </a:lnTo>
                  <a:lnTo>
                    <a:pt x="372405" y="955465"/>
                  </a:lnTo>
                  <a:lnTo>
                    <a:pt x="368485" y="955465"/>
                  </a:lnTo>
                  <a:lnTo>
                    <a:pt x="364565" y="955465"/>
                  </a:lnTo>
                  <a:lnTo>
                    <a:pt x="360645" y="955465"/>
                  </a:lnTo>
                  <a:lnTo>
                    <a:pt x="356725" y="955465"/>
                  </a:lnTo>
                  <a:lnTo>
                    <a:pt x="352805" y="955465"/>
                  </a:lnTo>
                  <a:lnTo>
                    <a:pt x="348885" y="955465"/>
                  </a:lnTo>
                  <a:lnTo>
                    <a:pt x="344965" y="955465"/>
                  </a:lnTo>
                  <a:lnTo>
                    <a:pt x="341045" y="955465"/>
                  </a:lnTo>
                  <a:lnTo>
                    <a:pt x="337125" y="955465"/>
                  </a:lnTo>
                  <a:lnTo>
                    <a:pt x="333205" y="955465"/>
                  </a:lnTo>
                  <a:lnTo>
                    <a:pt x="329285" y="955465"/>
                  </a:lnTo>
                  <a:lnTo>
                    <a:pt x="325365" y="955465"/>
                  </a:lnTo>
                  <a:lnTo>
                    <a:pt x="321445" y="955465"/>
                  </a:lnTo>
                  <a:lnTo>
                    <a:pt x="317525" y="955465"/>
                  </a:lnTo>
                  <a:lnTo>
                    <a:pt x="313605" y="955465"/>
                  </a:lnTo>
                  <a:lnTo>
                    <a:pt x="309684" y="955465"/>
                  </a:lnTo>
                  <a:lnTo>
                    <a:pt x="305764" y="955465"/>
                  </a:lnTo>
                  <a:lnTo>
                    <a:pt x="301844" y="955465"/>
                  </a:lnTo>
                  <a:lnTo>
                    <a:pt x="297924" y="955465"/>
                  </a:lnTo>
                  <a:lnTo>
                    <a:pt x="294004" y="955465"/>
                  </a:lnTo>
                  <a:lnTo>
                    <a:pt x="290084" y="955465"/>
                  </a:lnTo>
                  <a:lnTo>
                    <a:pt x="286164" y="955465"/>
                  </a:lnTo>
                  <a:lnTo>
                    <a:pt x="282244" y="955465"/>
                  </a:lnTo>
                  <a:lnTo>
                    <a:pt x="278324" y="955465"/>
                  </a:lnTo>
                  <a:lnTo>
                    <a:pt x="274404" y="955465"/>
                  </a:lnTo>
                  <a:lnTo>
                    <a:pt x="270484" y="955465"/>
                  </a:lnTo>
                  <a:lnTo>
                    <a:pt x="266564" y="955465"/>
                  </a:lnTo>
                  <a:lnTo>
                    <a:pt x="262644" y="955465"/>
                  </a:lnTo>
                  <a:lnTo>
                    <a:pt x="258724" y="955465"/>
                  </a:lnTo>
                  <a:lnTo>
                    <a:pt x="254804" y="955465"/>
                  </a:lnTo>
                  <a:lnTo>
                    <a:pt x="250884" y="955465"/>
                  </a:lnTo>
                  <a:lnTo>
                    <a:pt x="246963" y="955465"/>
                  </a:lnTo>
                  <a:lnTo>
                    <a:pt x="243043" y="955465"/>
                  </a:lnTo>
                  <a:lnTo>
                    <a:pt x="239123" y="955465"/>
                  </a:lnTo>
                  <a:lnTo>
                    <a:pt x="235203" y="955465"/>
                  </a:lnTo>
                  <a:lnTo>
                    <a:pt x="231283" y="955465"/>
                  </a:lnTo>
                  <a:lnTo>
                    <a:pt x="227363" y="955465"/>
                  </a:lnTo>
                  <a:lnTo>
                    <a:pt x="223443" y="955465"/>
                  </a:lnTo>
                  <a:lnTo>
                    <a:pt x="219523" y="955465"/>
                  </a:lnTo>
                  <a:lnTo>
                    <a:pt x="215603" y="955465"/>
                  </a:lnTo>
                  <a:lnTo>
                    <a:pt x="211683" y="955465"/>
                  </a:lnTo>
                  <a:lnTo>
                    <a:pt x="207763" y="955465"/>
                  </a:lnTo>
                  <a:lnTo>
                    <a:pt x="203843" y="955465"/>
                  </a:lnTo>
                  <a:lnTo>
                    <a:pt x="199923" y="955465"/>
                  </a:lnTo>
                  <a:lnTo>
                    <a:pt x="196003" y="955465"/>
                  </a:lnTo>
                  <a:lnTo>
                    <a:pt x="192083" y="955465"/>
                  </a:lnTo>
                  <a:lnTo>
                    <a:pt x="188163" y="955465"/>
                  </a:lnTo>
                  <a:lnTo>
                    <a:pt x="184242" y="955465"/>
                  </a:lnTo>
                  <a:lnTo>
                    <a:pt x="180322" y="955465"/>
                  </a:lnTo>
                  <a:lnTo>
                    <a:pt x="176402" y="955465"/>
                  </a:lnTo>
                  <a:lnTo>
                    <a:pt x="172482" y="955465"/>
                  </a:lnTo>
                  <a:lnTo>
                    <a:pt x="168562" y="955465"/>
                  </a:lnTo>
                  <a:lnTo>
                    <a:pt x="164642" y="955465"/>
                  </a:lnTo>
                  <a:lnTo>
                    <a:pt x="160722" y="955465"/>
                  </a:lnTo>
                  <a:lnTo>
                    <a:pt x="156802" y="955465"/>
                  </a:lnTo>
                  <a:lnTo>
                    <a:pt x="152882" y="955465"/>
                  </a:lnTo>
                  <a:lnTo>
                    <a:pt x="148962" y="955465"/>
                  </a:lnTo>
                  <a:lnTo>
                    <a:pt x="145042" y="955465"/>
                  </a:lnTo>
                  <a:lnTo>
                    <a:pt x="141122" y="955465"/>
                  </a:lnTo>
                  <a:lnTo>
                    <a:pt x="137202" y="955465"/>
                  </a:lnTo>
                  <a:lnTo>
                    <a:pt x="133282" y="955465"/>
                  </a:lnTo>
                  <a:lnTo>
                    <a:pt x="129362" y="955465"/>
                  </a:lnTo>
                  <a:lnTo>
                    <a:pt x="125442" y="955465"/>
                  </a:lnTo>
                  <a:lnTo>
                    <a:pt x="121521" y="955465"/>
                  </a:lnTo>
                  <a:lnTo>
                    <a:pt x="117601" y="955465"/>
                  </a:lnTo>
                  <a:lnTo>
                    <a:pt x="113681" y="955465"/>
                  </a:lnTo>
                  <a:lnTo>
                    <a:pt x="109761" y="955465"/>
                  </a:lnTo>
                  <a:lnTo>
                    <a:pt x="105841" y="955465"/>
                  </a:lnTo>
                  <a:lnTo>
                    <a:pt x="101921" y="955465"/>
                  </a:lnTo>
                  <a:lnTo>
                    <a:pt x="98001" y="955465"/>
                  </a:lnTo>
                  <a:lnTo>
                    <a:pt x="94081" y="955465"/>
                  </a:lnTo>
                  <a:lnTo>
                    <a:pt x="90161" y="955465"/>
                  </a:lnTo>
                  <a:lnTo>
                    <a:pt x="86241" y="955465"/>
                  </a:lnTo>
                  <a:lnTo>
                    <a:pt x="82321" y="955465"/>
                  </a:lnTo>
                  <a:lnTo>
                    <a:pt x="78401" y="955465"/>
                  </a:lnTo>
                  <a:lnTo>
                    <a:pt x="74481" y="955465"/>
                  </a:lnTo>
                  <a:lnTo>
                    <a:pt x="70561" y="955465"/>
                  </a:lnTo>
                  <a:lnTo>
                    <a:pt x="66641" y="955465"/>
                  </a:lnTo>
                  <a:lnTo>
                    <a:pt x="62721" y="955465"/>
                  </a:lnTo>
                  <a:lnTo>
                    <a:pt x="58800" y="955465"/>
                  </a:lnTo>
                  <a:lnTo>
                    <a:pt x="54880" y="955465"/>
                  </a:lnTo>
                  <a:lnTo>
                    <a:pt x="50960" y="955465"/>
                  </a:lnTo>
                  <a:lnTo>
                    <a:pt x="47040" y="955465"/>
                  </a:lnTo>
                  <a:lnTo>
                    <a:pt x="43120" y="955465"/>
                  </a:lnTo>
                  <a:lnTo>
                    <a:pt x="39200" y="955465"/>
                  </a:lnTo>
                  <a:lnTo>
                    <a:pt x="35280" y="955465"/>
                  </a:lnTo>
                  <a:lnTo>
                    <a:pt x="31360" y="955465"/>
                  </a:lnTo>
                  <a:lnTo>
                    <a:pt x="27440" y="955465"/>
                  </a:lnTo>
                  <a:lnTo>
                    <a:pt x="23520" y="955465"/>
                  </a:lnTo>
                  <a:lnTo>
                    <a:pt x="19600" y="955465"/>
                  </a:lnTo>
                  <a:lnTo>
                    <a:pt x="15680" y="955465"/>
                  </a:lnTo>
                  <a:lnTo>
                    <a:pt x="11760" y="955465"/>
                  </a:lnTo>
                  <a:lnTo>
                    <a:pt x="7840" y="955465"/>
                  </a:lnTo>
                  <a:lnTo>
                    <a:pt x="3920" y="955465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37" name="pl37"/>
            <p:cNvSpPr/>
            <p:nvPr/>
          </p:nvSpPr>
          <p:spPr>
            <a:xfrm>
              <a:off x="4182181" y="5336084"/>
              <a:ext cx="2003152" cy="955465"/>
            </a:xfrm>
            <a:custGeom>
              <a:avLst/>
              <a:gdLst/>
              <a:ahLst/>
              <a:cxnLst/>
              <a:rect l="0" t="0" r="0" b="0"/>
              <a:pathLst>
                <a:path w="2003152" h="955465">
                  <a:moveTo>
                    <a:pt x="0" y="955465"/>
                  </a:moveTo>
                  <a:lnTo>
                    <a:pt x="3920" y="955465"/>
                  </a:lnTo>
                  <a:lnTo>
                    <a:pt x="7840" y="955465"/>
                  </a:lnTo>
                  <a:lnTo>
                    <a:pt x="11760" y="955465"/>
                  </a:lnTo>
                  <a:lnTo>
                    <a:pt x="15680" y="955465"/>
                  </a:lnTo>
                  <a:lnTo>
                    <a:pt x="19600" y="955465"/>
                  </a:lnTo>
                  <a:lnTo>
                    <a:pt x="23520" y="955465"/>
                  </a:lnTo>
                  <a:lnTo>
                    <a:pt x="27440" y="955465"/>
                  </a:lnTo>
                  <a:lnTo>
                    <a:pt x="31360" y="955465"/>
                  </a:lnTo>
                  <a:lnTo>
                    <a:pt x="35280" y="955465"/>
                  </a:lnTo>
                  <a:lnTo>
                    <a:pt x="39200" y="955465"/>
                  </a:lnTo>
                  <a:lnTo>
                    <a:pt x="43120" y="955465"/>
                  </a:lnTo>
                  <a:lnTo>
                    <a:pt x="47040" y="955465"/>
                  </a:lnTo>
                  <a:lnTo>
                    <a:pt x="50960" y="955465"/>
                  </a:lnTo>
                  <a:lnTo>
                    <a:pt x="54880" y="955465"/>
                  </a:lnTo>
                  <a:lnTo>
                    <a:pt x="58800" y="955465"/>
                  </a:lnTo>
                  <a:lnTo>
                    <a:pt x="62721" y="955465"/>
                  </a:lnTo>
                  <a:lnTo>
                    <a:pt x="66641" y="955465"/>
                  </a:lnTo>
                  <a:lnTo>
                    <a:pt x="70561" y="955465"/>
                  </a:lnTo>
                  <a:lnTo>
                    <a:pt x="74481" y="955465"/>
                  </a:lnTo>
                  <a:lnTo>
                    <a:pt x="78401" y="955465"/>
                  </a:lnTo>
                  <a:lnTo>
                    <a:pt x="82321" y="955465"/>
                  </a:lnTo>
                  <a:lnTo>
                    <a:pt x="86241" y="955465"/>
                  </a:lnTo>
                  <a:lnTo>
                    <a:pt x="90161" y="955465"/>
                  </a:lnTo>
                  <a:lnTo>
                    <a:pt x="94081" y="955465"/>
                  </a:lnTo>
                  <a:lnTo>
                    <a:pt x="98001" y="955465"/>
                  </a:lnTo>
                  <a:lnTo>
                    <a:pt x="101921" y="955465"/>
                  </a:lnTo>
                  <a:lnTo>
                    <a:pt x="105841" y="955465"/>
                  </a:lnTo>
                  <a:lnTo>
                    <a:pt x="109761" y="955465"/>
                  </a:lnTo>
                  <a:lnTo>
                    <a:pt x="113681" y="955465"/>
                  </a:lnTo>
                  <a:lnTo>
                    <a:pt x="117601" y="955465"/>
                  </a:lnTo>
                  <a:lnTo>
                    <a:pt x="121521" y="955465"/>
                  </a:lnTo>
                  <a:lnTo>
                    <a:pt x="125442" y="955465"/>
                  </a:lnTo>
                  <a:lnTo>
                    <a:pt x="129362" y="955465"/>
                  </a:lnTo>
                  <a:lnTo>
                    <a:pt x="133282" y="955465"/>
                  </a:lnTo>
                  <a:lnTo>
                    <a:pt x="137202" y="955465"/>
                  </a:lnTo>
                  <a:lnTo>
                    <a:pt x="141122" y="955465"/>
                  </a:lnTo>
                  <a:lnTo>
                    <a:pt x="145042" y="955465"/>
                  </a:lnTo>
                  <a:lnTo>
                    <a:pt x="148962" y="955465"/>
                  </a:lnTo>
                  <a:lnTo>
                    <a:pt x="152882" y="955464"/>
                  </a:lnTo>
                  <a:lnTo>
                    <a:pt x="156802" y="955463"/>
                  </a:lnTo>
                  <a:lnTo>
                    <a:pt x="160722" y="955459"/>
                  </a:lnTo>
                  <a:lnTo>
                    <a:pt x="164642" y="955450"/>
                  </a:lnTo>
                  <a:lnTo>
                    <a:pt x="168562" y="955428"/>
                  </a:lnTo>
                  <a:lnTo>
                    <a:pt x="172482" y="955381"/>
                  </a:lnTo>
                  <a:lnTo>
                    <a:pt x="176402" y="955290"/>
                  </a:lnTo>
                  <a:lnTo>
                    <a:pt x="180322" y="955129"/>
                  </a:lnTo>
                  <a:lnTo>
                    <a:pt x="184242" y="954869"/>
                  </a:lnTo>
                  <a:lnTo>
                    <a:pt x="188163" y="954486"/>
                  </a:lnTo>
                  <a:lnTo>
                    <a:pt x="192083" y="953972"/>
                  </a:lnTo>
                  <a:lnTo>
                    <a:pt x="196003" y="953348"/>
                  </a:lnTo>
                  <a:lnTo>
                    <a:pt x="199923" y="952670"/>
                  </a:lnTo>
                  <a:lnTo>
                    <a:pt x="203843" y="952024"/>
                  </a:lnTo>
                  <a:lnTo>
                    <a:pt x="207763" y="951513"/>
                  </a:lnTo>
                  <a:lnTo>
                    <a:pt x="211683" y="951229"/>
                  </a:lnTo>
                  <a:lnTo>
                    <a:pt x="215603" y="951230"/>
                  </a:lnTo>
                  <a:lnTo>
                    <a:pt x="219523" y="951517"/>
                  </a:lnTo>
                  <a:lnTo>
                    <a:pt x="223443" y="952038"/>
                  </a:lnTo>
                  <a:lnTo>
                    <a:pt x="227363" y="952700"/>
                  </a:lnTo>
                  <a:lnTo>
                    <a:pt x="231283" y="953396"/>
                  </a:lnTo>
                  <a:lnTo>
                    <a:pt x="235203" y="954031"/>
                  </a:lnTo>
                  <a:lnTo>
                    <a:pt x="239123" y="954538"/>
                  </a:lnTo>
                  <a:lnTo>
                    <a:pt x="243043" y="954906"/>
                  </a:lnTo>
                  <a:lnTo>
                    <a:pt x="246963" y="955147"/>
                  </a:lnTo>
                  <a:lnTo>
                    <a:pt x="250884" y="955284"/>
                  </a:lnTo>
                  <a:lnTo>
                    <a:pt x="254804" y="955340"/>
                  </a:lnTo>
                  <a:lnTo>
                    <a:pt x="258724" y="955327"/>
                  </a:lnTo>
                  <a:lnTo>
                    <a:pt x="262644" y="955247"/>
                  </a:lnTo>
                  <a:lnTo>
                    <a:pt x="266564" y="955091"/>
                  </a:lnTo>
                  <a:lnTo>
                    <a:pt x="270484" y="954850"/>
                  </a:lnTo>
                  <a:lnTo>
                    <a:pt x="274404" y="954525"/>
                  </a:lnTo>
                  <a:lnTo>
                    <a:pt x="278324" y="954137"/>
                  </a:lnTo>
                  <a:lnTo>
                    <a:pt x="282244" y="953730"/>
                  </a:lnTo>
                  <a:lnTo>
                    <a:pt x="286164" y="953361"/>
                  </a:lnTo>
                  <a:lnTo>
                    <a:pt x="290084" y="953088"/>
                  </a:lnTo>
                  <a:lnTo>
                    <a:pt x="294004" y="952941"/>
                  </a:lnTo>
                  <a:lnTo>
                    <a:pt x="297924" y="952913"/>
                  </a:lnTo>
                  <a:lnTo>
                    <a:pt x="301844" y="952958"/>
                  </a:lnTo>
                  <a:lnTo>
                    <a:pt x="305764" y="953010"/>
                  </a:lnTo>
                  <a:lnTo>
                    <a:pt x="309684" y="953016"/>
                  </a:lnTo>
                  <a:lnTo>
                    <a:pt x="313605" y="952960"/>
                  </a:lnTo>
                  <a:lnTo>
                    <a:pt x="317525" y="952872"/>
                  </a:lnTo>
                  <a:lnTo>
                    <a:pt x="321445" y="952798"/>
                  </a:lnTo>
                  <a:lnTo>
                    <a:pt x="325365" y="952764"/>
                  </a:lnTo>
                  <a:lnTo>
                    <a:pt x="329285" y="952756"/>
                  </a:lnTo>
                  <a:lnTo>
                    <a:pt x="333205" y="952717"/>
                  </a:lnTo>
                  <a:lnTo>
                    <a:pt x="337125" y="952572"/>
                  </a:lnTo>
                  <a:lnTo>
                    <a:pt x="341045" y="952262"/>
                  </a:lnTo>
                  <a:lnTo>
                    <a:pt x="344965" y="951766"/>
                  </a:lnTo>
                  <a:lnTo>
                    <a:pt x="348885" y="951112"/>
                  </a:lnTo>
                  <a:lnTo>
                    <a:pt x="352805" y="950361"/>
                  </a:lnTo>
                  <a:lnTo>
                    <a:pt x="356725" y="949585"/>
                  </a:lnTo>
                  <a:lnTo>
                    <a:pt x="360645" y="948841"/>
                  </a:lnTo>
                  <a:lnTo>
                    <a:pt x="364565" y="948156"/>
                  </a:lnTo>
                  <a:lnTo>
                    <a:pt x="368485" y="947527"/>
                  </a:lnTo>
                  <a:lnTo>
                    <a:pt x="372405" y="946929"/>
                  </a:lnTo>
                  <a:lnTo>
                    <a:pt x="376326" y="946320"/>
                  </a:lnTo>
                  <a:lnTo>
                    <a:pt x="380246" y="945645"/>
                  </a:lnTo>
                  <a:lnTo>
                    <a:pt x="384166" y="944825"/>
                  </a:lnTo>
                  <a:lnTo>
                    <a:pt x="388086" y="943771"/>
                  </a:lnTo>
                  <a:lnTo>
                    <a:pt x="392006" y="942375"/>
                  </a:lnTo>
                  <a:lnTo>
                    <a:pt x="395926" y="940607"/>
                  </a:lnTo>
                  <a:lnTo>
                    <a:pt x="399846" y="938497"/>
                  </a:lnTo>
                  <a:lnTo>
                    <a:pt x="403766" y="936158"/>
                  </a:lnTo>
                  <a:lnTo>
                    <a:pt x="407686" y="933776"/>
                  </a:lnTo>
                  <a:lnTo>
                    <a:pt x="411606" y="931575"/>
                  </a:lnTo>
                  <a:lnTo>
                    <a:pt x="415526" y="929783"/>
                  </a:lnTo>
                  <a:lnTo>
                    <a:pt x="419446" y="928592"/>
                  </a:lnTo>
                  <a:lnTo>
                    <a:pt x="423366" y="928128"/>
                  </a:lnTo>
                  <a:lnTo>
                    <a:pt x="427286" y="928427"/>
                  </a:lnTo>
                  <a:lnTo>
                    <a:pt x="431206" y="929421"/>
                  </a:lnTo>
                  <a:lnTo>
                    <a:pt x="435126" y="930927"/>
                  </a:lnTo>
                  <a:lnTo>
                    <a:pt x="439047" y="932672"/>
                  </a:lnTo>
                  <a:lnTo>
                    <a:pt x="442967" y="934338"/>
                  </a:lnTo>
                  <a:lnTo>
                    <a:pt x="446887" y="935628"/>
                  </a:lnTo>
                  <a:lnTo>
                    <a:pt x="450807" y="936324"/>
                  </a:lnTo>
                  <a:lnTo>
                    <a:pt x="454727" y="936323"/>
                  </a:lnTo>
                  <a:lnTo>
                    <a:pt x="458647" y="935624"/>
                  </a:lnTo>
                  <a:lnTo>
                    <a:pt x="462567" y="934300"/>
                  </a:lnTo>
                  <a:lnTo>
                    <a:pt x="466487" y="932474"/>
                  </a:lnTo>
                  <a:lnTo>
                    <a:pt x="470407" y="930341"/>
                  </a:lnTo>
                  <a:lnTo>
                    <a:pt x="474327" y="928158"/>
                  </a:lnTo>
                  <a:lnTo>
                    <a:pt x="478247" y="926191"/>
                  </a:lnTo>
                  <a:lnTo>
                    <a:pt x="482167" y="924685"/>
                  </a:lnTo>
                  <a:lnTo>
                    <a:pt x="486087" y="923802"/>
                  </a:lnTo>
                  <a:lnTo>
                    <a:pt x="490007" y="923577"/>
                  </a:lnTo>
                  <a:lnTo>
                    <a:pt x="493927" y="923896"/>
                  </a:lnTo>
                  <a:lnTo>
                    <a:pt x="497847" y="924505"/>
                  </a:lnTo>
                  <a:lnTo>
                    <a:pt x="501768" y="925043"/>
                  </a:lnTo>
                  <a:lnTo>
                    <a:pt x="505688" y="925097"/>
                  </a:lnTo>
                  <a:lnTo>
                    <a:pt x="509608" y="924265"/>
                  </a:lnTo>
                  <a:lnTo>
                    <a:pt x="513528" y="922235"/>
                  </a:lnTo>
                  <a:lnTo>
                    <a:pt x="517448" y="918850"/>
                  </a:lnTo>
                  <a:lnTo>
                    <a:pt x="521368" y="914145"/>
                  </a:lnTo>
                  <a:lnTo>
                    <a:pt x="525288" y="908324"/>
                  </a:lnTo>
                  <a:lnTo>
                    <a:pt x="529208" y="901699"/>
                  </a:lnTo>
                  <a:lnTo>
                    <a:pt x="533128" y="894592"/>
                  </a:lnTo>
                  <a:lnTo>
                    <a:pt x="537048" y="887261"/>
                  </a:lnTo>
                  <a:lnTo>
                    <a:pt x="540968" y="879885"/>
                  </a:lnTo>
                  <a:lnTo>
                    <a:pt x="544888" y="872623"/>
                  </a:lnTo>
                  <a:lnTo>
                    <a:pt x="548808" y="865672"/>
                  </a:lnTo>
                  <a:lnTo>
                    <a:pt x="552728" y="859272"/>
                  </a:lnTo>
                  <a:lnTo>
                    <a:pt x="556648" y="853634"/>
                  </a:lnTo>
                  <a:lnTo>
                    <a:pt x="560569" y="848811"/>
                  </a:lnTo>
                  <a:lnTo>
                    <a:pt x="564489" y="844603"/>
                  </a:lnTo>
                  <a:lnTo>
                    <a:pt x="568409" y="840531"/>
                  </a:lnTo>
                  <a:lnTo>
                    <a:pt x="572329" y="835889"/>
                  </a:lnTo>
                  <a:lnTo>
                    <a:pt x="576249" y="829822"/>
                  </a:lnTo>
                  <a:lnTo>
                    <a:pt x="580169" y="821382"/>
                  </a:lnTo>
                  <a:lnTo>
                    <a:pt x="584089" y="809533"/>
                  </a:lnTo>
                  <a:lnTo>
                    <a:pt x="588009" y="793132"/>
                  </a:lnTo>
                  <a:lnTo>
                    <a:pt x="591929" y="770920"/>
                  </a:lnTo>
                  <a:lnTo>
                    <a:pt x="595849" y="741559"/>
                  </a:lnTo>
                  <a:lnTo>
                    <a:pt x="599769" y="703747"/>
                  </a:lnTo>
                  <a:lnTo>
                    <a:pt x="603689" y="656383"/>
                  </a:lnTo>
                  <a:lnTo>
                    <a:pt x="607609" y="598781"/>
                  </a:lnTo>
                  <a:lnTo>
                    <a:pt x="611529" y="530894"/>
                  </a:lnTo>
                  <a:lnTo>
                    <a:pt x="615449" y="453561"/>
                  </a:lnTo>
                  <a:lnTo>
                    <a:pt x="619369" y="368721"/>
                  </a:lnTo>
                  <a:lnTo>
                    <a:pt x="623290" y="280111"/>
                  </a:lnTo>
                  <a:lnTo>
                    <a:pt x="627210" y="193344"/>
                  </a:lnTo>
                  <a:lnTo>
                    <a:pt x="631130" y="115089"/>
                  </a:lnTo>
                  <a:lnTo>
                    <a:pt x="635050" y="52628"/>
                  </a:lnTo>
                  <a:lnTo>
                    <a:pt x="638970" y="12668"/>
                  </a:lnTo>
                  <a:lnTo>
                    <a:pt x="642890" y="0"/>
                  </a:lnTo>
                  <a:lnTo>
                    <a:pt x="646810" y="16479"/>
                  </a:lnTo>
                  <a:lnTo>
                    <a:pt x="650730" y="60678"/>
                  </a:lnTo>
                  <a:lnTo>
                    <a:pt x="654650" y="128318"/>
                  </a:lnTo>
                  <a:lnTo>
                    <a:pt x="658570" y="213248"/>
                  </a:lnTo>
                  <a:lnTo>
                    <a:pt x="662490" y="308610"/>
                  </a:lnTo>
                  <a:lnTo>
                    <a:pt x="666410" y="407808"/>
                  </a:lnTo>
                  <a:lnTo>
                    <a:pt x="670330" y="505124"/>
                  </a:lnTo>
                  <a:lnTo>
                    <a:pt x="674250" y="596002"/>
                  </a:lnTo>
                  <a:lnTo>
                    <a:pt x="678170" y="677128"/>
                  </a:lnTo>
                  <a:lnTo>
                    <a:pt x="682090" y="746441"/>
                  </a:lnTo>
                  <a:lnTo>
                    <a:pt x="686011" y="803110"/>
                  </a:lnTo>
                  <a:lnTo>
                    <a:pt x="689931" y="847447"/>
                  </a:lnTo>
                  <a:lnTo>
                    <a:pt x="693851" y="880694"/>
                  </a:lnTo>
                  <a:lnTo>
                    <a:pt x="697771" y="904411"/>
                  </a:lnTo>
                  <a:lnTo>
                    <a:pt x="701691" y="921028"/>
                  </a:lnTo>
                  <a:lnTo>
                    <a:pt x="705611" y="932546"/>
                  </a:lnTo>
                  <a:lnTo>
                    <a:pt x="709531" y="940454"/>
                  </a:lnTo>
                  <a:lnTo>
                    <a:pt x="713451" y="945840"/>
                  </a:lnTo>
                  <a:lnTo>
                    <a:pt x="717371" y="949453"/>
                  </a:lnTo>
                  <a:lnTo>
                    <a:pt x="721291" y="951798"/>
                  </a:lnTo>
                  <a:lnTo>
                    <a:pt x="725211" y="953223"/>
                  </a:lnTo>
                  <a:lnTo>
                    <a:pt x="729131" y="953978"/>
                  </a:lnTo>
                  <a:lnTo>
                    <a:pt x="733051" y="954254"/>
                  </a:lnTo>
                  <a:lnTo>
                    <a:pt x="736971" y="954202"/>
                  </a:lnTo>
                  <a:lnTo>
                    <a:pt x="740891" y="953949"/>
                  </a:lnTo>
                  <a:lnTo>
                    <a:pt x="744811" y="953604"/>
                  </a:lnTo>
                  <a:lnTo>
                    <a:pt x="748732" y="953260"/>
                  </a:lnTo>
                  <a:lnTo>
                    <a:pt x="752652" y="952979"/>
                  </a:lnTo>
                  <a:lnTo>
                    <a:pt x="756572" y="952779"/>
                  </a:lnTo>
                  <a:lnTo>
                    <a:pt x="760492" y="952627"/>
                  </a:lnTo>
                  <a:lnTo>
                    <a:pt x="764412" y="952444"/>
                  </a:lnTo>
                  <a:lnTo>
                    <a:pt x="768332" y="952139"/>
                  </a:lnTo>
                  <a:lnTo>
                    <a:pt x="772252" y="951645"/>
                  </a:lnTo>
                  <a:lnTo>
                    <a:pt x="776172" y="950961"/>
                  </a:lnTo>
                  <a:lnTo>
                    <a:pt x="780092" y="950192"/>
                  </a:lnTo>
                  <a:lnTo>
                    <a:pt x="784012" y="949492"/>
                  </a:lnTo>
                  <a:lnTo>
                    <a:pt x="787932" y="949026"/>
                  </a:lnTo>
                  <a:lnTo>
                    <a:pt x="791852" y="948909"/>
                  </a:lnTo>
                  <a:lnTo>
                    <a:pt x="795772" y="949162"/>
                  </a:lnTo>
                  <a:lnTo>
                    <a:pt x="799692" y="949694"/>
                  </a:lnTo>
                  <a:lnTo>
                    <a:pt x="803612" y="950309"/>
                  </a:lnTo>
                  <a:lnTo>
                    <a:pt x="807532" y="950753"/>
                  </a:lnTo>
                  <a:lnTo>
                    <a:pt x="811453" y="950768"/>
                  </a:lnTo>
                  <a:lnTo>
                    <a:pt x="815373" y="950159"/>
                  </a:lnTo>
                  <a:lnTo>
                    <a:pt x="819293" y="948845"/>
                  </a:lnTo>
                  <a:lnTo>
                    <a:pt x="823213" y="946893"/>
                  </a:lnTo>
                  <a:lnTo>
                    <a:pt x="827133" y="944519"/>
                  </a:lnTo>
                  <a:lnTo>
                    <a:pt x="831053" y="942043"/>
                  </a:lnTo>
                  <a:lnTo>
                    <a:pt x="834973" y="939814"/>
                  </a:lnTo>
                  <a:lnTo>
                    <a:pt x="838893" y="938111"/>
                  </a:lnTo>
                  <a:lnTo>
                    <a:pt x="842813" y="937061"/>
                  </a:lnTo>
                  <a:lnTo>
                    <a:pt x="846733" y="936604"/>
                  </a:lnTo>
                  <a:lnTo>
                    <a:pt x="850653" y="936521"/>
                  </a:lnTo>
                  <a:lnTo>
                    <a:pt x="854573" y="936475"/>
                  </a:lnTo>
                  <a:lnTo>
                    <a:pt x="858493" y="936162"/>
                  </a:lnTo>
                  <a:lnTo>
                    <a:pt x="862413" y="935358"/>
                  </a:lnTo>
                  <a:lnTo>
                    <a:pt x="866333" y="933903"/>
                  </a:lnTo>
                  <a:lnTo>
                    <a:pt x="870253" y="931673"/>
                  </a:lnTo>
                  <a:lnTo>
                    <a:pt x="874174" y="928532"/>
                  </a:lnTo>
                  <a:lnTo>
                    <a:pt x="878094" y="924304"/>
                  </a:lnTo>
                  <a:lnTo>
                    <a:pt x="882014" y="918776"/>
                  </a:lnTo>
                  <a:lnTo>
                    <a:pt x="885934" y="911732"/>
                  </a:lnTo>
                  <a:lnTo>
                    <a:pt x="889854" y="903008"/>
                  </a:lnTo>
                  <a:lnTo>
                    <a:pt x="893774" y="892545"/>
                  </a:lnTo>
                  <a:lnTo>
                    <a:pt x="897694" y="880431"/>
                  </a:lnTo>
                  <a:lnTo>
                    <a:pt x="901614" y="866921"/>
                  </a:lnTo>
                  <a:lnTo>
                    <a:pt x="905534" y="852451"/>
                  </a:lnTo>
                  <a:lnTo>
                    <a:pt x="909454" y="837642"/>
                  </a:lnTo>
                  <a:lnTo>
                    <a:pt x="913374" y="823301"/>
                  </a:lnTo>
                  <a:lnTo>
                    <a:pt x="917294" y="810391"/>
                  </a:lnTo>
                  <a:lnTo>
                    <a:pt x="921214" y="799949"/>
                  </a:lnTo>
                  <a:lnTo>
                    <a:pt x="925134" y="792946"/>
                  </a:lnTo>
                  <a:lnTo>
                    <a:pt x="929054" y="790301"/>
                  </a:lnTo>
                  <a:lnTo>
                    <a:pt x="932974" y="792021"/>
                  </a:lnTo>
                  <a:lnTo>
                    <a:pt x="936895" y="797849"/>
                  </a:lnTo>
                  <a:lnTo>
                    <a:pt x="940815" y="807182"/>
                  </a:lnTo>
                  <a:lnTo>
                    <a:pt x="944735" y="819225"/>
                  </a:lnTo>
                  <a:lnTo>
                    <a:pt x="948655" y="833138"/>
                  </a:lnTo>
                  <a:lnTo>
                    <a:pt x="952575" y="848121"/>
                  </a:lnTo>
                  <a:lnTo>
                    <a:pt x="956495" y="863435"/>
                  </a:lnTo>
                  <a:lnTo>
                    <a:pt x="960415" y="878388"/>
                  </a:lnTo>
                  <a:lnTo>
                    <a:pt x="964335" y="892337"/>
                  </a:lnTo>
                  <a:lnTo>
                    <a:pt x="968255" y="904716"/>
                  </a:lnTo>
                  <a:lnTo>
                    <a:pt x="972175" y="915112"/>
                  </a:lnTo>
                  <a:lnTo>
                    <a:pt x="976095" y="923346"/>
                  </a:lnTo>
                  <a:lnTo>
                    <a:pt x="980015" y="929517"/>
                  </a:lnTo>
                  <a:lnTo>
                    <a:pt x="983935" y="933980"/>
                  </a:lnTo>
                  <a:lnTo>
                    <a:pt x="987855" y="937247"/>
                  </a:lnTo>
                  <a:lnTo>
                    <a:pt x="991775" y="939846"/>
                  </a:lnTo>
                  <a:lnTo>
                    <a:pt x="995695" y="942189"/>
                  </a:lnTo>
                  <a:lnTo>
                    <a:pt x="999616" y="944497"/>
                  </a:lnTo>
                  <a:lnTo>
                    <a:pt x="1003536" y="946794"/>
                  </a:lnTo>
                  <a:lnTo>
                    <a:pt x="1007456" y="948967"/>
                  </a:lnTo>
                  <a:lnTo>
                    <a:pt x="1011376" y="950875"/>
                  </a:lnTo>
                  <a:lnTo>
                    <a:pt x="1015296" y="952422"/>
                  </a:lnTo>
                  <a:lnTo>
                    <a:pt x="1019216" y="953577"/>
                  </a:lnTo>
                  <a:lnTo>
                    <a:pt x="1023136" y="954371"/>
                  </a:lnTo>
                  <a:lnTo>
                    <a:pt x="1027056" y="954874"/>
                  </a:lnTo>
                  <a:lnTo>
                    <a:pt x="1030976" y="955168"/>
                  </a:lnTo>
                  <a:lnTo>
                    <a:pt x="1034896" y="955327"/>
                  </a:lnTo>
                  <a:lnTo>
                    <a:pt x="1038816" y="955405"/>
                  </a:lnTo>
                  <a:lnTo>
                    <a:pt x="1042736" y="955441"/>
                  </a:lnTo>
                  <a:lnTo>
                    <a:pt x="1046656" y="955456"/>
                  </a:lnTo>
                  <a:lnTo>
                    <a:pt x="1050576" y="955462"/>
                  </a:lnTo>
                  <a:lnTo>
                    <a:pt x="1054496" y="955464"/>
                  </a:lnTo>
                  <a:lnTo>
                    <a:pt x="1058417" y="955465"/>
                  </a:lnTo>
                  <a:lnTo>
                    <a:pt x="1062337" y="955465"/>
                  </a:lnTo>
                  <a:lnTo>
                    <a:pt x="1066257" y="955465"/>
                  </a:lnTo>
                  <a:lnTo>
                    <a:pt x="1070177" y="955465"/>
                  </a:lnTo>
                  <a:lnTo>
                    <a:pt x="1074097" y="955465"/>
                  </a:lnTo>
                  <a:lnTo>
                    <a:pt x="1078017" y="955465"/>
                  </a:lnTo>
                  <a:lnTo>
                    <a:pt x="1081937" y="955465"/>
                  </a:lnTo>
                  <a:lnTo>
                    <a:pt x="1085857" y="955465"/>
                  </a:lnTo>
                  <a:lnTo>
                    <a:pt x="1089777" y="955465"/>
                  </a:lnTo>
                  <a:lnTo>
                    <a:pt x="1093697" y="955465"/>
                  </a:lnTo>
                  <a:lnTo>
                    <a:pt x="1097617" y="955465"/>
                  </a:lnTo>
                  <a:lnTo>
                    <a:pt x="1101537" y="955465"/>
                  </a:lnTo>
                  <a:lnTo>
                    <a:pt x="1105457" y="955465"/>
                  </a:lnTo>
                  <a:lnTo>
                    <a:pt x="1109377" y="955465"/>
                  </a:lnTo>
                  <a:lnTo>
                    <a:pt x="1113297" y="955465"/>
                  </a:lnTo>
                  <a:lnTo>
                    <a:pt x="1117217" y="955465"/>
                  </a:lnTo>
                  <a:lnTo>
                    <a:pt x="1121138" y="955465"/>
                  </a:lnTo>
                  <a:lnTo>
                    <a:pt x="1125058" y="955465"/>
                  </a:lnTo>
                  <a:lnTo>
                    <a:pt x="1128978" y="955465"/>
                  </a:lnTo>
                  <a:lnTo>
                    <a:pt x="1132898" y="955465"/>
                  </a:lnTo>
                  <a:lnTo>
                    <a:pt x="1136818" y="955465"/>
                  </a:lnTo>
                  <a:lnTo>
                    <a:pt x="1140738" y="955465"/>
                  </a:lnTo>
                  <a:lnTo>
                    <a:pt x="1144658" y="955465"/>
                  </a:lnTo>
                  <a:lnTo>
                    <a:pt x="1148578" y="955465"/>
                  </a:lnTo>
                  <a:lnTo>
                    <a:pt x="1152498" y="955465"/>
                  </a:lnTo>
                  <a:lnTo>
                    <a:pt x="1156418" y="955465"/>
                  </a:lnTo>
                  <a:lnTo>
                    <a:pt x="1160338" y="955465"/>
                  </a:lnTo>
                  <a:lnTo>
                    <a:pt x="1164258" y="955465"/>
                  </a:lnTo>
                  <a:lnTo>
                    <a:pt x="1168178" y="955465"/>
                  </a:lnTo>
                  <a:lnTo>
                    <a:pt x="1172098" y="955465"/>
                  </a:lnTo>
                  <a:lnTo>
                    <a:pt x="1176018" y="955465"/>
                  </a:lnTo>
                  <a:lnTo>
                    <a:pt x="1179938" y="955465"/>
                  </a:lnTo>
                  <a:lnTo>
                    <a:pt x="1183859" y="955465"/>
                  </a:lnTo>
                  <a:lnTo>
                    <a:pt x="1187779" y="955465"/>
                  </a:lnTo>
                  <a:lnTo>
                    <a:pt x="1191699" y="955465"/>
                  </a:lnTo>
                  <a:lnTo>
                    <a:pt x="1195619" y="955465"/>
                  </a:lnTo>
                  <a:lnTo>
                    <a:pt x="1199539" y="955465"/>
                  </a:lnTo>
                  <a:lnTo>
                    <a:pt x="1203459" y="955465"/>
                  </a:lnTo>
                  <a:lnTo>
                    <a:pt x="1207379" y="955465"/>
                  </a:lnTo>
                  <a:lnTo>
                    <a:pt x="1211299" y="955465"/>
                  </a:lnTo>
                  <a:lnTo>
                    <a:pt x="1215219" y="955465"/>
                  </a:lnTo>
                  <a:lnTo>
                    <a:pt x="1219139" y="955465"/>
                  </a:lnTo>
                  <a:lnTo>
                    <a:pt x="1223059" y="955465"/>
                  </a:lnTo>
                  <a:lnTo>
                    <a:pt x="1226979" y="955465"/>
                  </a:lnTo>
                  <a:lnTo>
                    <a:pt x="1230899" y="955465"/>
                  </a:lnTo>
                  <a:lnTo>
                    <a:pt x="1234819" y="955465"/>
                  </a:lnTo>
                  <a:lnTo>
                    <a:pt x="1238739" y="955465"/>
                  </a:lnTo>
                  <a:lnTo>
                    <a:pt x="1242659" y="955465"/>
                  </a:lnTo>
                  <a:lnTo>
                    <a:pt x="1246580" y="955465"/>
                  </a:lnTo>
                  <a:lnTo>
                    <a:pt x="1250500" y="955465"/>
                  </a:lnTo>
                  <a:lnTo>
                    <a:pt x="1254420" y="955465"/>
                  </a:lnTo>
                  <a:lnTo>
                    <a:pt x="1258340" y="955465"/>
                  </a:lnTo>
                  <a:lnTo>
                    <a:pt x="1262260" y="955465"/>
                  </a:lnTo>
                  <a:lnTo>
                    <a:pt x="1266180" y="955465"/>
                  </a:lnTo>
                  <a:lnTo>
                    <a:pt x="1270100" y="955465"/>
                  </a:lnTo>
                  <a:lnTo>
                    <a:pt x="1274020" y="955465"/>
                  </a:lnTo>
                  <a:lnTo>
                    <a:pt x="1277940" y="955465"/>
                  </a:lnTo>
                  <a:lnTo>
                    <a:pt x="1281860" y="955465"/>
                  </a:lnTo>
                  <a:lnTo>
                    <a:pt x="1285780" y="955465"/>
                  </a:lnTo>
                  <a:lnTo>
                    <a:pt x="1289700" y="955465"/>
                  </a:lnTo>
                  <a:lnTo>
                    <a:pt x="1293620" y="955465"/>
                  </a:lnTo>
                  <a:lnTo>
                    <a:pt x="1297540" y="955465"/>
                  </a:lnTo>
                  <a:lnTo>
                    <a:pt x="1301460" y="955465"/>
                  </a:lnTo>
                  <a:lnTo>
                    <a:pt x="1305380" y="955465"/>
                  </a:lnTo>
                  <a:lnTo>
                    <a:pt x="1309301" y="955465"/>
                  </a:lnTo>
                  <a:lnTo>
                    <a:pt x="1313221" y="955465"/>
                  </a:lnTo>
                  <a:lnTo>
                    <a:pt x="1317141" y="955465"/>
                  </a:lnTo>
                  <a:lnTo>
                    <a:pt x="1321061" y="955465"/>
                  </a:lnTo>
                  <a:lnTo>
                    <a:pt x="1324981" y="955465"/>
                  </a:lnTo>
                  <a:lnTo>
                    <a:pt x="1328901" y="955465"/>
                  </a:lnTo>
                  <a:lnTo>
                    <a:pt x="1332821" y="955465"/>
                  </a:lnTo>
                  <a:lnTo>
                    <a:pt x="1336741" y="955465"/>
                  </a:lnTo>
                  <a:lnTo>
                    <a:pt x="1340661" y="955465"/>
                  </a:lnTo>
                  <a:lnTo>
                    <a:pt x="1344581" y="955465"/>
                  </a:lnTo>
                  <a:lnTo>
                    <a:pt x="1348501" y="955465"/>
                  </a:lnTo>
                  <a:lnTo>
                    <a:pt x="1352421" y="955465"/>
                  </a:lnTo>
                  <a:lnTo>
                    <a:pt x="1356341" y="955465"/>
                  </a:lnTo>
                  <a:lnTo>
                    <a:pt x="1360261" y="955465"/>
                  </a:lnTo>
                  <a:lnTo>
                    <a:pt x="1364181" y="955465"/>
                  </a:lnTo>
                  <a:lnTo>
                    <a:pt x="1368101" y="955465"/>
                  </a:lnTo>
                  <a:lnTo>
                    <a:pt x="1372022" y="955465"/>
                  </a:lnTo>
                  <a:lnTo>
                    <a:pt x="1375942" y="955465"/>
                  </a:lnTo>
                  <a:lnTo>
                    <a:pt x="1379862" y="955465"/>
                  </a:lnTo>
                  <a:lnTo>
                    <a:pt x="1383782" y="955465"/>
                  </a:lnTo>
                  <a:lnTo>
                    <a:pt x="1387702" y="955465"/>
                  </a:lnTo>
                  <a:lnTo>
                    <a:pt x="1391622" y="955465"/>
                  </a:lnTo>
                  <a:lnTo>
                    <a:pt x="1395542" y="955465"/>
                  </a:lnTo>
                  <a:lnTo>
                    <a:pt x="1399462" y="955465"/>
                  </a:lnTo>
                  <a:lnTo>
                    <a:pt x="1403382" y="955465"/>
                  </a:lnTo>
                  <a:lnTo>
                    <a:pt x="1407302" y="955465"/>
                  </a:lnTo>
                  <a:lnTo>
                    <a:pt x="1411222" y="955465"/>
                  </a:lnTo>
                  <a:lnTo>
                    <a:pt x="1415142" y="955465"/>
                  </a:lnTo>
                  <a:lnTo>
                    <a:pt x="1419062" y="955465"/>
                  </a:lnTo>
                  <a:lnTo>
                    <a:pt x="1422982" y="955465"/>
                  </a:lnTo>
                  <a:lnTo>
                    <a:pt x="1426902" y="955465"/>
                  </a:lnTo>
                  <a:lnTo>
                    <a:pt x="1430822" y="955465"/>
                  </a:lnTo>
                  <a:lnTo>
                    <a:pt x="1434743" y="955465"/>
                  </a:lnTo>
                  <a:lnTo>
                    <a:pt x="1438663" y="955465"/>
                  </a:lnTo>
                  <a:lnTo>
                    <a:pt x="1442583" y="955465"/>
                  </a:lnTo>
                  <a:lnTo>
                    <a:pt x="1446503" y="955465"/>
                  </a:lnTo>
                  <a:lnTo>
                    <a:pt x="1450423" y="955465"/>
                  </a:lnTo>
                  <a:lnTo>
                    <a:pt x="1454343" y="955465"/>
                  </a:lnTo>
                  <a:lnTo>
                    <a:pt x="1458263" y="955465"/>
                  </a:lnTo>
                  <a:lnTo>
                    <a:pt x="1462183" y="955465"/>
                  </a:lnTo>
                  <a:lnTo>
                    <a:pt x="1466103" y="955465"/>
                  </a:lnTo>
                  <a:lnTo>
                    <a:pt x="1470023" y="955465"/>
                  </a:lnTo>
                  <a:lnTo>
                    <a:pt x="1473943" y="955465"/>
                  </a:lnTo>
                  <a:lnTo>
                    <a:pt x="1477863" y="955465"/>
                  </a:lnTo>
                  <a:lnTo>
                    <a:pt x="1481783" y="955465"/>
                  </a:lnTo>
                  <a:lnTo>
                    <a:pt x="1485703" y="955465"/>
                  </a:lnTo>
                  <a:lnTo>
                    <a:pt x="1489623" y="955465"/>
                  </a:lnTo>
                  <a:lnTo>
                    <a:pt x="1493543" y="955465"/>
                  </a:lnTo>
                  <a:lnTo>
                    <a:pt x="1497464" y="955465"/>
                  </a:lnTo>
                  <a:lnTo>
                    <a:pt x="1501384" y="955465"/>
                  </a:lnTo>
                  <a:lnTo>
                    <a:pt x="1505304" y="955465"/>
                  </a:lnTo>
                  <a:lnTo>
                    <a:pt x="1509224" y="955465"/>
                  </a:lnTo>
                  <a:lnTo>
                    <a:pt x="1513144" y="955465"/>
                  </a:lnTo>
                  <a:lnTo>
                    <a:pt x="1517064" y="955465"/>
                  </a:lnTo>
                  <a:lnTo>
                    <a:pt x="1520984" y="955465"/>
                  </a:lnTo>
                  <a:lnTo>
                    <a:pt x="1524904" y="955465"/>
                  </a:lnTo>
                  <a:lnTo>
                    <a:pt x="1528824" y="955465"/>
                  </a:lnTo>
                  <a:lnTo>
                    <a:pt x="1532744" y="955465"/>
                  </a:lnTo>
                  <a:lnTo>
                    <a:pt x="1536664" y="955465"/>
                  </a:lnTo>
                  <a:lnTo>
                    <a:pt x="1540584" y="955465"/>
                  </a:lnTo>
                  <a:lnTo>
                    <a:pt x="1544504" y="955465"/>
                  </a:lnTo>
                  <a:lnTo>
                    <a:pt x="1548424" y="955465"/>
                  </a:lnTo>
                  <a:lnTo>
                    <a:pt x="1552344" y="955465"/>
                  </a:lnTo>
                  <a:lnTo>
                    <a:pt x="1556265" y="955465"/>
                  </a:lnTo>
                  <a:lnTo>
                    <a:pt x="1560185" y="955465"/>
                  </a:lnTo>
                  <a:lnTo>
                    <a:pt x="1564105" y="955465"/>
                  </a:lnTo>
                  <a:lnTo>
                    <a:pt x="1568025" y="955465"/>
                  </a:lnTo>
                  <a:lnTo>
                    <a:pt x="1571945" y="955465"/>
                  </a:lnTo>
                  <a:lnTo>
                    <a:pt x="1575865" y="955465"/>
                  </a:lnTo>
                  <a:lnTo>
                    <a:pt x="1579785" y="955465"/>
                  </a:lnTo>
                  <a:lnTo>
                    <a:pt x="1583705" y="955465"/>
                  </a:lnTo>
                  <a:lnTo>
                    <a:pt x="1587625" y="955465"/>
                  </a:lnTo>
                  <a:lnTo>
                    <a:pt x="1591545" y="955465"/>
                  </a:lnTo>
                  <a:lnTo>
                    <a:pt x="1595465" y="955465"/>
                  </a:lnTo>
                  <a:lnTo>
                    <a:pt x="1599385" y="955465"/>
                  </a:lnTo>
                  <a:lnTo>
                    <a:pt x="1603305" y="955465"/>
                  </a:lnTo>
                  <a:lnTo>
                    <a:pt x="1607225" y="955465"/>
                  </a:lnTo>
                  <a:lnTo>
                    <a:pt x="1611145" y="955465"/>
                  </a:lnTo>
                  <a:lnTo>
                    <a:pt x="1615065" y="955465"/>
                  </a:lnTo>
                  <a:lnTo>
                    <a:pt x="1618986" y="955465"/>
                  </a:lnTo>
                  <a:lnTo>
                    <a:pt x="1622906" y="955465"/>
                  </a:lnTo>
                  <a:lnTo>
                    <a:pt x="1626826" y="955465"/>
                  </a:lnTo>
                  <a:lnTo>
                    <a:pt x="1630746" y="955465"/>
                  </a:lnTo>
                  <a:lnTo>
                    <a:pt x="1634666" y="955465"/>
                  </a:lnTo>
                  <a:lnTo>
                    <a:pt x="1638586" y="955465"/>
                  </a:lnTo>
                  <a:lnTo>
                    <a:pt x="1642506" y="955465"/>
                  </a:lnTo>
                  <a:lnTo>
                    <a:pt x="1646426" y="955465"/>
                  </a:lnTo>
                  <a:lnTo>
                    <a:pt x="1650346" y="955465"/>
                  </a:lnTo>
                  <a:lnTo>
                    <a:pt x="1654266" y="955465"/>
                  </a:lnTo>
                  <a:lnTo>
                    <a:pt x="1658186" y="955465"/>
                  </a:lnTo>
                  <a:lnTo>
                    <a:pt x="1662106" y="955465"/>
                  </a:lnTo>
                  <a:lnTo>
                    <a:pt x="1666026" y="955465"/>
                  </a:lnTo>
                  <a:lnTo>
                    <a:pt x="1669946" y="955465"/>
                  </a:lnTo>
                  <a:lnTo>
                    <a:pt x="1673866" y="955465"/>
                  </a:lnTo>
                  <a:lnTo>
                    <a:pt x="1677786" y="955465"/>
                  </a:lnTo>
                  <a:lnTo>
                    <a:pt x="1681707" y="955465"/>
                  </a:lnTo>
                  <a:lnTo>
                    <a:pt x="1685627" y="955465"/>
                  </a:lnTo>
                  <a:lnTo>
                    <a:pt x="1689547" y="955465"/>
                  </a:lnTo>
                  <a:lnTo>
                    <a:pt x="1693467" y="955465"/>
                  </a:lnTo>
                  <a:lnTo>
                    <a:pt x="1697387" y="955465"/>
                  </a:lnTo>
                  <a:lnTo>
                    <a:pt x="1701307" y="955465"/>
                  </a:lnTo>
                  <a:lnTo>
                    <a:pt x="1705227" y="955465"/>
                  </a:lnTo>
                  <a:lnTo>
                    <a:pt x="1709147" y="955465"/>
                  </a:lnTo>
                  <a:lnTo>
                    <a:pt x="1713067" y="955465"/>
                  </a:lnTo>
                  <a:lnTo>
                    <a:pt x="1716987" y="955465"/>
                  </a:lnTo>
                  <a:lnTo>
                    <a:pt x="1720907" y="955465"/>
                  </a:lnTo>
                  <a:lnTo>
                    <a:pt x="1724827" y="955465"/>
                  </a:lnTo>
                  <a:lnTo>
                    <a:pt x="1728747" y="955465"/>
                  </a:lnTo>
                  <a:lnTo>
                    <a:pt x="1732667" y="955465"/>
                  </a:lnTo>
                  <a:lnTo>
                    <a:pt x="1736587" y="955465"/>
                  </a:lnTo>
                  <a:lnTo>
                    <a:pt x="1740507" y="955465"/>
                  </a:lnTo>
                  <a:lnTo>
                    <a:pt x="1744428" y="955465"/>
                  </a:lnTo>
                  <a:lnTo>
                    <a:pt x="1748348" y="955465"/>
                  </a:lnTo>
                  <a:lnTo>
                    <a:pt x="1752268" y="955465"/>
                  </a:lnTo>
                  <a:lnTo>
                    <a:pt x="1756188" y="955465"/>
                  </a:lnTo>
                  <a:lnTo>
                    <a:pt x="1760108" y="955465"/>
                  </a:lnTo>
                  <a:lnTo>
                    <a:pt x="1764028" y="955465"/>
                  </a:lnTo>
                  <a:lnTo>
                    <a:pt x="1767948" y="955465"/>
                  </a:lnTo>
                  <a:lnTo>
                    <a:pt x="1771868" y="955465"/>
                  </a:lnTo>
                  <a:lnTo>
                    <a:pt x="1775788" y="955465"/>
                  </a:lnTo>
                  <a:lnTo>
                    <a:pt x="1779708" y="955465"/>
                  </a:lnTo>
                  <a:lnTo>
                    <a:pt x="1783628" y="955465"/>
                  </a:lnTo>
                  <a:lnTo>
                    <a:pt x="1787548" y="955465"/>
                  </a:lnTo>
                  <a:lnTo>
                    <a:pt x="1791468" y="955465"/>
                  </a:lnTo>
                  <a:lnTo>
                    <a:pt x="1795388" y="955465"/>
                  </a:lnTo>
                  <a:lnTo>
                    <a:pt x="1799308" y="955465"/>
                  </a:lnTo>
                  <a:lnTo>
                    <a:pt x="1803228" y="955465"/>
                  </a:lnTo>
                  <a:lnTo>
                    <a:pt x="1807149" y="955465"/>
                  </a:lnTo>
                  <a:lnTo>
                    <a:pt x="1811069" y="955465"/>
                  </a:lnTo>
                  <a:lnTo>
                    <a:pt x="1814989" y="955465"/>
                  </a:lnTo>
                  <a:lnTo>
                    <a:pt x="1818909" y="955465"/>
                  </a:lnTo>
                  <a:lnTo>
                    <a:pt x="1822829" y="955465"/>
                  </a:lnTo>
                  <a:lnTo>
                    <a:pt x="1826749" y="955465"/>
                  </a:lnTo>
                  <a:lnTo>
                    <a:pt x="1830669" y="955465"/>
                  </a:lnTo>
                  <a:lnTo>
                    <a:pt x="1834589" y="955465"/>
                  </a:lnTo>
                  <a:lnTo>
                    <a:pt x="1838509" y="955465"/>
                  </a:lnTo>
                  <a:lnTo>
                    <a:pt x="1842429" y="955465"/>
                  </a:lnTo>
                  <a:lnTo>
                    <a:pt x="1846349" y="955465"/>
                  </a:lnTo>
                  <a:lnTo>
                    <a:pt x="1850269" y="955465"/>
                  </a:lnTo>
                  <a:lnTo>
                    <a:pt x="1854189" y="955465"/>
                  </a:lnTo>
                  <a:lnTo>
                    <a:pt x="1858109" y="955465"/>
                  </a:lnTo>
                  <a:lnTo>
                    <a:pt x="1862029" y="955465"/>
                  </a:lnTo>
                  <a:lnTo>
                    <a:pt x="1865949" y="955465"/>
                  </a:lnTo>
                  <a:lnTo>
                    <a:pt x="1869870" y="955465"/>
                  </a:lnTo>
                  <a:lnTo>
                    <a:pt x="1873790" y="955465"/>
                  </a:lnTo>
                  <a:lnTo>
                    <a:pt x="1877710" y="955465"/>
                  </a:lnTo>
                  <a:lnTo>
                    <a:pt x="1881630" y="955465"/>
                  </a:lnTo>
                  <a:lnTo>
                    <a:pt x="1885550" y="955465"/>
                  </a:lnTo>
                  <a:lnTo>
                    <a:pt x="1889470" y="955465"/>
                  </a:lnTo>
                  <a:lnTo>
                    <a:pt x="1893390" y="955465"/>
                  </a:lnTo>
                  <a:lnTo>
                    <a:pt x="1897310" y="955465"/>
                  </a:lnTo>
                  <a:lnTo>
                    <a:pt x="1901230" y="955465"/>
                  </a:lnTo>
                  <a:lnTo>
                    <a:pt x="1905150" y="955465"/>
                  </a:lnTo>
                  <a:lnTo>
                    <a:pt x="1909070" y="955465"/>
                  </a:lnTo>
                  <a:lnTo>
                    <a:pt x="1912990" y="955465"/>
                  </a:lnTo>
                  <a:lnTo>
                    <a:pt x="1916910" y="955465"/>
                  </a:lnTo>
                  <a:lnTo>
                    <a:pt x="1920830" y="955465"/>
                  </a:lnTo>
                  <a:lnTo>
                    <a:pt x="1924750" y="955465"/>
                  </a:lnTo>
                  <a:lnTo>
                    <a:pt x="1928670" y="955465"/>
                  </a:lnTo>
                  <a:lnTo>
                    <a:pt x="1932591" y="955465"/>
                  </a:lnTo>
                  <a:lnTo>
                    <a:pt x="1936511" y="955465"/>
                  </a:lnTo>
                  <a:lnTo>
                    <a:pt x="1940431" y="955465"/>
                  </a:lnTo>
                  <a:lnTo>
                    <a:pt x="1944351" y="955465"/>
                  </a:lnTo>
                  <a:lnTo>
                    <a:pt x="1948271" y="955465"/>
                  </a:lnTo>
                  <a:lnTo>
                    <a:pt x="1952191" y="955465"/>
                  </a:lnTo>
                  <a:lnTo>
                    <a:pt x="1956111" y="955465"/>
                  </a:lnTo>
                  <a:lnTo>
                    <a:pt x="1960031" y="955465"/>
                  </a:lnTo>
                  <a:lnTo>
                    <a:pt x="1963951" y="955465"/>
                  </a:lnTo>
                  <a:lnTo>
                    <a:pt x="1967871" y="955465"/>
                  </a:lnTo>
                  <a:lnTo>
                    <a:pt x="1971791" y="955465"/>
                  </a:lnTo>
                  <a:lnTo>
                    <a:pt x="1975711" y="955465"/>
                  </a:lnTo>
                  <a:lnTo>
                    <a:pt x="1979631" y="955465"/>
                  </a:lnTo>
                  <a:lnTo>
                    <a:pt x="1983551" y="955465"/>
                  </a:lnTo>
                  <a:lnTo>
                    <a:pt x="1987471" y="955465"/>
                  </a:lnTo>
                  <a:lnTo>
                    <a:pt x="1991391" y="955465"/>
                  </a:lnTo>
                  <a:lnTo>
                    <a:pt x="1995312" y="955465"/>
                  </a:lnTo>
                  <a:lnTo>
                    <a:pt x="1999232" y="955465"/>
                  </a:lnTo>
                  <a:lnTo>
                    <a:pt x="2003152" y="955465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38" name="pg38"/>
            <p:cNvSpPr/>
            <p:nvPr/>
          </p:nvSpPr>
          <p:spPr>
            <a:xfrm>
              <a:off x="4182181" y="5816038"/>
              <a:ext cx="2003152" cy="475511"/>
            </a:xfrm>
            <a:custGeom>
              <a:avLst/>
              <a:gdLst/>
              <a:ahLst/>
              <a:cxnLst/>
              <a:rect l="0" t="0" r="0" b="0"/>
              <a:pathLst>
                <a:path w="2003152" h="475511">
                  <a:moveTo>
                    <a:pt x="0" y="475511"/>
                  </a:moveTo>
                  <a:lnTo>
                    <a:pt x="3920" y="475511"/>
                  </a:lnTo>
                  <a:lnTo>
                    <a:pt x="7840" y="475511"/>
                  </a:lnTo>
                  <a:lnTo>
                    <a:pt x="11760" y="475511"/>
                  </a:lnTo>
                  <a:lnTo>
                    <a:pt x="15680" y="475511"/>
                  </a:lnTo>
                  <a:lnTo>
                    <a:pt x="19600" y="475511"/>
                  </a:lnTo>
                  <a:lnTo>
                    <a:pt x="23520" y="475511"/>
                  </a:lnTo>
                  <a:lnTo>
                    <a:pt x="27440" y="475511"/>
                  </a:lnTo>
                  <a:lnTo>
                    <a:pt x="31360" y="475511"/>
                  </a:lnTo>
                  <a:lnTo>
                    <a:pt x="35280" y="475511"/>
                  </a:lnTo>
                  <a:lnTo>
                    <a:pt x="39200" y="475511"/>
                  </a:lnTo>
                  <a:lnTo>
                    <a:pt x="43120" y="475511"/>
                  </a:lnTo>
                  <a:lnTo>
                    <a:pt x="47040" y="475511"/>
                  </a:lnTo>
                  <a:lnTo>
                    <a:pt x="50960" y="475511"/>
                  </a:lnTo>
                  <a:lnTo>
                    <a:pt x="54880" y="475511"/>
                  </a:lnTo>
                  <a:lnTo>
                    <a:pt x="58800" y="475511"/>
                  </a:lnTo>
                  <a:lnTo>
                    <a:pt x="62721" y="475511"/>
                  </a:lnTo>
                  <a:lnTo>
                    <a:pt x="66641" y="475511"/>
                  </a:lnTo>
                  <a:lnTo>
                    <a:pt x="70561" y="475511"/>
                  </a:lnTo>
                  <a:lnTo>
                    <a:pt x="74481" y="475511"/>
                  </a:lnTo>
                  <a:lnTo>
                    <a:pt x="78401" y="475511"/>
                  </a:lnTo>
                  <a:lnTo>
                    <a:pt x="82321" y="475511"/>
                  </a:lnTo>
                  <a:lnTo>
                    <a:pt x="86241" y="475511"/>
                  </a:lnTo>
                  <a:lnTo>
                    <a:pt x="90161" y="475511"/>
                  </a:lnTo>
                  <a:lnTo>
                    <a:pt x="94081" y="475511"/>
                  </a:lnTo>
                  <a:lnTo>
                    <a:pt x="98001" y="475511"/>
                  </a:lnTo>
                  <a:lnTo>
                    <a:pt x="101921" y="475511"/>
                  </a:lnTo>
                  <a:lnTo>
                    <a:pt x="105841" y="475511"/>
                  </a:lnTo>
                  <a:lnTo>
                    <a:pt x="109761" y="475511"/>
                  </a:lnTo>
                  <a:lnTo>
                    <a:pt x="113681" y="475511"/>
                  </a:lnTo>
                  <a:lnTo>
                    <a:pt x="117601" y="475511"/>
                  </a:lnTo>
                  <a:lnTo>
                    <a:pt x="121521" y="475511"/>
                  </a:lnTo>
                  <a:lnTo>
                    <a:pt x="125442" y="475511"/>
                  </a:lnTo>
                  <a:lnTo>
                    <a:pt x="129362" y="475511"/>
                  </a:lnTo>
                  <a:lnTo>
                    <a:pt x="133282" y="475511"/>
                  </a:lnTo>
                  <a:lnTo>
                    <a:pt x="137202" y="475511"/>
                  </a:lnTo>
                  <a:lnTo>
                    <a:pt x="141122" y="475511"/>
                  </a:lnTo>
                  <a:lnTo>
                    <a:pt x="145042" y="475511"/>
                  </a:lnTo>
                  <a:lnTo>
                    <a:pt x="148962" y="475511"/>
                  </a:lnTo>
                  <a:lnTo>
                    <a:pt x="152882" y="475511"/>
                  </a:lnTo>
                  <a:lnTo>
                    <a:pt x="156802" y="475511"/>
                  </a:lnTo>
                  <a:lnTo>
                    <a:pt x="160722" y="475511"/>
                  </a:lnTo>
                  <a:lnTo>
                    <a:pt x="164642" y="475511"/>
                  </a:lnTo>
                  <a:lnTo>
                    <a:pt x="168562" y="475510"/>
                  </a:lnTo>
                  <a:lnTo>
                    <a:pt x="172482" y="475510"/>
                  </a:lnTo>
                  <a:lnTo>
                    <a:pt x="176402" y="475510"/>
                  </a:lnTo>
                  <a:lnTo>
                    <a:pt x="180322" y="475510"/>
                  </a:lnTo>
                  <a:lnTo>
                    <a:pt x="184242" y="475509"/>
                  </a:lnTo>
                  <a:lnTo>
                    <a:pt x="188163" y="475508"/>
                  </a:lnTo>
                  <a:lnTo>
                    <a:pt x="192083" y="475507"/>
                  </a:lnTo>
                  <a:lnTo>
                    <a:pt x="196003" y="475505"/>
                  </a:lnTo>
                  <a:lnTo>
                    <a:pt x="199923" y="475501"/>
                  </a:lnTo>
                  <a:lnTo>
                    <a:pt x="203843" y="475496"/>
                  </a:lnTo>
                  <a:lnTo>
                    <a:pt x="207763" y="475489"/>
                  </a:lnTo>
                  <a:lnTo>
                    <a:pt x="211683" y="475478"/>
                  </a:lnTo>
                  <a:lnTo>
                    <a:pt x="215603" y="475462"/>
                  </a:lnTo>
                  <a:lnTo>
                    <a:pt x="219523" y="475441"/>
                  </a:lnTo>
                  <a:lnTo>
                    <a:pt x="223443" y="475412"/>
                  </a:lnTo>
                  <a:lnTo>
                    <a:pt x="227363" y="475374"/>
                  </a:lnTo>
                  <a:lnTo>
                    <a:pt x="231283" y="475325"/>
                  </a:lnTo>
                  <a:lnTo>
                    <a:pt x="235203" y="475264"/>
                  </a:lnTo>
                  <a:lnTo>
                    <a:pt x="239123" y="475188"/>
                  </a:lnTo>
                  <a:lnTo>
                    <a:pt x="243043" y="475097"/>
                  </a:lnTo>
                  <a:lnTo>
                    <a:pt x="246963" y="474988"/>
                  </a:lnTo>
                  <a:lnTo>
                    <a:pt x="250884" y="474862"/>
                  </a:lnTo>
                  <a:lnTo>
                    <a:pt x="254804" y="474722"/>
                  </a:lnTo>
                  <a:lnTo>
                    <a:pt x="258724" y="474569"/>
                  </a:lnTo>
                  <a:lnTo>
                    <a:pt x="262644" y="474406"/>
                  </a:lnTo>
                  <a:lnTo>
                    <a:pt x="266564" y="474238"/>
                  </a:lnTo>
                  <a:lnTo>
                    <a:pt x="270484" y="474070"/>
                  </a:lnTo>
                  <a:lnTo>
                    <a:pt x="274404" y="473907"/>
                  </a:lnTo>
                  <a:lnTo>
                    <a:pt x="278324" y="473756"/>
                  </a:lnTo>
                  <a:lnTo>
                    <a:pt x="282244" y="473622"/>
                  </a:lnTo>
                  <a:lnTo>
                    <a:pt x="286164" y="473513"/>
                  </a:lnTo>
                  <a:lnTo>
                    <a:pt x="290084" y="473433"/>
                  </a:lnTo>
                  <a:lnTo>
                    <a:pt x="294004" y="473384"/>
                  </a:lnTo>
                  <a:lnTo>
                    <a:pt x="297924" y="473367"/>
                  </a:lnTo>
                  <a:lnTo>
                    <a:pt x="301844" y="473381"/>
                  </a:lnTo>
                  <a:lnTo>
                    <a:pt x="305764" y="473422"/>
                  </a:lnTo>
                  <a:lnTo>
                    <a:pt x="309684" y="473487"/>
                  </a:lnTo>
                  <a:lnTo>
                    <a:pt x="313605" y="473570"/>
                  </a:lnTo>
                  <a:lnTo>
                    <a:pt x="317525" y="473663"/>
                  </a:lnTo>
                  <a:lnTo>
                    <a:pt x="321445" y="473759"/>
                  </a:lnTo>
                  <a:lnTo>
                    <a:pt x="325365" y="473849"/>
                  </a:lnTo>
                  <a:lnTo>
                    <a:pt x="329285" y="473924"/>
                  </a:lnTo>
                  <a:lnTo>
                    <a:pt x="333205" y="473978"/>
                  </a:lnTo>
                  <a:lnTo>
                    <a:pt x="337125" y="474006"/>
                  </a:lnTo>
                  <a:lnTo>
                    <a:pt x="341045" y="474007"/>
                  </a:lnTo>
                  <a:lnTo>
                    <a:pt x="344965" y="473980"/>
                  </a:lnTo>
                  <a:lnTo>
                    <a:pt x="348885" y="473925"/>
                  </a:lnTo>
                  <a:lnTo>
                    <a:pt x="352805" y="473847"/>
                  </a:lnTo>
                  <a:lnTo>
                    <a:pt x="356725" y="473751"/>
                  </a:lnTo>
                  <a:lnTo>
                    <a:pt x="360645" y="473642"/>
                  </a:lnTo>
                  <a:lnTo>
                    <a:pt x="364565" y="473528"/>
                  </a:lnTo>
                  <a:lnTo>
                    <a:pt x="368485" y="473417"/>
                  </a:lnTo>
                  <a:lnTo>
                    <a:pt x="372405" y="473315"/>
                  </a:lnTo>
                  <a:lnTo>
                    <a:pt x="376326" y="473227"/>
                  </a:lnTo>
                  <a:lnTo>
                    <a:pt x="380246" y="473156"/>
                  </a:lnTo>
                  <a:lnTo>
                    <a:pt x="384166" y="473103"/>
                  </a:lnTo>
                  <a:lnTo>
                    <a:pt x="388086" y="473066"/>
                  </a:lnTo>
                  <a:lnTo>
                    <a:pt x="392006" y="473044"/>
                  </a:lnTo>
                  <a:lnTo>
                    <a:pt x="395926" y="473032"/>
                  </a:lnTo>
                  <a:lnTo>
                    <a:pt x="399846" y="473023"/>
                  </a:lnTo>
                  <a:lnTo>
                    <a:pt x="403766" y="473011"/>
                  </a:lnTo>
                  <a:lnTo>
                    <a:pt x="407686" y="472986"/>
                  </a:lnTo>
                  <a:lnTo>
                    <a:pt x="411606" y="472943"/>
                  </a:lnTo>
                  <a:lnTo>
                    <a:pt x="415526" y="472873"/>
                  </a:lnTo>
                  <a:lnTo>
                    <a:pt x="419446" y="472773"/>
                  </a:lnTo>
                  <a:lnTo>
                    <a:pt x="423366" y="472636"/>
                  </a:lnTo>
                  <a:lnTo>
                    <a:pt x="427286" y="472461"/>
                  </a:lnTo>
                  <a:lnTo>
                    <a:pt x="431206" y="472242"/>
                  </a:lnTo>
                  <a:lnTo>
                    <a:pt x="435126" y="471980"/>
                  </a:lnTo>
                  <a:lnTo>
                    <a:pt x="439047" y="471671"/>
                  </a:lnTo>
                  <a:lnTo>
                    <a:pt x="442967" y="471315"/>
                  </a:lnTo>
                  <a:lnTo>
                    <a:pt x="446887" y="470905"/>
                  </a:lnTo>
                  <a:lnTo>
                    <a:pt x="450807" y="470444"/>
                  </a:lnTo>
                  <a:lnTo>
                    <a:pt x="454727" y="469930"/>
                  </a:lnTo>
                  <a:lnTo>
                    <a:pt x="458647" y="469363"/>
                  </a:lnTo>
                  <a:lnTo>
                    <a:pt x="462567" y="468740"/>
                  </a:lnTo>
                  <a:lnTo>
                    <a:pt x="466487" y="468059"/>
                  </a:lnTo>
                  <a:lnTo>
                    <a:pt x="470407" y="467320"/>
                  </a:lnTo>
                  <a:lnTo>
                    <a:pt x="474327" y="466525"/>
                  </a:lnTo>
                  <a:lnTo>
                    <a:pt x="478247" y="465673"/>
                  </a:lnTo>
                  <a:lnTo>
                    <a:pt x="482167" y="464772"/>
                  </a:lnTo>
                  <a:lnTo>
                    <a:pt x="486087" y="463825"/>
                  </a:lnTo>
                  <a:lnTo>
                    <a:pt x="490007" y="462850"/>
                  </a:lnTo>
                  <a:lnTo>
                    <a:pt x="493927" y="461864"/>
                  </a:lnTo>
                  <a:lnTo>
                    <a:pt x="497847" y="460886"/>
                  </a:lnTo>
                  <a:lnTo>
                    <a:pt x="501768" y="459939"/>
                  </a:lnTo>
                  <a:lnTo>
                    <a:pt x="505688" y="459047"/>
                  </a:lnTo>
                  <a:lnTo>
                    <a:pt x="509608" y="458234"/>
                  </a:lnTo>
                  <a:lnTo>
                    <a:pt x="513528" y="457523"/>
                  </a:lnTo>
                  <a:lnTo>
                    <a:pt x="517448" y="456934"/>
                  </a:lnTo>
                  <a:lnTo>
                    <a:pt x="521368" y="456483"/>
                  </a:lnTo>
                  <a:lnTo>
                    <a:pt x="525288" y="456189"/>
                  </a:lnTo>
                  <a:lnTo>
                    <a:pt x="529208" y="456048"/>
                  </a:lnTo>
                  <a:lnTo>
                    <a:pt x="533128" y="456039"/>
                  </a:lnTo>
                  <a:lnTo>
                    <a:pt x="537048" y="456143"/>
                  </a:lnTo>
                  <a:lnTo>
                    <a:pt x="540968" y="456334"/>
                  </a:lnTo>
                  <a:lnTo>
                    <a:pt x="544888" y="456577"/>
                  </a:lnTo>
                  <a:lnTo>
                    <a:pt x="548808" y="456839"/>
                  </a:lnTo>
                  <a:lnTo>
                    <a:pt x="552728" y="457083"/>
                  </a:lnTo>
                  <a:lnTo>
                    <a:pt x="556648" y="457275"/>
                  </a:lnTo>
                  <a:lnTo>
                    <a:pt x="560569" y="457386"/>
                  </a:lnTo>
                  <a:lnTo>
                    <a:pt x="564489" y="457388"/>
                  </a:lnTo>
                  <a:lnTo>
                    <a:pt x="568409" y="457264"/>
                  </a:lnTo>
                  <a:lnTo>
                    <a:pt x="572329" y="457017"/>
                  </a:lnTo>
                  <a:lnTo>
                    <a:pt x="576249" y="456654"/>
                  </a:lnTo>
                  <a:lnTo>
                    <a:pt x="580169" y="456184"/>
                  </a:lnTo>
                  <a:lnTo>
                    <a:pt x="584089" y="455621"/>
                  </a:lnTo>
                  <a:lnTo>
                    <a:pt x="588009" y="454980"/>
                  </a:lnTo>
                  <a:lnTo>
                    <a:pt x="591929" y="454275"/>
                  </a:lnTo>
                  <a:lnTo>
                    <a:pt x="595849" y="453515"/>
                  </a:lnTo>
                  <a:lnTo>
                    <a:pt x="599769" y="452707"/>
                  </a:lnTo>
                  <a:lnTo>
                    <a:pt x="603689" y="451848"/>
                  </a:lnTo>
                  <a:lnTo>
                    <a:pt x="607609" y="450926"/>
                  </a:lnTo>
                  <a:lnTo>
                    <a:pt x="611529" y="449927"/>
                  </a:lnTo>
                  <a:lnTo>
                    <a:pt x="615449" y="448832"/>
                  </a:lnTo>
                  <a:lnTo>
                    <a:pt x="619369" y="447613"/>
                  </a:lnTo>
                  <a:lnTo>
                    <a:pt x="623290" y="446246"/>
                  </a:lnTo>
                  <a:lnTo>
                    <a:pt x="627210" y="444702"/>
                  </a:lnTo>
                  <a:lnTo>
                    <a:pt x="631130" y="442955"/>
                  </a:lnTo>
                  <a:lnTo>
                    <a:pt x="635050" y="440982"/>
                  </a:lnTo>
                  <a:lnTo>
                    <a:pt x="638970" y="438760"/>
                  </a:lnTo>
                  <a:lnTo>
                    <a:pt x="642890" y="436270"/>
                  </a:lnTo>
                  <a:lnTo>
                    <a:pt x="646810" y="433466"/>
                  </a:lnTo>
                  <a:lnTo>
                    <a:pt x="650730" y="430364"/>
                  </a:lnTo>
                  <a:lnTo>
                    <a:pt x="654650" y="426953"/>
                  </a:lnTo>
                  <a:lnTo>
                    <a:pt x="658570" y="423216"/>
                  </a:lnTo>
                  <a:lnTo>
                    <a:pt x="662490" y="419136"/>
                  </a:lnTo>
                  <a:lnTo>
                    <a:pt x="666410" y="414690"/>
                  </a:lnTo>
                  <a:lnTo>
                    <a:pt x="670330" y="409847"/>
                  </a:lnTo>
                  <a:lnTo>
                    <a:pt x="674250" y="404570"/>
                  </a:lnTo>
                  <a:lnTo>
                    <a:pt x="678170" y="398817"/>
                  </a:lnTo>
                  <a:lnTo>
                    <a:pt x="682090" y="392535"/>
                  </a:lnTo>
                  <a:lnTo>
                    <a:pt x="686011" y="385590"/>
                  </a:lnTo>
                  <a:lnTo>
                    <a:pt x="689931" y="377968"/>
                  </a:lnTo>
                  <a:lnTo>
                    <a:pt x="693851" y="369608"/>
                  </a:lnTo>
                  <a:lnTo>
                    <a:pt x="697771" y="360441"/>
                  </a:lnTo>
                  <a:lnTo>
                    <a:pt x="701691" y="350404"/>
                  </a:lnTo>
                  <a:lnTo>
                    <a:pt x="705611" y="339436"/>
                  </a:lnTo>
                  <a:lnTo>
                    <a:pt x="709531" y="327489"/>
                  </a:lnTo>
                  <a:lnTo>
                    <a:pt x="713451" y="314521"/>
                  </a:lnTo>
                  <a:lnTo>
                    <a:pt x="717371" y="300510"/>
                  </a:lnTo>
                  <a:lnTo>
                    <a:pt x="721291" y="285447"/>
                  </a:lnTo>
                  <a:lnTo>
                    <a:pt x="725211" y="269256"/>
                  </a:lnTo>
                  <a:lnTo>
                    <a:pt x="729131" y="252047"/>
                  </a:lnTo>
                  <a:lnTo>
                    <a:pt x="733051" y="233928"/>
                  </a:lnTo>
                  <a:lnTo>
                    <a:pt x="736971" y="215007"/>
                  </a:lnTo>
                  <a:lnTo>
                    <a:pt x="740891" y="195422"/>
                  </a:lnTo>
                  <a:lnTo>
                    <a:pt x="744811" y="175348"/>
                  </a:lnTo>
                  <a:lnTo>
                    <a:pt x="748732" y="154996"/>
                  </a:lnTo>
                  <a:lnTo>
                    <a:pt x="752652" y="134610"/>
                  </a:lnTo>
                  <a:lnTo>
                    <a:pt x="756572" y="114469"/>
                  </a:lnTo>
                  <a:lnTo>
                    <a:pt x="760492" y="94880"/>
                  </a:lnTo>
                  <a:lnTo>
                    <a:pt x="764412" y="76259"/>
                  </a:lnTo>
                  <a:lnTo>
                    <a:pt x="768332" y="59005"/>
                  </a:lnTo>
                  <a:lnTo>
                    <a:pt x="772252" y="43406"/>
                  </a:lnTo>
                  <a:lnTo>
                    <a:pt x="776172" y="29785"/>
                  </a:lnTo>
                  <a:lnTo>
                    <a:pt x="780092" y="18433"/>
                  </a:lnTo>
                  <a:lnTo>
                    <a:pt x="784012" y="9604"/>
                  </a:lnTo>
                  <a:lnTo>
                    <a:pt x="787932" y="3500"/>
                  </a:lnTo>
                  <a:lnTo>
                    <a:pt x="791852" y="270"/>
                  </a:lnTo>
                  <a:lnTo>
                    <a:pt x="795772" y="0"/>
                  </a:lnTo>
                  <a:lnTo>
                    <a:pt x="799692" y="2711"/>
                  </a:lnTo>
                  <a:lnTo>
                    <a:pt x="803612" y="8496"/>
                  </a:lnTo>
                  <a:lnTo>
                    <a:pt x="807532" y="17299"/>
                  </a:lnTo>
                  <a:lnTo>
                    <a:pt x="811453" y="28720"/>
                  </a:lnTo>
                  <a:lnTo>
                    <a:pt x="815373" y="42536"/>
                  </a:lnTo>
                  <a:lnTo>
                    <a:pt x="819293" y="58491"/>
                  </a:lnTo>
                  <a:lnTo>
                    <a:pt x="823213" y="76305"/>
                  </a:lnTo>
                  <a:lnTo>
                    <a:pt x="827133" y="95680"/>
                  </a:lnTo>
                  <a:lnTo>
                    <a:pt x="831053" y="116313"/>
                  </a:lnTo>
                  <a:lnTo>
                    <a:pt x="834973" y="137898"/>
                  </a:lnTo>
                  <a:lnTo>
                    <a:pt x="838893" y="160139"/>
                  </a:lnTo>
                  <a:lnTo>
                    <a:pt x="842813" y="182751"/>
                  </a:lnTo>
                  <a:lnTo>
                    <a:pt x="846733" y="205429"/>
                  </a:lnTo>
                  <a:lnTo>
                    <a:pt x="850653" y="227898"/>
                  </a:lnTo>
                  <a:lnTo>
                    <a:pt x="854573" y="249941"/>
                  </a:lnTo>
                  <a:lnTo>
                    <a:pt x="858493" y="271363"/>
                  </a:lnTo>
                  <a:lnTo>
                    <a:pt x="862413" y="291990"/>
                  </a:lnTo>
                  <a:lnTo>
                    <a:pt x="866333" y="311674"/>
                  </a:lnTo>
                  <a:lnTo>
                    <a:pt x="870253" y="330287"/>
                  </a:lnTo>
                  <a:lnTo>
                    <a:pt x="874174" y="347726"/>
                  </a:lnTo>
                  <a:lnTo>
                    <a:pt x="878094" y="363912"/>
                  </a:lnTo>
                  <a:lnTo>
                    <a:pt x="882014" y="378786"/>
                  </a:lnTo>
                  <a:lnTo>
                    <a:pt x="885934" y="392164"/>
                  </a:lnTo>
                  <a:lnTo>
                    <a:pt x="889854" y="404204"/>
                  </a:lnTo>
                  <a:lnTo>
                    <a:pt x="893774" y="414936"/>
                  </a:lnTo>
                  <a:lnTo>
                    <a:pt x="897694" y="424404"/>
                  </a:lnTo>
                  <a:lnTo>
                    <a:pt x="901614" y="432674"/>
                  </a:lnTo>
                  <a:lnTo>
                    <a:pt x="905534" y="439824"/>
                  </a:lnTo>
                  <a:lnTo>
                    <a:pt x="909454" y="445941"/>
                  </a:lnTo>
                  <a:lnTo>
                    <a:pt x="913374" y="451124"/>
                  </a:lnTo>
                  <a:lnTo>
                    <a:pt x="917294" y="455470"/>
                  </a:lnTo>
                  <a:lnTo>
                    <a:pt x="921214" y="459082"/>
                  </a:lnTo>
                  <a:lnTo>
                    <a:pt x="925134" y="462000"/>
                  </a:lnTo>
                  <a:lnTo>
                    <a:pt x="929054" y="464387"/>
                  </a:lnTo>
                  <a:lnTo>
                    <a:pt x="932974" y="466334"/>
                  </a:lnTo>
                  <a:lnTo>
                    <a:pt x="936895" y="467916"/>
                  </a:lnTo>
                  <a:lnTo>
                    <a:pt x="940815" y="469199"/>
                  </a:lnTo>
                  <a:lnTo>
                    <a:pt x="944735" y="470240"/>
                  </a:lnTo>
                  <a:lnTo>
                    <a:pt x="948655" y="471086"/>
                  </a:lnTo>
                  <a:lnTo>
                    <a:pt x="952575" y="471778"/>
                  </a:lnTo>
                  <a:lnTo>
                    <a:pt x="956495" y="472349"/>
                  </a:lnTo>
                  <a:lnTo>
                    <a:pt x="960415" y="472827"/>
                  </a:lnTo>
                  <a:lnTo>
                    <a:pt x="964335" y="473226"/>
                  </a:lnTo>
                  <a:lnTo>
                    <a:pt x="968255" y="473569"/>
                  </a:lnTo>
                  <a:lnTo>
                    <a:pt x="972175" y="473866"/>
                  </a:lnTo>
                  <a:lnTo>
                    <a:pt x="976095" y="474127"/>
                  </a:lnTo>
                  <a:lnTo>
                    <a:pt x="980015" y="474356"/>
                  </a:lnTo>
                  <a:lnTo>
                    <a:pt x="983935" y="474557"/>
                  </a:lnTo>
                  <a:lnTo>
                    <a:pt x="987855" y="474732"/>
                  </a:lnTo>
                  <a:lnTo>
                    <a:pt x="991775" y="474883"/>
                  </a:lnTo>
                  <a:lnTo>
                    <a:pt x="995695" y="475012"/>
                  </a:lnTo>
                  <a:lnTo>
                    <a:pt x="999616" y="475121"/>
                  </a:lnTo>
                  <a:lnTo>
                    <a:pt x="1003536" y="475211"/>
                  </a:lnTo>
                  <a:lnTo>
                    <a:pt x="1007456" y="475283"/>
                  </a:lnTo>
                  <a:lnTo>
                    <a:pt x="1011376" y="475340"/>
                  </a:lnTo>
                  <a:lnTo>
                    <a:pt x="1015296" y="475386"/>
                  </a:lnTo>
                  <a:lnTo>
                    <a:pt x="1019216" y="475421"/>
                  </a:lnTo>
                  <a:lnTo>
                    <a:pt x="1023136" y="475447"/>
                  </a:lnTo>
                  <a:lnTo>
                    <a:pt x="1027056" y="475467"/>
                  </a:lnTo>
                  <a:lnTo>
                    <a:pt x="1030976" y="475481"/>
                  </a:lnTo>
                  <a:lnTo>
                    <a:pt x="1034896" y="475491"/>
                  </a:lnTo>
                  <a:lnTo>
                    <a:pt x="1038816" y="475498"/>
                  </a:lnTo>
                  <a:lnTo>
                    <a:pt x="1042736" y="475502"/>
                  </a:lnTo>
                  <a:lnTo>
                    <a:pt x="1046656" y="475505"/>
                  </a:lnTo>
                  <a:lnTo>
                    <a:pt x="1050576" y="475506"/>
                  </a:lnTo>
                  <a:lnTo>
                    <a:pt x="1054496" y="475507"/>
                  </a:lnTo>
                  <a:lnTo>
                    <a:pt x="1058417" y="475506"/>
                  </a:lnTo>
                  <a:lnTo>
                    <a:pt x="1062337" y="475505"/>
                  </a:lnTo>
                  <a:lnTo>
                    <a:pt x="1066257" y="475502"/>
                  </a:lnTo>
                  <a:lnTo>
                    <a:pt x="1070177" y="475497"/>
                  </a:lnTo>
                  <a:lnTo>
                    <a:pt x="1074097" y="475489"/>
                  </a:lnTo>
                  <a:lnTo>
                    <a:pt x="1078017" y="475478"/>
                  </a:lnTo>
                  <a:lnTo>
                    <a:pt x="1081937" y="475462"/>
                  </a:lnTo>
                  <a:lnTo>
                    <a:pt x="1085857" y="475439"/>
                  </a:lnTo>
                  <a:lnTo>
                    <a:pt x="1089777" y="475406"/>
                  </a:lnTo>
                  <a:lnTo>
                    <a:pt x="1093697" y="475363"/>
                  </a:lnTo>
                  <a:lnTo>
                    <a:pt x="1097617" y="475306"/>
                  </a:lnTo>
                  <a:lnTo>
                    <a:pt x="1101537" y="475232"/>
                  </a:lnTo>
                  <a:lnTo>
                    <a:pt x="1105457" y="475139"/>
                  </a:lnTo>
                  <a:lnTo>
                    <a:pt x="1109377" y="475024"/>
                  </a:lnTo>
                  <a:lnTo>
                    <a:pt x="1113297" y="474887"/>
                  </a:lnTo>
                  <a:lnTo>
                    <a:pt x="1117217" y="474724"/>
                  </a:lnTo>
                  <a:lnTo>
                    <a:pt x="1121138" y="474536"/>
                  </a:lnTo>
                  <a:lnTo>
                    <a:pt x="1125058" y="474321"/>
                  </a:lnTo>
                  <a:lnTo>
                    <a:pt x="1128978" y="474083"/>
                  </a:lnTo>
                  <a:lnTo>
                    <a:pt x="1132898" y="473826"/>
                  </a:lnTo>
                  <a:lnTo>
                    <a:pt x="1136818" y="473552"/>
                  </a:lnTo>
                  <a:lnTo>
                    <a:pt x="1140738" y="473266"/>
                  </a:lnTo>
                  <a:lnTo>
                    <a:pt x="1144658" y="472970"/>
                  </a:lnTo>
                  <a:lnTo>
                    <a:pt x="1148578" y="472667"/>
                  </a:lnTo>
                  <a:lnTo>
                    <a:pt x="1152498" y="472359"/>
                  </a:lnTo>
                  <a:lnTo>
                    <a:pt x="1156418" y="472045"/>
                  </a:lnTo>
                  <a:lnTo>
                    <a:pt x="1160338" y="471723"/>
                  </a:lnTo>
                  <a:lnTo>
                    <a:pt x="1164258" y="471390"/>
                  </a:lnTo>
                  <a:lnTo>
                    <a:pt x="1168178" y="471039"/>
                  </a:lnTo>
                  <a:lnTo>
                    <a:pt x="1172098" y="470664"/>
                  </a:lnTo>
                  <a:lnTo>
                    <a:pt x="1176018" y="470259"/>
                  </a:lnTo>
                  <a:lnTo>
                    <a:pt x="1179938" y="469817"/>
                  </a:lnTo>
                  <a:lnTo>
                    <a:pt x="1183859" y="469330"/>
                  </a:lnTo>
                  <a:lnTo>
                    <a:pt x="1187779" y="468794"/>
                  </a:lnTo>
                  <a:lnTo>
                    <a:pt x="1191699" y="468202"/>
                  </a:lnTo>
                  <a:lnTo>
                    <a:pt x="1195619" y="467549"/>
                  </a:lnTo>
                  <a:lnTo>
                    <a:pt x="1199539" y="466832"/>
                  </a:lnTo>
                  <a:lnTo>
                    <a:pt x="1203459" y="466040"/>
                  </a:lnTo>
                  <a:lnTo>
                    <a:pt x="1207379" y="465172"/>
                  </a:lnTo>
                  <a:lnTo>
                    <a:pt x="1211299" y="464227"/>
                  </a:lnTo>
                  <a:lnTo>
                    <a:pt x="1215219" y="463202"/>
                  </a:lnTo>
                  <a:lnTo>
                    <a:pt x="1219139" y="462092"/>
                  </a:lnTo>
                  <a:lnTo>
                    <a:pt x="1223059" y="460893"/>
                  </a:lnTo>
                  <a:lnTo>
                    <a:pt x="1226979" y="459602"/>
                  </a:lnTo>
                  <a:lnTo>
                    <a:pt x="1230899" y="458214"/>
                  </a:lnTo>
                  <a:lnTo>
                    <a:pt x="1234819" y="456724"/>
                  </a:lnTo>
                  <a:lnTo>
                    <a:pt x="1238739" y="455127"/>
                  </a:lnTo>
                  <a:lnTo>
                    <a:pt x="1242659" y="453410"/>
                  </a:lnTo>
                  <a:lnTo>
                    <a:pt x="1246580" y="451560"/>
                  </a:lnTo>
                  <a:lnTo>
                    <a:pt x="1250500" y="449576"/>
                  </a:lnTo>
                  <a:lnTo>
                    <a:pt x="1254420" y="447445"/>
                  </a:lnTo>
                  <a:lnTo>
                    <a:pt x="1258340" y="445154"/>
                  </a:lnTo>
                  <a:lnTo>
                    <a:pt x="1262260" y="442690"/>
                  </a:lnTo>
                  <a:lnTo>
                    <a:pt x="1266180" y="440039"/>
                  </a:lnTo>
                  <a:lnTo>
                    <a:pt x="1270100" y="437193"/>
                  </a:lnTo>
                  <a:lnTo>
                    <a:pt x="1274020" y="434142"/>
                  </a:lnTo>
                  <a:lnTo>
                    <a:pt x="1277940" y="430887"/>
                  </a:lnTo>
                  <a:lnTo>
                    <a:pt x="1281860" y="427428"/>
                  </a:lnTo>
                  <a:lnTo>
                    <a:pt x="1285780" y="423775"/>
                  </a:lnTo>
                  <a:lnTo>
                    <a:pt x="1289700" y="419976"/>
                  </a:lnTo>
                  <a:lnTo>
                    <a:pt x="1293620" y="416077"/>
                  </a:lnTo>
                  <a:lnTo>
                    <a:pt x="1297540" y="412131"/>
                  </a:lnTo>
                  <a:lnTo>
                    <a:pt x="1301460" y="408207"/>
                  </a:lnTo>
                  <a:lnTo>
                    <a:pt x="1305380" y="404383"/>
                  </a:lnTo>
                  <a:lnTo>
                    <a:pt x="1309301" y="400744"/>
                  </a:lnTo>
                  <a:lnTo>
                    <a:pt x="1313221" y="397382"/>
                  </a:lnTo>
                  <a:lnTo>
                    <a:pt x="1317141" y="394387"/>
                  </a:lnTo>
                  <a:lnTo>
                    <a:pt x="1321061" y="391855"/>
                  </a:lnTo>
                  <a:lnTo>
                    <a:pt x="1324981" y="389932"/>
                  </a:lnTo>
                  <a:lnTo>
                    <a:pt x="1328901" y="388627"/>
                  </a:lnTo>
                  <a:lnTo>
                    <a:pt x="1332821" y="387982"/>
                  </a:lnTo>
                  <a:lnTo>
                    <a:pt x="1336741" y="388015"/>
                  </a:lnTo>
                  <a:lnTo>
                    <a:pt x="1340661" y="388725"/>
                  </a:lnTo>
                  <a:lnTo>
                    <a:pt x="1344581" y="390087"/>
                  </a:lnTo>
                  <a:lnTo>
                    <a:pt x="1348501" y="392056"/>
                  </a:lnTo>
                  <a:lnTo>
                    <a:pt x="1352421" y="394569"/>
                  </a:lnTo>
                  <a:lnTo>
                    <a:pt x="1356341" y="397549"/>
                  </a:lnTo>
                  <a:lnTo>
                    <a:pt x="1360261" y="400910"/>
                  </a:lnTo>
                  <a:lnTo>
                    <a:pt x="1364181" y="404578"/>
                  </a:lnTo>
                  <a:lnTo>
                    <a:pt x="1368101" y="408422"/>
                  </a:lnTo>
                  <a:lnTo>
                    <a:pt x="1372022" y="412353"/>
                  </a:lnTo>
                  <a:lnTo>
                    <a:pt x="1375942" y="416295"/>
                  </a:lnTo>
                  <a:lnTo>
                    <a:pt x="1379862" y="420180"/>
                  </a:lnTo>
                  <a:lnTo>
                    <a:pt x="1383782" y="423957"/>
                  </a:lnTo>
                  <a:lnTo>
                    <a:pt x="1387702" y="427583"/>
                  </a:lnTo>
                  <a:lnTo>
                    <a:pt x="1391622" y="431031"/>
                  </a:lnTo>
                  <a:lnTo>
                    <a:pt x="1395542" y="434283"/>
                  </a:lnTo>
                  <a:lnTo>
                    <a:pt x="1399462" y="437335"/>
                  </a:lnTo>
                  <a:lnTo>
                    <a:pt x="1403382" y="440172"/>
                  </a:lnTo>
                  <a:lnTo>
                    <a:pt x="1407302" y="442820"/>
                  </a:lnTo>
                  <a:lnTo>
                    <a:pt x="1411222" y="445300"/>
                  </a:lnTo>
                  <a:lnTo>
                    <a:pt x="1415142" y="447630"/>
                  </a:lnTo>
                  <a:lnTo>
                    <a:pt x="1419062" y="449826"/>
                  </a:lnTo>
                  <a:lnTo>
                    <a:pt x="1422982" y="451902"/>
                  </a:lnTo>
                  <a:lnTo>
                    <a:pt x="1426902" y="453872"/>
                  </a:lnTo>
                  <a:lnTo>
                    <a:pt x="1430822" y="455743"/>
                  </a:lnTo>
                  <a:lnTo>
                    <a:pt x="1434743" y="457522"/>
                  </a:lnTo>
                  <a:lnTo>
                    <a:pt x="1438663" y="459212"/>
                  </a:lnTo>
                  <a:lnTo>
                    <a:pt x="1442583" y="460807"/>
                  </a:lnTo>
                  <a:lnTo>
                    <a:pt x="1446503" y="462305"/>
                  </a:lnTo>
                  <a:lnTo>
                    <a:pt x="1450423" y="463708"/>
                  </a:lnTo>
                  <a:lnTo>
                    <a:pt x="1454343" y="465013"/>
                  </a:lnTo>
                  <a:lnTo>
                    <a:pt x="1458263" y="466218"/>
                  </a:lnTo>
                  <a:lnTo>
                    <a:pt x="1462183" y="467319"/>
                  </a:lnTo>
                  <a:lnTo>
                    <a:pt x="1466103" y="468318"/>
                  </a:lnTo>
                  <a:lnTo>
                    <a:pt x="1470023" y="469214"/>
                  </a:lnTo>
                  <a:lnTo>
                    <a:pt x="1473943" y="470012"/>
                  </a:lnTo>
                  <a:lnTo>
                    <a:pt x="1477863" y="470715"/>
                  </a:lnTo>
                  <a:lnTo>
                    <a:pt x="1481783" y="471325"/>
                  </a:lnTo>
                  <a:lnTo>
                    <a:pt x="1485703" y="471851"/>
                  </a:lnTo>
                  <a:lnTo>
                    <a:pt x="1489623" y="472308"/>
                  </a:lnTo>
                  <a:lnTo>
                    <a:pt x="1493543" y="472705"/>
                  </a:lnTo>
                  <a:lnTo>
                    <a:pt x="1497464" y="473050"/>
                  </a:lnTo>
                  <a:lnTo>
                    <a:pt x="1501384" y="473354"/>
                  </a:lnTo>
                  <a:lnTo>
                    <a:pt x="1505304" y="473623"/>
                  </a:lnTo>
                  <a:lnTo>
                    <a:pt x="1509224" y="473863"/>
                  </a:lnTo>
                  <a:lnTo>
                    <a:pt x="1513144" y="474080"/>
                  </a:lnTo>
                  <a:lnTo>
                    <a:pt x="1517064" y="474277"/>
                  </a:lnTo>
                  <a:lnTo>
                    <a:pt x="1520984" y="474456"/>
                  </a:lnTo>
                  <a:lnTo>
                    <a:pt x="1524904" y="474617"/>
                  </a:lnTo>
                  <a:lnTo>
                    <a:pt x="1528824" y="474763"/>
                  </a:lnTo>
                  <a:lnTo>
                    <a:pt x="1532744" y="474894"/>
                  </a:lnTo>
                  <a:lnTo>
                    <a:pt x="1536664" y="475009"/>
                  </a:lnTo>
                  <a:lnTo>
                    <a:pt x="1540584" y="475110"/>
                  </a:lnTo>
                  <a:lnTo>
                    <a:pt x="1544504" y="475196"/>
                  </a:lnTo>
                  <a:lnTo>
                    <a:pt x="1548424" y="475268"/>
                  </a:lnTo>
                  <a:lnTo>
                    <a:pt x="1552344" y="475327"/>
                  </a:lnTo>
                  <a:lnTo>
                    <a:pt x="1556265" y="475374"/>
                  </a:lnTo>
                  <a:lnTo>
                    <a:pt x="1560185" y="475411"/>
                  </a:lnTo>
                  <a:lnTo>
                    <a:pt x="1564105" y="475439"/>
                  </a:lnTo>
                  <a:lnTo>
                    <a:pt x="1568025" y="475460"/>
                  </a:lnTo>
                  <a:lnTo>
                    <a:pt x="1571945" y="475476"/>
                  </a:lnTo>
                  <a:lnTo>
                    <a:pt x="1575865" y="475487"/>
                  </a:lnTo>
                  <a:lnTo>
                    <a:pt x="1579785" y="475495"/>
                  </a:lnTo>
                  <a:lnTo>
                    <a:pt x="1583705" y="475500"/>
                  </a:lnTo>
                  <a:lnTo>
                    <a:pt x="1587625" y="475504"/>
                  </a:lnTo>
                  <a:lnTo>
                    <a:pt x="1591545" y="475507"/>
                  </a:lnTo>
                  <a:lnTo>
                    <a:pt x="1595465" y="475508"/>
                  </a:lnTo>
                  <a:lnTo>
                    <a:pt x="1599385" y="475509"/>
                  </a:lnTo>
                  <a:lnTo>
                    <a:pt x="1603305" y="475510"/>
                  </a:lnTo>
                  <a:lnTo>
                    <a:pt x="1607225" y="475510"/>
                  </a:lnTo>
                  <a:lnTo>
                    <a:pt x="1611145" y="475510"/>
                  </a:lnTo>
                  <a:lnTo>
                    <a:pt x="1615065" y="475510"/>
                  </a:lnTo>
                  <a:lnTo>
                    <a:pt x="1618986" y="475510"/>
                  </a:lnTo>
                  <a:lnTo>
                    <a:pt x="1622906" y="475511"/>
                  </a:lnTo>
                  <a:lnTo>
                    <a:pt x="1626826" y="475511"/>
                  </a:lnTo>
                  <a:lnTo>
                    <a:pt x="1630746" y="475511"/>
                  </a:lnTo>
                  <a:lnTo>
                    <a:pt x="1634666" y="475511"/>
                  </a:lnTo>
                  <a:lnTo>
                    <a:pt x="1638586" y="475511"/>
                  </a:lnTo>
                  <a:lnTo>
                    <a:pt x="1642506" y="475511"/>
                  </a:lnTo>
                  <a:lnTo>
                    <a:pt x="1646426" y="475511"/>
                  </a:lnTo>
                  <a:lnTo>
                    <a:pt x="1650346" y="475511"/>
                  </a:lnTo>
                  <a:lnTo>
                    <a:pt x="1654266" y="475511"/>
                  </a:lnTo>
                  <a:lnTo>
                    <a:pt x="1658186" y="475511"/>
                  </a:lnTo>
                  <a:lnTo>
                    <a:pt x="1662106" y="475511"/>
                  </a:lnTo>
                  <a:lnTo>
                    <a:pt x="1666026" y="475511"/>
                  </a:lnTo>
                  <a:lnTo>
                    <a:pt x="1669946" y="475511"/>
                  </a:lnTo>
                  <a:lnTo>
                    <a:pt x="1673866" y="475511"/>
                  </a:lnTo>
                  <a:lnTo>
                    <a:pt x="1677786" y="475511"/>
                  </a:lnTo>
                  <a:lnTo>
                    <a:pt x="1681707" y="475511"/>
                  </a:lnTo>
                  <a:lnTo>
                    <a:pt x="1685627" y="475511"/>
                  </a:lnTo>
                  <a:lnTo>
                    <a:pt x="1689547" y="475511"/>
                  </a:lnTo>
                  <a:lnTo>
                    <a:pt x="1693467" y="475511"/>
                  </a:lnTo>
                  <a:lnTo>
                    <a:pt x="1697387" y="475511"/>
                  </a:lnTo>
                  <a:lnTo>
                    <a:pt x="1701307" y="475511"/>
                  </a:lnTo>
                  <a:lnTo>
                    <a:pt x="1705227" y="475511"/>
                  </a:lnTo>
                  <a:lnTo>
                    <a:pt x="1709147" y="475511"/>
                  </a:lnTo>
                  <a:lnTo>
                    <a:pt x="1713067" y="475511"/>
                  </a:lnTo>
                  <a:lnTo>
                    <a:pt x="1716987" y="475511"/>
                  </a:lnTo>
                  <a:lnTo>
                    <a:pt x="1720907" y="475511"/>
                  </a:lnTo>
                  <a:lnTo>
                    <a:pt x="1724827" y="475511"/>
                  </a:lnTo>
                  <a:lnTo>
                    <a:pt x="1728747" y="475511"/>
                  </a:lnTo>
                  <a:lnTo>
                    <a:pt x="1732667" y="475511"/>
                  </a:lnTo>
                  <a:lnTo>
                    <a:pt x="1736587" y="475511"/>
                  </a:lnTo>
                  <a:lnTo>
                    <a:pt x="1740507" y="475511"/>
                  </a:lnTo>
                  <a:lnTo>
                    <a:pt x="1744428" y="475511"/>
                  </a:lnTo>
                  <a:lnTo>
                    <a:pt x="1748348" y="475511"/>
                  </a:lnTo>
                  <a:lnTo>
                    <a:pt x="1752268" y="475511"/>
                  </a:lnTo>
                  <a:lnTo>
                    <a:pt x="1756188" y="475511"/>
                  </a:lnTo>
                  <a:lnTo>
                    <a:pt x="1760108" y="475511"/>
                  </a:lnTo>
                  <a:lnTo>
                    <a:pt x="1764028" y="475511"/>
                  </a:lnTo>
                  <a:lnTo>
                    <a:pt x="1767948" y="475511"/>
                  </a:lnTo>
                  <a:lnTo>
                    <a:pt x="1771868" y="475511"/>
                  </a:lnTo>
                  <a:lnTo>
                    <a:pt x="1775788" y="475511"/>
                  </a:lnTo>
                  <a:lnTo>
                    <a:pt x="1779708" y="475511"/>
                  </a:lnTo>
                  <a:lnTo>
                    <a:pt x="1783628" y="475511"/>
                  </a:lnTo>
                  <a:lnTo>
                    <a:pt x="1787548" y="475511"/>
                  </a:lnTo>
                  <a:lnTo>
                    <a:pt x="1791468" y="475511"/>
                  </a:lnTo>
                  <a:lnTo>
                    <a:pt x="1795388" y="475511"/>
                  </a:lnTo>
                  <a:lnTo>
                    <a:pt x="1799308" y="475511"/>
                  </a:lnTo>
                  <a:lnTo>
                    <a:pt x="1803228" y="475511"/>
                  </a:lnTo>
                  <a:lnTo>
                    <a:pt x="1807149" y="475511"/>
                  </a:lnTo>
                  <a:lnTo>
                    <a:pt x="1811069" y="475511"/>
                  </a:lnTo>
                  <a:lnTo>
                    <a:pt x="1814989" y="475511"/>
                  </a:lnTo>
                  <a:lnTo>
                    <a:pt x="1818909" y="475511"/>
                  </a:lnTo>
                  <a:lnTo>
                    <a:pt x="1822829" y="475511"/>
                  </a:lnTo>
                  <a:lnTo>
                    <a:pt x="1826749" y="475511"/>
                  </a:lnTo>
                  <a:lnTo>
                    <a:pt x="1830669" y="475511"/>
                  </a:lnTo>
                  <a:lnTo>
                    <a:pt x="1834589" y="475511"/>
                  </a:lnTo>
                  <a:lnTo>
                    <a:pt x="1838509" y="475511"/>
                  </a:lnTo>
                  <a:lnTo>
                    <a:pt x="1842429" y="475511"/>
                  </a:lnTo>
                  <a:lnTo>
                    <a:pt x="1846349" y="475511"/>
                  </a:lnTo>
                  <a:lnTo>
                    <a:pt x="1850269" y="475511"/>
                  </a:lnTo>
                  <a:lnTo>
                    <a:pt x="1854189" y="475511"/>
                  </a:lnTo>
                  <a:lnTo>
                    <a:pt x="1858109" y="475511"/>
                  </a:lnTo>
                  <a:lnTo>
                    <a:pt x="1862029" y="475511"/>
                  </a:lnTo>
                  <a:lnTo>
                    <a:pt x="1865949" y="475511"/>
                  </a:lnTo>
                  <a:lnTo>
                    <a:pt x="1869870" y="475511"/>
                  </a:lnTo>
                  <a:lnTo>
                    <a:pt x="1873790" y="475511"/>
                  </a:lnTo>
                  <a:lnTo>
                    <a:pt x="1877710" y="475511"/>
                  </a:lnTo>
                  <a:lnTo>
                    <a:pt x="1881630" y="475511"/>
                  </a:lnTo>
                  <a:lnTo>
                    <a:pt x="1885550" y="475511"/>
                  </a:lnTo>
                  <a:lnTo>
                    <a:pt x="1889470" y="475511"/>
                  </a:lnTo>
                  <a:lnTo>
                    <a:pt x="1893390" y="475511"/>
                  </a:lnTo>
                  <a:lnTo>
                    <a:pt x="1897310" y="475511"/>
                  </a:lnTo>
                  <a:lnTo>
                    <a:pt x="1901230" y="475511"/>
                  </a:lnTo>
                  <a:lnTo>
                    <a:pt x="1905150" y="475511"/>
                  </a:lnTo>
                  <a:lnTo>
                    <a:pt x="1909070" y="475511"/>
                  </a:lnTo>
                  <a:lnTo>
                    <a:pt x="1912990" y="475511"/>
                  </a:lnTo>
                  <a:lnTo>
                    <a:pt x="1916910" y="475511"/>
                  </a:lnTo>
                  <a:lnTo>
                    <a:pt x="1920830" y="475511"/>
                  </a:lnTo>
                  <a:lnTo>
                    <a:pt x="1924750" y="475511"/>
                  </a:lnTo>
                  <a:lnTo>
                    <a:pt x="1928670" y="475511"/>
                  </a:lnTo>
                  <a:lnTo>
                    <a:pt x="1932591" y="475511"/>
                  </a:lnTo>
                  <a:lnTo>
                    <a:pt x="1936511" y="475511"/>
                  </a:lnTo>
                  <a:lnTo>
                    <a:pt x="1940431" y="475511"/>
                  </a:lnTo>
                  <a:lnTo>
                    <a:pt x="1944351" y="475511"/>
                  </a:lnTo>
                  <a:lnTo>
                    <a:pt x="1948271" y="475511"/>
                  </a:lnTo>
                  <a:lnTo>
                    <a:pt x="1952191" y="475511"/>
                  </a:lnTo>
                  <a:lnTo>
                    <a:pt x="1956111" y="475511"/>
                  </a:lnTo>
                  <a:lnTo>
                    <a:pt x="1960031" y="475511"/>
                  </a:lnTo>
                  <a:lnTo>
                    <a:pt x="1963951" y="475511"/>
                  </a:lnTo>
                  <a:lnTo>
                    <a:pt x="1967871" y="475511"/>
                  </a:lnTo>
                  <a:lnTo>
                    <a:pt x="1971791" y="475511"/>
                  </a:lnTo>
                  <a:lnTo>
                    <a:pt x="1975711" y="475511"/>
                  </a:lnTo>
                  <a:lnTo>
                    <a:pt x="1979631" y="475511"/>
                  </a:lnTo>
                  <a:lnTo>
                    <a:pt x="1983551" y="475511"/>
                  </a:lnTo>
                  <a:lnTo>
                    <a:pt x="1987471" y="475511"/>
                  </a:lnTo>
                  <a:lnTo>
                    <a:pt x="1991391" y="475511"/>
                  </a:lnTo>
                  <a:lnTo>
                    <a:pt x="1995312" y="475511"/>
                  </a:lnTo>
                  <a:lnTo>
                    <a:pt x="1999232" y="475511"/>
                  </a:lnTo>
                  <a:lnTo>
                    <a:pt x="2003152" y="475511"/>
                  </a:lnTo>
                  <a:lnTo>
                    <a:pt x="1999232" y="475511"/>
                  </a:lnTo>
                  <a:lnTo>
                    <a:pt x="1995312" y="475511"/>
                  </a:lnTo>
                  <a:lnTo>
                    <a:pt x="1991391" y="475511"/>
                  </a:lnTo>
                  <a:lnTo>
                    <a:pt x="1987471" y="475511"/>
                  </a:lnTo>
                  <a:lnTo>
                    <a:pt x="1983551" y="475511"/>
                  </a:lnTo>
                  <a:lnTo>
                    <a:pt x="1979631" y="475511"/>
                  </a:lnTo>
                  <a:lnTo>
                    <a:pt x="1975711" y="475511"/>
                  </a:lnTo>
                  <a:lnTo>
                    <a:pt x="1971791" y="475511"/>
                  </a:lnTo>
                  <a:lnTo>
                    <a:pt x="1967871" y="475511"/>
                  </a:lnTo>
                  <a:lnTo>
                    <a:pt x="1963951" y="475511"/>
                  </a:lnTo>
                  <a:lnTo>
                    <a:pt x="1960031" y="475511"/>
                  </a:lnTo>
                  <a:lnTo>
                    <a:pt x="1956111" y="475511"/>
                  </a:lnTo>
                  <a:lnTo>
                    <a:pt x="1952191" y="475511"/>
                  </a:lnTo>
                  <a:lnTo>
                    <a:pt x="1948271" y="475511"/>
                  </a:lnTo>
                  <a:lnTo>
                    <a:pt x="1944351" y="475511"/>
                  </a:lnTo>
                  <a:lnTo>
                    <a:pt x="1940431" y="475511"/>
                  </a:lnTo>
                  <a:lnTo>
                    <a:pt x="1936511" y="475511"/>
                  </a:lnTo>
                  <a:lnTo>
                    <a:pt x="1932591" y="475511"/>
                  </a:lnTo>
                  <a:lnTo>
                    <a:pt x="1928670" y="475511"/>
                  </a:lnTo>
                  <a:lnTo>
                    <a:pt x="1924750" y="475511"/>
                  </a:lnTo>
                  <a:lnTo>
                    <a:pt x="1920830" y="475511"/>
                  </a:lnTo>
                  <a:lnTo>
                    <a:pt x="1916910" y="475511"/>
                  </a:lnTo>
                  <a:lnTo>
                    <a:pt x="1912990" y="475511"/>
                  </a:lnTo>
                  <a:lnTo>
                    <a:pt x="1909070" y="475511"/>
                  </a:lnTo>
                  <a:lnTo>
                    <a:pt x="1905150" y="475511"/>
                  </a:lnTo>
                  <a:lnTo>
                    <a:pt x="1901230" y="475511"/>
                  </a:lnTo>
                  <a:lnTo>
                    <a:pt x="1897310" y="475511"/>
                  </a:lnTo>
                  <a:lnTo>
                    <a:pt x="1893390" y="475511"/>
                  </a:lnTo>
                  <a:lnTo>
                    <a:pt x="1889470" y="475511"/>
                  </a:lnTo>
                  <a:lnTo>
                    <a:pt x="1885550" y="475511"/>
                  </a:lnTo>
                  <a:lnTo>
                    <a:pt x="1881630" y="475511"/>
                  </a:lnTo>
                  <a:lnTo>
                    <a:pt x="1877710" y="475511"/>
                  </a:lnTo>
                  <a:lnTo>
                    <a:pt x="1873790" y="475511"/>
                  </a:lnTo>
                  <a:lnTo>
                    <a:pt x="1869870" y="475511"/>
                  </a:lnTo>
                  <a:lnTo>
                    <a:pt x="1865949" y="475511"/>
                  </a:lnTo>
                  <a:lnTo>
                    <a:pt x="1862029" y="475511"/>
                  </a:lnTo>
                  <a:lnTo>
                    <a:pt x="1858109" y="475511"/>
                  </a:lnTo>
                  <a:lnTo>
                    <a:pt x="1854189" y="475511"/>
                  </a:lnTo>
                  <a:lnTo>
                    <a:pt x="1850269" y="475511"/>
                  </a:lnTo>
                  <a:lnTo>
                    <a:pt x="1846349" y="475511"/>
                  </a:lnTo>
                  <a:lnTo>
                    <a:pt x="1842429" y="475511"/>
                  </a:lnTo>
                  <a:lnTo>
                    <a:pt x="1838509" y="475511"/>
                  </a:lnTo>
                  <a:lnTo>
                    <a:pt x="1834589" y="475511"/>
                  </a:lnTo>
                  <a:lnTo>
                    <a:pt x="1830669" y="475511"/>
                  </a:lnTo>
                  <a:lnTo>
                    <a:pt x="1826749" y="475511"/>
                  </a:lnTo>
                  <a:lnTo>
                    <a:pt x="1822829" y="475511"/>
                  </a:lnTo>
                  <a:lnTo>
                    <a:pt x="1818909" y="475511"/>
                  </a:lnTo>
                  <a:lnTo>
                    <a:pt x="1814989" y="475511"/>
                  </a:lnTo>
                  <a:lnTo>
                    <a:pt x="1811069" y="475511"/>
                  </a:lnTo>
                  <a:lnTo>
                    <a:pt x="1807149" y="475511"/>
                  </a:lnTo>
                  <a:lnTo>
                    <a:pt x="1803228" y="475511"/>
                  </a:lnTo>
                  <a:lnTo>
                    <a:pt x="1799308" y="475511"/>
                  </a:lnTo>
                  <a:lnTo>
                    <a:pt x="1795388" y="475511"/>
                  </a:lnTo>
                  <a:lnTo>
                    <a:pt x="1791468" y="475511"/>
                  </a:lnTo>
                  <a:lnTo>
                    <a:pt x="1787548" y="475511"/>
                  </a:lnTo>
                  <a:lnTo>
                    <a:pt x="1783628" y="475511"/>
                  </a:lnTo>
                  <a:lnTo>
                    <a:pt x="1779708" y="475511"/>
                  </a:lnTo>
                  <a:lnTo>
                    <a:pt x="1775788" y="475511"/>
                  </a:lnTo>
                  <a:lnTo>
                    <a:pt x="1771868" y="475511"/>
                  </a:lnTo>
                  <a:lnTo>
                    <a:pt x="1767948" y="475511"/>
                  </a:lnTo>
                  <a:lnTo>
                    <a:pt x="1764028" y="475511"/>
                  </a:lnTo>
                  <a:lnTo>
                    <a:pt x="1760108" y="475511"/>
                  </a:lnTo>
                  <a:lnTo>
                    <a:pt x="1756188" y="475511"/>
                  </a:lnTo>
                  <a:lnTo>
                    <a:pt x="1752268" y="475511"/>
                  </a:lnTo>
                  <a:lnTo>
                    <a:pt x="1748348" y="475511"/>
                  </a:lnTo>
                  <a:lnTo>
                    <a:pt x="1744428" y="475511"/>
                  </a:lnTo>
                  <a:lnTo>
                    <a:pt x="1740507" y="475511"/>
                  </a:lnTo>
                  <a:lnTo>
                    <a:pt x="1736587" y="475511"/>
                  </a:lnTo>
                  <a:lnTo>
                    <a:pt x="1732667" y="475511"/>
                  </a:lnTo>
                  <a:lnTo>
                    <a:pt x="1728747" y="475511"/>
                  </a:lnTo>
                  <a:lnTo>
                    <a:pt x="1724827" y="475511"/>
                  </a:lnTo>
                  <a:lnTo>
                    <a:pt x="1720907" y="475511"/>
                  </a:lnTo>
                  <a:lnTo>
                    <a:pt x="1716987" y="475511"/>
                  </a:lnTo>
                  <a:lnTo>
                    <a:pt x="1713067" y="475511"/>
                  </a:lnTo>
                  <a:lnTo>
                    <a:pt x="1709147" y="475511"/>
                  </a:lnTo>
                  <a:lnTo>
                    <a:pt x="1705227" y="475511"/>
                  </a:lnTo>
                  <a:lnTo>
                    <a:pt x="1701307" y="475511"/>
                  </a:lnTo>
                  <a:lnTo>
                    <a:pt x="1697387" y="475511"/>
                  </a:lnTo>
                  <a:lnTo>
                    <a:pt x="1693467" y="475511"/>
                  </a:lnTo>
                  <a:lnTo>
                    <a:pt x="1689547" y="475511"/>
                  </a:lnTo>
                  <a:lnTo>
                    <a:pt x="1685627" y="475511"/>
                  </a:lnTo>
                  <a:lnTo>
                    <a:pt x="1681707" y="475511"/>
                  </a:lnTo>
                  <a:lnTo>
                    <a:pt x="1677786" y="475511"/>
                  </a:lnTo>
                  <a:lnTo>
                    <a:pt x="1673866" y="475511"/>
                  </a:lnTo>
                  <a:lnTo>
                    <a:pt x="1669946" y="475511"/>
                  </a:lnTo>
                  <a:lnTo>
                    <a:pt x="1666026" y="475511"/>
                  </a:lnTo>
                  <a:lnTo>
                    <a:pt x="1662106" y="475511"/>
                  </a:lnTo>
                  <a:lnTo>
                    <a:pt x="1658186" y="475511"/>
                  </a:lnTo>
                  <a:lnTo>
                    <a:pt x="1654266" y="475511"/>
                  </a:lnTo>
                  <a:lnTo>
                    <a:pt x="1650346" y="475511"/>
                  </a:lnTo>
                  <a:lnTo>
                    <a:pt x="1646426" y="475511"/>
                  </a:lnTo>
                  <a:lnTo>
                    <a:pt x="1642506" y="475511"/>
                  </a:lnTo>
                  <a:lnTo>
                    <a:pt x="1638586" y="475511"/>
                  </a:lnTo>
                  <a:lnTo>
                    <a:pt x="1634666" y="475511"/>
                  </a:lnTo>
                  <a:lnTo>
                    <a:pt x="1630746" y="475511"/>
                  </a:lnTo>
                  <a:lnTo>
                    <a:pt x="1626826" y="475511"/>
                  </a:lnTo>
                  <a:lnTo>
                    <a:pt x="1622906" y="475511"/>
                  </a:lnTo>
                  <a:lnTo>
                    <a:pt x="1618986" y="475511"/>
                  </a:lnTo>
                  <a:lnTo>
                    <a:pt x="1615065" y="475511"/>
                  </a:lnTo>
                  <a:lnTo>
                    <a:pt x="1611145" y="475511"/>
                  </a:lnTo>
                  <a:lnTo>
                    <a:pt x="1607225" y="475511"/>
                  </a:lnTo>
                  <a:lnTo>
                    <a:pt x="1603305" y="475511"/>
                  </a:lnTo>
                  <a:lnTo>
                    <a:pt x="1599385" y="475511"/>
                  </a:lnTo>
                  <a:lnTo>
                    <a:pt x="1595465" y="475511"/>
                  </a:lnTo>
                  <a:lnTo>
                    <a:pt x="1591545" y="475511"/>
                  </a:lnTo>
                  <a:lnTo>
                    <a:pt x="1587625" y="475511"/>
                  </a:lnTo>
                  <a:lnTo>
                    <a:pt x="1583705" y="475511"/>
                  </a:lnTo>
                  <a:lnTo>
                    <a:pt x="1579785" y="475511"/>
                  </a:lnTo>
                  <a:lnTo>
                    <a:pt x="1575865" y="475511"/>
                  </a:lnTo>
                  <a:lnTo>
                    <a:pt x="1571945" y="475511"/>
                  </a:lnTo>
                  <a:lnTo>
                    <a:pt x="1568025" y="475511"/>
                  </a:lnTo>
                  <a:lnTo>
                    <a:pt x="1564105" y="475511"/>
                  </a:lnTo>
                  <a:lnTo>
                    <a:pt x="1560185" y="475511"/>
                  </a:lnTo>
                  <a:lnTo>
                    <a:pt x="1556265" y="475511"/>
                  </a:lnTo>
                  <a:lnTo>
                    <a:pt x="1552344" y="475511"/>
                  </a:lnTo>
                  <a:lnTo>
                    <a:pt x="1548424" y="475511"/>
                  </a:lnTo>
                  <a:lnTo>
                    <a:pt x="1544504" y="475511"/>
                  </a:lnTo>
                  <a:lnTo>
                    <a:pt x="1540584" y="475511"/>
                  </a:lnTo>
                  <a:lnTo>
                    <a:pt x="1536664" y="475511"/>
                  </a:lnTo>
                  <a:lnTo>
                    <a:pt x="1532744" y="475511"/>
                  </a:lnTo>
                  <a:lnTo>
                    <a:pt x="1528824" y="475511"/>
                  </a:lnTo>
                  <a:lnTo>
                    <a:pt x="1524904" y="475511"/>
                  </a:lnTo>
                  <a:lnTo>
                    <a:pt x="1520984" y="475511"/>
                  </a:lnTo>
                  <a:lnTo>
                    <a:pt x="1517064" y="475511"/>
                  </a:lnTo>
                  <a:lnTo>
                    <a:pt x="1513144" y="475511"/>
                  </a:lnTo>
                  <a:lnTo>
                    <a:pt x="1509224" y="475511"/>
                  </a:lnTo>
                  <a:lnTo>
                    <a:pt x="1505304" y="475511"/>
                  </a:lnTo>
                  <a:lnTo>
                    <a:pt x="1501384" y="475511"/>
                  </a:lnTo>
                  <a:lnTo>
                    <a:pt x="1497464" y="475511"/>
                  </a:lnTo>
                  <a:lnTo>
                    <a:pt x="1493543" y="475511"/>
                  </a:lnTo>
                  <a:lnTo>
                    <a:pt x="1489623" y="475511"/>
                  </a:lnTo>
                  <a:lnTo>
                    <a:pt x="1485703" y="475511"/>
                  </a:lnTo>
                  <a:lnTo>
                    <a:pt x="1481783" y="475511"/>
                  </a:lnTo>
                  <a:lnTo>
                    <a:pt x="1477863" y="475511"/>
                  </a:lnTo>
                  <a:lnTo>
                    <a:pt x="1473943" y="475511"/>
                  </a:lnTo>
                  <a:lnTo>
                    <a:pt x="1470023" y="475511"/>
                  </a:lnTo>
                  <a:lnTo>
                    <a:pt x="1466103" y="475511"/>
                  </a:lnTo>
                  <a:lnTo>
                    <a:pt x="1462183" y="475511"/>
                  </a:lnTo>
                  <a:lnTo>
                    <a:pt x="1458263" y="475511"/>
                  </a:lnTo>
                  <a:lnTo>
                    <a:pt x="1454343" y="475511"/>
                  </a:lnTo>
                  <a:lnTo>
                    <a:pt x="1450423" y="475511"/>
                  </a:lnTo>
                  <a:lnTo>
                    <a:pt x="1446503" y="475511"/>
                  </a:lnTo>
                  <a:lnTo>
                    <a:pt x="1442583" y="475511"/>
                  </a:lnTo>
                  <a:lnTo>
                    <a:pt x="1438663" y="475511"/>
                  </a:lnTo>
                  <a:lnTo>
                    <a:pt x="1434743" y="475511"/>
                  </a:lnTo>
                  <a:lnTo>
                    <a:pt x="1430822" y="475511"/>
                  </a:lnTo>
                  <a:lnTo>
                    <a:pt x="1426902" y="475511"/>
                  </a:lnTo>
                  <a:lnTo>
                    <a:pt x="1422982" y="475511"/>
                  </a:lnTo>
                  <a:lnTo>
                    <a:pt x="1419062" y="475511"/>
                  </a:lnTo>
                  <a:lnTo>
                    <a:pt x="1415142" y="475511"/>
                  </a:lnTo>
                  <a:lnTo>
                    <a:pt x="1411222" y="475511"/>
                  </a:lnTo>
                  <a:lnTo>
                    <a:pt x="1407302" y="475511"/>
                  </a:lnTo>
                  <a:lnTo>
                    <a:pt x="1403382" y="475511"/>
                  </a:lnTo>
                  <a:lnTo>
                    <a:pt x="1399462" y="475511"/>
                  </a:lnTo>
                  <a:lnTo>
                    <a:pt x="1395542" y="475511"/>
                  </a:lnTo>
                  <a:lnTo>
                    <a:pt x="1391622" y="475511"/>
                  </a:lnTo>
                  <a:lnTo>
                    <a:pt x="1387702" y="475511"/>
                  </a:lnTo>
                  <a:lnTo>
                    <a:pt x="1383782" y="475511"/>
                  </a:lnTo>
                  <a:lnTo>
                    <a:pt x="1379862" y="475511"/>
                  </a:lnTo>
                  <a:lnTo>
                    <a:pt x="1375942" y="475511"/>
                  </a:lnTo>
                  <a:lnTo>
                    <a:pt x="1372022" y="475511"/>
                  </a:lnTo>
                  <a:lnTo>
                    <a:pt x="1368101" y="475511"/>
                  </a:lnTo>
                  <a:lnTo>
                    <a:pt x="1364181" y="475511"/>
                  </a:lnTo>
                  <a:lnTo>
                    <a:pt x="1360261" y="475511"/>
                  </a:lnTo>
                  <a:lnTo>
                    <a:pt x="1356341" y="475511"/>
                  </a:lnTo>
                  <a:lnTo>
                    <a:pt x="1352421" y="475511"/>
                  </a:lnTo>
                  <a:lnTo>
                    <a:pt x="1348501" y="475511"/>
                  </a:lnTo>
                  <a:lnTo>
                    <a:pt x="1344581" y="475511"/>
                  </a:lnTo>
                  <a:lnTo>
                    <a:pt x="1340661" y="475511"/>
                  </a:lnTo>
                  <a:lnTo>
                    <a:pt x="1336741" y="475511"/>
                  </a:lnTo>
                  <a:lnTo>
                    <a:pt x="1332821" y="475511"/>
                  </a:lnTo>
                  <a:lnTo>
                    <a:pt x="1328901" y="475511"/>
                  </a:lnTo>
                  <a:lnTo>
                    <a:pt x="1324981" y="475511"/>
                  </a:lnTo>
                  <a:lnTo>
                    <a:pt x="1321061" y="475511"/>
                  </a:lnTo>
                  <a:lnTo>
                    <a:pt x="1317141" y="475511"/>
                  </a:lnTo>
                  <a:lnTo>
                    <a:pt x="1313221" y="475511"/>
                  </a:lnTo>
                  <a:lnTo>
                    <a:pt x="1309301" y="475511"/>
                  </a:lnTo>
                  <a:lnTo>
                    <a:pt x="1305380" y="475511"/>
                  </a:lnTo>
                  <a:lnTo>
                    <a:pt x="1301460" y="475511"/>
                  </a:lnTo>
                  <a:lnTo>
                    <a:pt x="1297540" y="475511"/>
                  </a:lnTo>
                  <a:lnTo>
                    <a:pt x="1293620" y="475511"/>
                  </a:lnTo>
                  <a:lnTo>
                    <a:pt x="1289700" y="475511"/>
                  </a:lnTo>
                  <a:lnTo>
                    <a:pt x="1285780" y="475511"/>
                  </a:lnTo>
                  <a:lnTo>
                    <a:pt x="1281860" y="475511"/>
                  </a:lnTo>
                  <a:lnTo>
                    <a:pt x="1277940" y="475511"/>
                  </a:lnTo>
                  <a:lnTo>
                    <a:pt x="1274020" y="475511"/>
                  </a:lnTo>
                  <a:lnTo>
                    <a:pt x="1270100" y="475511"/>
                  </a:lnTo>
                  <a:lnTo>
                    <a:pt x="1266180" y="475511"/>
                  </a:lnTo>
                  <a:lnTo>
                    <a:pt x="1262260" y="475511"/>
                  </a:lnTo>
                  <a:lnTo>
                    <a:pt x="1258340" y="475511"/>
                  </a:lnTo>
                  <a:lnTo>
                    <a:pt x="1254420" y="475511"/>
                  </a:lnTo>
                  <a:lnTo>
                    <a:pt x="1250500" y="475511"/>
                  </a:lnTo>
                  <a:lnTo>
                    <a:pt x="1246580" y="475511"/>
                  </a:lnTo>
                  <a:lnTo>
                    <a:pt x="1242659" y="475511"/>
                  </a:lnTo>
                  <a:lnTo>
                    <a:pt x="1238739" y="475511"/>
                  </a:lnTo>
                  <a:lnTo>
                    <a:pt x="1234819" y="475511"/>
                  </a:lnTo>
                  <a:lnTo>
                    <a:pt x="1230899" y="475511"/>
                  </a:lnTo>
                  <a:lnTo>
                    <a:pt x="1226979" y="475511"/>
                  </a:lnTo>
                  <a:lnTo>
                    <a:pt x="1223059" y="475511"/>
                  </a:lnTo>
                  <a:lnTo>
                    <a:pt x="1219139" y="475511"/>
                  </a:lnTo>
                  <a:lnTo>
                    <a:pt x="1215219" y="475511"/>
                  </a:lnTo>
                  <a:lnTo>
                    <a:pt x="1211299" y="475511"/>
                  </a:lnTo>
                  <a:lnTo>
                    <a:pt x="1207379" y="475511"/>
                  </a:lnTo>
                  <a:lnTo>
                    <a:pt x="1203459" y="475511"/>
                  </a:lnTo>
                  <a:lnTo>
                    <a:pt x="1199539" y="475511"/>
                  </a:lnTo>
                  <a:lnTo>
                    <a:pt x="1195619" y="475511"/>
                  </a:lnTo>
                  <a:lnTo>
                    <a:pt x="1191699" y="475511"/>
                  </a:lnTo>
                  <a:lnTo>
                    <a:pt x="1187779" y="475511"/>
                  </a:lnTo>
                  <a:lnTo>
                    <a:pt x="1183859" y="475511"/>
                  </a:lnTo>
                  <a:lnTo>
                    <a:pt x="1179938" y="475511"/>
                  </a:lnTo>
                  <a:lnTo>
                    <a:pt x="1176018" y="475511"/>
                  </a:lnTo>
                  <a:lnTo>
                    <a:pt x="1172098" y="475511"/>
                  </a:lnTo>
                  <a:lnTo>
                    <a:pt x="1168178" y="475511"/>
                  </a:lnTo>
                  <a:lnTo>
                    <a:pt x="1164258" y="475511"/>
                  </a:lnTo>
                  <a:lnTo>
                    <a:pt x="1160338" y="475511"/>
                  </a:lnTo>
                  <a:lnTo>
                    <a:pt x="1156418" y="475511"/>
                  </a:lnTo>
                  <a:lnTo>
                    <a:pt x="1152498" y="475511"/>
                  </a:lnTo>
                  <a:lnTo>
                    <a:pt x="1148578" y="475511"/>
                  </a:lnTo>
                  <a:lnTo>
                    <a:pt x="1144658" y="475511"/>
                  </a:lnTo>
                  <a:lnTo>
                    <a:pt x="1140738" y="475511"/>
                  </a:lnTo>
                  <a:lnTo>
                    <a:pt x="1136818" y="475511"/>
                  </a:lnTo>
                  <a:lnTo>
                    <a:pt x="1132898" y="475511"/>
                  </a:lnTo>
                  <a:lnTo>
                    <a:pt x="1128978" y="475511"/>
                  </a:lnTo>
                  <a:lnTo>
                    <a:pt x="1125058" y="475511"/>
                  </a:lnTo>
                  <a:lnTo>
                    <a:pt x="1121138" y="475511"/>
                  </a:lnTo>
                  <a:lnTo>
                    <a:pt x="1117217" y="475511"/>
                  </a:lnTo>
                  <a:lnTo>
                    <a:pt x="1113297" y="475511"/>
                  </a:lnTo>
                  <a:lnTo>
                    <a:pt x="1109377" y="475511"/>
                  </a:lnTo>
                  <a:lnTo>
                    <a:pt x="1105457" y="475511"/>
                  </a:lnTo>
                  <a:lnTo>
                    <a:pt x="1101537" y="475511"/>
                  </a:lnTo>
                  <a:lnTo>
                    <a:pt x="1097617" y="475511"/>
                  </a:lnTo>
                  <a:lnTo>
                    <a:pt x="1093697" y="475511"/>
                  </a:lnTo>
                  <a:lnTo>
                    <a:pt x="1089777" y="475511"/>
                  </a:lnTo>
                  <a:lnTo>
                    <a:pt x="1085857" y="475511"/>
                  </a:lnTo>
                  <a:lnTo>
                    <a:pt x="1081937" y="475511"/>
                  </a:lnTo>
                  <a:lnTo>
                    <a:pt x="1078017" y="475511"/>
                  </a:lnTo>
                  <a:lnTo>
                    <a:pt x="1074097" y="475511"/>
                  </a:lnTo>
                  <a:lnTo>
                    <a:pt x="1070177" y="475511"/>
                  </a:lnTo>
                  <a:lnTo>
                    <a:pt x="1066257" y="475511"/>
                  </a:lnTo>
                  <a:lnTo>
                    <a:pt x="1062337" y="475511"/>
                  </a:lnTo>
                  <a:lnTo>
                    <a:pt x="1058417" y="475511"/>
                  </a:lnTo>
                  <a:lnTo>
                    <a:pt x="1054496" y="475511"/>
                  </a:lnTo>
                  <a:lnTo>
                    <a:pt x="1050576" y="475511"/>
                  </a:lnTo>
                  <a:lnTo>
                    <a:pt x="1046656" y="475511"/>
                  </a:lnTo>
                  <a:lnTo>
                    <a:pt x="1042736" y="475511"/>
                  </a:lnTo>
                  <a:lnTo>
                    <a:pt x="1038816" y="475511"/>
                  </a:lnTo>
                  <a:lnTo>
                    <a:pt x="1034896" y="475511"/>
                  </a:lnTo>
                  <a:lnTo>
                    <a:pt x="1030976" y="475511"/>
                  </a:lnTo>
                  <a:lnTo>
                    <a:pt x="1027056" y="475511"/>
                  </a:lnTo>
                  <a:lnTo>
                    <a:pt x="1023136" y="475511"/>
                  </a:lnTo>
                  <a:lnTo>
                    <a:pt x="1019216" y="475511"/>
                  </a:lnTo>
                  <a:lnTo>
                    <a:pt x="1015296" y="475511"/>
                  </a:lnTo>
                  <a:lnTo>
                    <a:pt x="1011376" y="475511"/>
                  </a:lnTo>
                  <a:lnTo>
                    <a:pt x="1007456" y="475511"/>
                  </a:lnTo>
                  <a:lnTo>
                    <a:pt x="1003536" y="475511"/>
                  </a:lnTo>
                  <a:lnTo>
                    <a:pt x="999616" y="475511"/>
                  </a:lnTo>
                  <a:lnTo>
                    <a:pt x="995695" y="475511"/>
                  </a:lnTo>
                  <a:lnTo>
                    <a:pt x="991775" y="475511"/>
                  </a:lnTo>
                  <a:lnTo>
                    <a:pt x="987855" y="475511"/>
                  </a:lnTo>
                  <a:lnTo>
                    <a:pt x="983935" y="475511"/>
                  </a:lnTo>
                  <a:lnTo>
                    <a:pt x="980015" y="475511"/>
                  </a:lnTo>
                  <a:lnTo>
                    <a:pt x="976095" y="475511"/>
                  </a:lnTo>
                  <a:lnTo>
                    <a:pt x="972175" y="475511"/>
                  </a:lnTo>
                  <a:lnTo>
                    <a:pt x="968255" y="475511"/>
                  </a:lnTo>
                  <a:lnTo>
                    <a:pt x="964335" y="475511"/>
                  </a:lnTo>
                  <a:lnTo>
                    <a:pt x="960415" y="475511"/>
                  </a:lnTo>
                  <a:lnTo>
                    <a:pt x="956495" y="475511"/>
                  </a:lnTo>
                  <a:lnTo>
                    <a:pt x="952575" y="475511"/>
                  </a:lnTo>
                  <a:lnTo>
                    <a:pt x="948655" y="475511"/>
                  </a:lnTo>
                  <a:lnTo>
                    <a:pt x="944735" y="475511"/>
                  </a:lnTo>
                  <a:lnTo>
                    <a:pt x="940815" y="475511"/>
                  </a:lnTo>
                  <a:lnTo>
                    <a:pt x="936895" y="475511"/>
                  </a:lnTo>
                  <a:lnTo>
                    <a:pt x="932974" y="475511"/>
                  </a:lnTo>
                  <a:lnTo>
                    <a:pt x="929054" y="475511"/>
                  </a:lnTo>
                  <a:lnTo>
                    <a:pt x="925134" y="475511"/>
                  </a:lnTo>
                  <a:lnTo>
                    <a:pt x="921214" y="475511"/>
                  </a:lnTo>
                  <a:lnTo>
                    <a:pt x="917294" y="475511"/>
                  </a:lnTo>
                  <a:lnTo>
                    <a:pt x="913374" y="475511"/>
                  </a:lnTo>
                  <a:lnTo>
                    <a:pt x="909454" y="475511"/>
                  </a:lnTo>
                  <a:lnTo>
                    <a:pt x="905534" y="475511"/>
                  </a:lnTo>
                  <a:lnTo>
                    <a:pt x="901614" y="475511"/>
                  </a:lnTo>
                  <a:lnTo>
                    <a:pt x="897694" y="475511"/>
                  </a:lnTo>
                  <a:lnTo>
                    <a:pt x="893774" y="475511"/>
                  </a:lnTo>
                  <a:lnTo>
                    <a:pt x="889854" y="475511"/>
                  </a:lnTo>
                  <a:lnTo>
                    <a:pt x="885934" y="475511"/>
                  </a:lnTo>
                  <a:lnTo>
                    <a:pt x="882014" y="475511"/>
                  </a:lnTo>
                  <a:lnTo>
                    <a:pt x="878094" y="475511"/>
                  </a:lnTo>
                  <a:lnTo>
                    <a:pt x="874174" y="475511"/>
                  </a:lnTo>
                  <a:lnTo>
                    <a:pt x="870253" y="475511"/>
                  </a:lnTo>
                  <a:lnTo>
                    <a:pt x="866333" y="475511"/>
                  </a:lnTo>
                  <a:lnTo>
                    <a:pt x="862413" y="475511"/>
                  </a:lnTo>
                  <a:lnTo>
                    <a:pt x="858493" y="475511"/>
                  </a:lnTo>
                  <a:lnTo>
                    <a:pt x="854573" y="475511"/>
                  </a:lnTo>
                  <a:lnTo>
                    <a:pt x="850653" y="475511"/>
                  </a:lnTo>
                  <a:lnTo>
                    <a:pt x="846733" y="475511"/>
                  </a:lnTo>
                  <a:lnTo>
                    <a:pt x="842813" y="475511"/>
                  </a:lnTo>
                  <a:lnTo>
                    <a:pt x="838893" y="475511"/>
                  </a:lnTo>
                  <a:lnTo>
                    <a:pt x="834973" y="475511"/>
                  </a:lnTo>
                  <a:lnTo>
                    <a:pt x="831053" y="475511"/>
                  </a:lnTo>
                  <a:lnTo>
                    <a:pt x="827133" y="475511"/>
                  </a:lnTo>
                  <a:lnTo>
                    <a:pt x="823213" y="475511"/>
                  </a:lnTo>
                  <a:lnTo>
                    <a:pt x="819293" y="475511"/>
                  </a:lnTo>
                  <a:lnTo>
                    <a:pt x="815373" y="475511"/>
                  </a:lnTo>
                  <a:lnTo>
                    <a:pt x="811453" y="475511"/>
                  </a:lnTo>
                  <a:lnTo>
                    <a:pt x="807532" y="475511"/>
                  </a:lnTo>
                  <a:lnTo>
                    <a:pt x="803612" y="475511"/>
                  </a:lnTo>
                  <a:lnTo>
                    <a:pt x="799692" y="475511"/>
                  </a:lnTo>
                  <a:lnTo>
                    <a:pt x="795772" y="475511"/>
                  </a:lnTo>
                  <a:lnTo>
                    <a:pt x="791852" y="475511"/>
                  </a:lnTo>
                  <a:lnTo>
                    <a:pt x="787932" y="475511"/>
                  </a:lnTo>
                  <a:lnTo>
                    <a:pt x="784012" y="475511"/>
                  </a:lnTo>
                  <a:lnTo>
                    <a:pt x="780092" y="475511"/>
                  </a:lnTo>
                  <a:lnTo>
                    <a:pt x="776172" y="475511"/>
                  </a:lnTo>
                  <a:lnTo>
                    <a:pt x="772252" y="475511"/>
                  </a:lnTo>
                  <a:lnTo>
                    <a:pt x="768332" y="475511"/>
                  </a:lnTo>
                  <a:lnTo>
                    <a:pt x="764412" y="475511"/>
                  </a:lnTo>
                  <a:lnTo>
                    <a:pt x="760492" y="475511"/>
                  </a:lnTo>
                  <a:lnTo>
                    <a:pt x="756572" y="475511"/>
                  </a:lnTo>
                  <a:lnTo>
                    <a:pt x="752652" y="475511"/>
                  </a:lnTo>
                  <a:lnTo>
                    <a:pt x="748732" y="475511"/>
                  </a:lnTo>
                  <a:lnTo>
                    <a:pt x="744811" y="475511"/>
                  </a:lnTo>
                  <a:lnTo>
                    <a:pt x="740891" y="475511"/>
                  </a:lnTo>
                  <a:lnTo>
                    <a:pt x="736971" y="475511"/>
                  </a:lnTo>
                  <a:lnTo>
                    <a:pt x="733051" y="475511"/>
                  </a:lnTo>
                  <a:lnTo>
                    <a:pt x="729131" y="475511"/>
                  </a:lnTo>
                  <a:lnTo>
                    <a:pt x="725211" y="475511"/>
                  </a:lnTo>
                  <a:lnTo>
                    <a:pt x="721291" y="475511"/>
                  </a:lnTo>
                  <a:lnTo>
                    <a:pt x="717371" y="475511"/>
                  </a:lnTo>
                  <a:lnTo>
                    <a:pt x="713451" y="475511"/>
                  </a:lnTo>
                  <a:lnTo>
                    <a:pt x="709531" y="475511"/>
                  </a:lnTo>
                  <a:lnTo>
                    <a:pt x="705611" y="475511"/>
                  </a:lnTo>
                  <a:lnTo>
                    <a:pt x="701691" y="475511"/>
                  </a:lnTo>
                  <a:lnTo>
                    <a:pt x="697771" y="475511"/>
                  </a:lnTo>
                  <a:lnTo>
                    <a:pt x="693851" y="475511"/>
                  </a:lnTo>
                  <a:lnTo>
                    <a:pt x="689931" y="475511"/>
                  </a:lnTo>
                  <a:lnTo>
                    <a:pt x="686011" y="475511"/>
                  </a:lnTo>
                  <a:lnTo>
                    <a:pt x="682090" y="475511"/>
                  </a:lnTo>
                  <a:lnTo>
                    <a:pt x="678170" y="475511"/>
                  </a:lnTo>
                  <a:lnTo>
                    <a:pt x="674250" y="475511"/>
                  </a:lnTo>
                  <a:lnTo>
                    <a:pt x="670330" y="475511"/>
                  </a:lnTo>
                  <a:lnTo>
                    <a:pt x="666410" y="475511"/>
                  </a:lnTo>
                  <a:lnTo>
                    <a:pt x="662490" y="475511"/>
                  </a:lnTo>
                  <a:lnTo>
                    <a:pt x="658570" y="475511"/>
                  </a:lnTo>
                  <a:lnTo>
                    <a:pt x="654650" y="475511"/>
                  </a:lnTo>
                  <a:lnTo>
                    <a:pt x="650730" y="475511"/>
                  </a:lnTo>
                  <a:lnTo>
                    <a:pt x="646810" y="475511"/>
                  </a:lnTo>
                  <a:lnTo>
                    <a:pt x="642890" y="475511"/>
                  </a:lnTo>
                  <a:lnTo>
                    <a:pt x="638970" y="475511"/>
                  </a:lnTo>
                  <a:lnTo>
                    <a:pt x="635050" y="475511"/>
                  </a:lnTo>
                  <a:lnTo>
                    <a:pt x="631130" y="475511"/>
                  </a:lnTo>
                  <a:lnTo>
                    <a:pt x="627210" y="475511"/>
                  </a:lnTo>
                  <a:lnTo>
                    <a:pt x="623290" y="475511"/>
                  </a:lnTo>
                  <a:lnTo>
                    <a:pt x="619369" y="475511"/>
                  </a:lnTo>
                  <a:lnTo>
                    <a:pt x="615449" y="475511"/>
                  </a:lnTo>
                  <a:lnTo>
                    <a:pt x="611529" y="475511"/>
                  </a:lnTo>
                  <a:lnTo>
                    <a:pt x="607609" y="475511"/>
                  </a:lnTo>
                  <a:lnTo>
                    <a:pt x="603689" y="475511"/>
                  </a:lnTo>
                  <a:lnTo>
                    <a:pt x="599769" y="475511"/>
                  </a:lnTo>
                  <a:lnTo>
                    <a:pt x="595849" y="475511"/>
                  </a:lnTo>
                  <a:lnTo>
                    <a:pt x="591929" y="475511"/>
                  </a:lnTo>
                  <a:lnTo>
                    <a:pt x="588009" y="475511"/>
                  </a:lnTo>
                  <a:lnTo>
                    <a:pt x="584089" y="475511"/>
                  </a:lnTo>
                  <a:lnTo>
                    <a:pt x="580169" y="475511"/>
                  </a:lnTo>
                  <a:lnTo>
                    <a:pt x="576249" y="475511"/>
                  </a:lnTo>
                  <a:lnTo>
                    <a:pt x="572329" y="475511"/>
                  </a:lnTo>
                  <a:lnTo>
                    <a:pt x="568409" y="475511"/>
                  </a:lnTo>
                  <a:lnTo>
                    <a:pt x="564489" y="475511"/>
                  </a:lnTo>
                  <a:lnTo>
                    <a:pt x="560569" y="475511"/>
                  </a:lnTo>
                  <a:lnTo>
                    <a:pt x="556648" y="475511"/>
                  </a:lnTo>
                  <a:lnTo>
                    <a:pt x="552728" y="475511"/>
                  </a:lnTo>
                  <a:lnTo>
                    <a:pt x="548808" y="475511"/>
                  </a:lnTo>
                  <a:lnTo>
                    <a:pt x="544888" y="475511"/>
                  </a:lnTo>
                  <a:lnTo>
                    <a:pt x="540968" y="475511"/>
                  </a:lnTo>
                  <a:lnTo>
                    <a:pt x="537048" y="475511"/>
                  </a:lnTo>
                  <a:lnTo>
                    <a:pt x="533128" y="475511"/>
                  </a:lnTo>
                  <a:lnTo>
                    <a:pt x="529208" y="475511"/>
                  </a:lnTo>
                  <a:lnTo>
                    <a:pt x="525288" y="475511"/>
                  </a:lnTo>
                  <a:lnTo>
                    <a:pt x="521368" y="475511"/>
                  </a:lnTo>
                  <a:lnTo>
                    <a:pt x="517448" y="475511"/>
                  </a:lnTo>
                  <a:lnTo>
                    <a:pt x="513528" y="475511"/>
                  </a:lnTo>
                  <a:lnTo>
                    <a:pt x="509608" y="475511"/>
                  </a:lnTo>
                  <a:lnTo>
                    <a:pt x="505688" y="475511"/>
                  </a:lnTo>
                  <a:lnTo>
                    <a:pt x="501768" y="475511"/>
                  </a:lnTo>
                  <a:lnTo>
                    <a:pt x="497847" y="475511"/>
                  </a:lnTo>
                  <a:lnTo>
                    <a:pt x="493927" y="475511"/>
                  </a:lnTo>
                  <a:lnTo>
                    <a:pt x="490007" y="475511"/>
                  </a:lnTo>
                  <a:lnTo>
                    <a:pt x="486087" y="475511"/>
                  </a:lnTo>
                  <a:lnTo>
                    <a:pt x="482167" y="475511"/>
                  </a:lnTo>
                  <a:lnTo>
                    <a:pt x="478247" y="475511"/>
                  </a:lnTo>
                  <a:lnTo>
                    <a:pt x="474327" y="475511"/>
                  </a:lnTo>
                  <a:lnTo>
                    <a:pt x="470407" y="475511"/>
                  </a:lnTo>
                  <a:lnTo>
                    <a:pt x="466487" y="475511"/>
                  </a:lnTo>
                  <a:lnTo>
                    <a:pt x="462567" y="475511"/>
                  </a:lnTo>
                  <a:lnTo>
                    <a:pt x="458647" y="475511"/>
                  </a:lnTo>
                  <a:lnTo>
                    <a:pt x="454727" y="475511"/>
                  </a:lnTo>
                  <a:lnTo>
                    <a:pt x="450807" y="475511"/>
                  </a:lnTo>
                  <a:lnTo>
                    <a:pt x="446887" y="475511"/>
                  </a:lnTo>
                  <a:lnTo>
                    <a:pt x="442967" y="475511"/>
                  </a:lnTo>
                  <a:lnTo>
                    <a:pt x="439047" y="475511"/>
                  </a:lnTo>
                  <a:lnTo>
                    <a:pt x="435126" y="475511"/>
                  </a:lnTo>
                  <a:lnTo>
                    <a:pt x="431206" y="475511"/>
                  </a:lnTo>
                  <a:lnTo>
                    <a:pt x="427286" y="475511"/>
                  </a:lnTo>
                  <a:lnTo>
                    <a:pt x="423366" y="475511"/>
                  </a:lnTo>
                  <a:lnTo>
                    <a:pt x="419446" y="475511"/>
                  </a:lnTo>
                  <a:lnTo>
                    <a:pt x="415526" y="475511"/>
                  </a:lnTo>
                  <a:lnTo>
                    <a:pt x="411606" y="475511"/>
                  </a:lnTo>
                  <a:lnTo>
                    <a:pt x="407686" y="475511"/>
                  </a:lnTo>
                  <a:lnTo>
                    <a:pt x="403766" y="475511"/>
                  </a:lnTo>
                  <a:lnTo>
                    <a:pt x="399846" y="475511"/>
                  </a:lnTo>
                  <a:lnTo>
                    <a:pt x="395926" y="475511"/>
                  </a:lnTo>
                  <a:lnTo>
                    <a:pt x="392006" y="475511"/>
                  </a:lnTo>
                  <a:lnTo>
                    <a:pt x="388086" y="475511"/>
                  </a:lnTo>
                  <a:lnTo>
                    <a:pt x="384166" y="475511"/>
                  </a:lnTo>
                  <a:lnTo>
                    <a:pt x="380246" y="475511"/>
                  </a:lnTo>
                  <a:lnTo>
                    <a:pt x="376326" y="475511"/>
                  </a:lnTo>
                  <a:lnTo>
                    <a:pt x="372405" y="475511"/>
                  </a:lnTo>
                  <a:lnTo>
                    <a:pt x="368485" y="475511"/>
                  </a:lnTo>
                  <a:lnTo>
                    <a:pt x="364565" y="475511"/>
                  </a:lnTo>
                  <a:lnTo>
                    <a:pt x="360645" y="475511"/>
                  </a:lnTo>
                  <a:lnTo>
                    <a:pt x="356725" y="475511"/>
                  </a:lnTo>
                  <a:lnTo>
                    <a:pt x="352805" y="475511"/>
                  </a:lnTo>
                  <a:lnTo>
                    <a:pt x="348885" y="475511"/>
                  </a:lnTo>
                  <a:lnTo>
                    <a:pt x="344965" y="475511"/>
                  </a:lnTo>
                  <a:lnTo>
                    <a:pt x="341045" y="475511"/>
                  </a:lnTo>
                  <a:lnTo>
                    <a:pt x="337125" y="475511"/>
                  </a:lnTo>
                  <a:lnTo>
                    <a:pt x="333205" y="475511"/>
                  </a:lnTo>
                  <a:lnTo>
                    <a:pt x="329285" y="475511"/>
                  </a:lnTo>
                  <a:lnTo>
                    <a:pt x="325365" y="475511"/>
                  </a:lnTo>
                  <a:lnTo>
                    <a:pt x="321445" y="475511"/>
                  </a:lnTo>
                  <a:lnTo>
                    <a:pt x="317525" y="475511"/>
                  </a:lnTo>
                  <a:lnTo>
                    <a:pt x="313605" y="475511"/>
                  </a:lnTo>
                  <a:lnTo>
                    <a:pt x="309684" y="475511"/>
                  </a:lnTo>
                  <a:lnTo>
                    <a:pt x="305764" y="475511"/>
                  </a:lnTo>
                  <a:lnTo>
                    <a:pt x="301844" y="475511"/>
                  </a:lnTo>
                  <a:lnTo>
                    <a:pt x="297924" y="475511"/>
                  </a:lnTo>
                  <a:lnTo>
                    <a:pt x="294004" y="475511"/>
                  </a:lnTo>
                  <a:lnTo>
                    <a:pt x="290084" y="475511"/>
                  </a:lnTo>
                  <a:lnTo>
                    <a:pt x="286164" y="475511"/>
                  </a:lnTo>
                  <a:lnTo>
                    <a:pt x="282244" y="475511"/>
                  </a:lnTo>
                  <a:lnTo>
                    <a:pt x="278324" y="475511"/>
                  </a:lnTo>
                  <a:lnTo>
                    <a:pt x="274404" y="475511"/>
                  </a:lnTo>
                  <a:lnTo>
                    <a:pt x="270484" y="475511"/>
                  </a:lnTo>
                  <a:lnTo>
                    <a:pt x="266564" y="475511"/>
                  </a:lnTo>
                  <a:lnTo>
                    <a:pt x="262644" y="475511"/>
                  </a:lnTo>
                  <a:lnTo>
                    <a:pt x="258724" y="475511"/>
                  </a:lnTo>
                  <a:lnTo>
                    <a:pt x="254804" y="475511"/>
                  </a:lnTo>
                  <a:lnTo>
                    <a:pt x="250884" y="475511"/>
                  </a:lnTo>
                  <a:lnTo>
                    <a:pt x="246963" y="475511"/>
                  </a:lnTo>
                  <a:lnTo>
                    <a:pt x="243043" y="475511"/>
                  </a:lnTo>
                  <a:lnTo>
                    <a:pt x="239123" y="475511"/>
                  </a:lnTo>
                  <a:lnTo>
                    <a:pt x="235203" y="475511"/>
                  </a:lnTo>
                  <a:lnTo>
                    <a:pt x="231283" y="475511"/>
                  </a:lnTo>
                  <a:lnTo>
                    <a:pt x="227363" y="475511"/>
                  </a:lnTo>
                  <a:lnTo>
                    <a:pt x="223443" y="475511"/>
                  </a:lnTo>
                  <a:lnTo>
                    <a:pt x="219523" y="475511"/>
                  </a:lnTo>
                  <a:lnTo>
                    <a:pt x="215603" y="475511"/>
                  </a:lnTo>
                  <a:lnTo>
                    <a:pt x="211683" y="475511"/>
                  </a:lnTo>
                  <a:lnTo>
                    <a:pt x="207763" y="475511"/>
                  </a:lnTo>
                  <a:lnTo>
                    <a:pt x="203843" y="475511"/>
                  </a:lnTo>
                  <a:lnTo>
                    <a:pt x="199923" y="475511"/>
                  </a:lnTo>
                  <a:lnTo>
                    <a:pt x="196003" y="475511"/>
                  </a:lnTo>
                  <a:lnTo>
                    <a:pt x="192083" y="475511"/>
                  </a:lnTo>
                  <a:lnTo>
                    <a:pt x="188163" y="475511"/>
                  </a:lnTo>
                  <a:lnTo>
                    <a:pt x="184242" y="475511"/>
                  </a:lnTo>
                  <a:lnTo>
                    <a:pt x="180322" y="475511"/>
                  </a:lnTo>
                  <a:lnTo>
                    <a:pt x="176402" y="475511"/>
                  </a:lnTo>
                  <a:lnTo>
                    <a:pt x="172482" y="475511"/>
                  </a:lnTo>
                  <a:lnTo>
                    <a:pt x="168562" y="475511"/>
                  </a:lnTo>
                  <a:lnTo>
                    <a:pt x="164642" y="475511"/>
                  </a:lnTo>
                  <a:lnTo>
                    <a:pt x="160722" y="475511"/>
                  </a:lnTo>
                  <a:lnTo>
                    <a:pt x="156802" y="475511"/>
                  </a:lnTo>
                  <a:lnTo>
                    <a:pt x="152882" y="475511"/>
                  </a:lnTo>
                  <a:lnTo>
                    <a:pt x="148962" y="475511"/>
                  </a:lnTo>
                  <a:lnTo>
                    <a:pt x="145042" y="475511"/>
                  </a:lnTo>
                  <a:lnTo>
                    <a:pt x="141122" y="475511"/>
                  </a:lnTo>
                  <a:lnTo>
                    <a:pt x="137202" y="475511"/>
                  </a:lnTo>
                  <a:lnTo>
                    <a:pt x="133282" y="475511"/>
                  </a:lnTo>
                  <a:lnTo>
                    <a:pt x="129362" y="475511"/>
                  </a:lnTo>
                  <a:lnTo>
                    <a:pt x="125442" y="475511"/>
                  </a:lnTo>
                  <a:lnTo>
                    <a:pt x="121521" y="475511"/>
                  </a:lnTo>
                  <a:lnTo>
                    <a:pt x="117601" y="475511"/>
                  </a:lnTo>
                  <a:lnTo>
                    <a:pt x="113681" y="475511"/>
                  </a:lnTo>
                  <a:lnTo>
                    <a:pt x="109761" y="475511"/>
                  </a:lnTo>
                  <a:lnTo>
                    <a:pt x="105841" y="475511"/>
                  </a:lnTo>
                  <a:lnTo>
                    <a:pt x="101921" y="475511"/>
                  </a:lnTo>
                  <a:lnTo>
                    <a:pt x="98001" y="475511"/>
                  </a:lnTo>
                  <a:lnTo>
                    <a:pt x="94081" y="475511"/>
                  </a:lnTo>
                  <a:lnTo>
                    <a:pt x="90161" y="475511"/>
                  </a:lnTo>
                  <a:lnTo>
                    <a:pt x="86241" y="475511"/>
                  </a:lnTo>
                  <a:lnTo>
                    <a:pt x="82321" y="475511"/>
                  </a:lnTo>
                  <a:lnTo>
                    <a:pt x="78401" y="475511"/>
                  </a:lnTo>
                  <a:lnTo>
                    <a:pt x="74481" y="475511"/>
                  </a:lnTo>
                  <a:lnTo>
                    <a:pt x="70561" y="475511"/>
                  </a:lnTo>
                  <a:lnTo>
                    <a:pt x="66641" y="475511"/>
                  </a:lnTo>
                  <a:lnTo>
                    <a:pt x="62721" y="475511"/>
                  </a:lnTo>
                  <a:lnTo>
                    <a:pt x="58800" y="475511"/>
                  </a:lnTo>
                  <a:lnTo>
                    <a:pt x="54880" y="475511"/>
                  </a:lnTo>
                  <a:lnTo>
                    <a:pt x="50960" y="475511"/>
                  </a:lnTo>
                  <a:lnTo>
                    <a:pt x="47040" y="475511"/>
                  </a:lnTo>
                  <a:lnTo>
                    <a:pt x="43120" y="475511"/>
                  </a:lnTo>
                  <a:lnTo>
                    <a:pt x="39200" y="475511"/>
                  </a:lnTo>
                  <a:lnTo>
                    <a:pt x="35280" y="475511"/>
                  </a:lnTo>
                  <a:lnTo>
                    <a:pt x="31360" y="475511"/>
                  </a:lnTo>
                  <a:lnTo>
                    <a:pt x="27440" y="475511"/>
                  </a:lnTo>
                  <a:lnTo>
                    <a:pt x="23520" y="475511"/>
                  </a:lnTo>
                  <a:lnTo>
                    <a:pt x="19600" y="475511"/>
                  </a:lnTo>
                  <a:lnTo>
                    <a:pt x="15680" y="475511"/>
                  </a:lnTo>
                  <a:lnTo>
                    <a:pt x="11760" y="475511"/>
                  </a:lnTo>
                  <a:lnTo>
                    <a:pt x="7840" y="475511"/>
                  </a:lnTo>
                  <a:lnTo>
                    <a:pt x="3920" y="475511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39" name="pl39"/>
            <p:cNvSpPr/>
            <p:nvPr/>
          </p:nvSpPr>
          <p:spPr>
            <a:xfrm>
              <a:off x="4182181" y="5816038"/>
              <a:ext cx="2003152" cy="475511"/>
            </a:xfrm>
            <a:custGeom>
              <a:avLst/>
              <a:gdLst/>
              <a:ahLst/>
              <a:cxnLst/>
              <a:rect l="0" t="0" r="0" b="0"/>
              <a:pathLst>
                <a:path w="2003152" h="475511">
                  <a:moveTo>
                    <a:pt x="0" y="475511"/>
                  </a:moveTo>
                  <a:lnTo>
                    <a:pt x="3920" y="475511"/>
                  </a:lnTo>
                  <a:lnTo>
                    <a:pt x="7840" y="475511"/>
                  </a:lnTo>
                  <a:lnTo>
                    <a:pt x="11760" y="475511"/>
                  </a:lnTo>
                  <a:lnTo>
                    <a:pt x="15680" y="475511"/>
                  </a:lnTo>
                  <a:lnTo>
                    <a:pt x="19600" y="475511"/>
                  </a:lnTo>
                  <a:lnTo>
                    <a:pt x="23520" y="475511"/>
                  </a:lnTo>
                  <a:lnTo>
                    <a:pt x="27440" y="475511"/>
                  </a:lnTo>
                  <a:lnTo>
                    <a:pt x="31360" y="475511"/>
                  </a:lnTo>
                  <a:lnTo>
                    <a:pt x="35280" y="475511"/>
                  </a:lnTo>
                  <a:lnTo>
                    <a:pt x="39200" y="475511"/>
                  </a:lnTo>
                  <a:lnTo>
                    <a:pt x="43120" y="475511"/>
                  </a:lnTo>
                  <a:lnTo>
                    <a:pt x="47040" y="475511"/>
                  </a:lnTo>
                  <a:lnTo>
                    <a:pt x="50960" y="475511"/>
                  </a:lnTo>
                  <a:lnTo>
                    <a:pt x="54880" y="475511"/>
                  </a:lnTo>
                  <a:lnTo>
                    <a:pt x="58800" y="475511"/>
                  </a:lnTo>
                  <a:lnTo>
                    <a:pt x="62721" y="475511"/>
                  </a:lnTo>
                  <a:lnTo>
                    <a:pt x="66641" y="475511"/>
                  </a:lnTo>
                  <a:lnTo>
                    <a:pt x="70561" y="475511"/>
                  </a:lnTo>
                  <a:lnTo>
                    <a:pt x="74481" y="475511"/>
                  </a:lnTo>
                  <a:lnTo>
                    <a:pt x="78401" y="475511"/>
                  </a:lnTo>
                  <a:lnTo>
                    <a:pt x="82321" y="475511"/>
                  </a:lnTo>
                  <a:lnTo>
                    <a:pt x="86241" y="475511"/>
                  </a:lnTo>
                  <a:lnTo>
                    <a:pt x="90161" y="475511"/>
                  </a:lnTo>
                  <a:lnTo>
                    <a:pt x="94081" y="475511"/>
                  </a:lnTo>
                  <a:lnTo>
                    <a:pt x="98001" y="475511"/>
                  </a:lnTo>
                  <a:lnTo>
                    <a:pt x="101921" y="475511"/>
                  </a:lnTo>
                  <a:lnTo>
                    <a:pt x="105841" y="475511"/>
                  </a:lnTo>
                  <a:lnTo>
                    <a:pt x="109761" y="475511"/>
                  </a:lnTo>
                  <a:lnTo>
                    <a:pt x="113681" y="475511"/>
                  </a:lnTo>
                  <a:lnTo>
                    <a:pt x="117601" y="475511"/>
                  </a:lnTo>
                  <a:lnTo>
                    <a:pt x="121521" y="475511"/>
                  </a:lnTo>
                  <a:lnTo>
                    <a:pt x="125442" y="475511"/>
                  </a:lnTo>
                  <a:lnTo>
                    <a:pt x="129362" y="475511"/>
                  </a:lnTo>
                  <a:lnTo>
                    <a:pt x="133282" y="475511"/>
                  </a:lnTo>
                  <a:lnTo>
                    <a:pt x="137202" y="475511"/>
                  </a:lnTo>
                  <a:lnTo>
                    <a:pt x="141122" y="475511"/>
                  </a:lnTo>
                  <a:lnTo>
                    <a:pt x="145042" y="475511"/>
                  </a:lnTo>
                  <a:lnTo>
                    <a:pt x="148962" y="475511"/>
                  </a:lnTo>
                  <a:lnTo>
                    <a:pt x="152882" y="475511"/>
                  </a:lnTo>
                  <a:lnTo>
                    <a:pt x="156802" y="475511"/>
                  </a:lnTo>
                  <a:lnTo>
                    <a:pt x="160722" y="475511"/>
                  </a:lnTo>
                  <a:lnTo>
                    <a:pt x="164642" y="475511"/>
                  </a:lnTo>
                  <a:lnTo>
                    <a:pt x="168562" y="475510"/>
                  </a:lnTo>
                  <a:lnTo>
                    <a:pt x="172482" y="475510"/>
                  </a:lnTo>
                  <a:lnTo>
                    <a:pt x="176402" y="475510"/>
                  </a:lnTo>
                  <a:lnTo>
                    <a:pt x="180322" y="475510"/>
                  </a:lnTo>
                  <a:lnTo>
                    <a:pt x="184242" y="475509"/>
                  </a:lnTo>
                  <a:lnTo>
                    <a:pt x="188163" y="475508"/>
                  </a:lnTo>
                  <a:lnTo>
                    <a:pt x="192083" y="475507"/>
                  </a:lnTo>
                  <a:lnTo>
                    <a:pt x="196003" y="475505"/>
                  </a:lnTo>
                  <a:lnTo>
                    <a:pt x="199923" y="475501"/>
                  </a:lnTo>
                  <a:lnTo>
                    <a:pt x="203843" y="475496"/>
                  </a:lnTo>
                  <a:lnTo>
                    <a:pt x="207763" y="475489"/>
                  </a:lnTo>
                  <a:lnTo>
                    <a:pt x="211683" y="475478"/>
                  </a:lnTo>
                  <a:lnTo>
                    <a:pt x="215603" y="475462"/>
                  </a:lnTo>
                  <a:lnTo>
                    <a:pt x="219523" y="475441"/>
                  </a:lnTo>
                  <a:lnTo>
                    <a:pt x="223443" y="475412"/>
                  </a:lnTo>
                  <a:lnTo>
                    <a:pt x="227363" y="475374"/>
                  </a:lnTo>
                  <a:lnTo>
                    <a:pt x="231283" y="475325"/>
                  </a:lnTo>
                  <a:lnTo>
                    <a:pt x="235203" y="475264"/>
                  </a:lnTo>
                  <a:lnTo>
                    <a:pt x="239123" y="475188"/>
                  </a:lnTo>
                  <a:lnTo>
                    <a:pt x="243043" y="475097"/>
                  </a:lnTo>
                  <a:lnTo>
                    <a:pt x="246963" y="474988"/>
                  </a:lnTo>
                  <a:lnTo>
                    <a:pt x="250884" y="474862"/>
                  </a:lnTo>
                  <a:lnTo>
                    <a:pt x="254804" y="474722"/>
                  </a:lnTo>
                  <a:lnTo>
                    <a:pt x="258724" y="474569"/>
                  </a:lnTo>
                  <a:lnTo>
                    <a:pt x="262644" y="474406"/>
                  </a:lnTo>
                  <a:lnTo>
                    <a:pt x="266564" y="474238"/>
                  </a:lnTo>
                  <a:lnTo>
                    <a:pt x="270484" y="474070"/>
                  </a:lnTo>
                  <a:lnTo>
                    <a:pt x="274404" y="473907"/>
                  </a:lnTo>
                  <a:lnTo>
                    <a:pt x="278324" y="473756"/>
                  </a:lnTo>
                  <a:lnTo>
                    <a:pt x="282244" y="473622"/>
                  </a:lnTo>
                  <a:lnTo>
                    <a:pt x="286164" y="473513"/>
                  </a:lnTo>
                  <a:lnTo>
                    <a:pt x="290084" y="473433"/>
                  </a:lnTo>
                  <a:lnTo>
                    <a:pt x="294004" y="473384"/>
                  </a:lnTo>
                  <a:lnTo>
                    <a:pt x="297924" y="473367"/>
                  </a:lnTo>
                  <a:lnTo>
                    <a:pt x="301844" y="473381"/>
                  </a:lnTo>
                  <a:lnTo>
                    <a:pt x="305764" y="473422"/>
                  </a:lnTo>
                  <a:lnTo>
                    <a:pt x="309684" y="473487"/>
                  </a:lnTo>
                  <a:lnTo>
                    <a:pt x="313605" y="473570"/>
                  </a:lnTo>
                  <a:lnTo>
                    <a:pt x="317525" y="473663"/>
                  </a:lnTo>
                  <a:lnTo>
                    <a:pt x="321445" y="473759"/>
                  </a:lnTo>
                  <a:lnTo>
                    <a:pt x="325365" y="473849"/>
                  </a:lnTo>
                  <a:lnTo>
                    <a:pt x="329285" y="473924"/>
                  </a:lnTo>
                  <a:lnTo>
                    <a:pt x="333205" y="473978"/>
                  </a:lnTo>
                  <a:lnTo>
                    <a:pt x="337125" y="474006"/>
                  </a:lnTo>
                  <a:lnTo>
                    <a:pt x="341045" y="474007"/>
                  </a:lnTo>
                  <a:lnTo>
                    <a:pt x="344965" y="473980"/>
                  </a:lnTo>
                  <a:lnTo>
                    <a:pt x="348885" y="473925"/>
                  </a:lnTo>
                  <a:lnTo>
                    <a:pt x="352805" y="473847"/>
                  </a:lnTo>
                  <a:lnTo>
                    <a:pt x="356725" y="473751"/>
                  </a:lnTo>
                  <a:lnTo>
                    <a:pt x="360645" y="473642"/>
                  </a:lnTo>
                  <a:lnTo>
                    <a:pt x="364565" y="473528"/>
                  </a:lnTo>
                  <a:lnTo>
                    <a:pt x="368485" y="473417"/>
                  </a:lnTo>
                  <a:lnTo>
                    <a:pt x="372405" y="473315"/>
                  </a:lnTo>
                  <a:lnTo>
                    <a:pt x="376326" y="473227"/>
                  </a:lnTo>
                  <a:lnTo>
                    <a:pt x="380246" y="473156"/>
                  </a:lnTo>
                  <a:lnTo>
                    <a:pt x="384166" y="473103"/>
                  </a:lnTo>
                  <a:lnTo>
                    <a:pt x="388086" y="473066"/>
                  </a:lnTo>
                  <a:lnTo>
                    <a:pt x="392006" y="473044"/>
                  </a:lnTo>
                  <a:lnTo>
                    <a:pt x="395926" y="473032"/>
                  </a:lnTo>
                  <a:lnTo>
                    <a:pt x="399846" y="473023"/>
                  </a:lnTo>
                  <a:lnTo>
                    <a:pt x="403766" y="473011"/>
                  </a:lnTo>
                  <a:lnTo>
                    <a:pt x="407686" y="472986"/>
                  </a:lnTo>
                  <a:lnTo>
                    <a:pt x="411606" y="472943"/>
                  </a:lnTo>
                  <a:lnTo>
                    <a:pt x="415526" y="472873"/>
                  </a:lnTo>
                  <a:lnTo>
                    <a:pt x="419446" y="472773"/>
                  </a:lnTo>
                  <a:lnTo>
                    <a:pt x="423366" y="472636"/>
                  </a:lnTo>
                  <a:lnTo>
                    <a:pt x="427286" y="472461"/>
                  </a:lnTo>
                  <a:lnTo>
                    <a:pt x="431206" y="472242"/>
                  </a:lnTo>
                  <a:lnTo>
                    <a:pt x="435126" y="471980"/>
                  </a:lnTo>
                  <a:lnTo>
                    <a:pt x="439047" y="471671"/>
                  </a:lnTo>
                  <a:lnTo>
                    <a:pt x="442967" y="471315"/>
                  </a:lnTo>
                  <a:lnTo>
                    <a:pt x="446887" y="470905"/>
                  </a:lnTo>
                  <a:lnTo>
                    <a:pt x="450807" y="470444"/>
                  </a:lnTo>
                  <a:lnTo>
                    <a:pt x="454727" y="469930"/>
                  </a:lnTo>
                  <a:lnTo>
                    <a:pt x="458647" y="469363"/>
                  </a:lnTo>
                  <a:lnTo>
                    <a:pt x="462567" y="468740"/>
                  </a:lnTo>
                  <a:lnTo>
                    <a:pt x="466487" y="468059"/>
                  </a:lnTo>
                  <a:lnTo>
                    <a:pt x="470407" y="467320"/>
                  </a:lnTo>
                  <a:lnTo>
                    <a:pt x="474327" y="466525"/>
                  </a:lnTo>
                  <a:lnTo>
                    <a:pt x="478247" y="465673"/>
                  </a:lnTo>
                  <a:lnTo>
                    <a:pt x="482167" y="464772"/>
                  </a:lnTo>
                  <a:lnTo>
                    <a:pt x="486087" y="463825"/>
                  </a:lnTo>
                  <a:lnTo>
                    <a:pt x="490007" y="462850"/>
                  </a:lnTo>
                  <a:lnTo>
                    <a:pt x="493927" y="461864"/>
                  </a:lnTo>
                  <a:lnTo>
                    <a:pt x="497847" y="460886"/>
                  </a:lnTo>
                  <a:lnTo>
                    <a:pt x="501768" y="459939"/>
                  </a:lnTo>
                  <a:lnTo>
                    <a:pt x="505688" y="459047"/>
                  </a:lnTo>
                  <a:lnTo>
                    <a:pt x="509608" y="458234"/>
                  </a:lnTo>
                  <a:lnTo>
                    <a:pt x="513528" y="457523"/>
                  </a:lnTo>
                  <a:lnTo>
                    <a:pt x="517448" y="456934"/>
                  </a:lnTo>
                  <a:lnTo>
                    <a:pt x="521368" y="456483"/>
                  </a:lnTo>
                  <a:lnTo>
                    <a:pt x="525288" y="456189"/>
                  </a:lnTo>
                  <a:lnTo>
                    <a:pt x="529208" y="456048"/>
                  </a:lnTo>
                  <a:lnTo>
                    <a:pt x="533128" y="456039"/>
                  </a:lnTo>
                  <a:lnTo>
                    <a:pt x="537048" y="456143"/>
                  </a:lnTo>
                  <a:lnTo>
                    <a:pt x="540968" y="456334"/>
                  </a:lnTo>
                  <a:lnTo>
                    <a:pt x="544888" y="456577"/>
                  </a:lnTo>
                  <a:lnTo>
                    <a:pt x="548808" y="456839"/>
                  </a:lnTo>
                  <a:lnTo>
                    <a:pt x="552728" y="457083"/>
                  </a:lnTo>
                  <a:lnTo>
                    <a:pt x="556648" y="457275"/>
                  </a:lnTo>
                  <a:lnTo>
                    <a:pt x="560569" y="457386"/>
                  </a:lnTo>
                  <a:lnTo>
                    <a:pt x="564489" y="457388"/>
                  </a:lnTo>
                  <a:lnTo>
                    <a:pt x="568409" y="457264"/>
                  </a:lnTo>
                  <a:lnTo>
                    <a:pt x="572329" y="457017"/>
                  </a:lnTo>
                  <a:lnTo>
                    <a:pt x="576249" y="456654"/>
                  </a:lnTo>
                  <a:lnTo>
                    <a:pt x="580169" y="456184"/>
                  </a:lnTo>
                  <a:lnTo>
                    <a:pt x="584089" y="455621"/>
                  </a:lnTo>
                  <a:lnTo>
                    <a:pt x="588009" y="454980"/>
                  </a:lnTo>
                  <a:lnTo>
                    <a:pt x="591929" y="454275"/>
                  </a:lnTo>
                  <a:lnTo>
                    <a:pt x="595849" y="453515"/>
                  </a:lnTo>
                  <a:lnTo>
                    <a:pt x="599769" y="452707"/>
                  </a:lnTo>
                  <a:lnTo>
                    <a:pt x="603689" y="451848"/>
                  </a:lnTo>
                  <a:lnTo>
                    <a:pt x="607609" y="450926"/>
                  </a:lnTo>
                  <a:lnTo>
                    <a:pt x="611529" y="449927"/>
                  </a:lnTo>
                  <a:lnTo>
                    <a:pt x="615449" y="448832"/>
                  </a:lnTo>
                  <a:lnTo>
                    <a:pt x="619369" y="447613"/>
                  </a:lnTo>
                  <a:lnTo>
                    <a:pt x="623290" y="446246"/>
                  </a:lnTo>
                  <a:lnTo>
                    <a:pt x="627210" y="444702"/>
                  </a:lnTo>
                  <a:lnTo>
                    <a:pt x="631130" y="442955"/>
                  </a:lnTo>
                  <a:lnTo>
                    <a:pt x="635050" y="440982"/>
                  </a:lnTo>
                  <a:lnTo>
                    <a:pt x="638970" y="438760"/>
                  </a:lnTo>
                  <a:lnTo>
                    <a:pt x="642890" y="436270"/>
                  </a:lnTo>
                  <a:lnTo>
                    <a:pt x="646810" y="433466"/>
                  </a:lnTo>
                  <a:lnTo>
                    <a:pt x="650730" y="430364"/>
                  </a:lnTo>
                  <a:lnTo>
                    <a:pt x="654650" y="426953"/>
                  </a:lnTo>
                  <a:lnTo>
                    <a:pt x="658570" y="423216"/>
                  </a:lnTo>
                  <a:lnTo>
                    <a:pt x="662490" y="419136"/>
                  </a:lnTo>
                  <a:lnTo>
                    <a:pt x="666410" y="414690"/>
                  </a:lnTo>
                  <a:lnTo>
                    <a:pt x="670330" y="409847"/>
                  </a:lnTo>
                  <a:lnTo>
                    <a:pt x="674250" y="404570"/>
                  </a:lnTo>
                  <a:lnTo>
                    <a:pt x="678170" y="398817"/>
                  </a:lnTo>
                  <a:lnTo>
                    <a:pt x="682090" y="392535"/>
                  </a:lnTo>
                  <a:lnTo>
                    <a:pt x="686011" y="385590"/>
                  </a:lnTo>
                  <a:lnTo>
                    <a:pt x="689931" y="377968"/>
                  </a:lnTo>
                  <a:lnTo>
                    <a:pt x="693851" y="369608"/>
                  </a:lnTo>
                  <a:lnTo>
                    <a:pt x="697771" y="360441"/>
                  </a:lnTo>
                  <a:lnTo>
                    <a:pt x="701691" y="350404"/>
                  </a:lnTo>
                  <a:lnTo>
                    <a:pt x="705611" y="339436"/>
                  </a:lnTo>
                  <a:lnTo>
                    <a:pt x="709531" y="327489"/>
                  </a:lnTo>
                  <a:lnTo>
                    <a:pt x="713451" y="314521"/>
                  </a:lnTo>
                  <a:lnTo>
                    <a:pt x="717371" y="300510"/>
                  </a:lnTo>
                  <a:lnTo>
                    <a:pt x="721291" y="285447"/>
                  </a:lnTo>
                  <a:lnTo>
                    <a:pt x="725211" y="269256"/>
                  </a:lnTo>
                  <a:lnTo>
                    <a:pt x="729131" y="252047"/>
                  </a:lnTo>
                  <a:lnTo>
                    <a:pt x="733051" y="233928"/>
                  </a:lnTo>
                  <a:lnTo>
                    <a:pt x="736971" y="215007"/>
                  </a:lnTo>
                  <a:lnTo>
                    <a:pt x="740891" y="195422"/>
                  </a:lnTo>
                  <a:lnTo>
                    <a:pt x="744811" y="175348"/>
                  </a:lnTo>
                  <a:lnTo>
                    <a:pt x="748732" y="154996"/>
                  </a:lnTo>
                  <a:lnTo>
                    <a:pt x="752652" y="134610"/>
                  </a:lnTo>
                  <a:lnTo>
                    <a:pt x="756572" y="114469"/>
                  </a:lnTo>
                  <a:lnTo>
                    <a:pt x="760492" y="94880"/>
                  </a:lnTo>
                  <a:lnTo>
                    <a:pt x="764412" y="76259"/>
                  </a:lnTo>
                  <a:lnTo>
                    <a:pt x="768332" y="59005"/>
                  </a:lnTo>
                  <a:lnTo>
                    <a:pt x="772252" y="43406"/>
                  </a:lnTo>
                  <a:lnTo>
                    <a:pt x="776172" y="29785"/>
                  </a:lnTo>
                  <a:lnTo>
                    <a:pt x="780092" y="18433"/>
                  </a:lnTo>
                  <a:lnTo>
                    <a:pt x="784012" y="9604"/>
                  </a:lnTo>
                  <a:lnTo>
                    <a:pt x="787932" y="3500"/>
                  </a:lnTo>
                  <a:lnTo>
                    <a:pt x="791852" y="270"/>
                  </a:lnTo>
                  <a:lnTo>
                    <a:pt x="795772" y="0"/>
                  </a:lnTo>
                  <a:lnTo>
                    <a:pt x="799692" y="2711"/>
                  </a:lnTo>
                  <a:lnTo>
                    <a:pt x="803612" y="8496"/>
                  </a:lnTo>
                  <a:lnTo>
                    <a:pt x="807532" y="17299"/>
                  </a:lnTo>
                  <a:lnTo>
                    <a:pt x="811453" y="28720"/>
                  </a:lnTo>
                  <a:lnTo>
                    <a:pt x="815373" y="42536"/>
                  </a:lnTo>
                  <a:lnTo>
                    <a:pt x="819293" y="58491"/>
                  </a:lnTo>
                  <a:lnTo>
                    <a:pt x="823213" y="76305"/>
                  </a:lnTo>
                  <a:lnTo>
                    <a:pt x="827133" y="95680"/>
                  </a:lnTo>
                  <a:lnTo>
                    <a:pt x="831053" y="116313"/>
                  </a:lnTo>
                  <a:lnTo>
                    <a:pt x="834973" y="137898"/>
                  </a:lnTo>
                  <a:lnTo>
                    <a:pt x="838893" y="160139"/>
                  </a:lnTo>
                  <a:lnTo>
                    <a:pt x="842813" y="182751"/>
                  </a:lnTo>
                  <a:lnTo>
                    <a:pt x="846733" y="205429"/>
                  </a:lnTo>
                  <a:lnTo>
                    <a:pt x="850653" y="227898"/>
                  </a:lnTo>
                  <a:lnTo>
                    <a:pt x="854573" y="249941"/>
                  </a:lnTo>
                  <a:lnTo>
                    <a:pt x="858493" y="271363"/>
                  </a:lnTo>
                  <a:lnTo>
                    <a:pt x="862413" y="291990"/>
                  </a:lnTo>
                  <a:lnTo>
                    <a:pt x="866333" y="311674"/>
                  </a:lnTo>
                  <a:lnTo>
                    <a:pt x="870253" y="330287"/>
                  </a:lnTo>
                  <a:lnTo>
                    <a:pt x="874174" y="347726"/>
                  </a:lnTo>
                  <a:lnTo>
                    <a:pt x="878094" y="363912"/>
                  </a:lnTo>
                  <a:lnTo>
                    <a:pt x="882014" y="378786"/>
                  </a:lnTo>
                  <a:lnTo>
                    <a:pt x="885934" y="392164"/>
                  </a:lnTo>
                  <a:lnTo>
                    <a:pt x="889854" y="404204"/>
                  </a:lnTo>
                  <a:lnTo>
                    <a:pt x="893774" y="414936"/>
                  </a:lnTo>
                  <a:lnTo>
                    <a:pt x="897694" y="424404"/>
                  </a:lnTo>
                  <a:lnTo>
                    <a:pt x="901614" y="432674"/>
                  </a:lnTo>
                  <a:lnTo>
                    <a:pt x="905534" y="439824"/>
                  </a:lnTo>
                  <a:lnTo>
                    <a:pt x="909454" y="445941"/>
                  </a:lnTo>
                  <a:lnTo>
                    <a:pt x="913374" y="451124"/>
                  </a:lnTo>
                  <a:lnTo>
                    <a:pt x="917294" y="455470"/>
                  </a:lnTo>
                  <a:lnTo>
                    <a:pt x="921214" y="459082"/>
                  </a:lnTo>
                  <a:lnTo>
                    <a:pt x="925134" y="462000"/>
                  </a:lnTo>
                  <a:lnTo>
                    <a:pt x="929054" y="464387"/>
                  </a:lnTo>
                  <a:lnTo>
                    <a:pt x="932974" y="466334"/>
                  </a:lnTo>
                  <a:lnTo>
                    <a:pt x="936895" y="467916"/>
                  </a:lnTo>
                  <a:lnTo>
                    <a:pt x="940815" y="469199"/>
                  </a:lnTo>
                  <a:lnTo>
                    <a:pt x="944735" y="470240"/>
                  </a:lnTo>
                  <a:lnTo>
                    <a:pt x="948655" y="471086"/>
                  </a:lnTo>
                  <a:lnTo>
                    <a:pt x="952575" y="471778"/>
                  </a:lnTo>
                  <a:lnTo>
                    <a:pt x="956495" y="472349"/>
                  </a:lnTo>
                  <a:lnTo>
                    <a:pt x="960415" y="472827"/>
                  </a:lnTo>
                  <a:lnTo>
                    <a:pt x="964335" y="473226"/>
                  </a:lnTo>
                  <a:lnTo>
                    <a:pt x="968255" y="473569"/>
                  </a:lnTo>
                  <a:lnTo>
                    <a:pt x="972175" y="473866"/>
                  </a:lnTo>
                  <a:lnTo>
                    <a:pt x="976095" y="474127"/>
                  </a:lnTo>
                  <a:lnTo>
                    <a:pt x="980015" y="474356"/>
                  </a:lnTo>
                  <a:lnTo>
                    <a:pt x="983935" y="474557"/>
                  </a:lnTo>
                  <a:lnTo>
                    <a:pt x="987855" y="474732"/>
                  </a:lnTo>
                  <a:lnTo>
                    <a:pt x="991775" y="474883"/>
                  </a:lnTo>
                  <a:lnTo>
                    <a:pt x="995695" y="475012"/>
                  </a:lnTo>
                  <a:lnTo>
                    <a:pt x="999616" y="475121"/>
                  </a:lnTo>
                  <a:lnTo>
                    <a:pt x="1003536" y="475211"/>
                  </a:lnTo>
                  <a:lnTo>
                    <a:pt x="1007456" y="475283"/>
                  </a:lnTo>
                  <a:lnTo>
                    <a:pt x="1011376" y="475340"/>
                  </a:lnTo>
                  <a:lnTo>
                    <a:pt x="1015296" y="475386"/>
                  </a:lnTo>
                  <a:lnTo>
                    <a:pt x="1019216" y="475421"/>
                  </a:lnTo>
                  <a:lnTo>
                    <a:pt x="1023136" y="475447"/>
                  </a:lnTo>
                  <a:lnTo>
                    <a:pt x="1027056" y="475467"/>
                  </a:lnTo>
                  <a:lnTo>
                    <a:pt x="1030976" y="475481"/>
                  </a:lnTo>
                  <a:lnTo>
                    <a:pt x="1034896" y="475491"/>
                  </a:lnTo>
                  <a:lnTo>
                    <a:pt x="1038816" y="475498"/>
                  </a:lnTo>
                  <a:lnTo>
                    <a:pt x="1042736" y="475502"/>
                  </a:lnTo>
                  <a:lnTo>
                    <a:pt x="1046656" y="475505"/>
                  </a:lnTo>
                  <a:lnTo>
                    <a:pt x="1050576" y="475506"/>
                  </a:lnTo>
                  <a:lnTo>
                    <a:pt x="1054496" y="475507"/>
                  </a:lnTo>
                  <a:lnTo>
                    <a:pt x="1058417" y="475506"/>
                  </a:lnTo>
                  <a:lnTo>
                    <a:pt x="1062337" y="475505"/>
                  </a:lnTo>
                  <a:lnTo>
                    <a:pt x="1066257" y="475502"/>
                  </a:lnTo>
                  <a:lnTo>
                    <a:pt x="1070177" y="475497"/>
                  </a:lnTo>
                  <a:lnTo>
                    <a:pt x="1074097" y="475489"/>
                  </a:lnTo>
                  <a:lnTo>
                    <a:pt x="1078017" y="475478"/>
                  </a:lnTo>
                  <a:lnTo>
                    <a:pt x="1081937" y="475462"/>
                  </a:lnTo>
                  <a:lnTo>
                    <a:pt x="1085857" y="475439"/>
                  </a:lnTo>
                  <a:lnTo>
                    <a:pt x="1089777" y="475406"/>
                  </a:lnTo>
                  <a:lnTo>
                    <a:pt x="1093697" y="475363"/>
                  </a:lnTo>
                  <a:lnTo>
                    <a:pt x="1097617" y="475306"/>
                  </a:lnTo>
                  <a:lnTo>
                    <a:pt x="1101537" y="475232"/>
                  </a:lnTo>
                  <a:lnTo>
                    <a:pt x="1105457" y="475139"/>
                  </a:lnTo>
                  <a:lnTo>
                    <a:pt x="1109377" y="475024"/>
                  </a:lnTo>
                  <a:lnTo>
                    <a:pt x="1113297" y="474887"/>
                  </a:lnTo>
                  <a:lnTo>
                    <a:pt x="1117217" y="474724"/>
                  </a:lnTo>
                  <a:lnTo>
                    <a:pt x="1121138" y="474536"/>
                  </a:lnTo>
                  <a:lnTo>
                    <a:pt x="1125058" y="474321"/>
                  </a:lnTo>
                  <a:lnTo>
                    <a:pt x="1128978" y="474083"/>
                  </a:lnTo>
                  <a:lnTo>
                    <a:pt x="1132898" y="473826"/>
                  </a:lnTo>
                  <a:lnTo>
                    <a:pt x="1136818" y="473552"/>
                  </a:lnTo>
                  <a:lnTo>
                    <a:pt x="1140738" y="473266"/>
                  </a:lnTo>
                  <a:lnTo>
                    <a:pt x="1144658" y="472970"/>
                  </a:lnTo>
                  <a:lnTo>
                    <a:pt x="1148578" y="472667"/>
                  </a:lnTo>
                  <a:lnTo>
                    <a:pt x="1152498" y="472359"/>
                  </a:lnTo>
                  <a:lnTo>
                    <a:pt x="1156418" y="472045"/>
                  </a:lnTo>
                  <a:lnTo>
                    <a:pt x="1160338" y="471723"/>
                  </a:lnTo>
                  <a:lnTo>
                    <a:pt x="1164258" y="471390"/>
                  </a:lnTo>
                  <a:lnTo>
                    <a:pt x="1168178" y="471039"/>
                  </a:lnTo>
                  <a:lnTo>
                    <a:pt x="1172098" y="470664"/>
                  </a:lnTo>
                  <a:lnTo>
                    <a:pt x="1176018" y="470259"/>
                  </a:lnTo>
                  <a:lnTo>
                    <a:pt x="1179938" y="469817"/>
                  </a:lnTo>
                  <a:lnTo>
                    <a:pt x="1183859" y="469330"/>
                  </a:lnTo>
                  <a:lnTo>
                    <a:pt x="1187779" y="468794"/>
                  </a:lnTo>
                  <a:lnTo>
                    <a:pt x="1191699" y="468202"/>
                  </a:lnTo>
                  <a:lnTo>
                    <a:pt x="1195619" y="467549"/>
                  </a:lnTo>
                  <a:lnTo>
                    <a:pt x="1199539" y="466832"/>
                  </a:lnTo>
                  <a:lnTo>
                    <a:pt x="1203459" y="466040"/>
                  </a:lnTo>
                  <a:lnTo>
                    <a:pt x="1207379" y="465172"/>
                  </a:lnTo>
                  <a:lnTo>
                    <a:pt x="1211299" y="464227"/>
                  </a:lnTo>
                  <a:lnTo>
                    <a:pt x="1215219" y="463202"/>
                  </a:lnTo>
                  <a:lnTo>
                    <a:pt x="1219139" y="462092"/>
                  </a:lnTo>
                  <a:lnTo>
                    <a:pt x="1223059" y="460893"/>
                  </a:lnTo>
                  <a:lnTo>
                    <a:pt x="1226979" y="459602"/>
                  </a:lnTo>
                  <a:lnTo>
                    <a:pt x="1230899" y="458214"/>
                  </a:lnTo>
                  <a:lnTo>
                    <a:pt x="1234819" y="456724"/>
                  </a:lnTo>
                  <a:lnTo>
                    <a:pt x="1238739" y="455127"/>
                  </a:lnTo>
                  <a:lnTo>
                    <a:pt x="1242659" y="453410"/>
                  </a:lnTo>
                  <a:lnTo>
                    <a:pt x="1246580" y="451560"/>
                  </a:lnTo>
                  <a:lnTo>
                    <a:pt x="1250500" y="449576"/>
                  </a:lnTo>
                  <a:lnTo>
                    <a:pt x="1254420" y="447445"/>
                  </a:lnTo>
                  <a:lnTo>
                    <a:pt x="1258340" y="445154"/>
                  </a:lnTo>
                  <a:lnTo>
                    <a:pt x="1262260" y="442690"/>
                  </a:lnTo>
                  <a:lnTo>
                    <a:pt x="1266180" y="440039"/>
                  </a:lnTo>
                  <a:lnTo>
                    <a:pt x="1270100" y="437193"/>
                  </a:lnTo>
                  <a:lnTo>
                    <a:pt x="1274020" y="434142"/>
                  </a:lnTo>
                  <a:lnTo>
                    <a:pt x="1277940" y="430887"/>
                  </a:lnTo>
                  <a:lnTo>
                    <a:pt x="1281860" y="427428"/>
                  </a:lnTo>
                  <a:lnTo>
                    <a:pt x="1285780" y="423775"/>
                  </a:lnTo>
                  <a:lnTo>
                    <a:pt x="1289700" y="419976"/>
                  </a:lnTo>
                  <a:lnTo>
                    <a:pt x="1293620" y="416077"/>
                  </a:lnTo>
                  <a:lnTo>
                    <a:pt x="1297540" y="412131"/>
                  </a:lnTo>
                  <a:lnTo>
                    <a:pt x="1301460" y="408207"/>
                  </a:lnTo>
                  <a:lnTo>
                    <a:pt x="1305380" y="404383"/>
                  </a:lnTo>
                  <a:lnTo>
                    <a:pt x="1309301" y="400744"/>
                  </a:lnTo>
                  <a:lnTo>
                    <a:pt x="1313221" y="397382"/>
                  </a:lnTo>
                  <a:lnTo>
                    <a:pt x="1317141" y="394387"/>
                  </a:lnTo>
                  <a:lnTo>
                    <a:pt x="1321061" y="391855"/>
                  </a:lnTo>
                  <a:lnTo>
                    <a:pt x="1324981" y="389932"/>
                  </a:lnTo>
                  <a:lnTo>
                    <a:pt x="1328901" y="388627"/>
                  </a:lnTo>
                  <a:lnTo>
                    <a:pt x="1332821" y="387982"/>
                  </a:lnTo>
                  <a:lnTo>
                    <a:pt x="1336741" y="388015"/>
                  </a:lnTo>
                  <a:lnTo>
                    <a:pt x="1340661" y="388725"/>
                  </a:lnTo>
                  <a:lnTo>
                    <a:pt x="1344581" y="390087"/>
                  </a:lnTo>
                  <a:lnTo>
                    <a:pt x="1348501" y="392056"/>
                  </a:lnTo>
                  <a:lnTo>
                    <a:pt x="1352421" y="394569"/>
                  </a:lnTo>
                  <a:lnTo>
                    <a:pt x="1356341" y="397549"/>
                  </a:lnTo>
                  <a:lnTo>
                    <a:pt x="1360261" y="400910"/>
                  </a:lnTo>
                  <a:lnTo>
                    <a:pt x="1364181" y="404578"/>
                  </a:lnTo>
                  <a:lnTo>
                    <a:pt x="1368101" y="408422"/>
                  </a:lnTo>
                  <a:lnTo>
                    <a:pt x="1372022" y="412353"/>
                  </a:lnTo>
                  <a:lnTo>
                    <a:pt x="1375942" y="416295"/>
                  </a:lnTo>
                  <a:lnTo>
                    <a:pt x="1379862" y="420180"/>
                  </a:lnTo>
                  <a:lnTo>
                    <a:pt x="1383782" y="423957"/>
                  </a:lnTo>
                  <a:lnTo>
                    <a:pt x="1387702" y="427583"/>
                  </a:lnTo>
                  <a:lnTo>
                    <a:pt x="1391622" y="431031"/>
                  </a:lnTo>
                  <a:lnTo>
                    <a:pt x="1395542" y="434283"/>
                  </a:lnTo>
                  <a:lnTo>
                    <a:pt x="1399462" y="437335"/>
                  </a:lnTo>
                  <a:lnTo>
                    <a:pt x="1403382" y="440172"/>
                  </a:lnTo>
                  <a:lnTo>
                    <a:pt x="1407302" y="442820"/>
                  </a:lnTo>
                  <a:lnTo>
                    <a:pt x="1411222" y="445300"/>
                  </a:lnTo>
                  <a:lnTo>
                    <a:pt x="1415142" y="447630"/>
                  </a:lnTo>
                  <a:lnTo>
                    <a:pt x="1419062" y="449826"/>
                  </a:lnTo>
                  <a:lnTo>
                    <a:pt x="1422982" y="451902"/>
                  </a:lnTo>
                  <a:lnTo>
                    <a:pt x="1426902" y="453872"/>
                  </a:lnTo>
                  <a:lnTo>
                    <a:pt x="1430822" y="455743"/>
                  </a:lnTo>
                  <a:lnTo>
                    <a:pt x="1434743" y="457522"/>
                  </a:lnTo>
                  <a:lnTo>
                    <a:pt x="1438663" y="459212"/>
                  </a:lnTo>
                  <a:lnTo>
                    <a:pt x="1442583" y="460807"/>
                  </a:lnTo>
                  <a:lnTo>
                    <a:pt x="1446503" y="462305"/>
                  </a:lnTo>
                  <a:lnTo>
                    <a:pt x="1450423" y="463708"/>
                  </a:lnTo>
                  <a:lnTo>
                    <a:pt x="1454343" y="465013"/>
                  </a:lnTo>
                  <a:lnTo>
                    <a:pt x="1458263" y="466218"/>
                  </a:lnTo>
                  <a:lnTo>
                    <a:pt x="1462183" y="467319"/>
                  </a:lnTo>
                  <a:lnTo>
                    <a:pt x="1466103" y="468318"/>
                  </a:lnTo>
                  <a:lnTo>
                    <a:pt x="1470023" y="469214"/>
                  </a:lnTo>
                  <a:lnTo>
                    <a:pt x="1473943" y="470012"/>
                  </a:lnTo>
                  <a:lnTo>
                    <a:pt x="1477863" y="470715"/>
                  </a:lnTo>
                  <a:lnTo>
                    <a:pt x="1481783" y="471325"/>
                  </a:lnTo>
                  <a:lnTo>
                    <a:pt x="1485703" y="471851"/>
                  </a:lnTo>
                  <a:lnTo>
                    <a:pt x="1489623" y="472308"/>
                  </a:lnTo>
                  <a:lnTo>
                    <a:pt x="1493543" y="472705"/>
                  </a:lnTo>
                  <a:lnTo>
                    <a:pt x="1497464" y="473050"/>
                  </a:lnTo>
                  <a:lnTo>
                    <a:pt x="1501384" y="473354"/>
                  </a:lnTo>
                  <a:lnTo>
                    <a:pt x="1505304" y="473623"/>
                  </a:lnTo>
                  <a:lnTo>
                    <a:pt x="1509224" y="473863"/>
                  </a:lnTo>
                  <a:lnTo>
                    <a:pt x="1513144" y="474080"/>
                  </a:lnTo>
                  <a:lnTo>
                    <a:pt x="1517064" y="474277"/>
                  </a:lnTo>
                  <a:lnTo>
                    <a:pt x="1520984" y="474456"/>
                  </a:lnTo>
                  <a:lnTo>
                    <a:pt x="1524904" y="474617"/>
                  </a:lnTo>
                  <a:lnTo>
                    <a:pt x="1528824" y="474763"/>
                  </a:lnTo>
                  <a:lnTo>
                    <a:pt x="1532744" y="474894"/>
                  </a:lnTo>
                  <a:lnTo>
                    <a:pt x="1536664" y="475009"/>
                  </a:lnTo>
                  <a:lnTo>
                    <a:pt x="1540584" y="475110"/>
                  </a:lnTo>
                  <a:lnTo>
                    <a:pt x="1544504" y="475196"/>
                  </a:lnTo>
                  <a:lnTo>
                    <a:pt x="1548424" y="475268"/>
                  </a:lnTo>
                  <a:lnTo>
                    <a:pt x="1552344" y="475327"/>
                  </a:lnTo>
                  <a:lnTo>
                    <a:pt x="1556265" y="475374"/>
                  </a:lnTo>
                  <a:lnTo>
                    <a:pt x="1560185" y="475411"/>
                  </a:lnTo>
                  <a:lnTo>
                    <a:pt x="1564105" y="475439"/>
                  </a:lnTo>
                  <a:lnTo>
                    <a:pt x="1568025" y="475460"/>
                  </a:lnTo>
                  <a:lnTo>
                    <a:pt x="1571945" y="475476"/>
                  </a:lnTo>
                  <a:lnTo>
                    <a:pt x="1575865" y="475487"/>
                  </a:lnTo>
                  <a:lnTo>
                    <a:pt x="1579785" y="475495"/>
                  </a:lnTo>
                  <a:lnTo>
                    <a:pt x="1583705" y="475500"/>
                  </a:lnTo>
                  <a:lnTo>
                    <a:pt x="1587625" y="475504"/>
                  </a:lnTo>
                  <a:lnTo>
                    <a:pt x="1591545" y="475507"/>
                  </a:lnTo>
                  <a:lnTo>
                    <a:pt x="1595465" y="475508"/>
                  </a:lnTo>
                  <a:lnTo>
                    <a:pt x="1599385" y="475509"/>
                  </a:lnTo>
                  <a:lnTo>
                    <a:pt x="1603305" y="475510"/>
                  </a:lnTo>
                  <a:lnTo>
                    <a:pt x="1607225" y="475510"/>
                  </a:lnTo>
                  <a:lnTo>
                    <a:pt x="1611145" y="475510"/>
                  </a:lnTo>
                  <a:lnTo>
                    <a:pt x="1615065" y="475510"/>
                  </a:lnTo>
                  <a:lnTo>
                    <a:pt x="1618986" y="475510"/>
                  </a:lnTo>
                  <a:lnTo>
                    <a:pt x="1622906" y="475511"/>
                  </a:lnTo>
                  <a:lnTo>
                    <a:pt x="1626826" y="475511"/>
                  </a:lnTo>
                  <a:lnTo>
                    <a:pt x="1630746" y="475511"/>
                  </a:lnTo>
                  <a:lnTo>
                    <a:pt x="1634666" y="475511"/>
                  </a:lnTo>
                  <a:lnTo>
                    <a:pt x="1638586" y="475511"/>
                  </a:lnTo>
                  <a:lnTo>
                    <a:pt x="1642506" y="475511"/>
                  </a:lnTo>
                  <a:lnTo>
                    <a:pt x="1646426" y="475511"/>
                  </a:lnTo>
                  <a:lnTo>
                    <a:pt x="1650346" y="475511"/>
                  </a:lnTo>
                  <a:lnTo>
                    <a:pt x="1654266" y="475511"/>
                  </a:lnTo>
                  <a:lnTo>
                    <a:pt x="1658186" y="475511"/>
                  </a:lnTo>
                  <a:lnTo>
                    <a:pt x="1662106" y="475511"/>
                  </a:lnTo>
                  <a:lnTo>
                    <a:pt x="1666026" y="475511"/>
                  </a:lnTo>
                  <a:lnTo>
                    <a:pt x="1669946" y="475511"/>
                  </a:lnTo>
                  <a:lnTo>
                    <a:pt x="1673866" y="475511"/>
                  </a:lnTo>
                  <a:lnTo>
                    <a:pt x="1677786" y="475511"/>
                  </a:lnTo>
                  <a:lnTo>
                    <a:pt x="1681707" y="475511"/>
                  </a:lnTo>
                  <a:lnTo>
                    <a:pt x="1685627" y="475511"/>
                  </a:lnTo>
                  <a:lnTo>
                    <a:pt x="1689547" y="475511"/>
                  </a:lnTo>
                  <a:lnTo>
                    <a:pt x="1693467" y="475511"/>
                  </a:lnTo>
                  <a:lnTo>
                    <a:pt x="1697387" y="475511"/>
                  </a:lnTo>
                  <a:lnTo>
                    <a:pt x="1701307" y="475511"/>
                  </a:lnTo>
                  <a:lnTo>
                    <a:pt x="1705227" y="475511"/>
                  </a:lnTo>
                  <a:lnTo>
                    <a:pt x="1709147" y="475511"/>
                  </a:lnTo>
                  <a:lnTo>
                    <a:pt x="1713067" y="475511"/>
                  </a:lnTo>
                  <a:lnTo>
                    <a:pt x="1716987" y="475511"/>
                  </a:lnTo>
                  <a:lnTo>
                    <a:pt x="1720907" y="475511"/>
                  </a:lnTo>
                  <a:lnTo>
                    <a:pt x="1724827" y="475511"/>
                  </a:lnTo>
                  <a:lnTo>
                    <a:pt x="1728747" y="475511"/>
                  </a:lnTo>
                  <a:lnTo>
                    <a:pt x="1732667" y="475511"/>
                  </a:lnTo>
                  <a:lnTo>
                    <a:pt x="1736587" y="475511"/>
                  </a:lnTo>
                  <a:lnTo>
                    <a:pt x="1740507" y="475511"/>
                  </a:lnTo>
                  <a:lnTo>
                    <a:pt x="1744428" y="475511"/>
                  </a:lnTo>
                  <a:lnTo>
                    <a:pt x="1748348" y="475511"/>
                  </a:lnTo>
                  <a:lnTo>
                    <a:pt x="1752268" y="475511"/>
                  </a:lnTo>
                  <a:lnTo>
                    <a:pt x="1756188" y="475511"/>
                  </a:lnTo>
                  <a:lnTo>
                    <a:pt x="1760108" y="475511"/>
                  </a:lnTo>
                  <a:lnTo>
                    <a:pt x="1764028" y="475511"/>
                  </a:lnTo>
                  <a:lnTo>
                    <a:pt x="1767948" y="475511"/>
                  </a:lnTo>
                  <a:lnTo>
                    <a:pt x="1771868" y="475511"/>
                  </a:lnTo>
                  <a:lnTo>
                    <a:pt x="1775788" y="475511"/>
                  </a:lnTo>
                  <a:lnTo>
                    <a:pt x="1779708" y="475511"/>
                  </a:lnTo>
                  <a:lnTo>
                    <a:pt x="1783628" y="475511"/>
                  </a:lnTo>
                  <a:lnTo>
                    <a:pt x="1787548" y="475511"/>
                  </a:lnTo>
                  <a:lnTo>
                    <a:pt x="1791468" y="475511"/>
                  </a:lnTo>
                  <a:lnTo>
                    <a:pt x="1795388" y="475511"/>
                  </a:lnTo>
                  <a:lnTo>
                    <a:pt x="1799308" y="475511"/>
                  </a:lnTo>
                  <a:lnTo>
                    <a:pt x="1803228" y="475511"/>
                  </a:lnTo>
                  <a:lnTo>
                    <a:pt x="1807149" y="475511"/>
                  </a:lnTo>
                  <a:lnTo>
                    <a:pt x="1811069" y="475511"/>
                  </a:lnTo>
                  <a:lnTo>
                    <a:pt x="1814989" y="475511"/>
                  </a:lnTo>
                  <a:lnTo>
                    <a:pt x="1818909" y="475511"/>
                  </a:lnTo>
                  <a:lnTo>
                    <a:pt x="1822829" y="475511"/>
                  </a:lnTo>
                  <a:lnTo>
                    <a:pt x="1826749" y="475511"/>
                  </a:lnTo>
                  <a:lnTo>
                    <a:pt x="1830669" y="475511"/>
                  </a:lnTo>
                  <a:lnTo>
                    <a:pt x="1834589" y="475511"/>
                  </a:lnTo>
                  <a:lnTo>
                    <a:pt x="1838509" y="475511"/>
                  </a:lnTo>
                  <a:lnTo>
                    <a:pt x="1842429" y="475511"/>
                  </a:lnTo>
                  <a:lnTo>
                    <a:pt x="1846349" y="475511"/>
                  </a:lnTo>
                  <a:lnTo>
                    <a:pt x="1850269" y="475511"/>
                  </a:lnTo>
                  <a:lnTo>
                    <a:pt x="1854189" y="475511"/>
                  </a:lnTo>
                  <a:lnTo>
                    <a:pt x="1858109" y="475511"/>
                  </a:lnTo>
                  <a:lnTo>
                    <a:pt x="1862029" y="475511"/>
                  </a:lnTo>
                  <a:lnTo>
                    <a:pt x="1865949" y="475511"/>
                  </a:lnTo>
                  <a:lnTo>
                    <a:pt x="1869870" y="475511"/>
                  </a:lnTo>
                  <a:lnTo>
                    <a:pt x="1873790" y="475511"/>
                  </a:lnTo>
                  <a:lnTo>
                    <a:pt x="1877710" y="475511"/>
                  </a:lnTo>
                  <a:lnTo>
                    <a:pt x="1881630" y="475511"/>
                  </a:lnTo>
                  <a:lnTo>
                    <a:pt x="1885550" y="475511"/>
                  </a:lnTo>
                  <a:lnTo>
                    <a:pt x="1889470" y="475511"/>
                  </a:lnTo>
                  <a:lnTo>
                    <a:pt x="1893390" y="475511"/>
                  </a:lnTo>
                  <a:lnTo>
                    <a:pt x="1897310" y="475511"/>
                  </a:lnTo>
                  <a:lnTo>
                    <a:pt x="1901230" y="475511"/>
                  </a:lnTo>
                  <a:lnTo>
                    <a:pt x="1905150" y="475511"/>
                  </a:lnTo>
                  <a:lnTo>
                    <a:pt x="1909070" y="475511"/>
                  </a:lnTo>
                  <a:lnTo>
                    <a:pt x="1912990" y="475511"/>
                  </a:lnTo>
                  <a:lnTo>
                    <a:pt x="1916910" y="475511"/>
                  </a:lnTo>
                  <a:lnTo>
                    <a:pt x="1920830" y="475511"/>
                  </a:lnTo>
                  <a:lnTo>
                    <a:pt x="1924750" y="475511"/>
                  </a:lnTo>
                  <a:lnTo>
                    <a:pt x="1928670" y="475511"/>
                  </a:lnTo>
                  <a:lnTo>
                    <a:pt x="1932591" y="475511"/>
                  </a:lnTo>
                  <a:lnTo>
                    <a:pt x="1936511" y="475511"/>
                  </a:lnTo>
                  <a:lnTo>
                    <a:pt x="1940431" y="475511"/>
                  </a:lnTo>
                  <a:lnTo>
                    <a:pt x="1944351" y="475511"/>
                  </a:lnTo>
                  <a:lnTo>
                    <a:pt x="1948271" y="475511"/>
                  </a:lnTo>
                  <a:lnTo>
                    <a:pt x="1952191" y="475511"/>
                  </a:lnTo>
                  <a:lnTo>
                    <a:pt x="1956111" y="475511"/>
                  </a:lnTo>
                  <a:lnTo>
                    <a:pt x="1960031" y="475511"/>
                  </a:lnTo>
                  <a:lnTo>
                    <a:pt x="1963951" y="475511"/>
                  </a:lnTo>
                  <a:lnTo>
                    <a:pt x="1967871" y="475511"/>
                  </a:lnTo>
                  <a:lnTo>
                    <a:pt x="1971791" y="475511"/>
                  </a:lnTo>
                  <a:lnTo>
                    <a:pt x="1975711" y="475511"/>
                  </a:lnTo>
                  <a:lnTo>
                    <a:pt x="1979631" y="475511"/>
                  </a:lnTo>
                  <a:lnTo>
                    <a:pt x="1983551" y="475511"/>
                  </a:lnTo>
                  <a:lnTo>
                    <a:pt x="1987471" y="475511"/>
                  </a:lnTo>
                  <a:lnTo>
                    <a:pt x="1991391" y="475511"/>
                  </a:lnTo>
                  <a:lnTo>
                    <a:pt x="1995312" y="475511"/>
                  </a:lnTo>
                  <a:lnTo>
                    <a:pt x="1999232" y="475511"/>
                  </a:lnTo>
                  <a:lnTo>
                    <a:pt x="2003152" y="475511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0" name="pg40"/>
            <p:cNvSpPr/>
            <p:nvPr/>
          </p:nvSpPr>
          <p:spPr>
            <a:xfrm>
              <a:off x="4182181" y="6004374"/>
              <a:ext cx="2003152" cy="287174"/>
            </a:xfrm>
            <a:custGeom>
              <a:avLst/>
              <a:gdLst/>
              <a:ahLst/>
              <a:cxnLst/>
              <a:rect l="0" t="0" r="0" b="0"/>
              <a:pathLst>
                <a:path w="2003152" h="287174">
                  <a:moveTo>
                    <a:pt x="0" y="287174"/>
                  </a:moveTo>
                  <a:lnTo>
                    <a:pt x="3920" y="287174"/>
                  </a:lnTo>
                  <a:lnTo>
                    <a:pt x="7840" y="287174"/>
                  </a:lnTo>
                  <a:lnTo>
                    <a:pt x="11760" y="287174"/>
                  </a:lnTo>
                  <a:lnTo>
                    <a:pt x="15680" y="287174"/>
                  </a:lnTo>
                  <a:lnTo>
                    <a:pt x="19600" y="287174"/>
                  </a:lnTo>
                  <a:lnTo>
                    <a:pt x="23520" y="287174"/>
                  </a:lnTo>
                  <a:lnTo>
                    <a:pt x="27440" y="287174"/>
                  </a:lnTo>
                  <a:lnTo>
                    <a:pt x="31360" y="287174"/>
                  </a:lnTo>
                  <a:lnTo>
                    <a:pt x="35280" y="287174"/>
                  </a:lnTo>
                  <a:lnTo>
                    <a:pt x="39200" y="287174"/>
                  </a:lnTo>
                  <a:lnTo>
                    <a:pt x="43120" y="287174"/>
                  </a:lnTo>
                  <a:lnTo>
                    <a:pt x="47040" y="287174"/>
                  </a:lnTo>
                  <a:lnTo>
                    <a:pt x="50960" y="287174"/>
                  </a:lnTo>
                  <a:lnTo>
                    <a:pt x="54880" y="287174"/>
                  </a:lnTo>
                  <a:lnTo>
                    <a:pt x="58800" y="287174"/>
                  </a:lnTo>
                  <a:lnTo>
                    <a:pt x="62721" y="287174"/>
                  </a:lnTo>
                  <a:lnTo>
                    <a:pt x="66641" y="287174"/>
                  </a:lnTo>
                  <a:lnTo>
                    <a:pt x="70561" y="287174"/>
                  </a:lnTo>
                  <a:lnTo>
                    <a:pt x="74481" y="287174"/>
                  </a:lnTo>
                  <a:lnTo>
                    <a:pt x="78401" y="287174"/>
                  </a:lnTo>
                  <a:lnTo>
                    <a:pt x="82321" y="287174"/>
                  </a:lnTo>
                  <a:lnTo>
                    <a:pt x="86241" y="287174"/>
                  </a:lnTo>
                  <a:lnTo>
                    <a:pt x="90161" y="287174"/>
                  </a:lnTo>
                  <a:lnTo>
                    <a:pt x="94081" y="287174"/>
                  </a:lnTo>
                  <a:lnTo>
                    <a:pt x="98001" y="287174"/>
                  </a:lnTo>
                  <a:lnTo>
                    <a:pt x="101921" y="287174"/>
                  </a:lnTo>
                  <a:lnTo>
                    <a:pt x="105841" y="287174"/>
                  </a:lnTo>
                  <a:lnTo>
                    <a:pt x="109761" y="287174"/>
                  </a:lnTo>
                  <a:lnTo>
                    <a:pt x="113681" y="287174"/>
                  </a:lnTo>
                  <a:lnTo>
                    <a:pt x="117601" y="287174"/>
                  </a:lnTo>
                  <a:lnTo>
                    <a:pt x="121521" y="287174"/>
                  </a:lnTo>
                  <a:lnTo>
                    <a:pt x="125442" y="287174"/>
                  </a:lnTo>
                  <a:lnTo>
                    <a:pt x="129362" y="287174"/>
                  </a:lnTo>
                  <a:lnTo>
                    <a:pt x="133282" y="287174"/>
                  </a:lnTo>
                  <a:lnTo>
                    <a:pt x="137202" y="287174"/>
                  </a:lnTo>
                  <a:lnTo>
                    <a:pt x="141122" y="287174"/>
                  </a:lnTo>
                  <a:lnTo>
                    <a:pt x="145042" y="287174"/>
                  </a:lnTo>
                  <a:lnTo>
                    <a:pt x="148962" y="287174"/>
                  </a:lnTo>
                  <a:lnTo>
                    <a:pt x="152882" y="287174"/>
                  </a:lnTo>
                  <a:lnTo>
                    <a:pt x="156802" y="287174"/>
                  </a:lnTo>
                  <a:lnTo>
                    <a:pt x="160722" y="287174"/>
                  </a:lnTo>
                  <a:lnTo>
                    <a:pt x="164642" y="287174"/>
                  </a:lnTo>
                  <a:lnTo>
                    <a:pt x="168562" y="287174"/>
                  </a:lnTo>
                  <a:lnTo>
                    <a:pt x="172482" y="287174"/>
                  </a:lnTo>
                  <a:lnTo>
                    <a:pt x="176402" y="287174"/>
                  </a:lnTo>
                  <a:lnTo>
                    <a:pt x="180322" y="287174"/>
                  </a:lnTo>
                  <a:lnTo>
                    <a:pt x="184242" y="287174"/>
                  </a:lnTo>
                  <a:lnTo>
                    <a:pt x="188163" y="287174"/>
                  </a:lnTo>
                  <a:lnTo>
                    <a:pt x="192083" y="287174"/>
                  </a:lnTo>
                  <a:lnTo>
                    <a:pt x="196003" y="287174"/>
                  </a:lnTo>
                  <a:lnTo>
                    <a:pt x="199923" y="287174"/>
                  </a:lnTo>
                  <a:lnTo>
                    <a:pt x="203843" y="287174"/>
                  </a:lnTo>
                  <a:lnTo>
                    <a:pt x="207763" y="287174"/>
                  </a:lnTo>
                  <a:lnTo>
                    <a:pt x="211683" y="287173"/>
                  </a:lnTo>
                  <a:lnTo>
                    <a:pt x="215603" y="287173"/>
                  </a:lnTo>
                  <a:lnTo>
                    <a:pt x="219523" y="287173"/>
                  </a:lnTo>
                  <a:lnTo>
                    <a:pt x="223443" y="287172"/>
                  </a:lnTo>
                  <a:lnTo>
                    <a:pt x="227363" y="287172"/>
                  </a:lnTo>
                  <a:lnTo>
                    <a:pt x="231283" y="287171"/>
                  </a:lnTo>
                  <a:lnTo>
                    <a:pt x="235203" y="287170"/>
                  </a:lnTo>
                  <a:lnTo>
                    <a:pt x="239123" y="287168"/>
                  </a:lnTo>
                  <a:lnTo>
                    <a:pt x="243043" y="287167"/>
                  </a:lnTo>
                  <a:lnTo>
                    <a:pt x="246963" y="287164"/>
                  </a:lnTo>
                  <a:lnTo>
                    <a:pt x="250884" y="287161"/>
                  </a:lnTo>
                  <a:lnTo>
                    <a:pt x="254804" y="287158"/>
                  </a:lnTo>
                  <a:lnTo>
                    <a:pt x="258724" y="287153"/>
                  </a:lnTo>
                  <a:lnTo>
                    <a:pt x="262644" y="287147"/>
                  </a:lnTo>
                  <a:lnTo>
                    <a:pt x="266564" y="287140"/>
                  </a:lnTo>
                  <a:lnTo>
                    <a:pt x="270484" y="287131"/>
                  </a:lnTo>
                  <a:lnTo>
                    <a:pt x="274404" y="287121"/>
                  </a:lnTo>
                  <a:lnTo>
                    <a:pt x="278324" y="287108"/>
                  </a:lnTo>
                  <a:lnTo>
                    <a:pt x="282244" y="287093"/>
                  </a:lnTo>
                  <a:lnTo>
                    <a:pt x="286164" y="287076"/>
                  </a:lnTo>
                  <a:lnTo>
                    <a:pt x="290084" y="287055"/>
                  </a:lnTo>
                  <a:lnTo>
                    <a:pt x="294004" y="287032"/>
                  </a:lnTo>
                  <a:lnTo>
                    <a:pt x="297924" y="287005"/>
                  </a:lnTo>
                  <a:lnTo>
                    <a:pt x="301844" y="286974"/>
                  </a:lnTo>
                  <a:lnTo>
                    <a:pt x="305764" y="286940"/>
                  </a:lnTo>
                  <a:lnTo>
                    <a:pt x="309684" y="286902"/>
                  </a:lnTo>
                  <a:lnTo>
                    <a:pt x="313605" y="286860"/>
                  </a:lnTo>
                  <a:lnTo>
                    <a:pt x="317525" y="286813"/>
                  </a:lnTo>
                  <a:lnTo>
                    <a:pt x="321445" y="286763"/>
                  </a:lnTo>
                  <a:lnTo>
                    <a:pt x="325365" y="286710"/>
                  </a:lnTo>
                  <a:lnTo>
                    <a:pt x="329285" y="286653"/>
                  </a:lnTo>
                  <a:lnTo>
                    <a:pt x="333205" y="286593"/>
                  </a:lnTo>
                  <a:lnTo>
                    <a:pt x="337125" y="286530"/>
                  </a:lnTo>
                  <a:lnTo>
                    <a:pt x="341045" y="286464"/>
                  </a:lnTo>
                  <a:lnTo>
                    <a:pt x="344965" y="286397"/>
                  </a:lnTo>
                  <a:lnTo>
                    <a:pt x="348885" y="286329"/>
                  </a:lnTo>
                  <a:lnTo>
                    <a:pt x="352805" y="286261"/>
                  </a:lnTo>
                  <a:lnTo>
                    <a:pt x="356725" y="286192"/>
                  </a:lnTo>
                  <a:lnTo>
                    <a:pt x="360645" y="286125"/>
                  </a:lnTo>
                  <a:lnTo>
                    <a:pt x="364565" y="286058"/>
                  </a:lnTo>
                  <a:lnTo>
                    <a:pt x="368485" y="285993"/>
                  </a:lnTo>
                  <a:lnTo>
                    <a:pt x="372405" y="285931"/>
                  </a:lnTo>
                  <a:lnTo>
                    <a:pt x="376326" y="285871"/>
                  </a:lnTo>
                  <a:lnTo>
                    <a:pt x="380246" y="285814"/>
                  </a:lnTo>
                  <a:lnTo>
                    <a:pt x="384166" y="285760"/>
                  </a:lnTo>
                  <a:lnTo>
                    <a:pt x="388086" y="285708"/>
                  </a:lnTo>
                  <a:lnTo>
                    <a:pt x="392006" y="285661"/>
                  </a:lnTo>
                  <a:lnTo>
                    <a:pt x="395926" y="285616"/>
                  </a:lnTo>
                  <a:lnTo>
                    <a:pt x="399846" y="285573"/>
                  </a:lnTo>
                  <a:lnTo>
                    <a:pt x="403766" y="285534"/>
                  </a:lnTo>
                  <a:lnTo>
                    <a:pt x="407686" y="285496"/>
                  </a:lnTo>
                  <a:lnTo>
                    <a:pt x="411606" y="285460"/>
                  </a:lnTo>
                  <a:lnTo>
                    <a:pt x="415526" y="285426"/>
                  </a:lnTo>
                  <a:lnTo>
                    <a:pt x="419446" y="285394"/>
                  </a:lnTo>
                  <a:lnTo>
                    <a:pt x="423366" y="285362"/>
                  </a:lnTo>
                  <a:lnTo>
                    <a:pt x="427286" y="285332"/>
                  </a:lnTo>
                  <a:lnTo>
                    <a:pt x="431206" y="285303"/>
                  </a:lnTo>
                  <a:lnTo>
                    <a:pt x="435126" y="285275"/>
                  </a:lnTo>
                  <a:lnTo>
                    <a:pt x="439047" y="285248"/>
                  </a:lnTo>
                  <a:lnTo>
                    <a:pt x="442967" y="285222"/>
                  </a:lnTo>
                  <a:lnTo>
                    <a:pt x="446887" y="285197"/>
                  </a:lnTo>
                  <a:lnTo>
                    <a:pt x="450807" y="285174"/>
                  </a:lnTo>
                  <a:lnTo>
                    <a:pt x="454727" y="285153"/>
                  </a:lnTo>
                  <a:lnTo>
                    <a:pt x="458647" y="285133"/>
                  </a:lnTo>
                  <a:lnTo>
                    <a:pt x="462567" y="285115"/>
                  </a:lnTo>
                  <a:lnTo>
                    <a:pt x="466487" y="285098"/>
                  </a:lnTo>
                  <a:lnTo>
                    <a:pt x="470407" y="285082"/>
                  </a:lnTo>
                  <a:lnTo>
                    <a:pt x="474327" y="285067"/>
                  </a:lnTo>
                  <a:lnTo>
                    <a:pt x="478247" y="285052"/>
                  </a:lnTo>
                  <a:lnTo>
                    <a:pt x="482167" y="285036"/>
                  </a:lnTo>
                  <a:lnTo>
                    <a:pt x="486087" y="285018"/>
                  </a:lnTo>
                  <a:lnTo>
                    <a:pt x="490007" y="284996"/>
                  </a:lnTo>
                  <a:lnTo>
                    <a:pt x="493927" y="284971"/>
                  </a:lnTo>
                  <a:lnTo>
                    <a:pt x="497847" y="284938"/>
                  </a:lnTo>
                  <a:lnTo>
                    <a:pt x="501768" y="284898"/>
                  </a:lnTo>
                  <a:lnTo>
                    <a:pt x="505688" y="284847"/>
                  </a:lnTo>
                  <a:lnTo>
                    <a:pt x="509608" y="284786"/>
                  </a:lnTo>
                  <a:lnTo>
                    <a:pt x="513528" y="284712"/>
                  </a:lnTo>
                  <a:lnTo>
                    <a:pt x="517448" y="284624"/>
                  </a:lnTo>
                  <a:lnTo>
                    <a:pt x="521368" y="284521"/>
                  </a:lnTo>
                  <a:lnTo>
                    <a:pt x="525288" y="284399"/>
                  </a:lnTo>
                  <a:lnTo>
                    <a:pt x="529208" y="284257"/>
                  </a:lnTo>
                  <a:lnTo>
                    <a:pt x="533128" y="284096"/>
                  </a:lnTo>
                  <a:lnTo>
                    <a:pt x="537048" y="283914"/>
                  </a:lnTo>
                  <a:lnTo>
                    <a:pt x="540968" y="283711"/>
                  </a:lnTo>
                  <a:lnTo>
                    <a:pt x="544888" y="283487"/>
                  </a:lnTo>
                  <a:lnTo>
                    <a:pt x="548808" y="283239"/>
                  </a:lnTo>
                  <a:lnTo>
                    <a:pt x="552728" y="282965"/>
                  </a:lnTo>
                  <a:lnTo>
                    <a:pt x="556648" y="282667"/>
                  </a:lnTo>
                  <a:lnTo>
                    <a:pt x="560569" y="282346"/>
                  </a:lnTo>
                  <a:lnTo>
                    <a:pt x="564489" y="282001"/>
                  </a:lnTo>
                  <a:lnTo>
                    <a:pt x="568409" y="281635"/>
                  </a:lnTo>
                  <a:lnTo>
                    <a:pt x="572329" y="281247"/>
                  </a:lnTo>
                  <a:lnTo>
                    <a:pt x="576249" y="280837"/>
                  </a:lnTo>
                  <a:lnTo>
                    <a:pt x="580169" y="280406"/>
                  </a:lnTo>
                  <a:lnTo>
                    <a:pt x="584089" y="279958"/>
                  </a:lnTo>
                  <a:lnTo>
                    <a:pt x="588009" y="279496"/>
                  </a:lnTo>
                  <a:lnTo>
                    <a:pt x="591929" y="279022"/>
                  </a:lnTo>
                  <a:lnTo>
                    <a:pt x="595849" y="278540"/>
                  </a:lnTo>
                  <a:lnTo>
                    <a:pt x="599769" y="278053"/>
                  </a:lnTo>
                  <a:lnTo>
                    <a:pt x="603689" y="277564"/>
                  </a:lnTo>
                  <a:lnTo>
                    <a:pt x="607609" y="277078"/>
                  </a:lnTo>
                  <a:lnTo>
                    <a:pt x="611529" y="276599"/>
                  </a:lnTo>
                  <a:lnTo>
                    <a:pt x="615449" y="276131"/>
                  </a:lnTo>
                  <a:lnTo>
                    <a:pt x="619369" y="275678"/>
                  </a:lnTo>
                  <a:lnTo>
                    <a:pt x="623290" y="275242"/>
                  </a:lnTo>
                  <a:lnTo>
                    <a:pt x="627210" y="274825"/>
                  </a:lnTo>
                  <a:lnTo>
                    <a:pt x="631130" y="274434"/>
                  </a:lnTo>
                  <a:lnTo>
                    <a:pt x="635050" y="274069"/>
                  </a:lnTo>
                  <a:lnTo>
                    <a:pt x="638970" y="273729"/>
                  </a:lnTo>
                  <a:lnTo>
                    <a:pt x="642890" y="273414"/>
                  </a:lnTo>
                  <a:lnTo>
                    <a:pt x="646810" y="273123"/>
                  </a:lnTo>
                  <a:lnTo>
                    <a:pt x="650730" y="272855"/>
                  </a:lnTo>
                  <a:lnTo>
                    <a:pt x="654650" y="272607"/>
                  </a:lnTo>
                  <a:lnTo>
                    <a:pt x="658570" y="272378"/>
                  </a:lnTo>
                  <a:lnTo>
                    <a:pt x="662490" y="272164"/>
                  </a:lnTo>
                  <a:lnTo>
                    <a:pt x="666410" y="271959"/>
                  </a:lnTo>
                  <a:lnTo>
                    <a:pt x="670330" y="271758"/>
                  </a:lnTo>
                  <a:lnTo>
                    <a:pt x="674250" y="271558"/>
                  </a:lnTo>
                  <a:lnTo>
                    <a:pt x="678170" y="271355"/>
                  </a:lnTo>
                  <a:lnTo>
                    <a:pt x="682090" y="271144"/>
                  </a:lnTo>
                  <a:lnTo>
                    <a:pt x="686011" y="270917"/>
                  </a:lnTo>
                  <a:lnTo>
                    <a:pt x="689931" y="270672"/>
                  </a:lnTo>
                  <a:lnTo>
                    <a:pt x="693851" y="270406"/>
                  </a:lnTo>
                  <a:lnTo>
                    <a:pt x="697771" y="270114"/>
                  </a:lnTo>
                  <a:lnTo>
                    <a:pt x="701691" y="269793"/>
                  </a:lnTo>
                  <a:lnTo>
                    <a:pt x="705611" y="269440"/>
                  </a:lnTo>
                  <a:lnTo>
                    <a:pt x="709531" y="269048"/>
                  </a:lnTo>
                  <a:lnTo>
                    <a:pt x="713451" y="268609"/>
                  </a:lnTo>
                  <a:lnTo>
                    <a:pt x="717371" y="268123"/>
                  </a:lnTo>
                  <a:lnTo>
                    <a:pt x="721291" y="267585"/>
                  </a:lnTo>
                  <a:lnTo>
                    <a:pt x="725211" y="266992"/>
                  </a:lnTo>
                  <a:lnTo>
                    <a:pt x="729131" y="266337"/>
                  </a:lnTo>
                  <a:lnTo>
                    <a:pt x="733051" y="265614"/>
                  </a:lnTo>
                  <a:lnTo>
                    <a:pt x="736971" y="264810"/>
                  </a:lnTo>
                  <a:lnTo>
                    <a:pt x="740891" y="263911"/>
                  </a:lnTo>
                  <a:lnTo>
                    <a:pt x="744811" y="262920"/>
                  </a:lnTo>
                  <a:lnTo>
                    <a:pt x="748732" y="261827"/>
                  </a:lnTo>
                  <a:lnTo>
                    <a:pt x="752652" y="260626"/>
                  </a:lnTo>
                  <a:lnTo>
                    <a:pt x="756572" y="259309"/>
                  </a:lnTo>
                  <a:lnTo>
                    <a:pt x="760492" y="257867"/>
                  </a:lnTo>
                  <a:lnTo>
                    <a:pt x="764412" y="256275"/>
                  </a:lnTo>
                  <a:lnTo>
                    <a:pt x="768332" y="254531"/>
                  </a:lnTo>
                  <a:lnTo>
                    <a:pt x="772252" y="252639"/>
                  </a:lnTo>
                  <a:lnTo>
                    <a:pt x="776172" y="250594"/>
                  </a:lnTo>
                  <a:lnTo>
                    <a:pt x="780092" y="248392"/>
                  </a:lnTo>
                  <a:lnTo>
                    <a:pt x="784012" y="246030"/>
                  </a:lnTo>
                  <a:lnTo>
                    <a:pt x="787932" y="243504"/>
                  </a:lnTo>
                  <a:lnTo>
                    <a:pt x="791852" y="240785"/>
                  </a:lnTo>
                  <a:lnTo>
                    <a:pt x="795772" y="237891"/>
                  </a:lnTo>
                  <a:lnTo>
                    <a:pt x="799692" y="234829"/>
                  </a:lnTo>
                  <a:lnTo>
                    <a:pt x="803612" y="231597"/>
                  </a:lnTo>
                  <a:lnTo>
                    <a:pt x="807532" y="228195"/>
                  </a:lnTo>
                  <a:lnTo>
                    <a:pt x="811453" y="224621"/>
                  </a:lnTo>
                  <a:lnTo>
                    <a:pt x="815373" y="220873"/>
                  </a:lnTo>
                  <a:lnTo>
                    <a:pt x="819293" y="216913"/>
                  </a:lnTo>
                  <a:lnTo>
                    <a:pt x="823213" y="212771"/>
                  </a:lnTo>
                  <a:lnTo>
                    <a:pt x="827133" y="208445"/>
                  </a:lnTo>
                  <a:lnTo>
                    <a:pt x="831053" y="203927"/>
                  </a:lnTo>
                  <a:lnTo>
                    <a:pt x="834973" y="199213"/>
                  </a:lnTo>
                  <a:lnTo>
                    <a:pt x="838893" y="194295"/>
                  </a:lnTo>
                  <a:lnTo>
                    <a:pt x="842813" y="189156"/>
                  </a:lnTo>
                  <a:lnTo>
                    <a:pt x="846733" y="183762"/>
                  </a:lnTo>
                  <a:lnTo>
                    <a:pt x="850653" y="178141"/>
                  </a:lnTo>
                  <a:lnTo>
                    <a:pt x="854573" y="172289"/>
                  </a:lnTo>
                  <a:lnTo>
                    <a:pt x="858493" y="166202"/>
                  </a:lnTo>
                  <a:lnTo>
                    <a:pt x="862413" y="159879"/>
                  </a:lnTo>
                  <a:lnTo>
                    <a:pt x="866333" y="153322"/>
                  </a:lnTo>
                  <a:lnTo>
                    <a:pt x="870253" y="146515"/>
                  </a:lnTo>
                  <a:lnTo>
                    <a:pt x="874174" y="139467"/>
                  </a:lnTo>
                  <a:lnTo>
                    <a:pt x="878094" y="132221"/>
                  </a:lnTo>
                  <a:lnTo>
                    <a:pt x="882014" y="124797"/>
                  </a:lnTo>
                  <a:lnTo>
                    <a:pt x="885934" y="117219"/>
                  </a:lnTo>
                  <a:lnTo>
                    <a:pt x="889854" y="109518"/>
                  </a:lnTo>
                  <a:lnTo>
                    <a:pt x="893774" y="101726"/>
                  </a:lnTo>
                  <a:lnTo>
                    <a:pt x="897694" y="93883"/>
                  </a:lnTo>
                  <a:lnTo>
                    <a:pt x="901614" y="86050"/>
                  </a:lnTo>
                  <a:lnTo>
                    <a:pt x="905534" y="78276"/>
                  </a:lnTo>
                  <a:lnTo>
                    <a:pt x="909454" y="70611"/>
                  </a:lnTo>
                  <a:lnTo>
                    <a:pt x="913374" y="63104"/>
                  </a:lnTo>
                  <a:lnTo>
                    <a:pt x="917294" y="55805"/>
                  </a:lnTo>
                  <a:lnTo>
                    <a:pt x="921214" y="48764"/>
                  </a:lnTo>
                  <a:lnTo>
                    <a:pt x="925134" y="42096"/>
                  </a:lnTo>
                  <a:lnTo>
                    <a:pt x="929054" y="35810"/>
                  </a:lnTo>
                  <a:lnTo>
                    <a:pt x="932974" y="29937"/>
                  </a:lnTo>
                  <a:lnTo>
                    <a:pt x="936895" y="24512"/>
                  </a:lnTo>
                  <a:lnTo>
                    <a:pt x="940815" y="19566"/>
                  </a:lnTo>
                  <a:lnTo>
                    <a:pt x="944735" y="15125"/>
                  </a:lnTo>
                  <a:lnTo>
                    <a:pt x="948655" y="11220"/>
                  </a:lnTo>
                  <a:lnTo>
                    <a:pt x="952575" y="7964"/>
                  </a:lnTo>
                  <a:lnTo>
                    <a:pt x="956495" y="5262"/>
                  </a:lnTo>
                  <a:lnTo>
                    <a:pt x="960415" y="3118"/>
                  </a:lnTo>
                  <a:lnTo>
                    <a:pt x="964335" y="1530"/>
                  </a:lnTo>
                  <a:lnTo>
                    <a:pt x="968255" y="493"/>
                  </a:lnTo>
                  <a:lnTo>
                    <a:pt x="972175" y="0"/>
                  </a:lnTo>
                  <a:lnTo>
                    <a:pt x="976095" y="72"/>
                  </a:lnTo>
                  <a:lnTo>
                    <a:pt x="980015" y="740"/>
                  </a:lnTo>
                  <a:lnTo>
                    <a:pt x="983935" y="1911"/>
                  </a:lnTo>
                  <a:lnTo>
                    <a:pt x="987855" y="3573"/>
                  </a:lnTo>
                  <a:lnTo>
                    <a:pt x="991775" y="5711"/>
                  </a:lnTo>
                  <a:lnTo>
                    <a:pt x="995695" y="8315"/>
                  </a:lnTo>
                  <a:lnTo>
                    <a:pt x="999616" y="11370"/>
                  </a:lnTo>
                  <a:lnTo>
                    <a:pt x="1003536" y="14910"/>
                  </a:lnTo>
                  <a:lnTo>
                    <a:pt x="1007456" y="18919"/>
                  </a:lnTo>
                  <a:lnTo>
                    <a:pt x="1011376" y="23339"/>
                  </a:lnTo>
                  <a:lnTo>
                    <a:pt x="1015296" y="28159"/>
                  </a:lnTo>
                  <a:lnTo>
                    <a:pt x="1019216" y="33366"/>
                  </a:lnTo>
                  <a:lnTo>
                    <a:pt x="1023136" y="38946"/>
                  </a:lnTo>
                  <a:lnTo>
                    <a:pt x="1027056" y="44885"/>
                  </a:lnTo>
                  <a:lnTo>
                    <a:pt x="1030976" y="51213"/>
                  </a:lnTo>
                  <a:lnTo>
                    <a:pt x="1034896" y="57875"/>
                  </a:lnTo>
                  <a:lnTo>
                    <a:pt x="1038816" y="64828"/>
                  </a:lnTo>
                  <a:lnTo>
                    <a:pt x="1042736" y="72045"/>
                  </a:lnTo>
                  <a:lnTo>
                    <a:pt x="1046656" y="79502"/>
                  </a:lnTo>
                  <a:lnTo>
                    <a:pt x="1050576" y="87168"/>
                  </a:lnTo>
                  <a:lnTo>
                    <a:pt x="1054496" y="95012"/>
                  </a:lnTo>
                  <a:lnTo>
                    <a:pt x="1058417" y="103020"/>
                  </a:lnTo>
                  <a:lnTo>
                    <a:pt x="1062337" y="111122"/>
                  </a:lnTo>
                  <a:lnTo>
                    <a:pt x="1066257" y="119280"/>
                  </a:lnTo>
                  <a:lnTo>
                    <a:pt x="1070177" y="127458"/>
                  </a:lnTo>
                  <a:lnTo>
                    <a:pt x="1074097" y="135621"/>
                  </a:lnTo>
                  <a:lnTo>
                    <a:pt x="1078017" y="143733"/>
                  </a:lnTo>
                  <a:lnTo>
                    <a:pt x="1081937" y="151756"/>
                  </a:lnTo>
                  <a:lnTo>
                    <a:pt x="1085857" y="159630"/>
                  </a:lnTo>
                  <a:lnTo>
                    <a:pt x="1089777" y="167342"/>
                  </a:lnTo>
                  <a:lnTo>
                    <a:pt x="1093697" y="174866"/>
                  </a:lnTo>
                  <a:lnTo>
                    <a:pt x="1097617" y="182178"/>
                  </a:lnTo>
                  <a:lnTo>
                    <a:pt x="1101537" y="189259"/>
                  </a:lnTo>
                  <a:lnTo>
                    <a:pt x="1105457" y="196089"/>
                  </a:lnTo>
                  <a:lnTo>
                    <a:pt x="1109377" y="202635"/>
                  </a:lnTo>
                  <a:lnTo>
                    <a:pt x="1113297" y="208863"/>
                  </a:lnTo>
                  <a:lnTo>
                    <a:pt x="1117217" y="214804"/>
                  </a:lnTo>
                  <a:lnTo>
                    <a:pt x="1121138" y="220454"/>
                  </a:lnTo>
                  <a:lnTo>
                    <a:pt x="1125058" y="225810"/>
                  </a:lnTo>
                  <a:lnTo>
                    <a:pt x="1128978" y="230873"/>
                  </a:lnTo>
                  <a:lnTo>
                    <a:pt x="1132898" y="235645"/>
                  </a:lnTo>
                  <a:lnTo>
                    <a:pt x="1136818" y="240099"/>
                  </a:lnTo>
                  <a:lnTo>
                    <a:pt x="1140738" y="244248"/>
                  </a:lnTo>
                  <a:lnTo>
                    <a:pt x="1144658" y="248127"/>
                  </a:lnTo>
                  <a:lnTo>
                    <a:pt x="1148578" y="251744"/>
                  </a:lnTo>
                  <a:lnTo>
                    <a:pt x="1152498" y="255108"/>
                  </a:lnTo>
                  <a:lnTo>
                    <a:pt x="1156418" y="258228"/>
                  </a:lnTo>
                  <a:lnTo>
                    <a:pt x="1160338" y="261114"/>
                  </a:lnTo>
                  <a:lnTo>
                    <a:pt x="1164258" y="263743"/>
                  </a:lnTo>
                  <a:lnTo>
                    <a:pt x="1168178" y="266153"/>
                  </a:lnTo>
                  <a:lnTo>
                    <a:pt x="1172098" y="268363"/>
                  </a:lnTo>
                  <a:lnTo>
                    <a:pt x="1176018" y="270386"/>
                  </a:lnTo>
                  <a:lnTo>
                    <a:pt x="1179938" y="272230"/>
                  </a:lnTo>
                  <a:lnTo>
                    <a:pt x="1183859" y="273906"/>
                  </a:lnTo>
                  <a:lnTo>
                    <a:pt x="1187779" y="275423"/>
                  </a:lnTo>
                  <a:lnTo>
                    <a:pt x="1191699" y="276763"/>
                  </a:lnTo>
                  <a:lnTo>
                    <a:pt x="1195619" y="277967"/>
                  </a:lnTo>
                  <a:lnTo>
                    <a:pt x="1199539" y="279046"/>
                  </a:lnTo>
                  <a:lnTo>
                    <a:pt x="1203459" y="280009"/>
                  </a:lnTo>
                  <a:lnTo>
                    <a:pt x="1207379" y="280863"/>
                  </a:lnTo>
                  <a:lnTo>
                    <a:pt x="1211299" y="281619"/>
                  </a:lnTo>
                  <a:lnTo>
                    <a:pt x="1215219" y="282280"/>
                  </a:lnTo>
                  <a:lnTo>
                    <a:pt x="1219139" y="282847"/>
                  </a:lnTo>
                  <a:lnTo>
                    <a:pt x="1223059" y="283343"/>
                  </a:lnTo>
                  <a:lnTo>
                    <a:pt x="1226979" y="283774"/>
                  </a:lnTo>
                  <a:lnTo>
                    <a:pt x="1230899" y="284149"/>
                  </a:lnTo>
                  <a:lnTo>
                    <a:pt x="1234819" y="284473"/>
                  </a:lnTo>
                  <a:lnTo>
                    <a:pt x="1238739" y="284752"/>
                  </a:lnTo>
                  <a:lnTo>
                    <a:pt x="1242659" y="284990"/>
                  </a:lnTo>
                  <a:lnTo>
                    <a:pt x="1246580" y="285192"/>
                  </a:lnTo>
                  <a:lnTo>
                    <a:pt x="1250500" y="285367"/>
                  </a:lnTo>
                  <a:lnTo>
                    <a:pt x="1254420" y="285520"/>
                  </a:lnTo>
                  <a:lnTo>
                    <a:pt x="1258340" y="285654"/>
                  </a:lnTo>
                  <a:lnTo>
                    <a:pt x="1262260" y="285772"/>
                  </a:lnTo>
                  <a:lnTo>
                    <a:pt x="1266180" y="285878"/>
                  </a:lnTo>
                  <a:lnTo>
                    <a:pt x="1270100" y="285972"/>
                  </a:lnTo>
                  <a:lnTo>
                    <a:pt x="1274020" y="286058"/>
                  </a:lnTo>
                  <a:lnTo>
                    <a:pt x="1277940" y="286138"/>
                  </a:lnTo>
                  <a:lnTo>
                    <a:pt x="1281860" y="286213"/>
                  </a:lnTo>
                  <a:lnTo>
                    <a:pt x="1285780" y="286284"/>
                  </a:lnTo>
                  <a:lnTo>
                    <a:pt x="1289700" y="286352"/>
                  </a:lnTo>
                  <a:lnTo>
                    <a:pt x="1293620" y="286418"/>
                  </a:lnTo>
                  <a:lnTo>
                    <a:pt x="1297540" y="286480"/>
                  </a:lnTo>
                  <a:lnTo>
                    <a:pt x="1301460" y="286541"/>
                  </a:lnTo>
                  <a:lnTo>
                    <a:pt x="1305380" y="286599"/>
                  </a:lnTo>
                  <a:lnTo>
                    <a:pt x="1309301" y="286654"/>
                  </a:lnTo>
                  <a:lnTo>
                    <a:pt x="1313221" y="286707"/>
                  </a:lnTo>
                  <a:lnTo>
                    <a:pt x="1317141" y="286757"/>
                  </a:lnTo>
                  <a:lnTo>
                    <a:pt x="1321061" y="286804"/>
                  </a:lnTo>
                  <a:lnTo>
                    <a:pt x="1324981" y="286848"/>
                  </a:lnTo>
                  <a:lnTo>
                    <a:pt x="1328901" y="286888"/>
                  </a:lnTo>
                  <a:lnTo>
                    <a:pt x="1332821" y="286926"/>
                  </a:lnTo>
                  <a:lnTo>
                    <a:pt x="1336741" y="286960"/>
                  </a:lnTo>
                  <a:lnTo>
                    <a:pt x="1340661" y="286990"/>
                  </a:lnTo>
                  <a:lnTo>
                    <a:pt x="1344581" y="287018"/>
                  </a:lnTo>
                  <a:lnTo>
                    <a:pt x="1348501" y="287042"/>
                  </a:lnTo>
                  <a:lnTo>
                    <a:pt x="1352421" y="287064"/>
                  </a:lnTo>
                  <a:lnTo>
                    <a:pt x="1356341" y="287082"/>
                  </a:lnTo>
                  <a:lnTo>
                    <a:pt x="1360261" y="287098"/>
                  </a:lnTo>
                  <a:lnTo>
                    <a:pt x="1364181" y="287111"/>
                  </a:lnTo>
                  <a:lnTo>
                    <a:pt x="1368101" y="287123"/>
                  </a:lnTo>
                  <a:lnTo>
                    <a:pt x="1372022" y="287132"/>
                  </a:lnTo>
                  <a:lnTo>
                    <a:pt x="1375942" y="287140"/>
                  </a:lnTo>
                  <a:lnTo>
                    <a:pt x="1379862" y="287146"/>
                  </a:lnTo>
                  <a:lnTo>
                    <a:pt x="1383782" y="287150"/>
                  </a:lnTo>
                  <a:lnTo>
                    <a:pt x="1387702" y="287154"/>
                  </a:lnTo>
                  <a:lnTo>
                    <a:pt x="1391622" y="287156"/>
                  </a:lnTo>
                  <a:lnTo>
                    <a:pt x="1395542" y="287156"/>
                  </a:lnTo>
                  <a:lnTo>
                    <a:pt x="1399462" y="287156"/>
                  </a:lnTo>
                  <a:lnTo>
                    <a:pt x="1403382" y="287154"/>
                  </a:lnTo>
                  <a:lnTo>
                    <a:pt x="1407302" y="287151"/>
                  </a:lnTo>
                  <a:lnTo>
                    <a:pt x="1411222" y="287146"/>
                  </a:lnTo>
                  <a:lnTo>
                    <a:pt x="1415142" y="287139"/>
                  </a:lnTo>
                  <a:lnTo>
                    <a:pt x="1419062" y="287130"/>
                  </a:lnTo>
                  <a:lnTo>
                    <a:pt x="1422982" y="287119"/>
                  </a:lnTo>
                  <a:lnTo>
                    <a:pt x="1426902" y="287105"/>
                  </a:lnTo>
                  <a:lnTo>
                    <a:pt x="1430822" y="287087"/>
                  </a:lnTo>
                  <a:lnTo>
                    <a:pt x="1434743" y="287065"/>
                  </a:lnTo>
                  <a:lnTo>
                    <a:pt x="1438663" y="287038"/>
                  </a:lnTo>
                  <a:lnTo>
                    <a:pt x="1442583" y="287006"/>
                  </a:lnTo>
                  <a:lnTo>
                    <a:pt x="1446503" y="286968"/>
                  </a:lnTo>
                  <a:lnTo>
                    <a:pt x="1450423" y="286922"/>
                  </a:lnTo>
                  <a:lnTo>
                    <a:pt x="1454343" y="286869"/>
                  </a:lnTo>
                  <a:lnTo>
                    <a:pt x="1458263" y="286804"/>
                  </a:lnTo>
                  <a:lnTo>
                    <a:pt x="1462183" y="286729"/>
                  </a:lnTo>
                  <a:lnTo>
                    <a:pt x="1466103" y="286642"/>
                  </a:lnTo>
                  <a:lnTo>
                    <a:pt x="1470023" y="286541"/>
                  </a:lnTo>
                  <a:lnTo>
                    <a:pt x="1473943" y="286427"/>
                  </a:lnTo>
                  <a:lnTo>
                    <a:pt x="1477863" y="286297"/>
                  </a:lnTo>
                  <a:lnTo>
                    <a:pt x="1481783" y="286149"/>
                  </a:lnTo>
                  <a:lnTo>
                    <a:pt x="1485703" y="285979"/>
                  </a:lnTo>
                  <a:lnTo>
                    <a:pt x="1489623" y="285789"/>
                  </a:lnTo>
                  <a:lnTo>
                    <a:pt x="1493543" y="285577"/>
                  </a:lnTo>
                  <a:lnTo>
                    <a:pt x="1497464" y="285341"/>
                  </a:lnTo>
                  <a:lnTo>
                    <a:pt x="1501384" y="285081"/>
                  </a:lnTo>
                  <a:lnTo>
                    <a:pt x="1505304" y="284795"/>
                  </a:lnTo>
                  <a:lnTo>
                    <a:pt x="1509224" y="284479"/>
                  </a:lnTo>
                  <a:lnTo>
                    <a:pt x="1513144" y="284132"/>
                  </a:lnTo>
                  <a:lnTo>
                    <a:pt x="1517064" y="283754"/>
                  </a:lnTo>
                  <a:lnTo>
                    <a:pt x="1520984" y="283346"/>
                  </a:lnTo>
                  <a:lnTo>
                    <a:pt x="1524904" y="282905"/>
                  </a:lnTo>
                  <a:lnTo>
                    <a:pt x="1528824" y="282433"/>
                  </a:lnTo>
                  <a:lnTo>
                    <a:pt x="1532744" y="281928"/>
                  </a:lnTo>
                  <a:lnTo>
                    <a:pt x="1536664" y="281384"/>
                  </a:lnTo>
                  <a:lnTo>
                    <a:pt x="1540584" y="280806"/>
                  </a:lnTo>
                  <a:lnTo>
                    <a:pt x="1544504" y="280194"/>
                  </a:lnTo>
                  <a:lnTo>
                    <a:pt x="1548424" y="279550"/>
                  </a:lnTo>
                  <a:lnTo>
                    <a:pt x="1552344" y="278873"/>
                  </a:lnTo>
                  <a:lnTo>
                    <a:pt x="1556265" y="278166"/>
                  </a:lnTo>
                  <a:lnTo>
                    <a:pt x="1560185" y="277429"/>
                  </a:lnTo>
                  <a:lnTo>
                    <a:pt x="1564105" y="276657"/>
                  </a:lnTo>
                  <a:lnTo>
                    <a:pt x="1568025" y="275859"/>
                  </a:lnTo>
                  <a:lnTo>
                    <a:pt x="1571945" y="275036"/>
                  </a:lnTo>
                  <a:lnTo>
                    <a:pt x="1575865" y="274190"/>
                  </a:lnTo>
                  <a:lnTo>
                    <a:pt x="1579785" y="273322"/>
                  </a:lnTo>
                  <a:lnTo>
                    <a:pt x="1583705" y="272435"/>
                  </a:lnTo>
                  <a:lnTo>
                    <a:pt x="1587625" y="271529"/>
                  </a:lnTo>
                  <a:lnTo>
                    <a:pt x="1591545" y="270605"/>
                  </a:lnTo>
                  <a:lnTo>
                    <a:pt x="1595465" y="269666"/>
                  </a:lnTo>
                  <a:lnTo>
                    <a:pt x="1599385" y="268714"/>
                  </a:lnTo>
                  <a:lnTo>
                    <a:pt x="1603305" y="267749"/>
                  </a:lnTo>
                  <a:lnTo>
                    <a:pt x="1607225" y="266772"/>
                  </a:lnTo>
                  <a:lnTo>
                    <a:pt x="1611145" y="265782"/>
                  </a:lnTo>
                  <a:lnTo>
                    <a:pt x="1615065" y="264779"/>
                  </a:lnTo>
                  <a:lnTo>
                    <a:pt x="1618986" y="263761"/>
                  </a:lnTo>
                  <a:lnTo>
                    <a:pt x="1622906" y="262730"/>
                  </a:lnTo>
                  <a:lnTo>
                    <a:pt x="1626826" y="261685"/>
                  </a:lnTo>
                  <a:lnTo>
                    <a:pt x="1630746" y="260625"/>
                  </a:lnTo>
                  <a:lnTo>
                    <a:pt x="1634666" y="259552"/>
                  </a:lnTo>
                  <a:lnTo>
                    <a:pt x="1638586" y="258465"/>
                  </a:lnTo>
                  <a:lnTo>
                    <a:pt x="1642506" y="257364"/>
                  </a:lnTo>
                  <a:lnTo>
                    <a:pt x="1646426" y="256251"/>
                  </a:lnTo>
                  <a:lnTo>
                    <a:pt x="1650346" y="255131"/>
                  </a:lnTo>
                  <a:lnTo>
                    <a:pt x="1654266" y="254007"/>
                  </a:lnTo>
                  <a:lnTo>
                    <a:pt x="1658186" y="252882"/>
                  </a:lnTo>
                  <a:lnTo>
                    <a:pt x="1662106" y="251763"/>
                  </a:lnTo>
                  <a:lnTo>
                    <a:pt x="1666026" y="250654"/>
                  </a:lnTo>
                  <a:lnTo>
                    <a:pt x="1669946" y="249566"/>
                  </a:lnTo>
                  <a:lnTo>
                    <a:pt x="1673866" y="248505"/>
                  </a:lnTo>
                  <a:lnTo>
                    <a:pt x="1677786" y="247478"/>
                  </a:lnTo>
                  <a:lnTo>
                    <a:pt x="1681707" y="246491"/>
                  </a:lnTo>
                  <a:lnTo>
                    <a:pt x="1685627" y="245550"/>
                  </a:lnTo>
                  <a:lnTo>
                    <a:pt x="1689547" y="244662"/>
                  </a:lnTo>
                  <a:lnTo>
                    <a:pt x="1693467" y="243833"/>
                  </a:lnTo>
                  <a:lnTo>
                    <a:pt x="1697387" y="243080"/>
                  </a:lnTo>
                  <a:lnTo>
                    <a:pt x="1701307" y="242396"/>
                  </a:lnTo>
                  <a:lnTo>
                    <a:pt x="1705227" y="241782"/>
                  </a:lnTo>
                  <a:lnTo>
                    <a:pt x="1709147" y="241240"/>
                  </a:lnTo>
                  <a:lnTo>
                    <a:pt x="1713067" y="240769"/>
                  </a:lnTo>
                  <a:lnTo>
                    <a:pt x="1716987" y="240369"/>
                  </a:lnTo>
                  <a:lnTo>
                    <a:pt x="1720907" y="240041"/>
                  </a:lnTo>
                  <a:lnTo>
                    <a:pt x="1724827" y="239790"/>
                  </a:lnTo>
                  <a:lnTo>
                    <a:pt x="1728747" y="239602"/>
                  </a:lnTo>
                  <a:lnTo>
                    <a:pt x="1732667" y="239473"/>
                  </a:lnTo>
                  <a:lnTo>
                    <a:pt x="1736587" y="239399"/>
                  </a:lnTo>
                  <a:lnTo>
                    <a:pt x="1740507" y="239378"/>
                  </a:lnTo>
                  <a:lnTo>
                    <a:pt x="1744428" y="239406"/>
                  </a:lnTo>
                  <a:lnTo>
                    <a:pt x="1748348" y="239484"/>
                  </a:lnTo>
                  <a:lnTo>
                    <a:pt x="1752268" y="239613"/>
                  </a:lnTo>
                  <a:lnTo>
                    <a:pt x="1756188" y="239784"/>
                  </a:lnTo>
                  <a:lnTo>
                    <a:pt x="1760108" y="239999"/>
                  </a:lnTo>
                  <a:lnTo>
                    <a:pt x="1764028" y="240256"/>
                  </a:lnTo>
                  <a:lnTo>
                    <a:pt x="1767948" y="240559"/>
                  </a:lnTo>
                  <a:lnTo>
                    <a:pt x="1771868" y="240908"/>
                  </a:lnTo>
                  <a:lnTo>
                    <a:pt x="1775788" y="241312"/>
                  </a:lnTo>
                  <a:lnTo>
                    <a:pt x="1779708" y="241774"/>
                  </a:lnTo>
                  <a:lnTo>
                    <a:pt x="1783628" y="242291"/>
                  </a:lnTo>
                  <a:lnTo>
                    <a:pt x="1787548" y="242868"/>
                  </a:lnTo>
                  <a:lnTo>
                    <a:pt x="1791468" y="243506"/>
                  </a:lnTo>
                  <a:lnTo>
                    <a:pt x="1795388" y="244208"/>
                  </a:lnTo>
                  <a:lnTo>
                    <a:pt x="1799308" y="244976"/>
                  </a:lnTo>
                  <a:lnTo>
                    <a:pt x="1803228" y="245824"/>
                  </a:lnTo>
                  <a:lnTo>
                    <a:pt x="1807149" y="246742"/>
                  </a:lnTo>
                  <a:lnTo>
                    <a:pt x="1811069" y="247727"/>
                  </a:lnTo>
                  <a:lnTo>
                    <a:pt x="1814989" y="248776"/>
                  </a:lnTo>
                  <a:lnTo>
                    <a:pt x="1818909" y="249887"/>
                  </a:lnTo>
                  <a:lnTo>
                    <a:pt x="1822829" y="251057"/>
                  </a:lnTo>
                  <a:lnTo>
                    <a:pt x="1826749" y="252280"/>
                  </a:lnTo>
                  <a:lnTo>
                    <a:pt x="1830669" y="253558"/>
                  </a:lnTo>
                  <a:lnTo>
                    <a:pt x="1834589" y="254873"/>
                  </a:lnTo>
                  <a:lnTo>
                    <a:pt x="1838509" y="256219"/>
                  </a:lnTo>
                  <a:lnTo>
                    <a:pt x="1842429" y="257587"/>
                  </a:lnTo>
                  <a:lnTo>
                    <a:pt x="1846349" y="258970"/>
                  </a:lnTo>
                  <a:lnTo>
                    <a:pt x="1850269" y="260359"/>
                  </a:lnTo>
                  <a:lnTo>
                    <a:pt x="1854189" y="261747"/>
                  </a:lnTo>
                  <a:lnTo>
                    <a:pt x="1858109" y="263122"/>
                  </a:lnTo>
                  <a:lnTo>
                    <a:pt x="1862029" y="264477"/>
                  </a:lnTo>
                  <a:lnTo>
                    <a:pt x="1865949" y="265807"/>
                  </a:lnTo>
                  <a:lnTo>
                    <a:pt x="1869870" y="267106"/>
                  </a:lnTo>
                  <a:lnTo>
                    <a:pt x="1873790" y="268368"/>
                  </a:lnTo>
                  <a:lnTo>
                    <a:pt x="1877710" y="269590"/>
                  </a:lnTo>
                  <a:lnTo>
                    <a:pt x="1881630" y="270764"/>
                  </a:lnTo>
                  <a:lnTo>
                    <a:pt x="1885550" y="271885"/>
                  </a:lnTo>
                  <a:lnTo>
                    <a:pt x="1889470" y="272956"/>
                  </a:lnTo>
                  <a:lnTo>
                    <a:pt x="1893390" y="273977"/>
                  </a:lnTo>
                  <a:lnTo>
                    <a:pt x="1897310" y="274947"/>
                  </a:lnTo>
                  <a:lnTo>
                    <a:pt x="1901230" y="275867"/>
                  </a:lnTo>
                  <a:lnTo>
                    <a:pt x="1905150" y="276736"/>
                  </a:lnTo>
                  <a:lnTo>
                    <a:pt x="1909070" y="277549"/>
                  </a:lnTo>
                  <a:lnTo>
                    <a:pt x="1912990" y="278310"/>
                  </a:lnTo>
                  <a:lnTo>
                    <a:pt x="1916910" y="279026"/>
                  </a:lnTo>
                  <a:lnTo>
                    <a:pt x="1920830" y="279696"/>
                  </a:lnTo>
                  <a:lnTo>
                    <a:pt x="1924750" y="280322"/>
                  </a:lnTo>
                  <a:lnTo>
                    <a:pt x="1928670" y="280907"/>
                  </a:lnTo>
                  <a:lnTo>
                    <a:pt x="1932591" y="281452"/>
                  </a:lnTo>
                  <a:lnTo>
                    <a:pt x="1936511" y="281953"/>
                  </a:lnTo>
                  <a:lnTo>
                    <a:pt x="1940431" y="282416"/>
                  </a:lnTo>
                  <a:lnTo>
                    <a:pt x="1944351" y="282846"/>
                  </a:lnTo>
                  <a:lnTo>
                    <a:pt x="1948271" y="283244"/>
                  </a:lnTo>
                  <a:lnTo>
                    <a:pt x="1952191" y="283612"/>
                  </a:lnTo>
                  <a:lnTo>
                    <a:pt x="1956111" y="283951"/>
                  </a:lnTo>
                  <a:lnTo>
                    <a:pt x="1960031" y="284262"/>
                  </a:lnTo>
                  <a:lnTo>
                    <a:pt x="1963951" y="284544"/>
                  </a:lnTo>
                  <a:lnTo>
                    <a:pt x="1967871" y="284804"/>
                  </a:lnTo>
                  <a:lnTo>
                    <a:pt x="1971791" y="285042"/>
                  </a:lnTo>
                  <a:lnTo>
                    <a:pt x="1975711" y="285260"/>
                  </a:lnTo>
                  <a:lnTo>
                    <a:pt x="1979631" y="285460"/>
                  </a:lnTo>
                  <a:lnTo>
                    <a:pt x="1983551" y="285642"/>
                  </a:lnTo>
                  <a:lnTo>
                    <a:pt x="1987471" y="285808"/>
                  </a:lnTo>
                  <a:lnTo>
                    <a:pt x="1991391" y="285958"/>
                  </a:lnTo>
                  <a:lnTo>
                    <a:pt x="1995312" y="286095"/>
                  </a:lnTo>
                  <a:lnTo>
                    <a:pt x="1999232" y="286219"/>
                  </a:lnTo>
                  <a:lnTo>
                    <a:pt x="2003152" y="286332"/>
                  </a:lnTo>
                  <a:lnTo>
                    <a:pt x="2003152" y="287174"/>
                  </a:lnTo>
                  <a:lnTo>
                    <a:pt x="1999232" y="287174"/>
                  </a:lnTo>
                  <a:lnTo>
                    <a:pt x="1995312" y="287174"/>
                  </a:lnTo>
                  <a:lnTo>
                    <a:pt x="1991391" y="287174"/>
                  </a:lnTo>
                  <a:lnTo>
                    <a:pt x="1987471" y="287174"/>
                  </a:lnTo>
                  <a:lnTo>
                    <a:pt x="1983551" y="287174"/>
                  </a:lnTo>
                  <a:lnTo>
                    <a:pt x="1979631" y="287174"/>
                  </a:lnTo>
                  <a:lnTo>
                    <a:pt x="1975711" y="287174"/>
                  </a:lnTo>
                  <a:lnTo>
                    <a:pt x="1971791" y="287174"/>
                  </a:lnTo>
                  <a:lnTo>
                    <a:pt x="1967871" y="287174"/>
                  </a:lnTo>
                  <a:lnTo>
                    <a:pt x="1963951" y="287174"/>
                  </a:lnTo>
                  <a:lnTo>
                    <a:pt x="1960031" y="287174"/>
                  </a:lnTo>
                  <a:lnTo>
                    <a:pt x="1956111" y="287174"/>
                  </a:lnTo>
                  <a:lnTo>
                    <a:pt x="1952191" y="287174"/>
                  </a:lnTo>
                  <a:lnTo>
                    <a:pt x="1948271" y="287174"/>
                  </a:lnTo>
                  <a:lnTo>
                    <a:pt x="1944351" y="287174"/>
                  </a:lnTo>
                  <a:lnTo>
                    <a:pt x="1940431" y="287174"/>
                  </a:lnTo>
                  <a:lnTo>
                    <a:pt x="1936511" y="287174"/>
                  </a:lnTo>
                  <a:lnTo>
                    <a:pt x="1932591" y="287174"/>
                  </a:lnTo>
                  <a:lnTo>
                    <a:pt x="1928670" y="287174"/>
                  </a:lnTo>
                  <a:lnTo>
                    <a:pt x="1924750" y="287174"/>
                  </a:lnTo>
                  <a:lnTo>
                    <a:pt x="1920830" y="287174"/>
                  </a:lnTo>
                  <a:lnTo>
                    <a:pt x="1916910" y="287174"/>
                  </a:lnTo>
                  <a:lnTo>
                    <a:pt x="1912990" y="287174"/>
                  </a:lnTo>
                  <a:lnTo>
                    <a:pt x="1909070" y="287174"/>
                  </a:lnTo>
                  <a:lnTo>
                    <a:pt x="1905150" y="287174"/>
                  </a:lnTo>
                  <a:lnTo>
                    <a:pt x="1901230" y="287174"/>
                  </a:lnTo>
                  <a:lnTo>
                    <a:pt x="1897310" y="287174"/>
                  </a:lnTo>
                  <a:lnTo>
                    <a:pt x="1893390" y="287174"/>
                  </a:lnTo>
                  <a:lnTo>
                    <a:pt x="1889470" y="287174"/>
                  </a:lnTo>
                  <a:lnTo>
                    <a:pt x="1885550" y="287174"/>
                  </a:lnTo>
                  <a:lnTo>
                    <a:pt x="1881630" y="287174"/>
                  </a:lnTo>
                  <a:lnTo>
                    <a:pt x="1877710" y="287174"/>
                  </a:lnTo>
                  <a:lnTo>
                    <a:pt x="1873790" y="287174"/>
                  </a:lnTo>
                  <a:lnTo>
                    <a:pt x="1869870" y="287174"/>
                  </a:lnTo>
                  <a:lnTo>
                    <a:pt x="1865949" y="287174"/>
                  </a:lnTo>
                  <a:lnTo>
                    <a:pt x="1862029" y="287174"/>
                  </a:lnTo>
                  <a:lnTo>
                    <a:pt x="1858109" y="287174"/>
                  </a:lnTo>
                  <a:lnTo>
                    <a:pt x="1854189" y="287174"/>
                  </a:lnTo>
                  <a:lnTo>
                    <a:pt x="1850269" y="287174"/>
                  </a:lnTo>
                  <a:lnTo>
                    <a:pt x="1846349" y="287174"/>
                  </a:lnTo>
                  <a:lnTo>
                    <a:pt x="1842429" y="287174"/>
                  </a:lnTo>
                  <a:lnTo>
                    <a:pt x="1838509" y="287174"/>
                  </a:lnTo>
                  <a:lnTo>
                    <a:pt x="1834589" y="287174"/>
                  </a:lnTo>
                  <a:lnTo>
                    <a:pt x="1830669" y="287174"/>
                  </a:lnTo>
                  <a:lnTo>
                    <a:pt x="1826749" y="287174"/>
                  </a:lnTo>
                  <a:lnTo>
                    <a:pt x="1822829" y="287174"/>
                  </a:lnTo>
                  <a:lnTo>
                    <a:pt x="1818909" y="287174"/>
                  </a:lnTo>
                  <a:lnTo>
                    <a:pt x="1814989" y="287174"/>
                  </a:lnTo>
                  <a:lnTo>
                    <a:pt x="1811069" y="287174"/>
                  </a:lnTo>
                  <a:lnTo>
                    <a:pt x="1807149" y="287174"/>
                  </a:lnTo>
                  <a:lnTo>
                    <a:pt x="1803228" y="287174"/>
                  </a:lnTo>
                  <a:lnTo>
                    <a:pt x="1799308" y="287174"/>
                  </a:lnTo>
                  <a:lnTo>
                    <a:pt x="1795388" y="287174"/>
                  </a:lnTo>
                  <a:lnTo>
                    <a:pt x="1791468" y="287174"/>
                  </a:lnTo>
                  <a:lnTo>
                    <a:pt x="1787548" y="287174"/>
                  </a:lnTo>
                  <a:lnTo>
                    <a:pt x="1783628" y="287174"/>
                  </a:lnTo>
                  <a:lnTo>
                    <a:pt x="1779708" y="287174"/>
                  </a:lnTo>
                  <a:lnTo>
                    <a:pt x="1775788" y="287174"/>
                  </a:lnTo>
                  <a:lnTo>
                    <a:pt x="1771868" y="287174"/>
                  </a:lnTo>
                  <a:lnTo>
                    <a:pt x="1767948" y="287174"/>
                  </a:lnTo>
                  <a:lnTo>
                    <a:pt x="1764028" y="287174"/>
                  </a:lnTo>
                  <a:lnTo>
                    <a:pt x="1760108" y="287174"/>
                  </a:lnTo>
                  <a:lnTo>
                    <a:pt x="1756188" y="287174"/>
                  </a:lnTo>
                  <a:lnTo>
                    <a:pt x="1752268" y="287174"/>
                  </a:lnTo>
                  <a:lnTo>
                    <a:pt x="1748348" y="287174"/>
                  </a:lnTo>
                  <a:lnTo>
                    <a:pt x="1744428" y="287174"/>
                  </a:lnTo>
                  <a:lnTo>
                    <a:pt x="1740507" y="287174"/>
                  </a:lnTo>
                  <a:lnTo>
                    <a:pt x="1736587" y="287174"/>
                  </a:lnTo>
                  <a:lnTo>
                    <a:pt x="1732667" y="287174"/>
                  </a:lnTo>
                  <a:lnTo>
                    <a:pt x="1728747" y="287174"/>
                  </a:lnTo>
                  <a:lnTo>
                    <a:pt x="1724827" y="287174"/>
                  </a:lnTo>
                  <a:lnTo>
                    <a:pt x="1720907" y="287174"/>
                  </a:lnTo>
                  <a:lnTo>
                    <a:pt x="1716987" y="287174"/>
                  </a:lnTo>
                  <a:lnTo>
                    <a:pt x="1713067" y="287174"/>
                  </a:lnTo>
                  <a:lnTo>
                    <a:pt x="1709147" y="287174"/>
                  </a:lnTo>
                  <a:lnTo>
                    <a:pt x="1705227" y="287174"/>
                  </a:lnTo>
                  <a:lnTo>
                    <a:pt x="1701307" y="287174"/>
                  </a:lnTo>
                  <a:lnTo>
                    <a:pt x="1697387" y="287174"/>
                  </a:lnTo>
                  <a:lnTo>
                    <a:pt x="1693467" y="287174"/>
                  </a:lnTo>
                  <a:lnTo>
                    <a:pt x="1689547" y="287174"/>
                  </a:lnTo>
                  <a:lnTo>
                    <a:pt x="1685627" y="287174"/>
                  </a:lnTo>
                  <a:lnTo>
                    <a:pt x="1681707" y="287174"/>
                  </a:lnTo>
                  <a:lnTo>
                    <a:pt x="1677786" y="287174"/>
                  </a:lnTo>
                  <a:lnTo>
                    <a:pt x="1673866" y="287174"/>
                  </a:lnTo>
                  <a:lnTo>
                    <a:pt x="1669946" y="287174"/>
                  </a:lnTo>
                  <a:lnTo>
                    <a:pt x="1666026" y="287174"/>
                  </a:lnTo>
                  <a:lnTo>
                    <a:pt x="1662106" y="287174"/>
                  </a:lnTo>
                  <a:lnTo>
                    <a:pt x="1658186" y="287174"/>
                  </a:lnTo>
                  <a:lnTo>
                    <a:pt x="1654266" y="287174"/>
                  </a:lnTo>
                  <a:lnTo>
                    <a:pt x="1650346" y="287174"/>
                  </a:lnTo>
                  <a:lnTo>
                    <a:pt x="1646426" y="287174"/>
                  </a:lnTo>
                  <a:lnTo>
                    <a:pt x="1642506" y="287174"/>
                  </a:lnTo>
                  <a:lnTo>
                    <a:pt x="1638586" y="287174"/>
                  </a:lnTo>
                  <a:lnTo>
                    <a:pt x="1634666" y="287174"/>
                  </a:lnTo>
                  <a:lnTo>
                    <a:pt x="1630746" y="287174"/>
                  </a:lnTo>
                  <a:lnTo>
                    <a:pt x="1626826" y="287174"/>
                  </a:lnTo>
                  <a:lnTo>
                    <a:pt x="1622906" y="287174"/>
                  </a:lnTo>
                  <a:lnTo>
                    <a:pt x="1618986" y="287174"/>
                  </a:lnTo>
                  <a:lnTo>
                    <a:pt x="1615065" y="287174"/>
                  </a:lnTo>
                  <a:lnTo>
                    <a:pt x="1611145" y="287174"/>
                  </a:lnTo>
                  <a:lnTo>
                    <a:pt x="1607225" y="287174"/>
                  </a:lnTo>
                  <a:lnTo>
                    <a:pt x="1603305" y="287174"/>
                  </a:lnTo>
                  <a:lnTo>
                    <a:pt x="1599385" y="287174"/>
                  </a:lnTo>
                  <a:lnTo>
                    <a:pt x="1595465" y="287174"/>
                  </a:lnTo>
                  <a:lnTo>
                    <a:pt x="1591545" y="287174"/>
                  </a:lnTo>
                  <a:lnTo>
                    <a:pt x="1587625" y="287174"/>
                  </a:lnTo>
                  <a:lnTo>
                    <a:pt x="1583705" y="287174"/>
                  </a:lnTo>
                  <a:lnTo>
                    <a:pt x="1579785" y="287174"/>
                  </a:lnTo>
                  <a:lnTo>
                    <a:pt x="1575865" y="287174"/>
                  </a:lnTo>
                  <a:lnTo>
                    <a:pt x="1571945" y="287174"/>
                  </a:lnTo>
                  <a:lnTo>
                    <a:pt x="1568025" y="287174"/>
                  </a:lnTo>
                  <a:lnTo>
                    <a:pt x="1564105" y="287174"/>
                  </a:lnTo>
                  <a:lnTo>
                    <a:pt x="1560185" y="287174"/>
                  </a:lnTo>
                  <a:lnTo>
                    <a:pt x="1556265" y="287174"/>
                  </a:lnTo>
                  <a:lnTo>
                    <a:pt x="1552344" y="287174"/>
                  </a:lnTo>
                  <a:lnTo>
                    <a:pt x="1548424" y="287174"/>
                  </a:lnTo>
                  <a:lnTo>
                    <a:pt x="1544504" y="287174"/>
                  </a:lnTo>
                  <a:lnTo>
                    <a:pt x="1540584" y="287174"/>
                  </a:lnTo>
                  <a:lnTo>
                    <a:pt x="1536664" y="287174"/>
                  </a:lnTo>
                  <a:lnTo>
                    <a:pt x="1532744" y="287174"/>
                  </a:lnTo>
                  <a:lnTo>
                    <a:pt x="1528824" y="287174"/>
                  </a:lnTo>
                  <a:lnTo>
                    <a:pt x="1524904" y="287174"/>
                  </a:lnTo>
                  <a:lnTo>
                    <a:pt x="1520984" y="287174"/>
                  </a:lnTo>
                  <a:lnTo>
                    <a:pt x="1517064" y="287174"/>
                  </a:lnTo>
                  <a:lnTo>
                    <a:pt x="1513144" y="287174"/>
                  </a:lnTo>
                  <a:lnTo>
                    <a:pt x="1509224" y="287174"/>
                  </a:lnTo>
                  <a:lnTo>
                    <a:pt x="1505304" y="287174"/>
                  </a:lnTo>
                  <a:lnTo>
                    <a:pt x="1501384" y="287174"/>
                  </a:lnTo>
                  <a:lnTo>
                    <a:pt x="1497464" y="287174"/>
                  </a:lnTo>
                  <a:lnTo>
                    <a:pt x="1493543" y="287174"/>
                  </a:lnTo>
                  <a:lnTo>
                    <a:pt x="1489623" y="287174"/>
                  </a:lnTo>
                  <a:lnTo>
                    <a:pt x="1485703" y="287174"/>
                  </a:lnTo>
                  <a:lnTo>
                    <a:pt x="1481783" y="287174"/>
                  </a:lnTo>
                  <a:lnTo>
                    <a:pt x="1477863" y="287174"/>
                  </a:lnTo>
                  <a:lnTo>
                    <a:pt x="1473943" y="287174"/>
                  </a:lnTo>
                  <a:lnTo>
                    <a:pt x="1470023" y="287174"/>
                  </a:lnTo>
                  <a:lnTo>
                    <a:pt x="1466103" y="287174"/>
                  </a:lnTo>
                  <a:lnTo>
                    <a:pt x="1462183" y="287174"/>
                  </a:lnTo>
                  <a:lnTo>
                    <a:pt x="1458263" y="287174"/>
                  </a:lnTo>
                  <a:lnTo>
                    <a:pt x="1454343" y="287174"/>
                  </a:lnTo>
                  <a:lnTo>
                    <a:pt x="1450423" y="287174"/>
                  </a:lnTo>
                  <a:lnTo>
                    <a:pt x="1446503" y="287174"/>
                  </a:lnTo>
                  <a:lnTo>
                    <a:pt x="1442583" y="287174"/>
                  </a:lnTo>
                  <a:lnTo>
                    <a:pt x="1438663" y="287174"/>
                  </a:lnTo>
                  <a:lnTo>
                    <a:pt x="1434743" y="287174"/>
                  </a:lnTo>
                  <a:lnTo>
                    <a:pt x="1430822" y="287174"/>
                  </a:lnTo>
                  <a:lnTo>
                    <a:pt x="1426902" y="287174"/>
                  </a:lnTo>
                  <a:lnTo>
                    <a:pt x="1422982" y="287174"/>
                  </a:lnTo>
                  <a:lnTo>
                    <a:pt x="1419062" y="287174"/>
                  </a:lnTo>
                  <a:lnTo>
                    <a:pt x="1415142" y="287174"/>
                  </a:lnTo>
                  <a:lnTo>
                    <a:pt x="1411222" y="287174"/>
                  </a:lnTo>
                  <a:lnTo>
                    <a:pt x="1407302" y="287174"/>
                  </a:lnTo>
                  <a:lnTo>
                    <a:pt x="1403382" y="287174"/>
                  </a:lnTo>
                  <a:lnTo>
                    <a:pt x="1399462" y="287174"/>
                  </a:lnTo>
                  <a:lnTo>
                    <a:pt x="1395542" y="287174"/>
                  </a:lnTo>
                  <a:lnTo>
                    <a:pt x="1391622" y="287174"/>
                  </a:lnTo>
                  <a:lnTo>
                    <a:pt x="1387702" y="287174"/>
                  </a:lnTo>
                  <a:lnTo>
                    <a:pt x="1383782" y="287174"/>
                  </a:lnTo>
                  <a:lnTo>
                    <a:pt x="1379862" y="287174"/>
                  </a:lnTo>
                  <a:lnTo>
                    <a:pt x="1375942" y="287174"/>
                  </a:lnTo>
                  <a:lnTo>
                    <a:pt x="1372022" y="287174"/>
                  </a:lnTo>
                  <a:lnTo>
                    <a:pt x="1368101" y="287174"/>
                  </a:lnTo>
                  <a:lnTo>
                    <a:pt x="1364181" y="287174"/>
                  </a:lnTo>
                  <a:lnTo>
                    <a:pt x="1360261" y="287174"/>
                  </a:lnTo>
                  <a:lnTo>
                    <a:pt x="1356341" y="287174"/>
                  </a:lnTo>
                  <a:lnTo>
                    <a:pt x="1352421" y="287174"/>
                  </a:lnTo>
                  <a:lnTo>
                    <a:pt x="1348501" y="287174"/>
                  </a:lnTo>
                  <a:lnTo>
                    <a:pt x="1344581" y="287174"/>
                  </a:lnTo>
                  <a:lnTo>
                    <a:pt x="1340661" y="287174"/>
                  </a:lnTo>
                  <a:lnTo>
                    <a:pt x="1336741" y="287174"/>
                  </a:lnTo>
                  <a:lnTo>
                    <a:pt x="1332821" y="287174"/>
                  </a:lnTo>
                  <a:lnTo>
                    <a:pt x="1328901" y="287174"/>
                  </a:lnTo>
                  <a:lnTo>
                    <a:pt x="1324981" y="287174"/>
                  </a:lnTo>
                  <a:lnTo>
                    <a:pt x="1321061" y="287174"/>
                  </a:lnTo>
                  <a:lnTo>
                    <a:pt x="1317141" y="287174"/>
                  </a:lnTo>
                  <a:lnTo>
                    <a:pt x="1313221" y="287174"/>
                  </a:lnTo>
                  <a:lnTo>
                    <a:pt x="1309301" y="287174"/>
                  </a:lnTo>
                  <a:lnTo>
                    <a:pt x="1305380" y="287174"/>
                  </a:lnTo>
                  <a:lnTo>
                    <a:pt x="1301460" y="287174"/>
                  </a:lnTo>
                  <a:lnTo>
                    <a:pt x="1297540" y="287174"/>
                  </a:lnTo>
                  <a:lnTo>
                    <a:pt x="1293620" y="287174"/>
                  </a:lnTo>
                  <a:lnTo>
                    <a:pt x="1289700" y="287174"/>
                  </a:lnTo>
                  <a:lnTo>
                    <a:pt x="1285780" y="287174"/>
                  </a:lnTo>
                  <a:lnTo>
                    <a:pt x="1281860" y="287174"/>
                  </a:lnTo>
                  <a:lnTo>
                    <a:pt x="1277940" y="287174"/>
                  </a:lnTo>
                  <a:lnTo>
                    <a:pt x="1274020" y="287174"/>
                  </a:lnTo>
                  <a:lnTo>
                    <a:pt x="1270100" y="287174"/>
                  </a:lnTo>
                  <a:lnTo>
                    <a:pt x="1266180" y="287174"/>
                  </a:lnTo>
                  <a:lnTo>
                    <a:pt x="1262260" y="287174"/>
                  </a:lnTo>
                  <a:lnTo>
                    <a:pt x="1258340" y="287174"/>
                  </a:lnTo>
                  <a:lnTo>
                    <a:pt x="1254420" y="287174"/>
                  </a:lnTo>
                  <a:lnTo>
                    <a:pt x="1250500" y="287174"/>
                  </a:lnTo>
                  <a:lnTo>
                    <a:pt x="1246580" y="287174"/>
                  </a:lnTo>
                  <a:lnTo>
                    <a:pt x="1242659" y="287174"/>
                  </a:lnTo>
                  <a:lnTo>
                    <a:pt x="1238739" y="287174"/>
                  </a:lnTo>
                  <a:lnTo>
                    <a:pt x="1234819" y="287174"/>
                  </a:lnTo>
                  <a:lnTo>
                    <a:pt x="1230899" y="287174"/>
                  </a:lnTo>
                  <a:lnTo>
                    <a:pt x="1226979" y="287174"/>
                  </a:lnTo>
                  <a:lnTo>
                    <a:pt x="1223059" y="287174"/>
                  </a:lnTo>
                  <a:lnTo>
                    <a:pt x="1219139" y="287174"/>
                  </a:lnTo>
                  <a:lnTo>
                    <a:pt x="1215219" y="287174"/>
                  </a:lnTo>
                  <a:lnTo>
                    <a:pt x="1211299" y="287174"/>
                  </a:lnTo>
                  <a:lnTo>
                    <a:pt x="1207379" y="287174"/>
                  </a:lnTo>
                  <a:lnTo>
                    <a:pt x="1203459" y="287174"/>
                  </a:lnTo>
                  <a:lnTo>
                    <a:pt x="1199539" y="287174"/>
                  </a:lnTo>
                  <a:lnTo>
                    <a:pt x="1195619" y="287174"/>
                  </a:lnTo>
                  <a:lnTo>
                    <a:pt x="1191699" y="287174"/>
                  </a:lnTo>
                  <a:lnTo>
                    <a:pt x="1187779" y="287174"/>
                  </a:lnTo>
                  <a:lnTo>
                    <a:pt x="1183859" y="287174"/>
                  </a:lnTo>
                  <a:lnTo>
                    <a:pt x="1179938" y="287174"/>
                  </a:lnTo>
                  <a:lnTo>
                    <a:pt x="1176018" y="287174"/>
                  </a:lnTo>
                  <a:lnTo>
                    <a:pt x="1172098" y="287174"/>
                  </a:lnTo>
                  <a:lnTo>
                    <a:pt x="1168178" y="287174"/>
                  </a:lnTo>
                  <a:lnTo>
                    <a:pt x="1164258" y="287174"/>
                  </a:lnTo>
                  <a:lnTo>
                    <a:pt x="1160338" y="287174"/>
                  </a:lnTo>
                  <a:lnTo>
                    <a:pt x="1156418" y="287174"/>
                  </a:lnTo>
                  <a:lnTo>
                    <a:pt x="1152498" y="287174"/>
                  </a:lnTo>
                  <a:lnTo>
                    <a:pt x="1148578" y="287174"/>
                  </a:lnTo>
                  <a:lnTo>
                    <a:pt x="1144658" y="287174"/>
                  </a:lnTo>
                  <a:lnTo>
                    <a:pt x="1140738" y="287174"/>
                  </a:lnTo>
                  <a:lnTo>
                    <a:pt x="1136818" y="287174"/>
                  </a:lnTo>
                  <a:lnTo>
                    <a:pt x="1132898" y="287174"/>
                  </a:lnTo>
                  <a:lnTo>
                    <a:pt x="1128978" y="287174"/>
                  </a:lnTo>
                  <a:lnTo>
                    <a:pt x="1125058" y="287174"/>
                  </a:lnTo>
                  <a:lnTo>
                    <a:pt x="1121138" y="287174"/>
                  </a:lnTo>
                  <a:lnTo>
                    <a:pt x="1117217" y="287174"/>
                  </a:lnTo>
                  <a:lnTo>
                    <a:pt x="1113297" y="287174"/>
                  </a:lnTo>
                  <a:lnTo>
                    <a:pt x="1109377" y="287174"/>
                  </a:lnTo>
                  <a:lnTo>
                    <a:pt x="1105457" y="287174"/>
                  </a:lnTo>
                  <a:lnTo>
                    <a:pt x="1101537" y="287174"/>
                  </a:lnTo>
                  <a:lnTo>
                    <a:pt x="1097617" y="287174"/>
                  </a:lnTo>
                  <a:lnTo>
                    <a:pt x="1093697" y="287174"/>
                  </a:lnTo>
                  <a:lnTo>
                    <a:pt x="1089777" y="287174"/>
                  </a:lnTo>
                  <a:lnTo>
                    <a:pt x="1085857" y="287174"/>
                  </a:lnTo>
                  <a:lnTo>
                    <a:pt x="1081937" y="287174"/>
                  </a:lnTo>
                  <a:lnTo>
                    <a:pt x="1078017" y="287174"/>
                  </a:lnTo>
                  <a:lnTo>
                    <a:pt x="1074097" y="287174"/>
                  </a:lnTo>
                  <a:lnTo>
                    <a:pt x="1070177" y="287174"/>
                  </a:lnTo>
                  <a:lnTo>
                    <a:pt x="1066257" y="287174"/>
                  </a:lnTo>
                  <a:lnTo>
                    <a:pt x="1062337" y="287174"/>
                  </a:lnTo>
                  <a:lnTo>
                    <a:pt x="1058417" y="287174"/>
                  </a:lnTo>
                  <a:lnTo>
                    <a:pt x="1054496" y="287174"/>
                  </a:lnTo>
                  <a:lnTo>
                    <a:pt x="1050576" y="287174"/>
                  </a:lnTo>
                  <a:lnTo>
                    <a:pt x="1046656" y="287174"/>
                  </a:lnTo>
                  <a:lnTo>
                    <a:pt x="1042736" y="287174"/>
                  </a:lnTo>
                  <a:lnTo>
                    <a:pt x="1038816" y="287174"/>
                  </a:lnTo>
                  <a:lnTo>
                    <a:pt x="1034896" y="287174"/>
                  </a:lnTo>
                  <a:lnTo>
                    <a:pt x="1030976" y="287174"/>
                  </a:lnTo>
                  <a:lnTo>
                    <a:pt x="1027056" y="287174"/>
                  </a:lnTo>
                  <a:lnTo>
                    <a:pt x="1023136" y="287174"/>
                  </a:lnTo>
                  <a:lnTo>
                    <a:pt x="1019216" y="287174"/>
                  </a:lnTo>
                  <a:lnTo>
                    <a:pt x="1015296" y="287174"/>
                  </a:lnTo>
                  <a:lnTo>
                    <a:pt x="1011376" y="287174"/>
                  </a:lnTo>
                  <a:lnTo>
                    <a:pt x="1007456" y="287174"/>
                  </a:lnTo>
                  <a:lnTo>
                    <a:pt x="1003536" y="287174"/>
                  </a:lnTo>
                  <a:lnTo>
                    <a:pt x="999616" y="287174"/>
                  </a:lnTo>
                  <a:lnTo>
                    <a:pt x="995695" y="287174"/>
                  </a:lnTo>
                  <a:lnTo>
                    <a:pt x="991775" y="287174"/>
                  </a:lnTo>
                  <a:lnTo>
                    <a:pt x="987855" y="287174"/>
                  </a:lnTo>
                  <a:lnTo>
                    <a:pt x="983935" y="287174"/>
                  </a:lnTo>
                  <a:lnTo>
                    <a:pt x="980015" y="287174"/>
                  </a:lnTo>
                  <a:lnTo>
                    <a:pt x="976095" y="287174"/>
                  </a:lnTo>
                  <a:lnTo>
                    <a:pt x="972175" y="287174"/>
                  </a:lnTo>
                  <a:lnTo>
                    <a:pt x="968255" y="287174"/>
                  </a:lnTo>
                  <a:lnTo>
                    <a:pt x="964335" y="287174"/>
                  </a:lnTo>
                  <a:lnTo>
                    <a:pt x="960415" y="287174"/>
                  </a:lnTo>
                  <a:lnTo>
                    <a:pt x="956495" y="287174"/>
                  </a:lnTo>
                  <a:lnTo>
                    <a:pt x="952575" y="287174"/>
                  </a:lnTo>
                  <a:lnTo>
                    <a:pt x="948655" y="287174"/>
                  </a:lnTo>
                  <a:lnTo>
                    <a:pt x="944735" y="287174"/>
                  </a:lnTo>
                  <a:lnTo>
                    <a:pt x="940815" y="287174"/>
                  </a:lnTo>
                  <a:lnTo>
                    <a:pt x="936895" y="287174"/>
                  </a:lnTo>
                  <a:lnTo>
                    <a:pt x="932974" y="287174"/>
                  </a:lnTo>
                  <a:lnTo>
                    <a:pt x="929054" y="287174"/>
                  </a:lnTo>
                  <a:lnTo>
                    <a:pt x="925134" y="287174"/>
                  </a:lnTo>
                  <a:lnTo>
                    <a:pt x="921214" y="287174"/>
                  </a:lnTo>
                  <a:lnTo>
                    <a:pt x="917294" y="287174"/>
                  </a:lnTo>
                  <a:lnTo>
                    <a:pt x="913374" y="287174"/>
                  </a:lnTo>
                  <a:lnTo>
                    <a:pt x="909454" y="287174"/>
                  </a:lnTo>
                  <a:lnTo>
                    <a:pt x="905534" y="287174"/>
                  </a:lnTo>
                  <a:lnTo>
                    <a:pt x="901614" y="287174"/>
                  </a:lnTo>
                  <a:lnTo>
                    <a:pt x="897694" y="287174"/>
                  </a:lnTo>
                  <a:lnTo>
                    <a:pt x="893774" y="287174"/>
                  </a:lnTo>
                  <a:lnTo>
                    <a:pt x="889854" y="287174"/>
                  </a:lnTo>
                  <a:lnTo>
                    <a:pt x="885934" y="287174"/>
                  </a:lnTo>
                  <a:lnTo>
                    <a:pt x="882014" y="287174"/>
                  </a:lnTo>
                  <a:lnTo>
                    <a:pt x="878094" y="287174"/>
                  </a:lnTo>
                  <a:lnTo>
                    <a:pt x="874174" y="287174"/>
                  </a:lnTo>
                  <a:lnTo>
                    <a:pt x="870253" y="287174"/>
                  </a:lnTo>
                  <a:lnTo>
                    <a:pt x="866333" y="287174"/>
                  </a:lnTo>
                  <a:lnTo>
                    <a:pt x="862413" y="287174"/>
                  </a:lnTo>
                  <a:lnTo>
                    <a:pt x="858493" y="287174"/>
                  </a:lnTo>
                  <a:lnTo>
                    <a:pt x="854573" y="287174"/>
                  </a:lnTo>
                  <a:lnTo>
                    <a:pt x="850653" y="287174"/>
                  </a:lnTo>
                  <a:lnTo>
                    <a:pt x="846733" y="287174"/>
                  </a:lnTo>
                  <a:lnTo>
                    <a:pt x="842813" y="287174"/>
                  </a:lnTo>
                  <a:lnTo>
                    <a:pt x="838893" y="287174"/>
                  </a:lnTo>
                  <a:lnTo>
                    <a:pt x="834973" y="287174"/>
                  </a:lnTo>
                  <a:lnTo>
                    <a:pt x="831053" y="287174"/>
                  </a:lnTo>
                  <a:lnTo>
                    <a:pt x="827133" y="287174"/>
                  </a:lnTo>
                  <a:lnTo>
                    <a:pt x="823213" y="287174"/>
                  </a:lnTo>
                  <a:lnTo>
                    <a:pt x="819293" y="287174"/>
                  </a:lnTo>
                  <a:lnTo>
                    <a:pt x="815373" y="287174"/>
                  </a:lnTo>
                  <a:lnTo>
                    <a:pt x="811453" y="287174"/>
                  </a:lnTo>
                  <a:lnTo>
                    <a:pt x="807532" y="287174"/>
                  </a:lnTo>
                  <a:lnTo>
                    <a:pt x="803612" y="287174"/>
                  </a:lnTo>
                  <a:lnTo>
                    <a:pt x="799692" y="287174"/>
                  </a:lnTo>
                  <a:lnTo>
                    <a:pt x="795772" y="287174"/>
                  </a:lnTo>
                  <a:lnTo>
                    <a:pt x="791852" y="287174"/>
                  </a:lnTo>
                  <a:lnTo>
                    <a:pt x="787932" y="287174"/>
                  </a:lnTo>
                  <a:lnTo>
                    <a:pt x="784012" y="287174"/>
                  </a:lnTo>
                  <a:lnTo>
                    <a:pt x="780092" y="287174"/>
                  </a:lnTo>
                  <a:lnTo>
                    <a:pt x="776172" y="287174"/>
                  </a:lnTo>
                  <a:lnTo>
                    <a:pt x="772252" y="287174"/>
                  </a:lnTo>
                  <a:lnTo>
                    <a:pt x="768332" y="287174"/>
                  </a:lnTo>
                  <a:lnTo>
                    <a:pt x="764412" y="287174"/>
                  </a:lnTo>
                  <a:lnTo>
                    <a:pt x="760492" y="287174"/>
                  </a:lnTo>
                  <a:lnTo>
                    <a:pt x="756572" y="287174"/>
                  </a:lnTo>
                  <a:lnTo>
                    <a:pt x="752652" y="287174"/>
                  </a:lnTo>
                  <a:lnTo>
                    <a:pt x="748732" y="287174"/>
                  </a:lnTo>
                  <a:lnTo>
                    <a:pt x="744811" y="287174"/>
                  </a:lnTo>
                  <a:lnTo>
                    <a:pt x="740891" y="287174"/>
                  </a:lnTo>
                  <a:lnTo>
                    <a:pt x="736971" y="287174"/>
                  </a:lnTo>
                  <a:lnTo>
                    <a:pt x="733051" y="287174"/>
                  </a:lnTo>
                  <a:lnTo>
                    <a:pt x="729131" y="287174"/>
                  </a:lnTo>
                  <a:lnTo>
                    <a:pt x="725211" y="287174"/>
                  </a:lnTo>
                  <a:lnTo>
                    <a:pt x="721291" y="287174"/>
                  </a:lnTo>
                  <a:lnTo>
                    <a:pt x="717371" y="287174"/>
                  </a:lnTo>
                  <a:lnTo>
                    <a:pt x="713451" y="287174"/>
                  </a:lnTo>
                  <a:lnTo>
                    <a:pt x="709531" y="287174"/>
                  </a:lnTo>
                  <a:lnTo>
                    <a:pt x="705611" y="287174"/>
                  </a:lnTo>
                  <a:lnTo>
                    <a:pt x="701691" y="287174"/>
                  </a:lnTo>
                  <a:lnTo>
                    <a:pt x="697771" y="287174"/>
                  </a:lnTo>
                  <a:lnTo>
                    <a:pt x="693851" y="287174"/>
                  </a:lnTo>
                  <a:lnTo>
                    <a:pt x="689931" y="287174"/>
                  </a:lnTo>
                  <a:lnTo>
                    <a:pt x="686011" y="287174"/>
                  </a:lnTo>
                  <a:lnTo>
                    <a:pt x="682090" y="287174"/>
                  </a:lnTo>
                  <a:lnTo>
                    <a:pt x="678170" y="287174"/>
                  </a:lnTo>
                  <a:lnTo>
                    <a:pt x="674250" y="287174"/>
                  </a:lnTo>
                  <a:lnTo>
                    <a:pt x="670330" y="287174"/>
                  </a:lnTo>
                  <a:lnTo>
                    <a:pt x="666410" y="287174"/>
                  </a:lnTo>
                  <a:lnTo>
                    <a:pt x="662490" y="287174"/>
                  </a:lnTo>
                  <a:lnTo>
                    <a:pt x="658570" y="287174"/>
                  </a:lnTo>
                  <a:lnTo>
                    <a:pt x="654650" y="287174"/>
                  </a:lnTo>
                  <a:lnTo>
                    <a:pt x="650730" y="287174"/>
                  </a:lnTo>
                  <a:lnTo>
                    <a:pt x="646810" y="287174"/>
                  </a:lnTo>
                  <a:lnTo>
                    <a:pt x="642890" y="287174"/>
                  </a:lnTo>
                  <a:lnTo>
                    <a:pt x="638970" y="287174"/>
                  </a:lnTo>
                  <a:lnTo>
                    <a:pt x="635050" y="287174"/>
                  </a:lnTo>
                  <a:lnTo>
                    <a:pt x="631130" y="287174"/>
                  </a:lnTo>
                  <a:lnTo>
                    <a:pt x="627210" y="287174"/>
                  </a:lnTo>
                  <a:lnTo>
                    <a:pt x="623290" y="287174"/>
                  </a:lnTo>
                  <a:lnTo>
                    <a:pt x="619369" y="287174"/>
                  </a:lnTo>
                  <a:lnTo>
                    <a:pt x="615449" y="287174"/>
                  </a:lnTo>
                  <a:lnTo>
                    <a:pt x="611529" y="287174"/>
                  </a:lnTo>
                  <a:lnTo>
                    <a:pt x="607609" y="287174"/>
                  </a:lnTo>
                  <a:lnTo>
                    <a:pt x="603689" y="287174"/>
                  </a:lnTo>
                  <a:lnTo>
                    <a:pt x="599769" y="287174"/>
                  </a:lnTo>
                  <a:lnTo>
                    <a:pt x="595849" y="287174"/>
                  </a:lnTo>
                  <a:lnTo>
                    <a:pt x="591929" y="287174"/>
                  </a:lnTo>
                  <a:lnTo>
                    <a:pt x="588009" y="287174"/>
                  </a:lnTo>
                  <a:lnTo>
                    <a:pt x="584089" y="287174"/>
                  </a:lnTo>
                  <a:lnTo>
                    <a:pt x="580169" y="287174"/>
                  </a:lnTo>
                  <a:lnTo>
                    <a:pt x="576249" y="287174"/>
                  </a:lnTo>
                  <a:lnTo>
                    <a:pt x="572329" y="287174"/>
                  </a:lnTo>
                  <a:lnTo>
                    <a:pt x="568409" y="287174"/>
                  </a:lnTo>
                  <a:lnTo>
                    <a:pt x="564489" y="287174"/>
                  </a:lnTo>
                  <a:lnTo>
                    <a:pt x="560569" y="287174"/>
                  </a:lnTo>
                  <a:lnTo>
                    <a:pt x="556648" y="287174"/>
                  </a:lnTo>
                  <a:lnTo>
                    <a:pt x="552728" y="287174"/>
                  </a:lnTo>
                  <a:lnTo>
                    <a:pt x="548808" y="287174"/>
                  </a:lnTo>
                  <a:lnTo>
                    <a:pt x="544888" y="287174"/>
                  </a:lnTo>
                  <a:lnTo>
                    <a:pt x="540968" y="287174"/>
                  </a:lnTo>
                  <a:lnTo>
                    <a:pt x="537048" y="287174"/>
                  </a:lnTo>
                  <a:lnTo>
                    <a:pt x="533128" y="287174"/>
                  </a:lnTo>
                  <a:lnTo>
                    <a:pt x="529208" y="287174"/>
                  </a:lnTo>
                  <a:lnTo>
                    <a:pt x="525288" y="287174"/>
                  </a:lnTo>
                  <a:lnTo>
                    <a:pt x="521368" y="287174"/>
                  </a:lnTo>
                  <a:lnTo>
                    <a:pt x="517448" y="287174"/>
                  </a:lnTo>
                  <a:lnTo>
                    <a:pt x="513528" y="287174"/>
                  </a:lnTo>
                  <a:lnTo>
                    <a:pt x="509608" y="287174"/>
                  </a:lnTo>
                  <a:lnTo>
                    <a:pt x="505688" y="287174"/>
                  </a:lnTo>
                  <a:lnTo>
                    <a:pt x="501768" y="287174"/>
                  </a:lnTo>
                  <a:lnTo>
                    <a:pt x="497847" y="287174"/>
                  </a:lnTo>
                  <a:lnTo>
                    <a:pt x="493927" y="287174"/>
                  </a:lnTo>
                  <a:lnTo>
                    <a:pt x="490007" y="287174"/>
                  </a:lnTo>
                  <a:lnTo>
                    <a:pt x="486087" y="287174"/>
                  </a:lnTo>
                  <a:lnTo>
                    <a:pt x="482167" y="287174"/>
                  </a:lnTo>
                  <a:lnTo>
                    <a:pt x="478247" y="287174"/>
                  </a:lnTo>
                  <a:lnTo>
                    <a:pt x="474327" y="287174"/>
                  </a:lnTo>
                  <a:lnTo>
                    <a:pt x="470407" y="287174"/>
                  </a:lnTo>
                  <a:lnTo>
                    <a:pt x="466487" y="287174"/>
                  </a:lnTo>
                  <a:lnTo>
                    <a:pt x="462567" y="287174"/>
                  </a:lnTo>
                  <a:lnTo>
                    <a:pt x="458647" y="287174"/>
                  </a:lnTo>
                  <a:lnTo>
                    <a:pt x="454727" y="287174"/>
                  </a:lnTo>
                  <a:lnTo>
                    <a:pt x="450807" y="287174"/>
                  </a:lnTo>
                  <a:lnTo>
                    <a:pt x="446887" y="287174"/>
                  </a:lnTo>
                  <a:lnTo>
                    <a:pt x="442967" y="287174"/>
                  </a:lnTo>
                  <a:lnTo>
                    <a:pt x="439047" y="287174"/>
                  </a:lnTo>
                  <a:lnTo>
                    <a:pt x="435126" y="287174"/>
                  </a:lnTo>
                  <a:lnTo>
                    <a:pt x="431206" y="287174"/>
                  </a:lnTo>
                  <a:lnTo>
                    <a:pt x="427286" y="287174"/>
                  </a:lnTo>
                  <a:lnTo>
                    <a:pt x="423366" y="287174"/>
                  </a:lnTo>
                  <a:lnTo>
                    <a:pt x="419446" y="287174"/>
                  </a:lnTo>
                  <a:lnTo>
                    <a:pt x="415526" y="287174"/>
                  </a:lnTo>
                  <a:lnTo>
                    <a:pt x="411606" y="287174"/>
                  </a:lnTo>
                  <a:lnTo>
                    <a:pt x="407686" y="287174"/>
                  </a:lnTo>
                  <a:lnTo>
                    <a:pt x="403766" y="287174"/>
                  </a:lnTo>
                  <a:lnTo>
                    <a:pt x="399846" y="287174"/>
                  </a:lnTo>
                  <a:lnTo>
                    <a:pt x="395926" y="287174"/>
                  </a:lnTo>
                  <a:lnTo>
                    <a:pt x="392006" y="287174"/>
                  </a:lnTo>
                  <a:lnTo>
                    <a:pt x="388086" y="287174"/>
                  </a:lnTo>
                  <a:lnTo>
                    <a:pt x="384166" y="287174"/>
                  </a:lnTo>
                  <a:lnTo>
                    <a:pt x="380246" y="287174"/>
                  </a:lnTo>
                  <a:lnTo>
                    <a:pt x="376326" y="287174"/>
                  </a:lnTo>
                  <a:lnTo>
                    <a:pt x="372405" y="287174"/>
                  </a:lnTo>
                  <a:lnTo>
                    <a:pt x="368485" y="287174"/>
                  </a:lnTo>
                  <a:lnTo>
                    <a:pt x="364565" y="287174"/>
                  </a:lnTo>
                  <a:lnTo>
                    <a:pt x="360645" y="287174"/>
                  </a:lnTo>
                  <a:lnTo>
                    <a:pt x="356725" y="287174"/>
                  </a:lnTo>
                  <a:lnTo>
                    <a:pt x="352805" y="287174"/>
                  </a:lnTo>
                  <a:lnTo>
                    <a:pt x="348885" y="287174"/>
                  </a:lnTo>
                  <a:lnTo>
                    <a:pt x="344965" y="287174"/>
                  </a:lnTo>
                  <a:lnTo>
                    <a:pt x="341045" y="287174"/>
                  </a:lnTo>
                  <a:lnTo>
                    <a:pt x="337125" y="287174"/>
                  </a:lnTo>
                  <a:lnTo>
                    <a:pt x="333205" y="287174"/>
                  </a:lnTo>
                  <a:lnTo>
                    <a:pt x="329285" y="287174"/>
                  </a:lnTo>
                  <a:lnTo>
                    <a:pt x="325365" y="287174"/>
                  </a:lnTo>
                  <a:lnTo>
                    <a:pt x="321445" y="287174"/>
                  </a:lnTo>
                  <a:lnTo>
                    <a:pt x="317525" y="287174"/>
                  </a:lnTo>
                  <a:lnTo>
                    <a:pt x="313605" y="287174"/>
                  </a:lnTo>
                  <a:lnTo>
                    <a:pt x="309684" y="287174"/>
                  </a:lnTo>
                  <a:lnTo>
                    <a:pt x="305764" y="287174"/>
                  </a:lnTo>
                  <a:lnTo>
                    <a:pt x="301844" y="287174"/>
                  </a:lnTo>
                  <a:lnTo>
                    <a:pt x="297924" y="287174"/>
                  </a:lnTo>
                  <a:lnTo>
                    <a:pt x="294004" y="287174"/>
                  </a:lnTo>
                  <a:lnTo>
                    <a:pt x="290084" y="287174"/>
                  </a:lnTo>
                  <a:lnTo>
                    <a:pt x="286164" y="287174"/>
                  </a:lnTo>
                  <a:lnTo>
                    <a:pt x="282244" y="287174"/>
                  </a:lnTo>
                  <a:lnTo>
                    <a:pt x="278324" y="287174"/>
                  </a:lnTo>
                  <a:lnTo>
                    <a:pt x="274404" y="287174"/>
                  </a:lnTo>
                  <a:lnTo>
                    <a:pt x="270484" y="287174"/>
                  </a:lnTo>
                  <a:lnTo>
                    <a:pt x="266564" y="287174"/>
                  </a:lnTo>
                  <a:lnTo>
                    <a:pt x="262644" y="287174"/>
                  </a:lnTo>
                  <a:lnTo>
                    <a:pt x="258724" y="287174"/>
                  </a:lnTo>
                  <a:lnTo>
                    <a:pt x="254804" y="287174"/>
                  </a:lnTo>
                  <a:lnTo>
                    <a:pt x="250884" y="287174"/>
                  </a:lnTo>
                  <a:lnTo>
                    <a:pt x="246963" y="287174"/>
                  </a:lnTo>
                  <a:lnTo>
                    <a:pt x="243043" y="287174"/>
                  </a:lnTo>
                  <a:lnTo>
                    <a:pt x="239123" y="287174"/>
                  </a:lnTo>
                  <a:lnTo>
                    <a:pt x="235203" y="287174"/>
                  </a:lnTo>
                  <a:lnTo>
                    <a:pt x="231283" y="287174"/>
                  </a:lnTo>
                  <a:lnTo>
                    <a:pt x="227363" y="287174"/>
                  </a:lnTo>
                  <a:lnTo>
                    <a:pt x="223443" y="287174"/>
                  </a:lnTo>
                  <a:lnTo>
                    <a:pt x="219523" y="287174"/>
                  </a:lnTo>
                  <a:lnTo>
                    <a:pt x="215603" y="287174"/>
                  </a:lnTo>
                  <a:lnTo>
                    <a:pt x="211683" y="287174"/>
                  </a:lnTo>
                  <a:lnTo>
                    <a:pt x="207763" y="287174"/>
                  </a:lnTo>
                  <a:lnTo>
                    <a:pt x="203843" y="287174"/>
                  </a:lnTo>
                  <a:lnTo>
                    <a:pt x="199923" y="287174"/>
                  </a:lnTo>
                  <a:lnTo>
                    <a:pt x="196003" y="287174"/>
                  </a:lnTo>
                  <a:lnTo>
                    <a:pt x="192083" y="287174"/>
                  </a:lnTo>
                  <a:lnTo>
                    <a:pt x="188163" y="287174"/>
                  </a:lnTo>
                  <a:lnTo>
                    <a:pt x="184242" y="287174"/>
                  </a:lnTo>
                  <a:lnTo>
                    <a:pt x="180322" y="287174"/>
                  </a:lnTo>
                  <a:lnTo>
                    <a:pt x="176402" y="287174"/>
                  </a:lnTo>
                  <a:lnTo>
                    <a:pt x="172482" y="287174"/>
                  </a:lnTo>
                  <a:lnTo>
                    <a:pt x="168562" y="287174"/>
                  </a:lnTo>
                  <a:lnTo>
                    <a:pt x="164642" y="287174"/>
                  </a:lnTo>
                  <a:lnTo>
                    <a:pt x="160722" y="287174"/>
                  </a:lnTo>
                  <a:lnTo>
                    <a:pt x="156802" y="287174"/>
                  </a:lnTo>
                  <a:lnTo>
                    <a:pt x="152882" y="287174"/>
                  </a:lnTo>
                  <a:lnTo>
                    <a:pt x="148962" y="287174"/>
                  </a:lnTo>
                  <a:lnTo>
                    <a:pt x="145042" y="287174"/>
                  </a:lnTo>
                  <a:lnTo>
                    <a:pt x="141122" y="287174"/>
                  </a:lnTo>
                  <a:lnTo>
                    <a:pt x="137202" y="287174"/>
                  </a:lnTo>
                  <a:lnTo>
                    <a:pt x="133282" y="287174"/>
                  </a:lnTo>
                  <a:lnTo>
                    <a:pt x="129362" y="287174"/>
                  </a:lnTo>
                  <a:lnTo>
                    <a:pt x="125442" y="287174"/>
                  </a:lnTo>
                  <a:lnTo>
                    <a:pt x="121521" y="287174"/>
                  </a:lnTo>
                  <a:lnTo>
                    <a:pt x="117601" y="287174"/>
                  </a:lnTo>
                  <a:lnTo>
                    <a:pt x="113681" y="287174"/>
                  </a:lnTo>
                  <a:lnTo>
                    <a:pt x="109761" y="287174"/>
                  </a:lnTo>
                  <a:lnTo>
                    <a:pt x="105841" y="287174"/>
                  </a:lnTo>
                  <a:lnTo>
                    <a:pt x="101921" y="287174"/>
                  </a:lnTo>
                  <a:lnTo>
                    <a:pt x="98001" y="287174"/>
                  </a:lnTo>
                  <a:lnTo>
                    <a:pt x="94081" y="287174"/>
                  </a:lnTo>
                  <a:lnTo>
                    <a:pt x="90161" y="287174"/>
                  </a:lnTo>
                  <a:lnTo>
                    <a:pt x="86241" y="287174"/>
                  </a:lnTo>
                  <a:lnTo>
                    <a:pt x="82321" y="287174"/>
                  </a:lnTo>
                  <a:lnTo>
                    <a:pt x="78401" y="287174"/>
                  </a:lnTo>
                  <a:lnTo>
                    <a:pt x="74481" y="287174"/>
                  </a:lnTo>
                  <a:lnTo>
                    <a:pt x="70561" y="287174"/>
                  </a:lnTo>
                  <a:lnTo>
                    <a:pt x="66641" y="287174"/>
                  </a:lnTo>
                  <a:lnTo>
                    <a:pt x="62721" y="287174"/>
                  </a:lnTo>
                  <a:lnTo>
                    <a:pt x="58800" y="287174"/>
                  </a:lnTo>
                  <a:lnTo>
                    <a:pt x="54880" y="287174"/>
                  </a:lnTo>
                  <a:lnTo>
                    <a:pt x="50960" y="287174"/>
                  </a:lnTo>
                  <a:lnTo>
                    <a:pt x="47040" y="287174"/>
                  </a:lnTo>
                  <a:lnTo>
                    <a:pt x="43120" y="287174"/>
                  </a:lnTo>
                  <a:lnTo>
                    <a:pt x="39200" y="287174"/>
                  </a:lnTo>
                  <a:lnTo>
                    <a:pt x="35280" y="287174"/>
                  </a:lnTo>
                  <a:lnTo>
                    <a:pt x="31360" y="287174"/>
                  </a:lnTo>
                  <a:lnTo>
                    <a:pt x="27440" y="287174"/>
                  </a:lnTo>
                  <a:lnTo>
                    <a:pt x="23520" y="287174"/>
                  </a:lnTo>
                  <a:lnTo>
                    <a:pt x="19600" y="287174"/>
                  </a:lnTo>
                  <a:lnTo>
                    <a:pt x="15680" y="287174"/>
                  </a:lnTo>
                  <a:lnTo>
                    <a:pt x="11760" y="287174"/>
                  </a:lnTo>
                  <a:lnTo>
                    <a:pt x="7840" y="287174"/>
                  </a:lnTo>
                  <a:lnTo>
                    <a:pt x="3920" y="287174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41" name="pl41"/>
            <p:cNvSpPr/>
            <p:nvPr/>
          </p:nvSpPr>
          <p:spPr>
            <a:xfrm>
              <a:off x="4182181" y="6004374"/>
              <a:ext cx="2003152" cy="287174"/>
            </a:xfrm>
            <a:custGeom>
              <a:avLst/>
              <a:gdLst/>
              <a:ahLst/>
              <a:cxnLst/>
              <a:rect l="0" t="0" r="0" b="0"/>
              <a:pathLst>
                <a:path w="2003152" h="287174">
                  <a:moveTo>
                    <a:pt x="0" y="287174"/>
                  </a:moveTo>
                  <a:lnTo>
                    <a:pt x="3920" y="287174"/>
                  </a:lnTo>
                  <a:lnTo>
                    <a:pt x="7840" y="287174"/>
                  </a:lnTo>
                  <a:lnTo>
                    <a:pt x="11760" y="287174"/>
                  </a:lnTo>
                  <a:lnTo>
                    <a:pt x="15680" y="287174"/>
                  </a:lnTo>
                  <a:lnTo>
                    <a:pt x="19600" y="287174"/>
                  </a:lnTo>
                  <a:lnTo>
                    <a:pt x="23520" y="287174"/>
                  </a:lnTo>
                  <a:lnTo>
                    <a:pt x="27440" y="287174"/>
                  </a:lnTo>
                  <a:lnTo>
                    <a:pt x="31360" y="287174"/>
                  </a:lnTo>
                  <a:lnTo>
                    <a:pt x="35280" y="287174"/>
                  </a:lnTo>
                  <a:lnTo>
                    <a:pt x="39200" y="287174"/>
                  </a:lnTo>
                  <a:lnTo>
                    <a:pt x="43120" y="287174"/>
                  </a:lnTo>
                  <a:lnTo>
                    <a:pt x="47040" y="287174"/>
                  </a:lnTo>
                  <a:lnTo>
                    <a:pt x="50960" y="287174"/>
                  </a:lnTo>
                  <a:lnTo>
                    <a:pt x="54880" y="287174"/>
                  </a:lnTo>
                  <a:lnTo>
                    <a:pt x="58800" y="287174"/>
                  </a:lnTo>
                  <a:lnTo>
                    <a:pt x="62721" y="287174"/>
                  </a:lnTo>
                  <a:lnTo>
                    <a:pt x="66641" y="287174"/>
                  </a:lnTo>
                  <a:lnTo>
                    <a:pt x="70561" y="287174"/>
                  </a:lnTo>
                  <a:lnTo>
                    <a:pt x="74481" y="287174"/>
                  </a:lnTo>
                  <a:lnTo>
                    <a:pt x="78401" y="287174"/>
                  </a:lnTo>
                  <a:lnTo>
                    <a:pt x="82321" y="287174"/>
                  </a:lnTo>
                  <a:lnTo>
                    <a:pt x="86241" y="287174"/>
                  </a:lnTo>
                  <a:lnTo>
                    <a:pt x="90161" y="287174"/>
                  </a:lnTo>
                  <a:lnTo>
                    <a:pt x="94081" y="287174"/>
                  </a:lnTo>
                  <a:lnTo>
                    <a:pt x="98001" y="287174"/>
                  </a:lnTo>
                  <a:lnTo>
                    <a:pt x="101921" y="287174"/>
                  </a:lnTo>
                  <a:lnTo>
                    <a:pt x="105841" y="287174"/>
                  </a:lnTo>
                  <a:lnTo>
                    <a:pt x="109761" y="287174"/>
                  </a:lnTo>
                  <a:lnTo>
                    <a:pt x="113681" y="287174"/>
                  </a:lnTo>
                  <a:lnTo>
                    <a:pt x="117601" y="287174"/>
                  </a:lnTo>
                  <a:lnTo>
                    <a:pt x="121521" y="287174"/>
                  </a:lnTo>
                  <a:lnTo>
                    <a:pt x="125442" y="287174"/>
                  </a:lnTo>
                  <a:lnTo>
                    <a:pt x="129362" y="287174"/>
                  </a:lnTo>
                  <a:lnTo>
                    <a:pt x="133282" y="287174"/>
                  </a:lnTo>
                  <a:lnTo>
                    <a:pt x="137202" y="287174"/>
                  </a:lnTo>
                  <a:lnTo>
                    <a:pt x="141122" y="287174"/>
                  </a:lnTo>
                  <a:lnTo>
                    <a:pt x="145042" y="287174"/>
                  </a:lnTo>
                  <a:lnTo>
                    <a:pt x="148962" y="287174"/>
                  </a:lnTo>
                  <a:lnTo>
                    <a:pt x="152882" y="287174"/>
                  </a:lnTo>
                  <a:lnTo>
                    <a:pt x="156802" y="287174"/>
                  </a:lnTo>
                  <a:lnTo>
                    <a:pt x="160722" y="287174"/>
                  </a:lnTo>
                  <a:lnTo>
                    <a:pt x="164642" y="287174"/>
                  </a:lnTo>
                  <a:lnTo>
                    <a:pt x="168562" y="287174"/>
                  </a:lnTo>
                  <a:lnTo>
                    <a:pt x="172482" y="287174"/>
                  </a:lnTo>
                  <a:lnTo>
                    <a:pt x="176402" y="287174"/>
                  </a:lnTo>
                  <a:lnTo>
                    <a:pt x="180322" y="287174"/>
                  </a:lnTo>
                  <a:lnTo>
                    <a:pt x="184242" y="287174"/>
                  </a:lnTo>
                  <a:lnTo>
                    <a:pt x="188163" y="287174"/>
                  </a:lnTo>
                  <a:lnTo>
                    <a:pt x="192083" y="287174"/>
                  </a:lnTo>
                  <a:lnTo>
                    <a:pt x="196003" y="287174"/>
                  </a:lnTo>
                  <a:lnTo>
                    <a:pt x="199923" y="287174"/>
                  </a:lnTo>
                  <a:lnTo>
                    <a:pt x="203843" y="287174"/>
                  </a:lnTo>
                  <a:lnTo>
                    <a:pt x="207763" y="287174"/>
                  </a:lnTo>
                  <a:lnTo>
                    <a:pt x="211683" y="287173"/>
                  </a:lnTo>
                  <a:lnTo>
                    <a:pt x="215603" y="287173"/>
                  </a:lnTo>
                  <a:lnTo>
                    <a:pt x="219523" y="287173"/>
                  </a:lnTo>
                  <a:lnTo>
                    <a:pt x="223443" y="287172"/>
                  </a:lnTo>
                  <a:lnTo>
                    <a:pt x="227363" y="287172"/>
                  </a:lnTo>
                  <a:lnTo>
                    <a:pt x="231283" y="287171"/>
                  </a:lnTo>
                  <a:lnTo>
                    <a:pt x="235203" y="287170"/>
                  </a:lnTo>
                  <a:lnTo>
                    <a:pt x="239123" y="287168"/>
                  </a:lnTo>
                  <a:lnTo>
                    <a:pt x="243043" y="287167"/>
                  </a:lnTo>
                  <a:lnTo>
                    <a:pt x="246963" y="287164"/>
                  </a:lnTo>
                  <a:lnTo>
                    <a:pt x="250884" y="287161"/>
                  </a:lnTo>
                  <a:lnTo>
                    <a:pt x="254804" y="287158"/>
                  </a:lnTo>
                  <a:lnTo>
                    <a:pt x="258724" y="287153"/>
                  </a:lnTo>
                  <a:lnTo>
                    <a:pt x="262644" y="287147"/>
                  </a:lnTo>
                  <a:lnTo>
                    <a:pt x="266564" y="287140"/>
                  </a:lnTo>
                  <a:lnTo>
                    <a:pt x="270484" y="287131"/>
                  </a:lnTo>
                  <a:lnTo>
                    <a:pt x="274404" y="287121"/>
                  </a:lnTo>
                  <a:lnTo>
                    <a:pt x="278324" y="287108"/>
                  </a:lnTo>
                  <a:lnTo>
                    <a:pt x="282244" y="287093"/>
                  </a:lnTo>
                  <a:lnTo>
                    <a:pt x="286164" y="287076"/>
                  </a:lnTo>
                  <a:lnTo>
                    <a:pt x="290084" y="287055"/>
                  </a:lnTo>
                  <a:lnTo>
                    <a:pt x="294004" y="287032"/>
                  </a:lnTo>
                  <a:lnTo>
                    <a:pt x="297924" y="287005"/>
                  </a:lnTo>
                  <a:lnTo>
                    <a:pt x="301844" y="286974"/>
                  </a:lnTo>
                  <a:lnTo>
                    <a:pt x="305764" y="286940"/>
                  </a:lnTo>
                  <a:lnTo>
                    <a:pt x="309684" y="286902"/>
                  </a:lnTo>
                  <a:lnTo>
                    <a:pt x="313605" y="286860"/>
                  </a:lnTo>
                  <a:lnTo>
                    <a:pt x="317525" y="286813"/>
                  </a:lnTo>
                  <a:lnTo>
                    <a:pt x="321445" y="286763"/>
                  </a:lnTo>
                  <a:lnTo>
                    <a:pt x="325365" y="286710"/>
                  </a:lnTo>
                  <a:lnTo>
                    <a:pt x="329285" y="286653"/>
                  </a:lnTo>
                  <a:lnTo>
                    <a:pt x="333205" y="286593"/>
                  </a:lnTo>
                  <a:lnTo>
                    <a:pt x="337125" y="286530"/>
                  </a:lnTo>
                  <a:lnTo>
                    <a:pt x="341045" y="286464"/>
                  </a:lnTo>
                  <a:lnTo>
                    <a:pt x="344965" y="286397"/>
                  </a:lnTo>
                  <a:lnTo>
                    <a:pt x="348885" y="286329"/>
                  </a:lnTo>
                  <a:lnTo>
                    <a:pt x="352805" y="286261"/>
                  </a:lnTo>
                  <a:lnTo>
                    <a:pt x="356725" y="286192"/>
                  </a:lnTo>
                  <a:lnTo>
                    <a:pt x="360645" y="286125"/>
                  </a:lnTo>
                  <a:lnTo>
                    <a:pt x="364565" y="286058"/>
                  </a:lnTo>
                  <a:lnTo>
                    <a:pt x="368485" y="285993"/>
                  </a:lnTo>
                  <a:lnTo>
                    <a:pt x="372405" y="285931"/>
                  </a:lnTo>
                  <a:lnTo>
                    <a:pt x="376326" y="285871"/>
                  </a:lnTo>
                  <a:lnTo>
                    <a:pt x="380246" y="285814"/>
                  </a:lnTo>
                  <a:lnTo>
                    <a:pt x="384166" y="285760"/>
                  </a:lnTo>
                  <a:lnTo>
                    <a:pt x="388086" y="285708"/>
                  </a:lnTo>
                  <a:lnTo>
                    <a:pt x="392006" y="285661"/>
                  </a:lnTo>
                  <a:lnTo>
                    <a:pt x="395926" y="285616"/>
                  </a:lnTo>
                  <a:lnTo>
                    <a:pt x="399846" y="285573"/>
                  </a:lnTo>
                  <a:lnTo>
                    <a:pt x="403766" y="285534"/>
                  </a:lnTo>
                  <a:lnTo>
                    <a:pt x="407686" y="285496"/>
                  </a:lnTo>
                  <a:lnTo>
                    <a:pt x="411606" y="285460"/>
                  </a:lnTo>
                  <a:lnTo>
                    <a:pt x="415526" y="285426"/>
                  </a:lnTo>
                  <a:lnTo>
                    <a:pt x="419446" y="285394"/>
                  </a:lnTo>
                  <a:lnTo>
                    <a:pt x="423366" y="285362"/>
                  </a:lnTo>
                  <a:lnTo>
                    <a:pt x="427286" y="285332"/>
                  </a:lnTo>
                  <a:lnTo>
                    <a:pt x="431206" y="285303"/>
                  </a:lnTo>
                  <a:lnTo>
                    <a:pt x="435126" y="285275"/>
                  </a:lnTo>
                  <a:lnTo>
                    <a:pt x="439047" y="285248"/>
                  </a:lnTo>
                  <a:lnTo>
                    <a:pt x="442967" y="285222"/>
                  </a:lnTo>
                  <a:lnTo>
                    <a:pt x="446887" y="285197"/>
                  </a:lnTo>
                  <a:lnTo>
                    <a:pt x="450807" y="285174"/>
                  </a:lnTo>
                  <a:lnTo>
                    <a:pt x="454727" y="285153"/>
                  </a:lnTo>
                  <a:lnTo>
                    <a:pt x="458647" y="285133"/>
                  </a:lnTo>
                  <a:lnTo>
                    <a:pt x="462567" y="285115"/>
                  </a:lnTo>
                  <a:lnTo>
                    <a:pt x="466487" y="285098"/>
                  </a:lnTo>
                  <a:lnTo>
                    <a:pt x="470407" y="285082"/>
                  </a:lnTo>
                  <a:lnTo>
                    <a:pt x="474327" y="285067"/>
                  </a:lnTo>
                  <a:lnTo>
                    <a:pt x="478247" y="285052"/>
                  </a:lnTo>
                  <a:lnTo>
                    <a:pt x="482167" y="285036"/>
                  </a:lnTo>
                  <a:lnTo>
                    <a:pt x="486087" y="285018"/>
                  </a:lnTo>
                  <a:lnTo>
                    <a:pt x="490007" y="284996"/>
                  </a:lnTo>
                  <a:lnTo>
                    <a:pt x="493927" y="284971"/>
                  </a:lnTo>
                  <a:lnTo>
                    <a:pt x="497847" y="284938"/>
                  </a:lnTo>
                  <a:lnTo>
                    <a:pt x="501768" y="284898"/>
                  </a:lnTo>
                  <a:lnTo>
                    <a:pt x="505688" y="284847"/>
                  </a:lnTo>
                  <a:lnTo>
                    <a:pt x="509608" y="284786"/>
                  </a:lnTo>
                  <a:lnTo>
                    <a:pt x="513528" y="284712"/>
                  </a:lnTo>
                  <a:lnTo>
                    <a:pt x="517448" y="284624"/>
                  </a:lnTo>
                  <a:lnTo>
                    <a:pt x="521368" y="284521"/>
                  </a:lnTo>
                  <a:lnTo>
                    <a:pt x="525288" y="284399"/>
                  </a:lnTo>
                  <a:lnTo>
                    <a:pt x="529208" y="284257"/>
                  </a:lnTo>
                  <a:lnTo>
                    <a:pt x="533128" y="284096"/>
                  </a:lnTo>
                  <a:lnTo>
                    <a:pt x="537048" y="283914"/>
                  </a:lnTo>
                  <a:lnTo>
                    <a:pt x="540968" y="283711"/>
                  </a:lnTo>
                  <a:lnTo>
                    <a:pt x="544888" y="283487"/>
                  </a:lnTo>
                  <a:lnTo>
                    <a:pt x="548808" y="283239"/>
                  </a:lnTo>
                  <a:lnTo>
                    <a:pt x="552728" y="282965"/>
                  </a:lnTo>
                  <a:lnTo>
                    <a:pt x="556648" y="282667"/>
                  </a:lnTo>
                  <a:lnTo>
                    <a:pt x="560569" y="282346"/>
                  </a:lnTo>
                  <a:lnTo>
                    <a:pt x="564489" y="282001"/>
                  </a:lnTo>
                  <a:lnTo>
                    <a:pt x="568409" y="281635"/>
                  </a:lnTo>
                  <a:lnTo>
                    <a:pt x="572329" y="281247"/>
                  </a:lnTo>
                  <a:lnTo>
                    <a:pt x="576249" y="280837"/>
                  </a:lnTo>
                  <a:lnTo>
                    <a:pt x="580169" y="280406"/>
                  </a:lnTo>
                  <a:lnTo>
                    <a:pt x="584089" y="279958"/>
                  </a:lnTo>
                  <a:lnTo>
                    <a:pt x="588009" y="279496"/>
                  </a:lnTo>
                  <a:lnTo>
                    <a:pt x="591929" y="279022"/>
                  </a:lnTo>
                  <a:lnTo>
                    <a:pt x="595849" y="278540"/>
                  </a:lnTo>
                  <a:lnTo>
                    <a:pt x="599769" y="278053"/>
                  </a:lnTo>
                  <a:lnTo>
                    <a:pt x="603689" y="277564"/>
                  </a:lnTo>
                  <a:lnTo>
                    <a:pt x="607609" y="277078"/>
                  </a:lnTo>
                  <a:lnTo>
                    <a:pt x="611529" y="276599"/>
                  </a:lnTo>
                  <a:lnTo>
                    <a:pt x="615449" y="276131"/>
                  </a:lnTo>
                  <a:lnTo>
                    <a:pt x="619369" y="275678"/>
                  </a:lnTo>
                  <a:lnTo>
                    <a:pt x="623290" y="275242"/>
                  </a:lnTo>
                  <a:lnTo>
                    <a:pt x="627210" y="274825"/>
                  </a:lnTo>
                  <a:lnTo>
                    <a:pt x="631130" y="274434"/>
                  </a:lnTo>
                  <a:lnTo>
                    <a:pt x="635050" y="274069"/>
                  </a:lnTo>
                  <a:lnTo>
                    <a:pt x="638970" y="273729"/>
                  </a:lnTo>
                  <a:lnTo>
                    <a:pt x="642890" y="273414"/>
                  </a:lnTo>
                  <a:lnTo>
                    <a:pt x="646810" y="273123"/>
                  </a:lnTo>
                  <a:lnTo>
                    <a:pt x="650730" y="272855"/>
                  </a:lnTo>
                  <a:lnTo>
                    <a:pt x="654650" y="272607"/>
                  </a:lnTo>
                  <a:lnTo>
                    <a:pt x="658570" y="272378"/>
                  </a:lnTo>
                  <a:lnTo>
                    <a:pt x="662490" y="272164"/>
                  </a:lnTo>
                  <a:lnTo>
                    <a:pt x="666410" y="271959"/>
                  </a:lnTo>
                  <a:lnTo>
                    <a:pt x="670330" y="271758"/>
                  </a:lnTo>
                  <a:lnTo>
                    <a:pt x="674250" y="271558"/>
                  </a:lnTo>
                  <a:lnTo>
                    <a:pt x="678170" y="271355"/>
                  </a:lnTo>
                  <a:lnTo>
                    <a:pt x="682090" y="271144"/>
                  </a:lnTo>
                  <a:lnTo>
                    <a:pt x="686011" y="270917"/>
                  </a:lnTo>
                  <a:lnTo>
                    <a:pt x="689931" y="270672"/>
                  </a:lnTo>
                  <a:lnTo>
                    <a:pt x="693851" y="270406"/>
                  </a:lnTo>
                  <a:lnTo>
                    <a:pt x="697771" y="270114"/>
                  </a:lnTo>
                  <a:lnTo>
                    <a:pt x="701691" y="269793"/>
                  </a:lnTo>
                  <a:lnTo>
                    <a:pt x="705611" y="269440"/>
                  </a:lnTo>
                  <a:lnTo>
                    <a:pt x="709531" y="269048"/>
                  </a:lnTo>
                  <a:lnTo>
                    <a:pt x="713451" y="268609"/>
                  </a:lnTo>
                  <a:lnTo>
                    <a:pt x="717371" y="268123"/>
                  </a:lnTo>
                  <a:lnTo>
                    <a:pt x="721291" y="267585"/>
                  </a:lnTo>
                  <a:lnTo>
                    <a:pt x="725211" y="266992"/>
                  </a:lnTo>
                  <a:lnTo>
                    <a:pt x="729131" y="266337"/>
                  </a:lnTo>
                  <a:lnTo>
                    <a:pt x="733051" y="265614"/>
                  </a:lnTo>
                  <a:lnTo>
                    <a:pt x="736971" y="264810"/>
                  </a:lnTo>
                  <a:lnTo>
                    <a:pt x="740891" y="263911"/>
                  </a:lnTo>
                  <a:lnTo>
                    <a:pt x="744811" y="262920"/>
                  </a:lnTo>
                  <a:lnTo>
                    <a:pt x="748732" y="261827"/>
                  </a:lnTo>
                  <a:lnTo>
                    <a:pt x="752652" y="260626"/>
                  </a:lnTo>
                  <a:lnTo>
                    <a:pt x="756572" y="259309"/>
                  </a:lnTo>
                  <a:lnTo>
                    <a:pt x="760492" y="257867"/>
                  </a:lnTo>
                  <a:lnTo>
                    <a:pt x="764412" y="256275"/>
                  </a:lnTo>
                  <a:lnTo>
                    <a:pt x="768332" y="254531"/>
                  </a:lnTo>
                  <a:lnTo>
                    <a:pt x="772252" y="252639"/>
                  </a:lnTo>
                  <a:lnTo>
                    <a:pt x="776172" y="250594"/>
                  </a:lnTo>
                  <a:lnTo>
                    <a:pt x="780092" y="248392"/>
                  </a:lnTo>
                  <a:lnTo>
                    <a:pt x="784012" y="246030"/>
                  </a:lnTo>
                  <a:lnTo>
                    <a:pt x="787932" y="243504"/>
                  </a:lnTo>
                  <a:lnTo>
                    <a:pt x="791852" y="240785"/>
                  </a:lnTo>
                  <a:lnTo>
                    <a:pt x="795772" y="237891"/>
                  </a:lnTo>
                  <a:lnTo>
                    <a:pt x="799692" y="234829"/>
                  </a:lnTo>
                  <a:lnTo>
                    <a:pt x="803612" y="231597"/>
                  </a:lnTo>
                  <a:lnTo>
                    <a:pt x="807532" y="228195"/>
                  </a:lnTo>
                  <a:lnTo>
                    <a:pt x="811453" y="224621"/>
                  </a:lnTo>
                  <a:lnTo>
                    <a:pt x="815373" y="220873"/>
                  </a:lnTo>
                  <a:lnTo>
                    <a:pt x="819293" y="216913"/>
                  </a:lnTo>
                  <a:lnTo>
                    <a:pt x="823213" y="212771"/>
                  </a:lnTo>
                  <a:lnTo>
                    <a:pt x="827133" y="208445"/>
                  </a:lnTo>
                  <a:lnTo>
                    <a:pt x="831053" y="203927"/>
                  </a:lnTo>
                  <a:lnTo>
                    <a:pt x="834973" y="199213"/>
                  </a:lnTo>
                  <a:lnTo>
                    <a:pt x="838893" y="194295"/>
                  </a:lnTo>
                  <a:lnTo>
                    <a:pt x="842813" y="189156"/>
                  </a:lnTo>
                  <a:lnTo>
                    <a:pt x="846733" y="183762"/>
                  </a:lnTo>
                  <a:lnTo>
                    <a:pt x="850653" y="178141"/>
                  </a:lnTo>
                  <a:lnTo>
                    <a:pt x="854573" y="172289"/>
                  </a:lnTo>
                  <a:lnTo>
                    <a:pt x="858493" y="166202"/>
                  </a:lnTo>
                  <a:lnTo>
                    <a:pt x="862413" y="159879"/>
                  </a:lnTo>
                  <a:lnTo>
                    <a:pt x="866333" y="153322"/>
                  </a:lnTo>
                  <a:lnTo>
                    <a:pt x="870253" y="146515"/>
                  </a:lnTo>
                  <a:lnTo>
                    <a:pt x="874174" y="139467"/>
                  </a:lnTo>
                  <a:lnTo>
                    <a:pt x="878094" y="132221"/>
                  </a:lnTo>
                  <a:lnTo>
                    <a:pt x="882014" y="124797"/>
                  </a:lnTo>
                  <a:lnTo>
                    <a:pt x="885934" y="117219"/>
                  </a:lnTo>
                  <a:lnTo>
                    <a:pt x="889854" y="109518"/>
                  </a:lnTo>
                  <a:lnTo>
                    <a:pt x="893774" y="101726"/>
                  </a:lnTo>
                  <a:lnTo>
                    <a:pt x="897694" y="93883"/>
                  </a:lnTo>
                  <a:lnTo>
                    <a:pt x="901614" y="86050"/>
                  </a:lnTo>
                  <a:lnTo>
                    <a:pt x="905534" y="78276"/>
                  </a:lnTo>
                  <a:lnTo>
                    <a:pt x="909454" y="70611"/>
                  </a:lnTo>
                  <a:lnTo>
                    <a:pt x="913374" y="63104"/>
                  </a:lnTo>
                  <a:lnTo>
                    <a:pt x="917294" y="55805"/>
                  </a:lnTo>
                  <a:lnTo>
                    <a:pt x="921214" y="48764"/>
                  </a:lnTo>
                  <a:lnTo>
                    <a:pt x="925134" y="42096"/>
                  </a:lnTo>
                  <a:lnTo>
                    <a:pt x="929054" y="35810"/>
                  </a:lnTo>
                  <a:lnTo>
                    <a:pt x="932974" y="29937"/>
                  </a:lnTo>
                  <a:lnTo>
                    <a:pt x="936895" y="24512"/>
                  </a:lnTo>
                  <a:lnTo>
                    <a:pt x="940815" y="19566"/>
                  </a:lnTo>
                  <a:lnTo>
                    <a:pt x="944735" y="15125"/>
                  </a:lnTo>
                  <a:lnTo>
                    <a:pt x="948655" y="11220"/>
                  </a:lnTo>
                  <a:lnTo>
                    <a:pt x="952575" y="7964"/>
                  </a:lnTo>
                  <a:lnTo>
                    <a:pt x="956495" y="5262"/>
                  </a:lnTo>
                  <a:lnTo>
                    <a:pt x="960415" y="3118"/>
                  </a:lnTo>
                  <a:lnTo>
                    <a:pt x="964335" y="1530"/>
                  </a:lnTo>
                  <a:lnTo>
                    <a:pt x="968255" y="493"/>
                  </a:lnTo>
                  <a:lnTo>
                    <a:pt x="972175" y="0"/>
                  </a:lnTo>
                  <a:lnTo>
                    <a:pt x="976095" y="72"/>
                  </a:lnTo>
                  <a:lnTo>
                    <a:pt x="980015" y="740"/>
                  </a:lnTo>
                  <a:lnTo>
                    <a:pt x="983935" y="1911"/>
                  </a:lnTo>
                  <a:lnTo>
                    <a:pt x="987855" y="3573"/>
                  </a:lnTo>
                  <a:lnTo>
                    <a:pt x="991775" y="5711"/>
                  </a:lnTo>
                  <a:lnTo>
                    <a:pt x="995695" y="8315"/>
                  </a:lnTo>
                  <a:lnTo>
                    <a:pt x="999616" y="11370"/>
                  </a:lnTo>
                  <a:lnTo>
                    <a:pt x="1003536" y="14910"/>
                  </a:lnTo>
                  <a:lnTo>
                    <a:pt x="1007456" y="18919"/>
                  </a:lnTo>
                  <a:lnTo>
                    <a:pt x="1011376" y="23339"/>
                  </a:lnTo>
                  <a:lnTo>
                    <a:pt x="1015296" y="28159"/>
                  </a:lnTo>
                  <a:lnTo>
                    <a:pt x="1019216" y="33366"/>
                  </a:lnTo>
                  <a:lnTo>
                    <a:pt x="1023136" y="38946"/>
                  </a:lnTo>
                  <a:lnTo>
                    <a:pt x="1027056" y="44885"/>
                  </a:lnTo>
                  <a:lnTo>
                    <a:pt x="1030976" y="51213"/>
                  </a:lnTo>
                  <a:lnTo>
                    <a:pt x="1034896" y="57875"/>
                  </a:lnTo>
                  <a:lnTo>
                    <a:pt x="1038816" y="64828"/>
                  </a:lnTo>
                  <a:lnTo>
                    <a:pt x="1042736" y="72045"/>
                  </a:lnTo>
                  <a:lnTo>
                    <a:pt x="1046656" y="79502"/>
                  </a:lnTo>
                  <a:lnTo>
                    <a:pt x="1050576" y="87168"/>
                  </a:lnTo>
                  <a:lnTo>
                    <a:pt x="1054496" y="95012"/>
                  </a:lnTo>
                  <a:lnTo>
                    <a:pt x="1058417" y="103020"/>
                  </a:lnTo>
                  <a:lnTo>
                    <a:pt x="1062337" y="111122"/>
                  </a:lnTo>
                  <a:lnTo>
                    <a:pt x="1066257" y="119280"/>
                  </a:lnTo>
                  <a:lnTo>
                    <a:pt x="1070177" y="127458"/>
                  </a:lnTo>
                  <a:lnTo>
                    <a:pt x="1074097" y="135621"/>
                  </a:lnTo>
                  <a:lnTo>
                    <a:pt x="1078017" y="143733"/>
                  </a:lnTo>
                  <a:lnTo>
                    <a:pt x="1081937" y="151756"/>
                  </a:lnTo>
                  <a:lnTo>
                    <a:pt x="1085857" y="159630"/>
                  </a:lnTo>
                  <a:lnTo>
                    <a:pt x="1089777" y="167342"/>
                  </a:lnTo>
                  <a:lnTo>
                    <a:pt x="1093697" y="174866"/>
                  </a:lnTo>
                  <a:lnTo>
                    <a:pt x="1097617" y="182178"/>
                  </a:lnTo>
                  <a:lnTo>
                    <a:pt x="1101537" y="189259"/>
                  </a:lnTo>
                  <a:lnTo>
                    <a:pt x="1105457" y="196089"/>
                  </a:lnTo>
                  <a:lnTo>
                    <a:pt x="1109377" y="202635"/>
                  </a:lnTo>
                  <a:lnTo>
                    <a:pt x="1113297" y="208863"/>
                  </a:lnTo>
                  <a:lnTo>
                    <a:pt x="1117217" y="214804"/>
                  </a:lnTo>
                  <a:lnTo>
                    <a:pt x="1121138" y="220454"/>
                  </a:lnTo>
                  <a:lnTo>
                    <a:pt x="1125058" y="225810"/>
                  </a:lnTo>
                  <a:lnTo>
                    <a:pt x="1128978" y="230873"/>
                  </a:lnTo>
                  <a:lnTo>
                    <a:pt x="1132898" y="235645"/>
                  </a:lnTo>
                  <a:lnTo>
                    <a:pt x="1136818" y="240099"/>
                  </a:lnTo>
                  <a:lnTo>
                    <a:pt x="1140738" y="244248"/>
                  </a:lnTo>
                  <a:lnTo>
                    <a:pt x="1144658" y="248127"/>
                  </a:lnTo>
                  <a:lnTo>
                    <a:pt x="1148578" y="251744"/>
                  </a:lnTo>
                  <a:lnTo>
                    <a:pt x="1152498" y="255108"/>
                  </a:lnTo>
                  <a:lnTo>
                    <a:pt x="1156418" y="258228"/>
                  </a:lnTo>
                  <a:lnTo>
                    <a:pt x="1160338" y="261114"/>
                  </a:lnTo>
                  <a:lnTo>
                    <a:pt x="1164258" y="263743"/>
                  </a:lnTo>
                  <a:lnTo>
                    <a:pt x="1168178" y="266153"/>
                  </a:lnTo>
                  <a:lnTo>
                    <a:pt x="1172098" y="268363"/>
                  </a:lnTo>
                  <a:lnTo>
                    <a:pt x="1176018" y="270386"/>
                  </a:lnTo>
                  <a:lnTo>
                    <a:pt x="1179938" y="272230"/>
                  </a:lnTo>
                  <a:lnTo>
                    <a:pt x="1183859" y="273906"/>
                  </a:lnTo>
                  <a:lnTo>
                    <a:pt x="1187779" y="275423"/>
                  </a:lnTo>
                  <a:lnTo>
                    <a:pt x="1191699" y="276763"/>
                  </a:lnTo>
                  <a:lnTo>
                    <a:pt x="1195619" y="277967"/>
                  </a:lnTo>
                  <a:lnTo>
                    <a:pt x="1199539" y="279046"/>
                  </a:lnTo>
                  <a:lnTo>
                    <a:pt x="1203459" y="280009"/>
                  </a:lnTo>
                  <a:lnTo>
                    <a:pt x="1207379" y="280863"/>
                  </a:lnTo>
                  <a:lnTo>
                    <a:pt x="1211299" y="281619"/>
                  </a:lnTo>
                  <a:lnTo>
                    <a:pt x="1215219" y="282280"/>
                  </a:lnTo>
                  <a:lnTo>
                    <a:pt x="1219139" y="282847"/>
                  </a:lnTo>
                  <a:lnTo>
                    <a:pt x="1223059" y="283343"/>
                  </a:lnTo>
                  <a:lnTo>
                    <a:pt x="1226979" y="283774"/>
                  </a:lnTo>
                  <a:lnTo>
                    <a:pt x="1230899" y="284149"/>
                  </a:lnTo>
                  <a:lnTo>
                    <a:pt x="1234819" y="284473"/>
                  </a:lnTo>
                  <a:lnTo>
                    <a:pt x="1238739" y="284752"/>
                  </a:lnTo>
                  <a:lnTo>
                    <a:pt x="1242659" y="284990"/>
                  </a:lnTo>
                  <a:lnTo>
                    <a:pt x="1246580" y="285192"/>
                  </a:lnTo>
                  <a:lnTo>
                    <a:pt x="1250500" y="285367"/>
                  </a:lnTo>
                  <a:lnTo>
                    <a:pt x="1254420" y="285520"/>
                  </a:lnTo>
                  <a:lnTo>
                    <a:pt x="1258340" y="285654"/>
                  </a:lnTo>
                  <a:lnTo>
                    <a:pt x="1262260" y="285772"/>
                  </a:lnTo>
                  <a:lnTo>
                    <a:pt x="1266180" y="285878"/>
                  </a:lnTo>
                  <a:lnTo>
                    <a:pt x="1270100" y="285972"/>
                  </a:lnTo>
                  <a:lnTo>
                    <a:pt x="1274020" y="286058"/>
                  </a:lnTo>
                  <a:lnTo>
                    <a:pt x="1277940" y="286138"/>
                  </a:lnTo>
                  <a:lnTo>
                    <a:pt x="1281860" y="286213"/>
                  </a:lnTo>
                  <a:lnTo>
                    <a:pt x="1285780" y="286284"/>
                  </a:lnTo>
                  <a:lnTo>
                    <a:pt x="1289700" y="286352"/>
                  </a:lnTo>
                  <a:lnTo>
                    <a:pt x="1293620" y="286418"/>
                  </a:lnTo>
                  <a:lnTo>
                    <a:pt x="1297540" y="286480"/>
                  </a:lnTo>
                  <a:lnTo>
                    <a:pt x="1301460" y="286541"/>
                  </a:lnTo>
                  <a:lnTo>
                    <a:pt x="1305380" y="286599"/>
                  </a:lnTo>
                  <a:lnTo>
                    <a:pt x="1309301" y="286654"/>
                  </a:lnTo>
                  <a:lnTo>
                    <a:pt x="1313221" y="286707"/>
                  </a:lnTo>
                  <a:lnTo>
                    <a:pt x="1317141" y="286757"/>
                  </a:lnTo>
                  <a:lnTo>
                    <a:pt x="1321061" y="286804"/>
                  </a:lnTo>
                  <a:lnTo>
                    <a:pt x="1324981" y="286848"/>
                  </a:lnTo>
                  <a:lnTo>
                    <a:pt x="1328901" y="286888"/>
                  </a:lnTo>
                  <a:lnTo>
                    <a:pt x="1332821" y="286926"/>
                  </a:lnTo>
                  <a:lnTo>
                    <a:pt x="1336741" y="286960"/>
                  </a:lnTo>
                  <a:lnTo>
                    <a:pt x="1340661" y="286990"/>
                  </a:lnTo>
                  <a:lnTo>
                    <a:pt x="1344581" y="287018"/>
                  </a:lnTo>
                  <a:lnTo>
                    <a:pt x="1348501" y="287042"/>
                  </a:lnTo>
                  <a:lnTo>
                    <a:pt x="1352421" y="287064"/>
                  </a:lnTo>
                  <a:lnTo>
                    <a:pt x="1356341" y="287082"/>
                  </a:lnTo>
                  <a:lnTo>
                    <a:pt x="1360261" y="287098"/>
                  </a:lnTo>
                  <a:lnTo>
                    <a:pt x="1364181" y="287111"/>
                  </a:lnTo>
                  <a:lnTo>
                    <a:pt x="1368101" y="287123"/>
                  </a:lnTo>
                  <a:lnTo>
                    <a:pt x="1372022" y="287132"/>
                  </a:lnTo>
                  <a:lnTo>
                    <a:pt x="1375942" y="287140"/>
                  </a:lnTo>
                  <a:lnTo>
                    <a:pt x="1379862" y="287146"/>
                  </a:lnTo>
                  <a:lnTo>
                    <a:pt x="1383782" y="287150"/>
                  </a:lnTo>
                  <a:lnTo>
                    <a:pt x="1387702" y="287154"/>
                  </a:lnTo>
                  <a:lnTo>
                    <a:pt x="1391622" y="287156"/>
                  </a:lnTo>
                  <a:lnTo>
                    <a:pt x="1395542" y="287156"/>
                  </a:lnTo>
                  <a:lnTo>
                    <a:pt x="1399462" y="287156"/>
                  </a:lnTo>
                  <a:lnTo>
                    <a:pt x="1403382" y="287154"/>
                  </a:lnTo>
                  <a:lnTo>
                    <a:pt x="1407302" y="287151"/>
                  </a:lnTo>
                  <a:lnTo>
                    <a:pt x="1411222" y="287146"/>
                  </a:lnTo>
                  <a:lnTo>
                    <a:pt x="1415142" y="287139"/>
                  </a:lnTo>
                  <a:lnTo>
                    <a:pt x="1419062" y="287130"/>
                  </a:lnTo>
                  <a:lnTo>
                    <a:pt x="1422982" y="287119"/>
                  </a:lnTo>
                  <a:lnTo>
                    <a:pt x="1426902" y="287105"/>
                  </a:lnTo>
                  <a:lnTo>
                    <a:pt x="1430822" y="287087"/>
                  </a:lnTo>
                  <a:lnTo>
                    <a:pt x="1434743" y="287065"/>
                  </a:lnTo>
                  <a:lnTo>
                    <a:pt x="1438663" y="287038"/>
                  </a:lnTo>
                  <a:lnTo>
                    <a:pt x="1442583" y="287006"/>
                  </a:lnTo>
                  <a:lnTo>
                    <a:pt x="1446503" y="286968"/>
                  </a:lnTo>
                  <a:lnTo>
                    <a:pt x="1450423" y="286922"/>
                  </a:lnTo>
                  <a:lnTo>
                    <a:pt x="1454343" y="286869"/>
                  </a:lnTo>
                  <a:lnTo>
                    <a:pt x="1458263" y="286804"/>
                  </a:lnTo>
                  <a:lnTo>
                    <a:pt x="1462183" y="286729"/>
                  </a:lnTo>
                  <a:lnTo>
                    <a:pt x="1466103" y="286642"/>
                  </a:lnTo>
                  <a:lnTo>
                    <a:pt x="1470023" y="286541"/>
                  </a:lnTo>
                  <a:lnTo>
                    <a:pt x="1473943" y="286427"/>
                  </a:lnTo>
                  <a:lnTo>
                    <a:pt x="1477863" y="286297"/>
                  </a:lnTo>
                  <a:lnTo>
                    <a:pt x="1481783" y="286149"/>
                  </a:lnTo>
                  <a:lnTo>
                    <a:pt x="1485703" y="285979"/>
                  </a:lnTo>
                  <a:lnTo>
                    <a:pt x="1489623" y="285789"/>
                  </a:lnTo>
                  <a:lnTo>
                    <a:pt x="1493543" y="285577"/>
                  </a:lnTo>
                  <a:lnTo>
                    <a:pt x="1497464" y="285341"/>
                  </a:lnTo>
                  <a:lnTo>
                    <a:pt x="1501384" y="285081"/>
                  </a:lnTo>
                  <a:lnTo>
                    <a:pt x="1505304" y="284795"/>
                  </a:lnTo>
                  <a:lnTo>
                    <a:pt x="1509224" y="284479"/>
                  </a:lnTo>
                  <a:lnTo>
                    <a:pt x="1513144" y="284132"/>
                  </a:lnTo>
                  <a:lnTo>
                    <a:pt x="1517064" y="283754"/>
                  </a:lnTo>
                  <a:lnTo>
                    <a:pt x="1520984" y="283346"/>
                  </a:lnTo>
                  <a:lnTo>
                    <a:pt x="1524904" y="282905"/>
                  </a:lnTo>
                  <a:lnTo>
                    <a:pt x="1528824" y="282433"/>
                  </a:lnTo>
                  <a:lnTo>
                    <a:pt x="1532744" y="281928"/>
                  </a:lnTo>
                  <a:lnTo>
                    <a:pt x="1536664" y="281384"/>
                  </a:lnTo>
                  <a:lnTo>
                    <a:pt x="1540584" y="280806"/>
                  </a:lnTo>
                  <a:lnTo>
                    <a:pt x="1544504" y="280194"/>
                  </a:lnTo>
                  <a:lnTo>
                    <a:pt x="1548424" y="279550"/>
                  </a:lnTo>
                  <a:lnTo>
                    <a:pt x="1552344" y="278873"/>
                  </a:lnTo>
                  <a:lnTo>
                    <a:pt x="1556265" y="278166"/>
                  </a:lnTo>
                  <a:lnTo>
                    <a:pt x="1560185" y="277429"/>
                  </a:lnTo>
                  <a:lnTo>
                    <a:pt x="1564105" y="276657"/>
                  </a:lnTo>
                  <a:lnTo>
                    <a:pt x="1568025" y="275859"/>
                  </a:lnTo>
                  <a:lnTo>
                    <a:pt x="1571945" y="275036"/>
                  </a:lnTo>
                  <a:lnTo>
                    <a:pt x="1575865" y="274190"/>
                  </a:lnTo>
                  <a:lnTo>
                    <a:pt x="1579785" y="273322"/>
                  </a:lnTo>
                  <a:lnTo>
                    <a:pt x="1583705" y="272435"/>
                  </a:lnTo>
                  <a:lnTo>
                    <a:pt x="1587625" y="271529"/>
                  </a:lnTo>
                  <a:lnTo>
                    <a:pt x="1591545" y="270605"/>
                  </a:lnTo>
                  <a:lnTo>
                    <a:pt x="1595465" y="269666"/>
                  </a:lnTo>
                  <a:lnTo>
                    <a:pt x="1599385" y="268714"/>
                  </a:lnTo>
                  <a:lnTo>
                    <a:pt x="1603305" y="267749"/>
                  </a:lnTo>
                  <a:lnTo>
                    <a:pt x="1607225" y="266772"/>
                  </a:lnTo>
                  <a:lnTo>
                    <a:pt x="1611145" y="265782"/>
                  </a:lnTo>
                  <a:lnTo>
                    <a:pt x="1615065" y="264779"/>
                  </a:lnTo>
                  <a:lnTo>
                    <a:pt x="1618986" y="263761"/>
                  </a:lnTo>
                  <a:lnTo>
                    <a:pt x="1622906" y="262730"/>
                  </a:lnTo>
                  <a:lnTo>
                    <a:pt x="1626826" y="261685"/>
                  </a:lnTo>
                  <a:lnTo>
                    <a:pt x="1630746" y="260625"/>
                  </a:lnTo>
                  <a:lnTo>
                    <a:pt x="1634666" y="259552"/>
                  </a:lnTo>
                  <a:lnTo>
                    <a:pt x="1638586" y="258465"/>
                  </a:lnTo>
                  <a:lnTo>
                    <a:pt x="1642506" y="257364"/>
                  </a:lnTo>
                  <a:lnTo>
                    <a:pt x="1646426" y="256251"/>
                  </a:lnTo>
                  <a:lnTo>
                    <a:pt x="1650346" y="255131"/>
                  </a:lnTo>
                  <a:lnTo>
                    <a:pt x="1654266" y="254007"/>
                  </a:lnTo>
                  <a:lnTo>
                    <a:pt x="1658186" y="252882"/>
                  </a:lnTo>
                  <a:lnTo>
                    <a:pt x="1662106" y="251763"/>
                  </a:lnTo>
                  <a:lnTo>
                    <a:pt x="1666026" y="250654"/>
                  </a:lnTo>
                  <a:lnTo>
                    <a:pt x="1669946" y="249566"/>
                  </a:lnTo>
                  <a:lnTo>
                    <a:pt x="1673866" y="248505"/>
                  </a:lnTo>
                  <a:lnTo>
                    <a:pt x="1677786" y="247478"/>
                  </a:lnTo>
                  <a:lnTo>
                    <a:pt x="1681707" y="246491"/>
                  </a:lnTo>
                  <a:lnTo>
                    <a:pt x="1685627" y="245550"/>
                  </a:lnTo>
                  <a:lnTo>
                    <a:pt x="1689547" y="244662"/>
                  </a:lnTo>
                  <a:lnTo>
                    <a:pt x="1693467" y="243833"/>
                  </a:lnTo>
                  <a:lnTo>
                    <a:pt x="1697387" y="243080"/>
                  </a:lnTo>
                  <a:lnTo>
                    <a:pt x="1701307" y="242396"/>
                  </a:lnTo>
                  <a:lnTo>
                    <a:pt x="1705227" y="241782"/>
                  </a:lnTo>
                  <a:lnTo>
                    <a:pt x="1709147" y="241240"/>
                  </a:lnTo>
                  <a:lnTo>
                    <a:pt x="1713067" y="240769"/>
                  </a:lnTo>
                  <a:lnTo>
                    <a:pt x="1716987" y="240369"/>
                  </a:lnTo>
                  <a:lnTo>
                    <a:pt x="1720907" y="240041"/>
                  </a:lnTo>
                  <a:lnTo>
                    <a:pt x="1724827" y="239790"/>
                  </a:lnTo>
                  <a:lnTo>
                    <a:pt x="1728747" y="239602"/>
                  </a:lnTo>
                  <a:lnTo>
                    <a:pt x="1732667" y="239473"/>
                  </a:lnTo>
                  <a:lnTo>
                    <a:pt x="1736587" y="239399"/>
                  </a:lnTo>
                  <a:lnTo>
                    <a:pt x="1740507" y="239378"/>
                  </a:lnTo>
                  <a:lnTo>
                    <a:pt x="1744428" y="239406"/>
                  </a:lnTo>
                  <a:lnTo>
                    <a:pt x="1748348" y="239484"/>
                  </a:lnTo>
                  <a:lnTo>
                    <a:pt x="1752268" y="239613"/>
                  </a:lnTo>
                  <a:lnTo>
                    <a:pt x="1756188" y="239784"/>
                  </a:lnTo>
                  <a:lnTo>
                    <a:pt x="1760108" y="239999"/>
                  </a:lnTo>
                  <a:lnTo>
                    <a:pt x="1764028" y="240256"/>
                  </a:lnTo>
                  <a:lnTo>
                    <a:pt x="1767948" y="240559"/>
                  </a:lnTo>
                  <a:lnTo>
                    <a:pt x="1771868" y="240908"/>
                  </a:lnTo>
                  <a:lnTo>
                    <a:pt x="1775788" y="241312"/>
                  </a:lnTo>
                  <a:lnTo>
                    <a:pt x="1779708" y="241774"/>
                  </a:lnTo>
                  <a:lnTo>
                    <a:pt x="1783628" y="242291"/>
                  </a:lnTo>
                  <a:lnTo>
                    <a:pt x="1787548" y="242868"/>
                  </a:lnTo>
                  <a:lnTo>
                    <a:pt x="1791468" y="243506"/>
                  </a:lnTo>
                  <a:lnTo>
                    <a:pt x="1795388" y="244208"/>
                  </a:lnTo>
                  <a:lnTo>
                    <a:pt x="1799308" y="244976"/>
                  </a:lnTo>
                  <a:lnTo>
                    <a:pt x="1803228" y="245824"/>
                  </a:lnTo>
                  <a:lnTo>
                    <a:pt x="1807149" y="246742"/>
                  </a:lnTo>
                  <a:lnTo>
                    <a:pt x="1811069" y="247727"/>
                  </a:lnTo>
                  <a:lnTo>
                    <a:pt x="1814989" y="248776"/>
                  </a:lnTo>
                  <a:lnTo>
                    <a:pt x="1818909" y="249887"/>
                  </a:lnTo>
                  <a:lnTo>
                    <a:pt x="1822829" y="251057"/>
                  </a:lnTo>
                  <a:lnTo>
                    <a:pt x="1826749" y="252280"/>
                  </a:lnTo>
                  <a:lnTo>
                    <a:pt x="1830669" y="253558"/>
                  </a:lnTo>
                  <a:lnTo>
                    <a:pt x="1834589" y="254873"/>
                  </a:lnTo>
                  <a:lnTo>
                    <a:pt x="1838509" y="256219"/>
                  </a:lnTo>
                  <a:lnTo>
                    <a:pt x="1842429" y="257587"/>
                  </a:lnTo>
                  <a:lnTo>
                    <a:pt x="1846349" y="258970"/>
                  </a:lnTo>
                  <a:lnTo>
                    <a:pt x="1850269" y="260359"/>
                  </a:lnTo>
                  <a:lnTo>
                    <a:pt x="1854189" y="261747"/>
                  </a:lnTo>
                  <a:lnTo>
                    <a:pt x="1858109" y="263122"/>
                  </a:lnTo>
                  <a:lnTo>
                    <a:pt x="1862029" y="264477"/>
                  </a:lnTo>
                  <a:lnTo>
                    <a:pt x="1865949" y="265807"/>
                  </a:lnTo>
                  <a:lnTo>
                    <a:pt x="1869870" y="267106"/>
                  </a:lnTo>
                  <a:lnTo>
                    <a:pt x="1873790" y="268368"/>
                  </a:lnTo>
                  <a:lnTo>
                    <a:pt x="1877710" y="269590"/>
                  </a:lnTo>
                  <a:lnTo>
                    <a:pt x="1881630" y="270764"/>
                  </a:lnTo>
                  <a:lnTo>
                    <a:pt x="1885550" y="271885"/>
                  </a:lnTo>
                  <a:lnTo>
                    <a:pt x="1889470" y="272956"/>
                  </a:lnTo>
                  <a:lnTo>
                    <a:pt x="1893390" y="273977"/>
                  </a:lnTo>
                  <a:lnTo>
                    <a:pt x="1897310" y="274947"/>
                  </a:lnTo>
                  <a:lnTo>
                    <a:pt x="1901230" y="275867"/>
                  </a:lnTo>
                  <a:lnTo>
                    <a:pt x="1905150" y="276736"/>
                  </a:lnTo>
                  <a:lnTo>
                    <a:pt x="1909070" y="277549"/>
                  </a:lnTo>
                  <a:lnTo>
                    <a:pt x="1912990" y="278310"/>
                  </a:lnTo>
                  <a:lnTo>
                    <a:pt x="1916910" y="279026"/>
                  </a:lnTo>
                  <a:lnTo>
                    <a:pt x="1920830" y="279696"/>
                  </a:lnTo>
                  <a:lnTo>
                    <a:pt x="1924750" y="280322"/>
                  </a:lnTo>
                  <a:lnTo>
                    <a:pt x="1928670" y="280907"/>
                  </a:lnTo>
                  <a:lnTo>
                    <a:pt x="1932591" y="281452"/>
                  </a:lnTo>
                  <a:lnTo>
                    <a:pt x="1936511" y="281953"/>
                  </a:lnTo>
                  <a:lnTo>
                    <a:pt x="1940431" y="282416"/>
                  </a:lnTo>
                  <a:lnTo>
                    <a:pt x="1944351" y="282846"/>
                  </a:lnTo>
                  <a:lnTo>
                    <a:pt x="1948271" y="283244"/>
                  </a:lnTo>
                  <a:lnTo>
                    <a:pt x="1952191" y="283612"/>
                  </a:lnTo>
                  <a:lnTo>
                    <a:pt x="1956111" y="283951"/>
                  </a:lnTo>
                  <a:lnTo>
                    <a:pt x="1960031" y="284262"/>
                  </a:lnTo>
                  <a:lnTo>
                    <a:pt x="1963951" y="284544"/>
                  </a:lnTo>
                  <a:lnTo>
                    <a:pt x="1967871" y="284804"/>
                  </a:lnTo>
                  <a:lnTo>
                    <a:pt x="1971791" y="285042"/>
                  </a:lnTo>
                  <a:lnTo>
                    <a:pt x="1975711" y="285260"/>
                  </a:lnTo>
                  <a:lnTo>
                    <a:pt x="1979631" y="285460"/>
                  </a:lnTo>
                  <a:lnTo>
                    <a:pt x="1983551" y="285642"/>
                  </a:lnTo>
                  <a:lnTo>
                    <a:pt x="1987471" y="285808"/>
                  </a:lnTo>
                  <a:lnTo>
                    <a:pt x="1991391" y="285958"/>
                  </a:lnTo>
                  <a:lnTo>
                    <a:pt x="1995312" y="286095"/>
                  </a:lnTo>
                  <a:lnTo>
                    <a:pt x="1999232" y="286219"/>
                  </a:lnTo>
                  <a:lnTo>
                    <a:pt x="2003152" y="286332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2" name="pl42"/>
            <p:cNvSpPr/>
            <p:nvPr/>
          </p:nvSpPr>
          <p:spPr>
            <a:xfrm>
              <a:off x="4082023" y="6409358"/>
              <a:ext cx="2203467" cy="0"/>
            </a:xfrm>
            <a:custGeom>
              <a:avLst/>
              <a:gdLst/>
              <a:ahLst/>
              <a:cxnLst/>
              <a:rect l="0" t="0" r="0" b="0"/>
              <a:pathLst>
                <a:path w="2203467">
                  <a:moveTo>
                    <a:pt x="0" y="0"/>
                  </a:moveTo>
                  <a:lnTo>
                    <a:pt x="220346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3" name="pl43"/>
            <p:cNvSpPr/>
            <p:nvPr/>
          </p:nvSpPr>
          <p:spPr>
            <a:xfrm>
              <a:off x="4182181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4" name="pl44"/>
            <p:cNvSpPr/>
            <p:nvPr/>
          </p:nvSpPr>
          <p:spPr>
            <a:xfrm>
              <a:off x="4682969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5" name="pl45"/>
            <p:cNvSpPr/>
            <p:nvPr/>
          </p:nvSpPr>
          <p:spPr>
            <a:xfrm>
              <a:off x="5183757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6" name="pl46"/>
            <p:cNvSpPr/>
            <p:nvPr/>
          </p:nvSpPr>
          <p:spPr>
            <a:xfrm>
              <a:off x="5684545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7" name="pl47"/>
            <p:cNvSpPr/>
            <p:nvPr/>
          </p:nvSpPr>
          <p:spPr>
            <a:xfrm>
              <a:off x="6185333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48" name="tx48"/>
            <p:cNvSpPr/>
            <p:nvPr/>
          </p:nvSpPr>
          <p:spPr>
            <a:xfrm>
              <a:off x="4104500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605288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106076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606864" y="6487954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076574" y="6486590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141090" y="6796881"/>
              <a:ext cx="85334" cy="10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54" name="rc54"/>
            <p:cNvSpPr/>
            <p:nvPr/>
          </p:nvSpPr>
          <p:spPr>
            <a:xfrm>
              <a:off x="6355080" y="3520281"/>
              <a:ext cx="2377440" cy="32989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55" name="rc55"/>
            <p:cNvSpPr/>
            <p:nvPr/>
          </p:nvSpPr>
          <p:spPr>
            <a:xfrm>
              <a:off x="6459463" y="3817559"/>
              <a:ext cx="2203467" cy="25917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56" name="pg56"/>
            <p:cNvSpPr/>
            <p:nvPr/>
          </p:nvSpPr>
          <p:spPr>
            <a:xfrm>
              <a:off x="6559621" y="5255217"/>
              <a:ext cx="2003152" cy="1036331"/>
            </a:xfrm>
            <a:custGeom>
              <a:avLst/>
              <a:gdLst/>
              <a:ahLst/>
              <a:cxnLst/>
              <a:rect l="0" t="0" r="0" b="0"/>
              <a:pathLst>
                <a:path w="2003152" h="1036331">
                  <a:moveTo>
                    <a:pt x="0" y="1036331"/>
                  </a:moveTo>
                  <a:lnTo>
                    <a:pt x="3920" y="1036331"/>
                  </a:lnTo>
                  <a:lnTo>
                    <a:pt x="7840" y="1036331"/>
                  </a:lnTo>
                  <a:lnTo>
                    <a:pt x="11760" y="1036331"/>
                  </a:lnTo>
                  <a:lnTo>
                    <a:pt x="15680" y="1036331"/>
                  </a:lnTo>
                  <a:lnTo>
                    <a:pt x="19600" y="1036331"/>
                  </a:lnTo>
                  <a:lnTo>
                    <a:pt x="23520" y="1036331"/>
                  </a:lnTo>
                  <a:lnTo>
                    <a:pt x="27440" y="1036331"/>
                  </a:lnTo>
                  <a:lnTo>
                    <a:pt x="31360" y="1036331"/>
                  </a:lnTo>
                  <a:lnTo>
                    <a:pt x="35280" y="1036331"/>
                  </a:lnTo>
                  <a:lnTo>
                    <a:pt x="39200" y="1036331"/>
                  </a:lnTo>
                  <a:lnTo>
                    <a:pt x="43120" y="1036331"/>
                  </a:lnTo>
                  <a:lnTo>
                    <a:pt x="47040" y="1036331"/>
                  </a:lnTo>
                  <a:lnTo>
                    <a:pt x="50960" y="1036331"/>
                  </a:lnTo>
                  <a:lnTo>
                    <a:pt x="54880" y="1036331"/>
                  </a:lnTo>
                  <a:lnTo>
                    <a:pt x="58800" y="1036331"/>
                  </a:lnTo>
                  <a:lnTo>
                    <a:pt x="62721" y="1036331"/>
                  </a:lnTo>
                  <a:lnTo>
                    <a:pt x="66641" y="1036331"/>
                  </a:lnTo>
                  <a:lnTo>
                    <a:pt x="70561" y="1036331"/>
                  </a:lnTo>
                  <a:lnTo>
                    <a:pt x="74481" y="1036331"/>
                  </a:lnTo>
                  <a:lnTo>
                    <a:pt x="78401" y="1036331"/>
                  </a:lnTo>
                  <a:lnTo>
                    <a:pt x="82321" y="1036331"/>
                  </a:lnTo>
                  <a:lnTo>
                    <a:pt x="86241" y="1036331"/>
                  </a:lnTo>
                  <a:lnTo>
                    <a:pt x="90161" y="1036331"/>
                  </a:lnTo>
                  <a:lnTo>
                    <a:pt x="94081" y="1036331"/>
                  </a:lnTo>
                  <a:lnTo>
                    <a:pt x="98001" y="1036331"/>
                  </a:lnTo>
                  <a:lnTo>
                    <a:pt x="101921" y="1036331"/>
                  </a:lnTo>
                  <a:lnTo>
                    <a:pt x="105841" y="1036331"/>
                  </a:lnTo>
                  <a:lnTo>
                    <a:pt x="109761" y="1036331"/>
                  </a:lnTo>
                  <a:lnTo>
                    <a:pt x="113681" y="1036330"/>
                  </a:lnTo>
                  <a:lnTo>
                    <a:pt x="117601" y="1036329"/>
                  </a:lnTo>
                  <a:lnTo>
                    <a:pt x="121521" y="1036323"/>
                  </a:lnTo>
                  <a:lnTo>
                    <a:pt x="125442" y="1036307"/>
                  </a:lnTo>
                  <a:lnTo>
                    <a:pt x="129362" y="1036265"/>
                  </a:lnTo>
                  <a:lnTo>
                    <a:pt x="133282" y="1036161"/>
                  </a:lnTo>
                  <a:lnTo>
                    <a:pt x="137202" y="1035924"/>
                  </a:lnTo>
                  <a:lnTo>
                    <a:pt x="141122" y="1035416"/>
                  </a:lnTo>
                  <a:lnTo>
                    <a:pt x="145042" y="1034400"/>
                  </a:lnTo>
                  <a:lnTo>
                    <a:pt x="148962" y="1032489"/>
                  </a:lnTo>
                  <a:lnTo>
                    <a:pt x="152882" y="1029117"/>
                  </a:lnTo>
                  <a:lnTo>
                    <a:pt x="156802" y="1023447"/>
                  </a:lnTo>
                  <a:lnTo>
                    <a:pt x="160722" y="1014459"/>
                  </a:lnTo>
                  <a:lnTo>
                    <a:pt x="164642" y="1001375"/>
                  </a:lnTo>
                  <a:lnTo>
                    <a:pt x="168562" y="983637"/>
                  </a:lnTo>
                  <a:lnTo>
                    <a:pt x="172482" y="961265"/>
                  </a:lnTo>
                  <a:lnTo>
                    <a:pt x="176402" y="935097"/>
                  </a:lnTo>
                  <a:lnTo>
                    <a:pt x="180322" y="906873"/>
                  </a:lnTo>
                  <a:lnTo>
                    <a:pt x="184242" y="879089"/>
                  </a:lnTo>
                  <a:lnTo>
                    <a:pt x="188163" y="854612"/>
                  </a:lnTo>
                  <a:lnTo>
                    <a:pt x="192083" y="836127"/>
                  </a:lnTo>
                  <a:lnTo>
                    <a:pt x="196003" y="825563"/>
                  </a:lnTo>
                  <a:lnTo>
                    <a:pt x="199923" y="823687"/>
                  </a:lnTo>
                  <a:lnTo>
                    <a:pt x="203843" y="830002"/>
                  </a:lnTo>
                  <a:lnTo>
                    <a:pt x="207763" y="842979"/>
                  </a:lnTo>
                  <a:lnTo>
                    <a:pt x="211683" y="860520"/>
                  </a:lnTo>
                  <a:lnTo>
                    <a:pt x="215603" y="880483"/>
                  </a:lnTo>
                  <a:lnTo>
                    <a:pt x="219523" y="901067"/>
                  </a:lnTo>
                  <a:lnTo>
                    <a:pt x="223443" y="920967"/>
                  </a:lnTo>
                  <a:lnTo>
                    <a:pt x="227363" y="939267"/>
                  </a:lnTo>
                  <a:lnTo>
                    <a:pt x="231283" y="955342"/>
                  </a:lnTo>
                  <a:lnTo>
                    <a:pt x="235203" y="968894"/>
                  </a:lnTo>
                  <a:lnTo>
                    <a:pt x="239123" y="979730"/>
                  </a:lnTo>
                  <a:lnTo>
                    <a:pt x="243043" y="987868"/>
                  </a:lnTo>
                  <a:lnTo>
                    <a:pt x="246963" y="993568"/>
                  </a:lnTo>
                  <a:lnTo>
                    <a:pt x="250884" y="997295"/>
                  </a:lnTo>
                  <a:lnTo>
                    <a:pt x="254804" y="999622"/>
                  </a:lnTo>
                  <a:lnTo>
                    <a:pt x="258724" y="1001104"/>
                  </a:lnTo>
                  <a:lnTo>
                    <a:pt x="262644" y="1002163"/>
                  </a:lnTo>
                  <a:lnTo>
                    <a:pt x="266564" y="1003036"/>
                  </a:lnTo>
                  <a:lnTo>
                    <a:pt x="270484" y="1003789"/>
                  </a:lnTo>
                  <a:lnTo>
                    <a:pt x="274404" y="1004382"/>
                  </a:lnTo>
                  <a:lnTo>
                    <a:pt x="278324" y="1004749"/>
                  </a:lnTo>
                  <a:lnTo>
                    <a:pt x="282244" y="1004864"/>
                  </a:lnTo>
                  <a:lnTo>
                    <a:pt x="286164" y="1004760"/>
                  </a:lnTo>
                  <a:lnTo>
                    <a:pt x="290084" y="1004499"/>
                  </a:lnTo>
                  <a:lnTo>
                    <a:pt x="294004" y="1004097"/>
                  </a:lnTo>
                  <a:lnTo>
                    <a:pt x="297924" y="1003448"/>
                  </a:lnTo>
                  <a:lnTo>
                    <a:pt x="301844" y="1002266"/>
                  </a:lnTo>
                  <a:lnTo>
                    <a:pt x="305764" y="1000173"/>
                  </a:lnTo>
                  <a:lnTo>
                    <a:pt x="309684" y="996734"/>
                  </a:lnTo>
                  <a:lnTo>
                    <a:pt x="313605" y="991546"/>
                  </a:lnTo>
                  <a:lnTo>
                    <a:pt x="317525" y="984264"/>
                  </a:lnTo>
                  <a:lnTo>
                    <a:pt x="321445" y="974599"/>
                  </a:lnTo>
                  <a:lnTo>
                    <a:pt x="325365" y="962260"/>
                  </a:lnTo>
                  <a:lnTo>
                    <a:pt x="329285" y="946894"/>
                  </a:lnTo>
                  <a:lnTo>
                    <a:pt x="333205" y="928049"/>
                  </a:lnTo>
                  <a:lnTo>
                    <a:pt x="337125" y="905179"/>
                  </a:lnTo>
                  <a:lnTo>
                    <a:pt x="341045" y="877701"/>
                  </a:lnTo>
                  <a:lnTo>
                    <a:pt x="344965" y="845082"/>
                  </a:lnTo>
                  <a:lnTo>
                    <a:pt x="348885" y="806924"/>
                  </a:lnTo>
                  <a:lnTo>
                    <a:pt x="352805" y="763008"/>
                  </a:lnTo>
                  <a:lnTo>
                    <a:pt x="356725" y="713279"/>
                  </a:lnTo>
                  <a:lnTo>
                    <a:pt x="360645" y="657761"/>
                  </a:lnTo>
                  <a:lnTo>
                    <a:pt x="364565" y="596461"/>
                  </a:lnTo>
                  <a:lnTo>
                    <a:pt x="368485" y="529160"/>
                  </a:lnTo>
                  <a:lnTo>
                    <a:pt x="372405" y="455840"/>
                  </a:lnTo>
                  <a:lnTo>
                    <a:pt x="376326" y="377295"/>
                  </a:lnTo>
                  <a:lnTo>
                    <a:pt x="380246" y="295223"/>
                  </a:lnTo>
                  <a:lnTo>
                    <a:pt x="384166" y="212932"/>
                  </a:lnTo>
                  <a:lnTo>
                    <a:pt x="388086" y="135524"/>
                  </a:lnTo>
                  <a:lnTo>
                    <a:pt x="392006" y="69563"/>
                  </a:lnTo>
                  <a:lnTo>
                    <a:pt x="395926" y="22212"/>
                  </a:lnTo>
                  <a:lnTo>
                    <a:pt x="399846" y="0"/>
                  </a:lnTo>
                  <a:lnTo>
                    <a:pt x="403766" y="7495"/>
                  </a:lnTo>
                  <a:lnTo>
                    <a:pt x="407686" y="46268"/>
                  </a:lnTo>
                  <a:lnTo>
                    <a:pt x="411606" y="114401"/>
                  </a:lnTo>
                  <a:lnTo>
                    <a:pt x="415526" y="206695"/>
                  </a:lnTo>
                  <a:lnTo>
                    <a:pt x="419446" y="315517"/>
                  </a:lnTo>
                  <a:lnTo>
                    <a:pt x="423366" y="432063"/>
                  </a:lnTo>
                  <a:lnTo>
                    <a:pt x="427286" y="547735"/>
                  </a:lnTo>
                  <a:lnTo>
                    <a:pt x="431206" y="655318"/>
                  </a:lnTo>
                  <a:lnTo>
                    <a:pt x="435126" y="749732"/>
                  </a:lnTo>
                  <a:lnTo>
                    <a:pt x="439047" y="827851"/>
                  </a:lnTo>
                  <a:lnTo>
                    <a:pt x="442967" y="889159"/>
                  </a:lnTo>
                  <a:lnTo>
                    <a:pt x="446887" y="935606"/>
                  </a:lnTo>
                  <a:lnTo>
                    <a:pt x="450807" y="969432"/>
                  </a:lnTo>
                  <a:lnTo>
                    <a:pt x="454727" y="993178"/>
                  </a:lnTo>
                  <a:lnTo>
                    <a:pt x="458647" y="1009287"/>
                  </a:lnTo>
                  <a:lnTo>
                    <a:pt x="462567" y="1019868"/>
                  </a:lnTo>
                  <a:lnTo>
                    <a:pt x="466487" y="1026608"/>
                  </a:lnTo>
                  <a:lnTo>
                    <a:pt x="470407" y="1030771"/>
                  </a:lnTo>
                  <a:lnTo>
                    <a:pt x="474327" y="1033262"/>
                  </a:lnTo>
                  <a:lnTo>
                    <a:pt x="478247" y="1034702"/>
                  </a:lnTo>
                  <a:lnTo>
                    <a:pt x="482167" y="1035504"/>
                  </a:lnTo>
                  <a:lnTo>
                    <a:pt x="486087" y="1035930"/>
                  </a:lnTo>
                  <a:lnTo>
                    <a:pt x="490007" y="1036147"/>
                  </a:lnTo>
                  <a:lnTo>
                    <a:pt x="493927" y="1036251"/>
                  </a:lnTo>
                  <a:lnTo>
                    <a:pt x="497847" y="1036299"/>
                  </a:lnTo>
                  <a:lnTo>
                    <a:pt x="501768" y="1036319"/>
                  </a:lnTo>
                  <a:lnTo>
                    <a:pt x="505688" y="1036327"/>
                  </a:lnTo>
                  <a:lnTo>
                    <a:pt x="509608" y="1036330"/>
                  </a:lnTo>
                  <a:lnTo>
                    <a:pt x="513528" y="1036330"/>
                  </a:lnTo>
                  <a:lnTo>
                    <a:pt x="517448" y="1036330"/>
                  </a:lnTo>
                  <a:lnTo>
                    <a:pt x="521368" y="1036328"/>
                  </a:lnTo>
                  <a:lnTo>
                    <a:pt x="525288" y="1036324"/>
                  </a:lnTo>
                  <a:lnTo>
                    <a:pt x="529208" y="1036315"/>
                  </a:lnTo>
                  <a:lnTo>
                    <a:pt x="533128" y="1036295"/>
                  </a:lnTo>
                  <a:lnTo>
                    <a:pt x="537048" y="1036256"/>
                  </a:lnTo>
                  <a:lnTo>
                    <a:pt x="540968" y="1036189"/>
                  </a:lnTo>
                  <a:lnTo>
                    <a:pt x="544888" y="1036078"/>
                  </a:lnTo>
                  <a:lnTo>
                    <a:pt x="548808" y="1035912"/>
                  </a:lnTo>
                  <a:lnTo>
                    <a:pt x="552728" y="1035683"/>
                  </a:lnTo>
                  <a:lnTo>
                    <a:pt x="556648" y="1035395"/>
                  </a:lnTo>
                  <a:lnTo>
                    <a:pt x="560569" y="1035068"/>
                  </a:lnTo>
                  <a:lnTo>
                    <a:pt x="564489" y="1034739"/>
                  </a:lnTo>
                  <a:lnTo>
                    <a:pt x="568409" y="1034455"/>
                  </a:lnTo>
                  <a:lnTo>
                    <a:pt x="572329" y="1034267"/>
                  </a:lnTo>
                  <a:lnTo>
                    <a:pt x="576249" y="1034212"/>
                  </a:lnTo>
                  <a:lnTo>
                    <a:pt x="580169" y="1034307"/>
                  </a:lnTo>
                  <a:lnTo>
                    <a:pt x="584089" y="1034531"/>
                  </a:lnTo>
                  <a:lnTo>
                    <a:pt x="588009" y="1034837"/>
                  </a:lnTo>
                  <a:lnTo>
                    <a:pt x="591929" y="1035172"/>
                  </a:lnTo>
                  <a:lnTo>
                    <a:pt x="595849" y="1035491"/>
                  </a:lnTo>
                  <a:lnTo>
                    <a:pt x="599769" y="1035762"/>
                  </a:lnTo>
                  <a:lnTo>
                    <a:pt x="603689" y="1035971"/>
                  </a:lnTo>
                  <a:lnTo>
                    <a:pt x="607609" y="1036119"/>
                  </a:lnTo>
                  <a:lnTo>
                    <a:pt x="611529" y="1036214"/>
                  </a:lnTo>
                  <a:lnTo>
                    <a:pt x="615449" y="1036271"/>
                  </a:lnTo>
                  <a:lnTo>
                    <a:pt x="619369" y="1036303"/>
                  </a:lnTo>
                  <a:lnTo>
                    <a:pt x="623290" y="1036318"/>
                  </a:lnTo>
                  <a:lnTo>
                    <a:pt x="627210" y="1036326"/>
                  </a:lnTo>
                  <a:lnTo>
                    <a:pt x="631130" y="1036329"/>
                  </a:lnTo>
                  <a:lnTo>
                    <a:pt x="635050" y="1036331"/>
                  </a:lnTo>
                  <a:lnTo>
                    <a:pt x="638970" y="1036331"/>
                  </a:lnTo>
                  <a:lnTo>
                    <a:pt x="642890" y="1036331"/>
                  </a:lnTo>
                  <a:lnTo>
                    <a:pt x="646810" y="1036331"/>
                  </a:lnTo>
                  <a:lnTo>
                    <a:pt x="650730" y="1036331"/>
                  </a:lnTo>
                  <a:lnTo>
                    <a:pt x="654650" y="1036331"/>
                  </a:lnTo>
                  <a:lnTo>
                    <a:pt x="658570" y="1036331"/>
                  </a:lnTo>
                  <a:lnTo>
                    <a:pt x="662490" y="1036331"/>
                  </a:lnTo>
                  <a:lnTo>
                    <a:pt x="666410" y="1036331"/>
                  </a:lnTo>
                  <a:lnTo>
                    <a:pt x="670330" y="1036331"/>
                  </a:lnTo>
                  <a:lnTo>
                    <a:pt x="674250" y="1036331"/>
                  </a:lnTo>
                  <a:lnTo>
                    <a:pt x="678170" y="1036331"/>
                  </a:lnTo>
                  <a:lnTo>
                    <a:pt x="682090" y="1036331"/>
                  </a:lnTo>
                  <a:lnTo>
                    <a:pt x="686011" y="1036331"/>
                  </a:lnTo>
                  <a:lnTo>
                    <a:pt x="689931" y="1036331"/>
                  </a:lnTo>
                  <a:lnTo>
                    <a:pt x="693851" y="1036331"/>
                  </a:lnTo>
                  <a:lnTo>
                    <a:pt x="697771" y="1036331"/>
                  </a:lnTo>
                  <a:lnTo>
                    <a:pt x="701691" y="1036331"/>
                  </a:lnTo>
                  <a:lnTo>
                    <a:pt x="705611" y="1036331"/>
                  </a:lnTo>
                  <a:lnTo>
                    <a:pt x="709531" y="1036331"/>
                  </a:lnTo>
                  <a:lnTo>
                    <a:pt x="713451" y="1036331"/>
                  </a:lnTo>
                  <a:lnTo>
                    <a:pt x="717371" y="1036331"/>
                  </a:lnTo>
                  <a:lnTo>
                    <a:pt x="721291" y="1036330"/>
                  </a:lnTo>
                  <a:lnTo>
                    <a:pt x="725211" y="1036329"/>
                  </a:lnTo>
                  <a:lnTo>
                    <a:pt x="729131" y="1036326"/>
                  </a:lnTo>
                  <a:lnTo>
                    <a:pt x="733051" y="1036317"/>
                  </a:lnTo>
                  <a:lnTo>
                    <a:pt x="736971" y="1036300"/>
                  </a:lnTo>
                  <a:lnTo>
                    <a:pt x="740891" y="1036266"/>
                  </a:lnTo>
                  <a:lnTo>
                    <a:pt x="744811" y="1036205"/>
                  </a:lnTo>
                  <a:lnTo>
                    <a:pt x="748732" y="1036104"/>
                  </a:lnTo>
                  <a:lnTo>
                    <a:pt x="752652" y="1035949"/>
                  </a:lnTo>
                  <a:lnTo>
                    <a:pt x="756572" y="1035732"/>
                  </a:lnTo>
                  <a:lnTo>
                    <a:pt x="760492" y="1035455"/>
                  </a:lnTo>
                  <a:lnTo>
                    <a:pt x="764412" y="1035135"/>
                  </a:lnTo>
                  <a:lnTo>
                    <a:pt x="768332" y="1034804"/>
                  </a:lnTo>
                  <a:lnTo>
                    <a:pt x="772252" y="1034511"/>
                  </a:lnTo>
                  <a:lnTo>
                    <a:pt x="776172" y="1034304"/>
                  </a:lnTo>
                  <a:lnTo>
                    <a:pt x="780092" y="1034222"/>
                  </a:lnTo>
                  <a:lnTo>
                    <a:pt x="784012" y="1034284"/>
                  </a:lnTo>
                  <a:lnTo>
                    <a:pt x="787932" y="1034479"/>
                  </a:lnTo>
                  <a:lnTo>
                    <a:pt x="791852" y="1034771"/>
                  </a:lnTo>
                  <a:lnTo>
                    <a:pt x="795772" y="1035105"/>
                  </a:lnTo>
                  <a:lnTo>
                    <a:pt x="799692" y="1035430"/>
                  </a:lnTo>
                  <a:lnTo>
                    <a:pt x="803612" y="1035712"/>
                  </a:lnTo>
                  <a:lnTo>
                    <a:pt x="807532" y="1035933"/>
                  </a:lnTo>
                  <a:lnTo>
                    <a:pt x="811453" y="1036092"/>
                  </a:lnTo>
                  <a:lnTo>
                    <a:pt x="815373" y="1036197"/>
                  </a:lnTo>
                  <a:lnTo>
                    <a:pt x="819293" y="1036260"/>
                  </a:lnTo>
                  <a:lnTo>
                    <a:pt x="823213" y="1036296"/>
                  </a:lnTo>
                  <a:lnTo>
                    <a:pt x="827133" y="1036313"/>
                  </a:lnTo>
                  <a:lnTo>
                    <a:pt x="831053" y="1036319"/>
                  </a:lnTo>
                  <a:lnTo>
                    <a:pt x="834973" y="1036316"/>
                  </a:lnTo>
                  <a:lnTo>
                    <a:pt x="838893" y="1036303"/>
                  </a:lnTo>
                  <a:lnTo>
                    <a:pt x="842813" y="1036274"/>
                  </a:lnTo>
                  <a:lnTo>
                    <a:pt x="846733" y="1036220"/>
                  </a:lnTo>
                  <a:lnTo>
                    <a:pt x="850653" y="1036129"/>
                  </a:lnTo>
                  <a:lnTo>
                    <a:pt x="854573" y="1035987"/>
                  </a:lnTo>
                  <a:lnTo>
                    <a:pt x="858493" y="1035784"/>
                  </a:lnTo>
                  <a:lnTo>
                    <a:pt x="862413" y="1035514"/>
                  </a:lnTo>
                  <a:lnTo>
                    <a:pt x="866333" y="1035193"/>
                  </a:lnTo>
                  <a:lnTo>
                    <a:pt x="870253" y="1034856"/>
                  </a:lnTo>
                  <a:lnTo>
                    <a:pt x="874174" y="1034551"/>
                  </a:lnTo>
                  <a:lnTo>
                    <a:pt x="878094" y="1034328"/>
                  </a:lnTo>
                  <a:lnTo>
                    <a:pt x="882014" y="1034228"/>
                  </a:lnTo>
                  <a:lnTo>
                    <a:pt x="885934" y="1034270"/>
                  </a:lnTo>
                  <a:lnTo>
                    <a:pt x="889854" y="1034445"/>
                  </a:lnTo>
                  <a:lnTo>
                    <a:pt x="893774" y="1034720"/>
                  </a:lnTo>
                  <a:lnTo>
                    <a:pt x="897694" y="1035046"/>
                  </a:lnTo>
                  <a:lnTo>
                    <a:pt x="901614" y="1035374"/>
                  </a:lnTo>
                  <a:lnTo>
                    <a:pt x="905534" y="1035667"/>
                  </a:lnTo>
                  <a:lnTo>
                    <a:pt x="909454" y="1035902"/>
                  </a:lnTo>
                  <a:lnTo>
                    <a:pt x="913374" y="1036073"/>
                  </a:lnTo>
                  <a:lnTo>
                    <a:pt x="917294" y="1036187"/>
                  </a:lnTo>
                  <a:lnTo>
                    <a:pt x="921214" y="1036256"/>
                  </a:lnTo>
                  <a:lnTo>
                    <a:pt x="925134" y="1036295"/>
                  </a:lnTo>
                  <a:lnTo>
                    <a:pt x="929054" y="1036315"/>
                  </a:lnTo>
                  <a:lnTo>
                    <a:pt x="932974" y="1036324"/>
                  </a:lnTo>
                  <a:lnTo>
                    <a:pt x="936895" y="1036328"/>
                  </a:lnTo>
                  <a:lnTo>
                    <a:pt x="940815" y="1036330"/>
                  </a:lnTo>
                  <a:lnTo>
                    <a:pt x="944735" y="1036331"/>
                  </a:lnTo>
                  <a:lnTo>
                    <a:pt x="948655" y="1036331"/>
                  </a:lnTo>
                  <a:lnTo>
                    <a:pt x="952575" y="1036331"/>
                  </a:lnTo>
                  <a:lnTo>
                    <a:pt x="956495" y="1036331"/>
                  </a:lnTo>
                  <a:lnTo>
                    <a:pt x="960415" y="1036331"/>
                  </a:lnTo>
                  <a:lnTo>
                    <a:pt x="964335" y="1036331"/>
                  </a:lnTo>
                  <a:lnTo>
                    <a:pt x="968255" y="1036331"/>
                  </a:lnTo>
                  <a:lnTo>
                    <a:pt x="972175" y="1036331"/>
                  </a:lnTo>
                  <a:lnTo>
                    <a:pt x="976095" y="1036331"/>
                  </a:lnTo>
                  <a:lnTo>
                    <a:pt x="980015" y="1036331"/>
                  </a:lnTo>
                  <a:lnTo>
                    <a:pt x="983935" y="1036331"/>
                  </a:lnTo>
                  <a:lnTo>
                    <a:pt x="987855" y="1036331"/>
                  </a:lnTo>
                  <a:lnTo>
                    <a:pt x="991775" y="1036331"/>
                  </a:lnTo>
                  <a:lnTo>
                    <a:pt x="995695" y="1036331"/>
                  </a:lnTo>
                  <a:lnTo>
                    <a:pt x="999616" y="1036331"/>
                  </a:lnTo>
                  <a:lnTo>
                    <a:pt x="1003536" y="1036331"/>
                  </a:lnTo>
                  <a:lnTo>
                    <a:pt x="1007456" y="1036331"/>
                  </a:lnTo>
                  <a:lnTo>
                    <a:pt x="1011376" y="1036331"/>
                  </a:lnTo>
                  <a:lnTo>
                    <a:pt x="1015296" y="1036331"/>
                  </a:lnTo>
                  <a:lnTo>
                    <a:pt x="1019216" y="1036331"/>
                  </a:lnTo>
                  <a:lnTo>
                    <a:pt x="1023136" y="1036331"/>
                  </a:lnTo>
                  <a:lnTo>
                    <a:pt x="1027056" y="1036331"/>
                  </a:lnTo>
                  <a:lnTo>
                    <a:pt x="1030976" y="1036331"/>
                  </a:lnTo>
                  <a:lnTo>
                    <a:pt x="1034896" y="1036331"/>
                  </a:lnTo>
                  <a:lnTo>
                    <a:pt x="1038816" y="1036331"/>
                  </a:lnTo>
                  <a:lnTo>
                    <a:pt x="1042736" y="1036331"/>
                  </a:lnTo>
                  <a:lnTo>
                    <a:pt x="1046656" y="1036331"/>
                  </a:lnTo>
                  <a:lnTo>
                    <a:pt x="1050576" y="1036331"/>
                  </a:lnTo>
                  <a:lnTo>
                    <a:pt x="1054496" y="1036331"/>
                  </a:lnTo>
                  <a:lnTo>
                    <a:pt x="1058417" y="1036331"/>
                  </a:lnTo>
                  <a:lnTo>
                    <a:pt x="1062337" y="1036331"/>
                  </a:lnTo>
                  <a:lnTo>
                    <a:pt x="1066257" y="1036331"/>
                  </a:lnTo>
                  <a:lnTo>
                    <a:pt x="1070177" y="1036331"/>
                  </a:lnTo>
                  <a:lnTo>
                    <a:pt x="1074097" y="1036331"/>
                  </a:lnTo>
                  <a:lnTo>
                    <a:pt x="1078017" y="1036331"/>
                  </a:lnTo>
                  <a:lnTo>
                    <a:pt x="1081937" y="1036331"/>
                  </a:lnTo>
                  <a:lnTo>
                    <a:pt x="1085857" y="1036331"/>
                  </a:lnTo>
                  <a:lnTo>
                    <a:pt x="1089777" y="1036331"/>
                  </a:lnTo>
                  <a:lnTo>
                    <a:pt x="1093697" y="1036331"/>
                  </a:lnTo>
                  <a:lnTo>
                    <a:pt x="1097617" y="1036331"/>
                  </a:lnTo>
                  <a:lnTo>
                    <a:pt x="1101537" y="1036331"/>
                  </a:lnTo>
                  <a:lnTo>
                    <a:pt x="1105457" y="1036331"/>
                  </a:lnTo>
                  <a:lnTo>
                    <a:pt x="1109377" y="1036331"/>
                  </a:lnTo>
                  <a:lnTo>
                    <a:pt x="1113297" y="1036331"/>
                  </a:lnTo>
                  <a:lnTo>
                    <a:pt x="1117217" y="1036331"/>
                  </a:lnTo>
                  <a:lnTo>
                    <a:pt x="1121138" y="1036331"/>
                  </a:lnTo>
                  <a:lnTo>
                    <a:pt x="1125058" y="1036331"/>
                  </a:lnTo>
                  <a:lnTo>
                    <a:pt x="1128978" y="1036331"/>
                  </a:lnTo>
                  <a:lnTo>
                    <a:pt x="1132898" y="1036331"/>
                  </a:lnTo>
                  <a:lnTo>
                    <a:pt x="1136818" y="1036331"/>
                  </a:lnTo>
                  <a:lnTo>
                    <a:pt x="1140738" y="1036331"/>
                  </a:lnTo>
                  <a:lnTo>
                    <a:pt x="1144658" y="1036331"/>
                  </a:lnTo>
                  <a:lnTo>
                    <a:pt x="1148578" y="1036331"/>
                  </a:lnTo>
                  <a:lnTo>
                    <a:pt x="1152498" y="1036331"/>
                  </a:lnTo>
                  <a:lnTo>
                    <a:pt x="1156418" y="1036331"/>
                  </a:lnTo>
                  <a:lnTo>
                    <a:pt x="1160338" y="1036331"/>
                  </a:lnTo>
                  <a:lnTo>
                    <a:pt x="1164258" y="1036331"/>
                  </a:lnTo>
                  <a:lnTo>
                    <a:pt x="1168178" y="1036331"/>
                  </a:lnTo>
                  <a:lnTo>
                    <a:pt x="1172098" y="1036331"/>
                  </a:lnTo>
                  <a:lnTo>
                    <a:pt x="1176018" y="1036331"/>
                  </a:lnTo>
                  <a:lnTo>
                    <a:pt x="1179938" y="1036331"/>
                  </a:lnTo>
                  <a:lnTo>
                    <a:pt x="1183859" y="1036331"/>
                  </a:lnTo>
                  <a:lnTo>
                    <a:pt x="1187779" y="1036331"/>
                  </a:lnTo>
                  <a:lnTo>
                    <a:pt x="1191699" y="1036331"/>
                  </a:lnTo>
                  <a:lnTo>
                    <a:pt x="1195619" y="1036331"/>
                  </a:lnTo>
                  <a:lnTo>
                    <a:pt x="1199539" y="1036331"/>
                  </a:lnTo>
                  <a:lnTo>
                    <a:pt x="1203459" y="1036331"/>
                  </a:lnTo>
                  <a:lnTo>
                    <a:pt x="1207379" y="1036331"/>
                  </a:lnTo>
                  <a:lnTo>
                    <a:pt x="1211299" y="1036331"/>
                  </a:lnTo>
                  <a:lnTo>
                    <a:pt x="1215219" y="1036331"/>
                  </a:lnTo>
                  <a:lnTo>
                    <a:pt x="1219139" y="1036331"/>
                  </a:lnTo>
                  <a:lnTo>
                    <a:pt x="1223059" y="1036331"/>
                  </a:lnTo>
                  <a:lnTo>
                    <a:pt x="1226979" y="1036331"/>
                  </a:lnTo>
                  <a:lnTo>
                    <a:pt x="1230899" y="1036331"/>
                  </a:lnTo>
                  <a:lnTo>
                    <a:pt x="1234819" y="1036331"/>
                  </a:lnTo>
                  <a:lnTo>
                    <a:pt x="1238739" y="1036331"/>
                  </a:lnTo>
                  <a:lnTo>
                    <a:pt x="1242659" y="1036331"/>
                  </a:lnTo>
                  <a:lnTo>
                    <a:pt x="1246580" y="1036331"/>
                  </a:lnTo>
                  <a:lnTo>
                    <a:pt x="1250500" y="1036331"/>
                  </a:lnTo>
                  <a:lnTo>
                    <a:pt x="1254420" y="1036331"/>
                  </a:lnTo>
                  <a:lnTo>
                    <a:pt x="1258340" y="1036331"/>
                  </a:lnTo>
                  <a:lnTo>
                    <a:pt x="1262260" y="1036331"/>
                  </a:lnTo>
                  <a:lnTo>
                    <a:pt x="1266180" y="1036331"/>
                  </a:lnTo>
                  <a:lnTo>
                    <a:pt x="1270100" y="1036331"/>
                  </a:lnTo>
                  <a:lnTo>
                    <a:pt x="1274020" y="1036331"/>
                  </a:lnTo>
                  <a:lnTo>
                    <a:pt x="1277940" y="1036331"/>
                  </a:lnTo>
                  <a:lnTo>
                    <a:pt x="1281860" y="1036331"/>
                  </a:lnTo>
                  <a:lnTo>
                    <a:pt x="1285780" y="1036331"/>
                  </a:lnTo>
                  <a:lnTo>
                    <a:pt x="1289700" y="1036331"/>
                  </a:lnTo>
                  <a:lnTo>
                    <a:pt x="1293620" y="1036331"/>
                  </a:lnTo>
                  <a:lnTo>
                    <a:pt x="1297540" y="1036331"/>
                  </a:lnTo>
                  <a:lnTo>
                    <a:pt x="1301460" y="1036331"/>
                  </a:lnTo>
                  <a:lnTo>
                    <a:pt x="1305380" y="1036331"/>
                  </a:lnTo>
                  <a:lnTo>
                    <a:pt x="1309301" y="1036331"/>
                  </a:lnTo>
                  <a:lnTo>
                    <a:pt x="1313221" y="1036331"/>
                  </a:lnTo>
                  <a:lnTo>
                    <a:pt x="1317141" y="1036331"/>
                  </a:lnTo>
                  <a:lnTo>
                    <a:pt x="1321061" y="1036331"/>
                  </a:lnTo>
                  <a:lnTo>
                    <a:pt x="1324981" y="1036331"/>
                  </a:lnTo>
                  <a:lnTo>
                    <a:pt x="1328901" y="1036331"/>
                  </a:lnTo>
                  <a:lnTo>
                    <a:pt x="1332821" y="1036331"/>
                  </a:lnTo>
                  <a:lnTo>
                    <a:pt x="1336741" y="1036331"/>
                  </a:lnTo>
                  <a:lnTo>
                    <a:pt x="1340661" y="1036331"/>
                  </a:lnTo>
                  <a:lnTo>
                    <a:pt x="1344581" y="1036331"/>
                  </a:lnTo>
                  <a:lnTo>
                    <a:pt x="1348501" y="1036331"/>
                  </a:lnTo>
                  <a:lnTo>
                    <a:pt x="1352421" y="1036331"/>
                  </a:lnTo>
                  <a:lnTo>
                    <a:pt x="1356341" y="1036331"/>
                  </a:lnTo>
                  <a:lnTo>
                    <a:pt x="1360261" y="1036331"/>
                  </a:lnTo>
                  <a:lnTo>
                    <a:pt x="1364181" y="1036331"/>
                  </a:lnTo>
                  <a:lnTo>
                    <a:pt x="1368101" y="1036331"/>
                  </a:lnTo>
                  <a:lnTo>
                    <a:pt x="1372022" y="1036331"/>
                  </a:lnTo>
                  <a:lnTo>
                    <a:pt x="1375942" y="1036331"/>
                  </a:lnTo>
                  <a:lnTo>
                    <a:pt x="1379862" y="1036331"/>
                  </a:lnTo>
                  <a:lnTo>
                    <a:pt x="1383782" y="1036331"/>
                  </a:lnTo>
                  <a:lnTo>
                    <a:pt x="1387702" y="1036331"/>
                  </a:lnTo>
                  <a:lnTo>
                    <a:pt x="1391622" y="1036331"/>
                  </a:lnTo>
                  <a:lnTo>
                    <a:pt x="1395542" y="1036331"/>
                  </a:lnTo>
                  <a:lnTo>
                    <a:pt x="1399462" y="1036331"/>
                  </a:lnTo>
                  <a:lnTo>
                    <a:pt x="1403382" y="1036331"/>
                  </a:lnTo>
                  <a:lnTo>
                    <a:pt x="1407302" y="1036331"/>
                  </a:lnTo>
                  <a:lnTo>
                    <a:pt x="1411222" y="1036331"/>
                  </a:lnTo>
                  <a:lnTo>
                    <a:pt x="1415142" y="1036331"/>
                  </a:lnTo>
                  <a:lnTo>
                    <a:pt x="1419062" y="1036331"/>
                  </a:lnTo>
                  <a:lnTo>
                    <a:pt x="1422982" y="1036331"/>
                  </a:lnTo>
                  <a:lnTo>
                    <a:pt x="1426902" y="1036331"/>
                  </a:lnTo>
                  <a:lnTo>
                    <a:pt x="1430822" y="1036331"/>
                  </a:lnTo>
                  <a:lnTo>
                    <a:pt x="1434743" y="1036331"/>
                  </a:lnTo>
                  <a:lnTo>
                    <a:pt x="1438663" y="1036331"/>
                  </a:lnTo>
                  <a:lnTo>
                    <a:pt x="1442583" y="1036331"/>
                  </a:lnTo>
                  <a:lnTo>
                    <a:pt x="1446503" y="1036331"/>
                  </a:lnTo>
                  <a:lnTo>
                    <a:pt x="1450423" y="1036331"/>
                  </a:lnTo>
                  <a:lnTo>
                    <a:pt x="1454343" y="1036331"/>
                  </a:lnTo>
                  <a:lnTo>
                    <a:pt x="1458263" y="1036331"/>
                  </a:lnTo>
                  <a:lnTo>
                    <a:pt x="1462183" y="1036331"/>
                  </a:lnTo>
                  <a:lnTo>
                    <a:pt x="1466103" y="1036331"/>
                  </a:lnTo>
                  <a:lnTo>
                    <a:pt x="1470023" y="1036331"/>
                  </a:lnTo>
                  <a:lnTo>
                    <a:pt x="1473943" y="1036331"/>
                  </a:lnTo>
                  <a:lnTo>
                    <a:pt x="1477863" y="1036331"/>
                  </a:lnTo>
                  <a:lnTo>
                    <a:pt x="1481783" y="1036331"/>
                  </a:lnTo>
                  <a:lnTo>
                    <a:pt x="1485703" y="1036331"/>
                  </a:lnTo>
                  <a:lnTo>
                    <a:pt x="1489623" y="1036331"/>
                  </a:lnTo>
                  <a:lnTo>
                    <a:pt x="1493543" y="1036331"/>
                  </a:lnTo>
                  <a:lnTo>
                    <a:pt x="1497464" y="1036331"/>
                  </a:lnTo>
                  <a:lnTo>
                    <a:pt x="1501384" y="1036331"/>
                  </a:lnTo>
                  <a:lnTo>
                    <a:pt x="1505304" y="1036331"/>
                  </a:lnTo>
                  <a:lnTo>
                    <a:pt x="1509224" y="1036331"/>
                  </a:lnTo>
                  <a:lnTo>
                    <a:pt x="1513144" y="1036331"/>
                  </a:lnTo>
                  <a:lnTo>
                    <a:pt x="1517064" y="1036331"/>
                  </a:lnTo>
                  <a:lnTo>
                    <a:pt x="1520984" y="1036331"/>
                  </a:lnTo>
                  <a:lnTo>
                    <a:pt x="1524904" y="1036331"/>
                  </a:lnTo>
                  <a:lnTo>
                    <a:pt x="1528824" y="1036331"/>
                  </a:lnTo>
                  <a:lnTo>
                    <a:pt x="1532744" y="1036331"/>
                  </a:lnTo>
                  <a:lnTo>
                    <a:pt x="1536664" y="1036331"/>
                  </a:lnTo>
                  <a:lnTo>
                    <a:pt x="1540584" y="1036331"/>
                  </a:lnTo>
                  <a:lnTo>
                    <a:pt x="1544504" y="1036331"/>
                  </a:lnTo>
                  <a:lnTo>
                    <a:pt x="1548424" y="1036331"/>
                  </a:lnTo>
                  <a:lnTo>
                    <a:pt x="1552344" y="1036331"/>
                  </a:lnTo>
                  <a:lnTo>
                    <a:pt x="1556265" y="1036331"/>
                  </a:lnTo>
                  <a:lnTo>
                    <a:pt x="1560185" y="1036331"/>
                  </a:lnTo>
                  <a:lnTo>
                    <a:pt x="1564105" y="1036331"/>
                  </a:lnTo>
                  <a:lnTo>
                    <a:pt x="1568025" y="1036331"/>
                  </a:lnTo>
                  <a:lnTo>
                    <a:pt x="1571945" y="1036331"/>
                  </a:lnTo>
                  <a:lnTo>
                    <a:pt x="1575865" y="1036331"/>
                  </a:lnTo>
                  <a:lnTo>
                    <a:pt x="1579785" y="1036331"/>
                  </a:lnTo>
                  <a:lnTo>
                    <a:pt x="1583705" y="1036331"/>
                  </a:lnTo>
                  <a:lnTo>
                    <a:pt x="1587625" y="1036331"/>
                  </a:lnTo>
                  <a:lnTo>
                    <a:pt x="1591545" y="1036331"/>
                  </a:lnTo>
                  <a:lnTo>
                    <a:pt x="1595465" y="1036331"/>
                  </a:lnTo>
                  <a:lnTo>
                    <a:pt x="1599385" y="1036331"/>
                  </a:lnTo>
                  <a:lnTo>
                    <a:pt x="1603305" y="1036331"/>
                  </a:lnTo>
                  <a:lnTo>
                    <a:pt x="1607225" y="1036331"/>
                  </a:lnTo>
                  <a:lnTo>
                    <a:pt x="1611145" y="1036331"/>
                  </a:lnTo>
                  <a:lnTo>
                    <a:pt x="1615065" y="1036331"/>
                  </a:lnTo>
                  <a:lnTo>
                    <a:pt x="1618986" y="1036331"/>
                  </a:lnTo>
                  <a:lnTo>
                    <a:pt x="1622906" y="1036331"/>
                  </a:lnTo>
                  <a:lnTo>
                    <a:pt x="1626826" y="1036331"/>
                  </a:lnTo>
                  <a:lnTo>
                    <a:pt x="1630746" y="1036331"/>
                  </a:lnTo>
                  <a:lnTo>
                    <a:pt x="1634666" y="1036331"/>
                  </a:lnTo>
                  <a:lnTo>
                    <a:pt x="1638586" y="1036331"/>
                  </a:lnTo>
                  <a:lnTo>
                    <a:pt x="1642506" y="1036331"/>
                  </a:lnTo>
                  <a:lnTo>
                    <a:pt x="1646426" y="1036331"/>
                  </a:lnTo>
                  <a:lnTo>
                    <a:pt x="1650346" y="1036331"/>
                  </a:lnTo>
                  <a:lnTo>
                    <a:pt x="1654266" y="1036331"/>
                  </a:lnTo>
                  <a:lnTo>
                    <a:pt x="1658186" y="1036331"/>
                  </a:lnTo>
                  <a:lnTo>
                    <a:pt x="1662106" y="1036331"/>
                  </a:lnTo>
                  <a:lnTo>
                    <a:pt x="1666026" y="1036331"/>
                  </a:lnTo>
                  <a:lnTo>
                    <a:pt x="1669946" y="1036331"/>
                  </a:lnTo>
                  <a:lnTo>
                    <a:pt x="1673866" y="1036331"/>
                  </a:lnTo>
                  <a:lnTo>
                    <a:pt x="1677786" y="1036331"/>
                  </a:lnTo>
                  <a:lnTo>
                    <a:pt x="1681707" y="1036331"/>
                  </a:lnTo>
                  <a:lnTo>
                    <a:pt x="1685627" y="1036331"/>
                  </a:lnTo>
                  <a:lnTo>
                    <a:pt x="1689547" y="1036331"/>
                  </a:lnTo>
                  <a:lnTo>
                    <a:pt x="1693467" y="1036331"/>
                  </a:lnTo>
                  <a:lnTo>
                    <a:pt x="1697387" y="1036331"/>
                  </a:lnTo>
                  <a:lnTo>
                    <a:pt x="1701307" y="1036331"/>
                  </a:lnTo>
                  <a:lnTo>
                    <a:pt x="1705227" y="1036331"/>
                  </a:lnTo>
                  <a:lnTo>
                    <a:pt x="1709147" y="1036331"/>
                  </a:lnTo>
                  <a:lnTo>
                    <a:pt x="1713067" y="1036331"/>
                  </a:lnTo>
                  <a:lnTo>
                    <a:pt x="1716987" y="1036331"/>
                  </a:lnTo>
                  <a:lnTo>
                    <a:pt x="1720907" y="1036331"/>
                  </a:lnTo>
                  <a:lnTo>
                    <a:pt x="1724827" y="1036331"/>
                  </a:lnTo>
                  <a:lnTo>
                    <a:pt x="1728747" y="1036331"/>
                  </a:lnTo>
                  <a:lnTo>
                    <a:pt x="1732667" y="1036331"/>
                  </a:lnTo>
                  <a:lnTo>
                    <a:pt x="1736587" y="1036331"/>
                  </a:lnTo>
                  <a:lnTo>
                    <a:pt x="1740507" y="1036331"/>
                  </a:lnTo>
                  <a:lnTo>
                    <a:pt x="1744428" y="1036331"/>
                  </a:lnTo>
                  <a:lnTo>
                    <a:pt x="1748348" y="1036331"/>
                  </a:lnTo>
                  <a:lnTo>
                    <a:pt x="1752268" y="1036331"/>
                  </a:lnTo>
                  <a:lnTo>
                    <a:pt x="1756188" y="1036331"/>
                  </a:lnTo>
                  <a:lnTo>
                    <a:pt x="1760108" y="1036331"/>
                  </a:lnTo>
                  <a:lnTo>
                    <a:pt x="1764028" y="1036331"/>
                  </a:lnTo>
                  <a:lnTo>
                    <a:pt x="1767948" y="1036331"/>
                  </a:lnTo>
                  <a:lnTo>
                    <a:pt x="1771868" y="1036331"/>
                  </a:lnTo>
                  <a:lnTo>
                    <a:pt x="1775788" y="1036331"/>
                  </a:lnTo>
                  <a:lnTo>
                    <a:pt x="1779708" y="1036331"/>
                  </a:lnTo>
                  <a:lnTo>
                    <a:pt x="1783628" y="1036331"/>
                  </a:lnTo>
                  <a:lnTo>
                    <a:pt x="1787548" y="1036331"/>
                  </a:lnTo>
                  <a:lnTo>
                    <a:pt x="1791468" y="1036331"/>
                  </a:lnTo>
                  <a:lnTo>
                    <a:pt x="1795388" y="1036331"/>
                  </a:lnTo>
                  <a:lnTo>
                    <a:pt x="1799308" y="1036331"/>
                  </a:lnTo>
                  <a:lnTo>
                    <a:pt x="1803228" y="1036331"/>
                  </a:lnTo>
                  <a:lnTo>
                    <a:pt x="1807149" y="1036331"/>
                  </a:lnTo>
                  <a:lnTo>
                    <a:pt x="1811069" y="1036331"/>
                  </a:lnTo>
                  <a:lnTo>
                    <a:pt x="1814989" y="1036331"/>
                  </a:lnTo>
                  <a:lnTo>
                    <a:pt x="1818909" y="1036331"/>
                  </a:lnTo>
                  <a:lnTo>
                    <a:pt x="1822829" y="1036331"/>
                  </a:lnTo>
                  <a:lnTo>
                    <a:pt x="1826749" y="1036331"/>
                  </a:lnTo>
                  <a:lnTo>
                    <a:pt x="1830669" y="1036331"/>
                  </a:lnTo>
                  <a:lnTo>
                    <a:pt x="1834589" y="1036331"/>
                  </a:lnTo>
                  <a:lnTo>
                    <a:pt x="1838509" y="1036331"/>
                  </a:lnTo>
                  <a:lnTo>
                    <a:pt x="1842429" y="1036331"/>
                  </a:lnTo>
                  <a:lnTo>
                    <a:pt x="1846349" y="1036331"/>
                  </a:lnTo>
                  <a:lnTo>
                    <a:pt x="1850269" y="1036331"/>
                  </a:lnTo>
                  <a:lnTo>
                    <a:pt x="1854189" y="1036331"/>
                  </a:lnTo>
                  <a:lnTo>
                    <a:pt x="1858109" y="1036331"/>
                  </a:lnTo>
                  <a:lnTo>
                    <a:pt x="1862029" y="1036331"/>
                  </a:lnTo>
                  <a:lnTo>
                    <a:pt x="1865949" y="1036331"/>
                  </a:lnTo>
                  <a:lnTo>
                    <a:pt x="1869870" y="1036331"/>
                  </a:lnTo>
                  <a:lnTo>
                    <a:pt x="1873790" y="1036331"/>
                  </a:lnTo>
                  <a:lnTo>
                    <a:pt x="1877710" y="1036331"/>
                  </a:lnTo>
                  <a:lnTo>
                    <a:pt x="1881630" y="1036331"/>
                  </a:lnTo>
                  <a:lnTo>
                    <a:pt x="1885550" y="1036331"/>
                  </a:lnTo>
                  <a:lnTo>
                    <a:pt x="1889470" y="1036331"/>
                  </a:lnTo>
                  <a:lnTo>
                    <a:pt x="1893390" y="1036331"/>
                  </a:lnTo>
                  <a:lnTo>
                    <a:pt x="1897310" y="1036331"/>
                  </a:lnTo>
                  <a:lnTo>
                    <a:pt x="1901230" y="1036331"/>
                  </a:lnTo>
                  <a:lnTo>
                    <a:pt x="1905150" y="1036331"/>
                  </a:lnTo>
                  <a:lnTo>
                    <a:pt x="1909070" y="1036331"/>
                  </a:lnTo>
                  <a:lnTo>
                    <a:pt x="1912990" y="1036331"/>
                  </a:lnTo>
                  <a:lnTo>
                    <a:pt x="1916910" y="1036331"/>
                  </a:lnTo>
                  <a:lnTo>
                    <a:pt x="1920830" y="1036331"/>
                  </a:lnTo>
                  <a:lnTo>
                    <a:pt x="1924750" y="1036331"/>
                  </a:lnTo>
                  <a:lnTo>
                    <a:pt x="1928670" y="1036331"/>
                  </a:lnTo>
                  <a:lnTo>
                    <a:pt x="1932591" y="1036331"/>
                  </a:lnTo>
                  <a:lnTo>
                    <a:pt x="1936511" y="1036331"/>
                  </a:lnTo>
                  <a:lnTo>
                    <a:pt x="1940431" y="1036331"/>
                  </a:lnTo>
                  <a:lnTo>
                    <a:pt x="1944351" y="1036331"/>
                  </a:lnTo>
                  <a:lnTo>
                    <a:pt x="1948271" y="1036331"/>
                  </a:lnTo>
                  <a:lnTo>
                    <a:pt x="1952191" y="1036331"/>
                  </a:lnTo>
                  <a:lnTo>
                    <a:pt x="1956111" y="1036331"/>
                  </a:lnTo>
                  <a:lnTo>
                    <a:pt x="1960031" y="1036331"/>
                  </a:lnTo>
                  <a:lnTo>
                    <a:pt x="1963951" y="1036331"/>
                  </a:lnTo>
                  <a:lnTo>
                    <a:pt x="1967871" y="1036331"/>
                  </a:lnTo>
                  <a:lnTo>
                    <a:pt x="1971791" y="1036331"/>
                  </a:lnTo>
                  <a:lnTo>
                    <a:pt x="1975711" y="1036331"/>
                  </a:lnTo>
                  <a:lnTo>
                    <a:pt x="1979631" y="1036331"/>
                  </a:lnTo>
                  <a:lnTo>
                    <a:pt x="1983551" y="1036331"/>
                  </a:lnTo>
                  <a:lnTo>
                    <a:pt x="1987471" y="1036331"/>
                  </a:lnTo>
                  <a:lnTo>
                    <a:pt x="1991391" y="1036331"/>
                  </a:lnTo>
                  <a:lnTo>
                    <a:pt x="1995312" y="1036331"/>
                  </a:lnTo>
                  <a:lnTo>
                    <a:pt x="1999232" y="1036331"/>
                  </a:lnTo>
                  <a:lnTo>
                    <a:pt x="2003152" y="1036331"/>
                  </a:lnTo>
                  <a:lnTo>
                    <a:pt x="1999232" y="1036331"/>
                  </a:lnTo>
                  <a:lnTo>
                    <a:pt x="1995312" y="1036331"/>
                  </a:lnTo>
                  <a:lnTo>
                    <a:pt x="1991391" y="1036331"/>
                  </a:lnTo>
                  <a:lnTo>
                    <a:pt x="1987471" y="1036331"/>
                  </a:lnTo>
                  <a:lnTo>
                    <a:pt x="1983551" y="1036331"/>
                  </a:lnTo>
                  <a:lnTo>
                    <a:pt x="1979631" y="1036331"/>
                  </a:lnTo>
                  <a:lnTo>
                    <a:pt x="1975711" y="1036331"/>
                  </a:lnTo>
                  <a:lnTo>
                    <a:pt x="1971791" y="1036331"/>
                  </a:lnTo>
                  <a:lnTo>
                    <a:pt x="1967871" y="1036331"/>
                  </a:lnTo>
                  <a:lnTo>
                    <a:pt x="1963951" y="1036331"/>
                  </a:lnTo>
                  <a:lnTo>
                    <a:pt x="1960031" y="1036331"/>
                  </a:lnTo>
                  <a:lnTo>
                    <a:pt x="1956111" y="1036331"/>
                  </a:lnTo>
                  <a:lnTo>
                    <a:pt x="1952191" y="1036331"/>
                  </a:lnTo>
                  <a:lnTo>
                    <a:pt x="1948271" y="1036331"/>
                  </a:lnTo>
                  <a:lnTo>
                    <a:pt x="1944351" y="1036331"/>
                  </a:lnTo>
                  <a:lnTo>
                    <a:pt x="1940431" y="1036331"/>
                  </a:lnTo>
                  <a:lnTo>
                    <a:pt x="1936511" y="1036331"/>
                  </a:lnTo>
                  <a:lnTo>
                    <a:pt x="1932591" y="1036331"/>
                  </a:lnTo>
                  <a:lnTo>
                    <a:pt x="1928670" y="1036331"/>
                  </a:lnTo>
                  <a:lnTo>
                    <a:pt x="1924750" y="1036331"/>
                  </a:lnTo>
                  <a:lnTo>
                    <a:pt x="1920830" y="1036331"/>
                  </a:lnTo>
                  <a:lnTo>
                    <a:pt x="1916910" y="1036331"/>
                  </a:lnTo>
                  <a:lnTo>
                    <a:pt x="1912990" y="1036331"/>
                  </a:lnTo>
                  <a:lnTo>
                    <a:pt x="1909070" y="1036331"/>
                  </a:lnTo>
                  <a:lnTo>
                    <a:pt x="1905150" y="1036331"/>
                  </a:lnTo>
                  <a:lnTo>
                    <a:pt x="1901230" y="1036331"/>
                  </a:lnTo>
                  <a:lnTo>
                    <a:pt x="1897310" y="1036331"/>
                  </a:lnTo>
                  <a:lnTo>
                    <a:pt x="1893390" y="1036331"/>
                  </a:lnTo>
                  <a:lnTo>
                    <a:pt x="1889470" y="1036331"/>
                  </a:lnTo>
                  <a:lnTo>
                    <a:pt x="1885550" y="1036331"/>
                  </a:lnTo>
                  <a:lnTo>
                    <a:pt x="1881630" y="1036331"/>
                  </a:lnTo>
                  <a:lnTo>
                    <a:pt x="1877710" y="1036331"/>
                  </a:lnTo>
                  <a:lnTo>
                    <a:pt x="1873790" y="1036331"/>
                  </a:lnTo>
                  <a:lnTo>
                    <a:pt x="1869870" y="1036331"/>
                  </a:lnTo>
                  <a:lnTo>
                    <a:pt x="1865949" y="1036331"/>
                  </a:lnTo>
                  <a:lnTo>
                    <a:pt x="1862029" y="1036331"/>
                  </a:lnTo>
                  <a:lnTo>
                    <a:pt x="1858109" y="1036331"/>
                  </a:lnTo>
                  <a:lnTo>
                    <a:pt x="1854189" y="1036331"/>
                  </a:lnTo>
                  <a:lnTo>
                    <a:pt x="1850269" y="1036331"/>
                  </a:lnTo>
                  <a:lnTo>
                    <a:pt x="1846349" y="1036331"/>
                  </a:lnTo>
                  <a:lnTo>
                    <a:pt x="1842429" y="1036331"/>
                  </a:lnTo>
                  <a:lnTo>
                    <a:pt x="1838509" y="1036331"/>
                  </a:lnTo>
                  <a:lnTo>
                    <a:pt x="1834589" y="1036331"/>
                  </a:lnTo>
                  <a:lnTo>
                    <a:pt x="1830669" y="1036331"/>
                  </a:lnTo>
                  <a:lnTo>
                    <a:pt x="1826749" y="1036331"/>
                  </a:lnTo>
                  <a:lnTo>
                    <a:pt x="1822829" y="1036331"/>
                  </a:lnTo>
                  <a:lnTo>
                    <a:pt x="1818909" y="1036331"/>
                  </a:lnTo>
                  <a:lnTo>
                    <a:pt x="1814989" y="1036331"/>
                  </a:lnTo>
                  <a:lnTo>
                    <a:pt x="1811069" y="1036331"/>
                  </a:lnTo>
                  <a:lnTo>
                    <a:pt x="1807149" y="1036331"/>
                  </a:lnTo>
                  <a:lnTo>
                    <a:pt x="1803228" y="1036331"/>
                  </a:lnTo>
                  <a:lnTo>
                    <a:pt x="1799308" y="1036331"/>
                  </a:lnTo>
                  <a:lnTo>
                    <a:pt x="1795388" y="1036331"/>
                  </a:lnTo>
                  <a:lnTo>
                    <a:pt x="1791468" y="1036331"/>
                  </a:lnTo>
                  <a:lnTo>
                    <a:pt x="1787548" y="1036331"/>
                  </a:lnTo>
                  <a:lnTo>
                    <a:pt x="1783628" y="1036331"/>
                  </a:lnTo>
                  <a:lnTo>
                    <a:pt x="1779708" y="1036331"/>
                  </a:lnTo>
                  <a:lnTo>
                    <a:pt x="1775788" y="1036331"/>
                  </a:lnTo>
                  <a:lnTo>
                    <a:pt x="1771868" y="1036331"/>
                  </a:lnTo>
                  <a:lnTo>
                    <a:pt x="1767948" y="1036331"/>
                  </a:lnTo>
                  <a:lnTo>
                    <a:pt x="1764028" y="1036331"/>
                  </a:lnTo>
                  <a:lnTo>
                    <a:pt x="1760108" y="1036331"/>
                  </a:lnTo>
                  <a:lnTo>
                    <a:pt x="1756188" y="1036331"/>
                  </a:lnTo>
                  <a:lnTo>
                    <a:pt x="1752268" y="1036331"/>
                  </a:lnTo>
                  <a:lnTo>
                    <a:pt x="1748348" y="1036331"/>
                  </a:lnTo>
                  <a:lnTo>
                    <a:pt x="1744428" y="1036331"/>
                  </a:lnTo>
                  <a:lnTo>
                    <a:pt x="1740507" y="1036331"/>
                  </a:lnTo>
                  <a:lnTo>
                    <a:pt x="1736587" y="1036331"/>
                  </a:lnTo>
                  <a:lnTo>
                    <a:pt x="1732667" y="1036331"/>
                  </a:lnTo>
                  <a:lnTo>
                    <a:pt x="1728747" y="1036331"/>
                  </a:lnTo>
                  <a:lnTo>
                    <a:pt x="1724827" y="1036331"/>
                  </a:lnTo>
                  <a:lnTo>
                    <a:pt x="1720907" y="1036331"/>
                  </a:lnTo>
                  <a:lnTo>
                    <a:pt x="1716987" y="1036331"/>
                  </a:lnTo>
                  <a:lnTo>
                    <a:pt x="1713067" y="1036331"/>
                  </a:lnTo>
                  <a:lnTo>
                    <a:pt x="1709147" y="1036331"/>
                  </a:lnTo>
                  <a:lnTo>
                    <a:pt x="1705227" y="1036331"/>
                  </a:lnTo>
                  <a:lnTo>
                    <a:pt x="1701307" y="1036331"/>
                  </a:lnTo>
                  <a:lnTo>
                    <a:pt x="1697387" y="1036331"/>
                  </a:lnTo>
                  <a:lnTo>
                    <a:pt x="1693467" y="1036331"/>
                  </a:lnTo>
                  <a:lnTo>
                    <a:pt x="1689547" y="1036331"/>
                  </a:lnTo>
                  <a:lnTo>
                    <a:pt x="1685627" y="1036331"/>
                  </a:lnTo>
                  <a:lnTo>
                    <a:pt x="1681707" y="1036331"/>
                  </a:lnTo>
                  <a:lnTo>
                    <a:pt x="1677786" y="1036331"/>
                  </a:lnTo>
                  <a:lnTo>
                    <a:pt x="1673866" y="1036331"/>
                  </a:lnTo>
                  <a:lnTo>
                    <a:pt x="1669946" y="1036331"/>
                  </a:lnTo>
                  <a:lnTo>
                    <a:pt x="1666026" y="1036331"/>
                  </a:lnTo>
                  <a:lnTo>
                    <a:pt x="1662106" y="1036331"/>
                  </a:lnTo>
                  <a:lnTo>
                    <a:pt x="1658186" y="1036331"/>
                  </a:lnTo>
                  <a:lnTo>
                    <a:pt x="1654266" y="1036331"/>
                  </a:lnTo>
                  <a:lnTo>
                    <a:pt x="1650346" y="1036331"/>
                  </a:lnTo>
                  <a:lnTo>
                    <a:pt x="1646426" y="1036331"/>
                  </a:lnTo>
                  <a:lnTo>
                    <a:pt x="1642506" y="1036331"/>
                  </a:lnTo>
                  <a:lnTo>
                    <a:pt x="1638586" y="1036331"/>
                  </a:lnTo>
                  <a:lnTo>
                    <a:pt x="1634666" y="1036331"/>
                  </a:lnTo>
                  <a:lnTo>
                    <a:pt x="1630746" y="1036331"/>
                  </a:lnTo>
                  <a:lnTo>
                    <a:pt x="1626826" y="1036331"/>
                  </a:lnTo>
                  <a:lnTo>
                    <a:pt x="1622906" y="1036331"/>
                  </a:lnTo>
                  <a:lnTo>
                    <a:pt x="1618986" y="1036331"/>
                  </a:lnTo>
                  <a:lnTo>
                    <a:pt x="1615065" y="1036331"/>
                  </a:lnTo>
                  <a:lnTo>
                    <a:pt x="1611145" y="1036331"/>
                  </a:lnTo>
                  <a:lnTo>
                    <a:pt x="1607225" y="1036331"/>
                  </a:lnTo>
                  <a:lnTo>
                    <a:pt x="1603305" y="1036331"/>
                  </a:lnTo>
                  <a:lnTo>
                    <a:pt x="1599385" y="1036331"/>
                  </a:lnTo>
                  <a:lnTo>
                    <a:pt x="1595465" y="1036331"/>
                  </a:lnTo>
                  <a:lnTo>
                    <a:pt x="1591545" y="1036331"/>
                  </a:lnTo>
                  <a:lnTo>
                    <a:pt x="1587625" y="1036331"/>
                  </a:lnTo>
                  <a:lnTo>
                    <a:pt x="1583705" y="1036331"/>
                  </a:lnTo>
                  <a:lnTo>
                    <a:pt x="1579785" y="1036331"/>
                  </a:lnTo>
                  <a:lnTo>
                    <a:pt x="1575865" y="1036331"/>
                  </a:lnTo>
                  <a:lnTo>
                    <a:pt x="1571945" y="1036331"/>
                  </a:lnTo>
                  <a:lnTo>
                    <a:pt x="1568025" y="1036331"/>
                  </a:lnTo>
                  <a:lnTo>
                    <a:pt x="1564105" y="1036331"/>
                  </a:lnTo>
                  <a:lnTo>
                    <a:pt x="1560185" y="1036331"/>
                  </a:lnTo>
                  <a:lnTo>
                    <a:pt x="1556265" y="1036331"/>
                  </a:lnTo>
                  <a:lnTo>
                    <a:pt x="1552344" y="1036331"/>
                  </a:lnTo>
                  <a:lnTo>
                    <a:pt x="1548424" y="1036331"/>
                  </a:lnTo>
                  <a:lnTo>
                    <a:pt x="1544504" y="1036331"/>
                  </a:lnTo>
                  <a:lnTo>
                    <a:pt x="1540584" y="1036331"/>
                  </a:lnTo>
                  <a:lnTo>
                    <a:pt x="1536664" y="1036331"/>
                  </a:lnTo>
                  <a:lnTo>
                    <a:pt x="1532744" y="1036331"/>
                  </a:lnTo>
                  <a:lnTo>
                    <a:pt x="1528824" y="1036331"/>
                  </a:lnTo>
                  <a:lnTo>
                    <a:pt x="1524904" y="1036331"/>
                  </a:lnTo>
                  <a:lnTo>
                    <a:pt x="1520984" y="1036331"/>
                  </a:lnTo>
                  <a:lnTo>
                    <a:pt x="1517064" y="1036331"/>
                  </a:lnTo>
                  <a:lnTo>
                    <a:pt x="1513144" y="1036331"/>
                  </a:lnTo>
                  <a:lnTo>
                    <a:pt x="1509224" y="1036331"/>
                  </a:lnTo>
                  <a:lnTo>
                    <a:pt x="1505304" y="1036331"/>
                  </a:lnTo>
                  <a:lnTo>
                    <a:pt x="1501384" y="1036331"/>
                  </a:lnTo>
                  <a:lnTo>
                    <a:pt x="1497464" y="1036331"/>
                  </a:lnTo>
                  <a:lnTo>
                    <a:pt x="1493543" y="1036331"/>
                  </a:lnTo>
                  <a:lnTo>
                    <a:pt x="1489623" y="1036331"/>
                  </a:lnTo>
                  <a:lnTo>
                    <a:pt x="1485703" y="1036331"/>
                  </a:lnTo>
                  <a:lnTo>
                    <a:pt x="1481783" y="1036331"/>
                  </a:lnTo>
                  <a:lnTo>
                    <a:pt x="1477863" y="1036331"/>
                  </a:lnTo>
                  <a:lnTo>
                    <a:pt x="1473943" y="1036331"/>
                  </a:lnTo>
                  <a:lnTo>
                    <a:pt x="1470023" y="1036331"/>
                  </a:lnTo>
                  <a:lnTo>
                    <a:pt x="1466103" y="1036331"/>
                  </a:lnTo>
                  <a:lnTo>
                    <a:pt x="1462183" y="1036331"/>
                  </a:lnTo>
                  <a:lnTo>
                    <a:pt x="1458263" y="1036331"/>
                  </a:lnTo>
                  <a:lnTo>
                    <a:pt x="1454343" y="1036331"/>
                  </a:lnTo>
                  <a:lnTo>
                    <a:pt x="1450423" y="1036331"/>
                  </a:lnTo>
                  <a:lnTo>
                    <a:pt x="1446503" y="1036331"/>
                  </a:lnTo>
                  <a:lnTo>
                    <a:pt x="1442583" y="1036331"/>
                  </a:lnTo>
                  <a:lnTo>
                    <a:pt x="1438663" y="1036331"/>
                  </a:lnTo>
                  <a:lnTo>
                    <a:pt x="1434743" y="1036331"/>
                  </a:lnTo>
                  <a:lnTo>
                    <a:pt x="1430822" y="1036331"/>
                  </a:lnTo>
                  <a:lnTo>
                    <a:pt x="1426902" y="1036331"/>
                  </a:lnTo>
                  <a:lnTo>
                    <a:pt x="1422982" y="1036331"/>
                  </a:lnTo>
                  <a:lnTo>
                    <a:pt x="1419062" y="1036331"/>
                  </a:lnTo>
                  <a:lnTo>
                    <a:pt x="1415142" y="1036331"/>
                  </a:lnTo>
                  <a:lnTo>
                    <a:pt x="1411222" y="1036331"/>
                  </a:lnTo>
                  <a:lnTo>
                    <a:pt x="1407302" y="1036331"/>
                  </a:lnTo>
                  <a:lnTo>
                    <a:pt x="1403382" y="1036331"/>
                  </a:lnTo>
                  <a:lnTo>
                    <a:pt x="1399462" y="1036331"/>
                  </a:lnTo>
                  <a:lnTo>
                    <a:pt x="1395542" y="1036331"/>
                  </a:lnTo>
                  <a:lnTo>
                    <a:pt x="1391622" y="1036331"/>
                  </a:lnTo>
                  <a:lnTo>
                    <a:pt x="1387702" y="1036331"/>
                  </a:lnTo>
                  <a:lnTo>
                    <a:pt x="1383782" y="1036331"/>
                  </a:lnTo>
                  <a:lnTo>
                    <a:pt x="1379862" y="1036331"/>
                  </a:lnTo>
                  <a:lnTo>
                    <a:pt x="1375942" y="1036331"/>
                  </a:lnTo>
                  <a:lnTo>
                    <a:pt x="1372022" y="1036331"/>
                  </a:lnTo>
                  <a:lnTo>
                    <a:pt x="1368101" y="1036331"/>
                  </a:lnTo>
                  <a:lnTo>
                    <a:pt x="1364181" y="1036331"/>
                  </a:lnTo>
                  <a:lnTo>
                    <a:pt x="1360261" y="1036331"/>
                  </a:lnTo>
                  <a:lnTo>
                    <a:pt x="1356341" y="1036331"/>
                  </a:lnTo>
                  <a:lnTo>
                    <a:pt x="1352421" y="1036331"/>
                  </a:lnTo>
                  <a:lnTo>
                    <a:pt x="1348501" y="1036331"/>
                  </a:lnTo>
                  <a:lnTo>
                    <a:pt x="1344581" y="1036331"/>
                  </a:lnTo>
                  <a:lnTo>
                    <a:pt x="1340661" y="1036331"/>
                  </a:lnTo>
                  <a:lnTo>
                    <a:pt x="1336741" y="1036331"/>
                  </a:lnTo>
                  <a:lnTo>
                    <a:pt x="1332821" y="1036331"/>
                  </a:lnTo>
                  <a:lnTo>
                    <a:pt x="1328901" y="1036331"/>
                  </a:lnTo>
                  <a:lnTo>
                    <a:pt x="1324981" y="1036331"/>
                  </a:lnTo>
                  <a:lnTo>
                    <a:pt x="1321061" y="1036331"/>
                  </a:lnTo>
                  <a:lnTo>
                    <a:pt x="1317141" y="1036331"/>
                  </a:lnTo>
                  <a:lnTo>
                    <a:pt x="1313221" y="1036331"/>
                  </a:lnTo>
                  <a:lnTo>
                    <a:pt x="1309301" y="1036331"/>
                  </a:lnTo>
                  <a:lnTo>
                    <a:pt x="1305380" y="1036331"/>
                  </a:lnTo>
                  <a:lnTo>
                    <a:pt x="1301460" y="1036331"/>
                  </a:lnTo>
                  <a:lnTo>
                    <a:pt x="1297540" y="1036331"/>
                  </a:lnTo>
                  <a:lnTo>
                    <a:pt x="1293620" y="1036331"/>
                  </a:lnTo>
                  <a:lnTo>
                    <a:pt x="1289700" y="1036331"/>
                  </a:lnTo>
                  <a:lnTo>
                    <a:pt x="1285780" y="1036331"/>
                  </a:lnTo>
                  <a:lnTo>
                    <a:pt x="1281860" y="1036331"/>
                  </a:lnTo>
                  <a:lnTo>
                    <a:pt x="1277940" y="1036331"/>
                  </a:lnTo>
                  <a:lnTo>
                    <a:pt x="1274020" y="1036331"/>
                  </a:lnTo>
                  <a:lnTo>
                    <a:pt x="1270100" y="1036331"/>
                  </a:lnTo>
                  <a:lnTo>
                    <a:pt x="1266180" y="1036331"/>
                  </a:lnTo>
                  <a:lnTo>
                    <a:pt x="1262260" y="1036331"/>
                  </a:lnTo>
                  <a:lnTo>
                    <a:pt x="1258340" y="1036331"/>
                  </a:lnTo>
                  <a:lnTo>
                    <a:pt x="1254420" y="1036331"/>
                  </a:lnTo>
                  <a:lnTo>
                    <a:pt x="1250500" y="1036331"/>
                  </a:lnTo>
                  <a:lnTo>
                    <a:pt x="1246580" y="1036331"/>
                  </a:lnTo>
                  <a:lnTo>
                    <a:pt x="1242659" y="1036331"/>
                  </a:lnTo>
                  <a:lnTo>
                    <a:pt x="1238739" y="1036331"/>
                  </a:lnTo>
                  <a:lnTo>
                    <a:pt x="1234819" y="1036331"/>
                  </a:lnTo>
                  <a:lnTo>
                    <a:pt x="1230899" y="1036331"/>
                  </a:lnTo>
                  <a:lnTo>
                    <a:pt x="1226979" y="1036331"/>
                  </a:lnTo>
                  <a:lnTo>
                    <a:pt x="1223059" y="1036331"/>
                  </a:lnTo>
                  <a:lnTo>
                    <a:pt x="1219139" y="1036331"/>
                  </a:lnTo>
                  <a:lnTo>
                    <a:pt x="1215219" y="1036331"/>
                  </a:lnTo>
                  <a:lnTo>
                    <a:pt x="1211299" y="1036331"/>
                  </a:lnTo>
                  <a:lnTo>
                    <a:pt x="1207379" y="1036331"/>
                  </a:lnTo>
                  <a:lnTo>
                    <a:pt x="1203459" y="1036331"/>
                  </a:lnTo>
                  <a:lnTo>
                    <a:pt x="1199539" y="1036331"/>
                  </a:lnTo>
                  <a:lnTo>
                    <a:pt x="1195619" y="1036331"/>
                  </a:lnTo>
                  <a:lnTo>
                    <a:pt x="1191699" y="1036331"/>
                  </a:lnTo>
                  <a:lnTo>
                    <a:pt x="1187779" y="1036331"/>
                  </a:lnTo>
                  <a:lnTo>
                    <a:pt x="1183859" y="1036331"/>
                  </a:lnTo>
                  <a:lnTo>
                    <a:pt x="1179938" y="1036331"/>
                  </a:lnTo>
                  <a:lnTo>
                    <a:pt x="1176018" y="1036331"/>
                  </a:lnTo>
                  <a:lnTo>
                    <a:pt x="1172098" y="1036331"/>
                  </a:lnTo>
                  <a:lnTo>
                    <a:pt x="1168178" y="1036331"/>
                  </a:lnTo>
                  <a:lnTo>
                    <a:pt x="1164258" y="1036331"/>
                  </a:lnTo>
                  <a:lnTo>
                    <a:pt x="1160338" y="1036331"/>
                  </a:lnTo>
                  <a:lnTo>
                    <a:pt x="1156418" y="1036331"/>
                  </a:lnTo>
                  <a:lnTo>
                    <a:pt x="1152498" y="1036331"/>
                  </a:lnTo>
                  <a:lnTo>
                    <a:pt x="1148578" y="1036331"/>
                  </a:lnTo>
                  <a:lnTo>
                    <a:pt x="1144658" y="1036331"/>
                  </a:lnTo>
                  <a:lnTo>
                    <a:pt x="1140738" y="1036331"/>
                  </a:lnTo>
                  <a:lnTo>
                    <a:pt x="1136818" y="1036331"/>
                  </a:lnTo>
                  <a:lnTo>
                    <a:pt x="1132898" y="1036331"/>
                  </a:lnTo>
                  <a:lnTo>
                    <a:pt x="1128978" y="1036331"/>
                  </a:lnTo>
                  <a:lnTo>
                    <a:pt x="1125058" y="1036331"/>
                  </a:lnTo>
                  <a:lnTo>
                    <a:pt x="1121138" y="1036331"/>
                  </a:lnTo>
                  <a:lnTo>
                    <a:pt x="1117217" y="1036331"/>
                  </a:lnTo>
                  <a:lnTo>
                    <a:pt x="1113297" y="1036331"/>
                  </a:lnTo>
                  <a:lnTo>
                    <a:pt x="1109377" y="1036331"/>
                  </a:lnTo>
                  <a:lnTo>
                    <a:pt x="1105457" y="1036331"/>
                  </a:lnTo>
                  <a:lnTo>
                    <a:pt x="1101537" y="1036331"/>
                  </a:lnTo>
                  <a:lnTo>
                    <a:pt x="1097617" y="1036331"/>
                  </a:lnTo>
                  <a:lnTo>
                    <a:pt x="1093697" y="1036331"/>
                  </a:lnTo>
                  <a:lnTo>
                    <a:pt x="1089777" y="1036331"/>
                  </a:lnTo>
                  <a:lnTo>
                    <a:pt x="1085857" y="1036331"/>
                  </a:lnTo>
                  <a:lnTo>
                    <a:pt x="1081937" y="1036331"/>
                  </a:lnTo>
                  <a:lnTo>
                    <a:pt x="1078017" y="1036331"/>
                  </a:lnTo>
                  <a:lnTo>
                    <a:pt x="1074097" y="1036331"/>
                  </a:lnTo>
                  <a:lnTo>
                    <a:pt x="1070177" y="1036331"/>
                  </a:lnTo>
                  <a:lnTo>
                    <a:pt x="1066257" y="1036331"/>
                  </a:lnTo>
                  <a:lnTo>
                    <a:pt x="1062337" y="1036331"/>
                  </a:lnTo>
                  <a:lnTo>
                    <a:pt x="1058417" y="1036331"/>
                  </a:lnTo>
                  <a:lnTo>
                    <a:pt x="1054496" y="1036331"/>
                  </a:lnTo>
                  <a:lnTo>
                    <a:pt x="1050576" y="1036331"/>
                  </a:lnTo>
                  <a:lnTo>
                    <a:pt x="1046656" y="1036331"/>
                  </a:lnTo>
                  <a:lnTo>
                    <a:pt x="1042736" y="1036331"/>
                  </a:lnTo>
                  <a:lnTo>
                    <a:pt x="1038816" y="1036331"/>
                  </a:lnTo>
                  <a:lnTo>
                    <a:pt x="1034896" y="1036331"/>
                  </a:lnTo>
                  <a:lnTo>
                    <a:pt x="1030976" y="1036331"/>
                  </a:lnTo>
                  <a:lnTo>
                    <a:pt x="1027056" y="1036331"/>
                  </a:lnTo>
                  <a:lnTo>
                    <a:pt x="1023136" y="1036331"/>
                  </a:lnTo>
                  <a:lnTo>
                    <a:pt x="1019216" y="1036331"/>
                  </a:lnTo>
                  <a:lnTo>
                    <a:pt x="1015296" y="1036331"/>
                  </a:lnTo>
                  <a:lnTo>
                    <a:pt x="1011376" y="1036331"/>
                  </a:lnTo>
                  <a:lnTo>
                    <a:pt x="1007456" y="1036331"/>
                  </a:lnTo>
                  <a:lnTo>
                    <a:pt x="1003536" y="1036331"/>
                  </a:lnTo>
                  <a:lnTo>
                    <a:pt x="999616" y="1036331"/>
                  </a:lnTo>
                  <a:lnTo>
                    <a:pt x="995695" y="1036331"/>
                  </a:lnTo>
                  <a:lnTo>
                    <a:pt x="991775" y="1036331"/>
                  </a:lnTo>
                  <a:lnTo>
                    <a:pt x="987855" y="1036331"/>
                  </a:lnTo>
                  <a:lnTo>
                    <a:pt x="983935" y="1036331"/>
                  </a:lnTo>
                  <a:lnTo>
                    <a:pt x="980015" y="1036331"/>
                  </a:lnTo>
                  <a:lnTo>
                    <a:pt x="976095" y="1036331"/>
                  </a:lnTo>
                  <a:lnTo>
                    <a:pt x="972175" y="1036331"/>
                  </a:lnTo>
                  <a:lnTo>
                    <a:pt x="968255" y="1036331"/>
                  </a:lnTo>
                  <a:lnTo>
                    <a:pt x="964335" y="1036331"/>
                  </a:lnTo>
                  <a:lnTo>
                    <a:pt x="960415" y="1036331"/>
                  </a:lnTo>
                  <a:lnTo>
                    <a:pt x="956495" y="1036331"/>
                  </a:lnTo>
                  <a:lnTo>
                    <a:pt x="952575" y="1036331"/>
                  </a:lnTo>
                  <a:lnTo>
                    <a:pt x="948655" y="1036331"/>
                  </a:lnTo>
                  <a:lnTo>
                    <a:pt x="944735" y="1036331"/>
                  </a:lnTo>
                  <a:lnTo>
                    <a:pt x="940815" y="1036331"/>
                  </a:lnTo>
                  <a:lnTo>
                    <a:pt x="936895" y="1036331"/>
                  </a:lnTo>
                  <a:lnTo>
                    <a:pt x="932974" y="1036331"/>
                  </a:lnTo>
                  <a:lnTo>
                    <a:pt x="929054" y="1036331"/>
                  </a:lnTo>
                  <a:lnTo>
                    <a:pt x="925134" y="1036331"/>
                  </a:lnTo>
                  <a:lnTo>
                    <a:pt x="921214" y="1036331"/>
                  </a:lnTo>
                  <a:lnTo>
                    <a:pt x="917294" y="1036331"/>
                  </a:lnTo>
                  <a:lnTo>
                    <a:pt x="913374" y="1036331"/>
                  </a:lnTo>
                  <a:lnTo>
                    <a:pt x="909454" y="1036331"/>
                  </a:lnTo>
                  <a:lnTo>
                    <a:pt x="905534" y="1036331"/>
                  </a:lnTo>
                  <a:lnTo>
                    <a:pt x="901614" y="1036331"/>
                  </a:lnTo>
                  <a:lnTo>
                    <a:pt x="897694" y="1036331"/>
                  </a:lnTo>
                  <a:lnTo>
                    <a:pt x="893774" y="1036331"/>
                  </a:lnTo>
                  <a:lnTo>
                    <a:pt x="889854" y="1036331"/>
                  </a:lnTo>
                  <a:lnTo>
                    <a:pt x="885934" y="1036331"/>
                  </a:lnTo>
                  <a:lnTo>
                    <a:pt x="882014" y="1036331"/>
                  </a:lnTo>
                  <a:lnTo>
                    <a:pt x="878094" y="1036331"/>
                  </a:lnTo>
                  <a:lnTo>
                    <a:pt x="874174" y="1036331"/>
                  </a:lnTo>
                  <a:lnTo>
                    <a:pt x="870253" y="1036331"/>
                  </a:lnTo>
                  <a:lnTo>
                    <a:pt x="866333" y="1036331"/>
                  </a:lnTo>
                  <a:lnTo>
                    <a:pt x="862413" y="1036331"/>
                  </a:lnTo>
                  <a:lnTo>
                    <a:pt x="858493" y="1036331"/>
                  </a:lnTo>
                  <a:lnTo>
                    <a:pt x="854573" y="1036331"/>
                  </a:lnTo>
                  <a:lnTo>
                    <a:pt x="850653" y="1036331"/>
                  </a:lnTo>
                  <a:lnTo>
                    <a:pt x="846733" y="1036331"/>
                  </a:lnTo>
                  <a:lnTo>
                    <a:pt x="842813" y="1036331"/>
                  </a:lnTo>
                  <a:lnTo>
                    <a:pt x="838893" y="1036331"/>
                  </a:lnTo>
                  <a:lnTo>
                    <a:pt x="834973" y="1036331"/>
                  </a:lnTo>
                  <a:lnTo>
                    <a:pt x="831053" y="1036331"/>
                  </a:lnTo>
                  <a:lnTo>
                    <a:pt x="827133" y="1036331"/>
                  </a:lnTo>
                  <a:lnTo>
                    <a:pt x="823213" y="1036331"/>
                  </a:lnTo>
                  <a:lnTo>
                    <a:pt x="819293" y="1036331"/>
                  </a:lnTo>
                  <a:lnTo>
                    <a:pt x="815373" y="1036331"/>
                  </a:lnTo>
                  <a:lnTo>
                    <a:pt x="811453" y="1036331"/>
                  </a:lnTo>
                  <a:lnTo>
                    <a:pt x="807532" y="1036331"/>
                  </a:lnTo>
                  <a:lnTo>
                    <a:pt x="803612" y="1036331"/>
                  </a:lnTo>
                  <a:lnTo>
                    <a:pt x="799692" y="1036331"/>
                  </a:lnTo>
                  <a:lnTo>
                    <a:pt x="795772" y="1036331"/>
                  </a:lnTo>
                  <a:lnTo>
                    <a:pt x="791852" y="1036331"/>
                  </a:lnTo>
                  <a:lnTo>
                    <a:pt x="787932" y="1036331"/>
                  </a:lnTo>
                  <a:lnTo>
                    <a:pt x="784012" y="1036331"/>
                  </a:lnTo>
                  <a:lnTo>
                    <a:pt x="780092" y="1036331"/>
                  </a:lnTo>
                  <a:lnTo>
                    <a:pt x="776172" y="1036331"/>
                  </a:lnTo>
                  <a:lnTo>
                    <a:pt x="772252" y="1036331"/>
                  </a:lnTo>
                  <a:lnTo>
                    <a:pt x="768332" y="1036331"/>
                  </a:lnTo>
                  <a:lnTo>
                    <a:pt x="764412" y="1036331"/>
                  </a:lnTo>
                  <a:lnTo>
                    <a:pt x="760492" y="1036331"/>
                  </a:lnTo>
                  <a:lnTo>
                    <a:pt x="756572" y="1036331"/>
                  </a:lnTo>
                  <a:lnTo>
                    <a:pt x="752652" y="1036331"/>
                  </a:lnTo>
                  <a:lnTo>
                    <a:pt x="748732" y="1036331"/>
                  </a:lnTo>
                  <a:lnTo>
                    <a:pt x="744811" y="1036331"/>
                  </a:lnTo>
                  <a:lnTo>
                    <a:pt x="740891" y="1036331"/>
                  </a:lnTo>
                  <a:lnTo>
                    <a:pt x="736971" y="1036331"/>
                  </a:lnTo>
                  <a:lnTo>
                    <a:pt x="733051" y="1036331"/>
                  </a:lnTo>
                  <a:lnTo>
                    <a:pt x="729131" y="1036331"/>
                  </a:lnTo>
                  <a:lnTo>
                    <a:pt x="725211" y="1036331"/>
                  </a:lnTo>
                  <a:lnTo>
                    <a:pt x="721291" y="1036331"/>
                  </a:lnTo>
                  <a:lnTo>
                    <a:pt x="717371" y="1036331"/>
                  </a:lnTo>
                  <a:lnTo>
                    <a:pt x="713451" y="1036331"/>
                  </a:lnTo>
                  <a:lnTo>
                    <a:pt x="709531" y="1036331"/>
                  </a:lnTo>
                  <a:lnTo>
                    <a:pt x="705611" y="1036331"/>
                  </a:lnTo>
                  <a:lnTo>
                    <a:pt x="701691" y="1036331"/>
                  </a:lnTo>
                  <a:lnTo>
                    <a:pt x="697771" y="1036331"/>
                  </a:lnTo>
                  <a:lnTo>
                    <a:pt x="693851" y="1036331"/>
                  </a:lnTo>
                  <a:lnTo>
                    <a:pt x="689931" y="1036331"/>
                  </a:lnTo>
                  <a:lnTo>
                    <a:pt x="686011" y="1036331"/>
                  </a:lnTo>
                  <a:lnTo>
                    <a:pt x="682090" y="1036331"/>
                  </a:lnTo>
                  <a:lnTo>
                    <a:pt x="678170" y="1036331"/>
                  </a:lnTo>
                  <a:lnTo>
                    <a:pt x="674250" y="1036331"/>
                  </a:lnTo>
                  <a:lnTo>
                    <a:pt x="670330" y="1036331"/>
                  </a:lnTo>
                  <a:lnTo>
                    <a:pt x="666410" y="1036331"/>
                  </a:lnTo>
                  <a:lnTo>
                    <a:pt x="662490" y="1036331"/>
                  </a:lnTo>
                  <a:lnTo>
                    <a:pt x="658570" y="1036331"/>
                  </a:lnTo>
                  <a:lnTo>
                    <a:pt x="654650" y="1036331"/>
                  </a:lnTo>
                  <a:lnTo>
                    <a:pt x="650730" y="1036331"/>
                  </a:lnTo>
                  <a:lnTo>
                    <a:pt x="646810" y="1036331"/>
                  </a:lnTo>
                  <a:lnTo>
                    <a:pt x="642890" y="1036331"/>
                  </a:lnTo>
                  <a:lnTo>
                    <a:pt x="638970" y="1036331"/>
                  </a:lnTo>
                  <a:lnTo>
                    <a:pt x="635050" y="1036331"/>
                  </a:lnTo>
                  <a:lnTo>
                    <a:pt x="631130" y="1036331"/>
                  </a:lnTo>
                  <a:lnTo>
                    <a:pt x="627210" y="1036331"/>
                  </a:lnTo>
                  <a:lnTo>
                    <a:pt x="623290" y="1036331"/>
                  </a:lnTo>
                  <a:lnTo>
                    <a:pt x="619369" y="1036331"/>
                  </a:lnTo>
                  <a:lnTo>
                    <a:pt x="615449" y="1036331"/>
                  </a:lnTo>
                  <a:lnTo>
                    <a:pt x="611529" y="1036331"/>
                  </a:lnTo>
                  <a:lnTo>
                    <a:pt x="607609" y="1036331"/>
                  </a:lnTo>
                  <a:lnTo>
                    <a:pt x="603689" y="1036331"/>
                  </a:lnTo>
                  <a:lnTo>
                    <a:pt x="599769" y="1036331"/>
                  </a:lnTo>
                  <a:lnTo>
                    <a:pt x="595849" y="1036331"/>
                  </a:lnTo>
                  <a:lnTo>
                    <a:pt x="591929" y="1036331"/>
                  </a:lnTo>
                  <a:lnTo>
                    <a:pt x="588009" y="1036331"/>
                  </a:lnTo>
                  <a:lnTo>
                    <a:pt x="584089" y="1036331"/>
                  </a:lnTo>
                  <a:lnTo>
                    <a:pt x="580169" y="1036331"/>
                  </a:lnTo>
                  <a:lnTo>
                    <a:pt x="576249" y="1036331"/>
                  </a:lnTo>
                  <a:lnTo>
                    <a:pt x="572329" y="1036331"/>
                  </a:lnTo>
                  <a:lnTo>
                    <a:pt x="568409" y="1036331"/>
                  </a:lnTo>
                  <a:lnTo>
                    <a:pt x="564489" y="1036331"/>
                  </a:lnTo>
                  <a:lnTo>
                    <a:pt x="560569" y="1036331"/>
                  </a:lnTo>
                  <a:lnTo>
                    <a:pt x="556648" y="1036331"/>
                  </a:lnTo>
                  <a:lnTo>
                    <a:pt x="552728" y="1036331"/>
                  </a:lnTo>
                  <a:lnTo>
                    <a:pt x="548808" y="1036331"/>
                  </a:lnTo>
                  <a:lnTo>
                    <a:pt x="544888" y="1036331"/>
                  </a:lnTo>
                  <a:lnTo>
                    <a:pt x="540968" y="1036331"/>
                  </a:lnTo>
                  <a:lnTo>
                    <a:pt x="537048" y="1036331"/>
                  </a:lnTo>
                  <a:lnTo>
                    <a:pt x="533128" y="1036331"/>
                  </a:lnTo>
                  <a:lnTo>
                    <a:pt x="529208" y="1036331"/>
                  </a:lnTo>
                  <a:lnTo>
                    <a:pt x="525288" y="1036331"/>
                  </a:lnTo>
                  <a:lnTo>
                    <a:pt x="521368" y="1036331"/>
                  </a:lnTo>
                  <a:lnTo>
                    <a:pt x="517448" y="1036331"/>
                  </a:lnTo>
                  <a:lnTo>
                    <a:pt x="513528" y="1036331"/>
                  </a:lnTo>
                  <a:lnTo>
                    <a:pt x="509608" y="1036331"/>
                  </a:lnTo>
                  <a:lnTo>
                    <a:pt x="505688" y="1036331"/>
                  </a:lnTo>
                  <a:lnTo>
                    <a:pt x="501768" y="1036331"/>
                  </a:lnTo>
                  <a:lnTo>
                    <a:pt x="497847" y="1036331"/>
                  </a:lnTo>
                  <a:lnTo>
                    <a:pt x="493927" y="1036331"/>
                  </a:lnTo>
                  <a:lnTo>
                    <a:pt x="490007" y="1036331"/>
                  </a:lnTo>
                  <a:lnTo>
                    <a:pt x="486087" y="1036331"/>
                  </a:lnTo>
                  <a:lnTo>
                    <a:pt x="482167" y="1036331"/>
                  </a:lnTo>
                  <a:lnTo>
                    <a:pt x="478247" y="1036331"/>
                  </a:lnTo>
                  <a:lnTo>
                    <a:pt x="474327" y="1036331"/>
                  </a:lnTo>
                  <a:lnTo>
                    <a:pt x="470407" y="1036331"/>
                  </a:lnTo>
                  <a:lnTo>
                    <a:pt x="466487" y="1036331"/>
                  </a:lnTo>
                  <a:lnTo>
                    <a:pt x="462567" y="1036331"/>
                  </a:lnTo>
                  <a:lnTo>
                    <a:pt x="458647" y="1036331"/>
                  </a:lnTo>
                  <a:lnTo>
                    <a:pt x="454727" y="1036331"/>
                  </a:lnTo>
                  <a:lnTo>
                    <a:pt x="450807" y="1036331"/>
                  </a:lnTo>
                  <a:lnTo>
                    <a:pt x="446887" y="1036331"/>
                  </a:lnTo>
                  <a:lnTo>
                    <a:pt x="442967" y="1036331"/>
                  </a:lnTo>
                  <a:lnTo>
                    <a:pt x="439047" y="1036331"/>
                  </a:lnTo>
                  <a:lnTo>
                    <a:pt x="435126" y="1036331"/>
                  </a:lnTo>
                  <a:lnTo>
                    <a:pt x="431206" y="1036331"/>
                  </a:lnTo>
                  <a:lnTo>
                    <a:pt x="427286" y="1036331"/>
                  </a:lnTo>
                  <a:lnTo>
                    <a:pt x="423366" y="1036331"/>
                  </a:lnTo>
                  <a:lnTo>
                    <a:pt x="419446" y="1036331"/>
                  </a:lnTo>
                  <a:lnTo>
                    <a:pt x="415526" y="1036331"/>
                  </a:lnTo>
                  <a:lnTo>
                    <a:pt x="411606" y="1036331"/>
                  </a:lnTo>
                  <a:lnTo>
                    <a:pt x="407686" y="1036331"/>
                  </a:lnTo>
                  <a:lnTo>
                    <a:pt x="403766" y="1036331"/>
                  </a:lnTo>
                  <a:lnTo>
                    <a:pt x="399846" y="1036331"/>
                  </a:lnTo>
                  <a:lnTo>
                    <a:pt x="395926" y="1036331"/>
                  </a:lnTo>
                  <a:lnTo>
                    <a:pt x="392006" y="1036331"/>
                  </a:lnTo>
                  <a:lnTo>
                    <a:pt x="388086" y="1036331"/>
                  </a:lnTo>
                  <a:lnTo>
                    <a:pt x="384166" y="1036331"/>
                  </a:lnTo>
                  <a:lnTo>
                    <a:pt x="380246" y="1036331"/>
                  </a:lnTo>
                  <a:lnTo>
                    <a:pt x="376326" y="1036331"/>
                  </a:lnTo>
                  <a:lnTo>
                    <a:pt x="372405" y="1036331"/>
                  </a:lnTo>
                  <a:lnTo>
                    <a:pt x="368485" y="1036331"/>
                  </a:lnTo>
                  <a:lnTo>
                    <a:pt x="364565" y="1036331"/>
                  </a:lnTo>
                  <a:lnTo>
                    <a:pt x="360645" y="1036331"/>
                  </a:lnTo>
                  <a:lnTo>
                    <a:pt x="356725" y="1036331"/>
                  </a:lnTo>
                  <a:lnTo>
                    <a:pt x="352805" y="1036331"/>
                  </a:lnTo>
                  <a:lnTo>
                    <a:pt x="348885" y="1036331"/>
                  </a:lnTo>
                  <a:lnTo>
                    <a:pt x="344965" y="1036331"/>
                  </a:lnTo>
                  <a:lnTo>
                    <a:pt x="341045" y="1036331"/>
                  </a:lnTo>
                  <a:lnTo>
                    <a:pt x="337125" y="1036331"/>
                  </a:lnTo>
                  <a:lnTo>
                    <a:pt x="333205" y="1036331"/>
                  </a:lnTo>
                  <a:lnTo>
                    <a:pt x="329285" y="1036331"/>
                  </a:lnTo>
                  <a:lnTo>
                    <a:pt x="325365" y="1036331"/>
                  </a:lnTo>
                  <a:lnTo>
                    <a:pt x="321445" y="1036331"/>
                  </a:lnTo>
                  <a:lnTo>
                    <a:pt x="317525" y="1036331"/>
                  </a:lnTo>
                  <a:lnTo>
                    <a:pt x="313605" y="1036331"/>
                  </a:lnTo>
                  <a:lnTo>
                    <a:pt x="309684" y="1036331"/>
                  </a:lnTo>
                  <a:lnTo>
                    <a:pt x="305764" y="1036331"/>
                  </a:lnTo>
                  <a:lnTo>
                    <a:pt x="301844" y="1036331"/>
                  </a:lnTo>
                  <a:lnTo>
                    <a:pt x="297924" y="1036331"/>
                  </a:lnTo>
                  <a:lnTo>
                    <a:pt x="294004" y="1036331"/>
                  </a:lnTo>
                  <a:lnTo>
                    <a:pt x="290084" y="1036331"/>
                  </a:lnTo>
                  <a:lnTo>
                    <a:pt x="286164" y="1036331"/>
                  </a:lnTo>
                  <a:lnTo>
                    <a:pt x="282244" y="1036331"/>
                  </a:lnTo>
                  <a:lnTo>
                    <a:pt x="278324" y="1036331"/>
                  </a:lnTo>
                  <a:lnTo>
                    <a:pt x="274404" y="1036331"/>
                  </a:lnTo>
                  <a:lnTo>
                    <a:pt x="270484" y="1036331"/>
                  </a:lnTo>
                  <a:lnTo>
                    <a:pt x="266564" y="1036331"/>
                  </a:lnTo>
                  <a:lnTo>
                    <a:pt x="262644" y="1036331"/>
                  </a:lnTo>
                  <a:lnTo>
                    <a:pt x="258724" y="1036331"/>
                  </a:lnTo>
                  <a:lnTo>
                    <a:pt x="254804" y="1036331"/>
                  </a:lnTo>
                  <a:lnTo>
                    <a:pt x="250884" y="1036331"/>
                  </a:lnTo>
                  <a:lnTo>
                    <a:pt x="246963" y="1036331"/>
                  </a:lnTo>
                  <a:lnTo>
                    <a:pt x="243043" y="1036331"/>
                  </a:lnTo>
                  <a:lnTo>
                    <a:pt x="239123" y="1036331"/>
                  </a:lnTo>
                  <a:lnTo>
                    <a:pt x="235203" y="1036331"/>
                  </a:lnTo>
                  <a:lnTo>
                    <a:pt x="231283" y="1036331"/>
                  </a:lnTo>
                  <a:lnTo>
                    <a:pt x="227363" y="1036331"/>
                  </a:lnTo>
                  <a:lnTo>
                    <a:pt x="223443" y="1036331"/>
                  </a:lnTo>
                  <a:lnTo>
                    <a:pt x="219523" y="1036331"/>
                  </a:lnTo>
                  <a:lnTo>
                    <a:pt x="215603" y="1036331"/>
                  </a:lnTo>
                  <a:lnTo>
                    <a:pt x="211683" y="1036331"/>
                  </a:lnTo>
                  <a:lnTo>
                    <a:pt x="207763" y="1036331"/>
                  </a:lnTo>
                  <a:lnTo>
                    <a:pt x="203843" y="1036331"/>
                  </a:lnTo>
                  <a:lnTo>
                    <a:pt x="199923" y="1036331"/>
                  </a:lnTo>
                  <a:lnTo>
                    <a:pt x="196003" y="1036331"/>
                  </a:lnTo>
                  <a:lnTo>
                    <a:pt x="192083" y="1036331"/>
                  </a:lnTo>
                  <a:lnTo>
                    <a:pt x="188163" y="1036331"/>
                  </a:lnTo>
                  <a:lnTo>
                    <a:pt x="184242" y="1036331"/>
                  </a:lnTo>
                  <a:lnTo>
                    <a:pt x="180322" y="1036331"/>
                  </a:lnTo>
                  <a:lnTo>
                    <a:pt x="176402" y="1036331"/>
                  </a:lnTo>
                  <a:lnTo>
                    <a:pt x="172482" y="1036331"/>
                  </a:lnTo>
                  <a:lnTo>
                    <a:pt x="168562" y="1036331"/>
                  </a:lnTo>
                  <a:lnTo>
                    <a:pt x="164642" y="1036331"/>
                  </a:lnTo>
                  <a:lnTo>
                    <a:pt x="160722" y="1036331"/>
                  </a:lnTo>
                  <a:lnTo>
                    <a:pt x="156802" y="1036331"/>
                  </a:lnTo>
                  <a:lnTo>
                    <a:pt x="152882" y="1036331"/>
                  </a:lnTo>
                  <a:lnTo>
                    <a:pt x="148962" y="1036331"/>
                  </a:lnTo>
                  <a:lnTo>
                    <a:pt x="145042" y="1036331"/>
                  </a:lnTo>
                  <a:lnTo>
                    <a:pt x="141122" y="1036331"/>
                  </a:lnTo>
                  <a:lnTo>
                    <a:pt x="137202" y="1036331"/>
                  </a:lnTo>
                  <a:lnTo>
                    <a:pt x="133282" y="1036331"/>
                  </a:lnTo>
                  <a:lnTo>
                    <a:pt x="129362" y="1036331"/>
                  </a:lnTo>
                  <a:lnTo>
                    <a:pt x="125442" y="1036331"/>
                  </a:lnTo>
                  <a:lnTo>
                    <a:pt x="121521" y="1036331"/>
                  </a:lnTo>
                  <a:lnTo>
                    <a:pt x="117601" y="1036331"/>
                  </a:lnTo>
                  <a:lnTo>
                    <a:pt x="113681" y="1036331"/>
                  </a:lnTo>
                  <a:lnTo>
                    <a:pt x="109761" y="1036331"/>
                  </a:lnTo>
                  <a:lnTo>
                    <a:pt x="105841" y="1036331"/>
                  </a:lnTo>
                  <a:lnTo>
                    <a:pt x="101921" y="1036331"/>
                  </a:lnTo>
                  <a:lnTo>
                    <a:pt x="98001" y="1036331"/>
                  </a:lnTo>
                  <a:lnTo>
                    <a:pt x="94081" y="1036331"/>
                  </a:lnTo>
                  <a:lnTo>
                    <a:pt x="90161" y="1036331"/>
                  </a:lnTo>
                  <a:lnTo>
                    <a:pt x="86241" y="1036331"/>
                  </a:lnTo>
                  <a:lnTo>
                    <a:pt x="82321" y="1036331"/>
                  </a:lnTo>
                  <a:lnTo>
                    <a:pt x="78401" y="1036331"/>
                  </a:lnTo>
                  <a:lnTo>
                    <a:pt x="74481" y="1036331"/>
                  </a:lnTo>
                  <a:lnTo>
                    <a:pt x="70561" y="1036331"/>
                  </a:lnTo>
                  <a:lnTo>
                    <a:pt x="66641" y="1036331"/>
                  </a:lnTo>
                  <a:lnTo>
                    <a:pt x="62721" y="1036331"/>
                  </a:lnTo>
                  <a:lnTo>
                    <a:pt x="58800" y="1036331"/>
                  </a:lnTo>
                  <a:lnTo>
                    <a:pt x="54880" y="1036331"/>
                  </a:lnTo>
                  <a:lnTo>
                    <a:pt x="50960" y="1036331"/>
                  </a:lnTo>
                  <a:lnTo>
                    <a:pt x="47040" y="1036331"/>
                  </a:lnTo>
                  <a:lnTo>
                    <a:pt x="43120" y="1036331"/>
                  </a:lnTo>
                  <a:lnTo>
                    <a:pt x="39200" y="1036331"/>
                  </a:lnTo>
                  <a:lnTo>
                    <a:pt x="35280" y="1036331"/>
                  </a:lnTo>
                  <a:lnTo>
                    <a:pt x="31360" y="1036331"/>
                  </a:lnTo>
                  <a:lnTo>
                    <a:pt x="27440" y="1036331"/>
                  </a:lnTo>
                  <a:lnTo>
                    <a:pt x="23520" y="1036331"/>
                  </a:lnTo>
                  <a:lnTo>
                    <a:pt x="19600" y="1036331"/>
                  </a:lnTo>
                  <a:lnTo>
                    <a:pt x="15680" y="1036331"/>
                  </a:lnTo>
                  <a:lnTo>
                    <a:pt x="11760" y="1036331"/>
                  </a:lnTo>
                  <a:lnTo>
                    <a:pt x="7840" y="1036331"/>
                  </a:lnTo>
                  <a:lnTo>
                    <a:pt x="3920" y="1036331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57" name="pl57"/>
            <p:cNvSpPr/>
            <p:nvPr/>
          </p:nvSpPr>
          <p:spPr>
            <a:xfrm>
              <a:off x="6559621" y="5255217"/>
              <a:ext cx="2003152" cy="1036331"/>
            </a:xfrm>
            <a:custGeom>
              <a:avLst/>
              <a:gdLst/>
              <a:ahLst/>
              <a:cxnLst/>
              <a:rect l="0" t="0" r="0" b="0"/>
              <a:pathLst>
                <a:path w="2003152" h="1036331">
                  <a:moveTo>
                    <a:pt x="0" y="1036331"/>
                  </a:moveTo>
                  <a:lnTo>
                    <a:pt x="3920" y="1036331"/>
                  </a:lnTo>
                  <a:lnTo>
                    <a:pt x="7840" y="1036331"/>
                  </a:lnTo>
                  <a:lnTo>
                    <a:pt x="11760" y="1036331"/>
                  </a:lnTo>
                  <a:lnTo>
                    <a:pt x="15680" y="1036331"/>
                  </a:lnTo>
                  <a:lnTo>
                    <a:pt x="19600" y="1036331"/>
                  </a:lnTo>
                  <a:lnTo>
                    <a:pt x="23520" y="1036331"/>
                  </a:lnTo>
                  <a:lnTo>
                    <a:pt x="27440" y="1036331"/>
                  </a:lnTo>
                  <a:lnTo>
                    <a:pt x="31360" y="1036331"/>
                  </a:lnTo>
                  <a:lnTo>
                    <a:pt x="35280" y="1036331"/>
                  </a:lnTo>
                  <a:lnTo>
                    <a:pt x="39200" y="1036331"/>
                  </a:lnTo>
                  <a:lnTo>
                    <a:pt x="43120" y="1036331"/>
                  </a:lnTo>
                  <a:lnTo>
                    <a:pt x="47040" y="1036331"/>
                  </a:lnTo>
                  <a:lnTo>
                    <a:pt x="50960" y="1036331"/>
                  </a:lnTo>
                  <a:lnTo>
                    <a:pt x="54880" y="1036331"/>
                  </a:lnTo>
                  <a:lnTo>
                    <a:pt x="58800" y="1036331"/>
                  </a:lnTo>
                  <a:lnTo>
                    <a:pt x="62721" y="1036331"/>
                  </a:lnTo>
                  <a:lnTo>
                    <a:pt x="66641" y="1036331"/>
                  </a:lnTo>
                  <a:lnTo>
                    <a:pt x="70561" y="1036331"/>
                  </a:lnTo>
                  <a:lnTo>
                    <a:pt x="74481" y="1036331"/>
                  </a:lnTo>
                  <a:lnTo>
                    <a:pt x="78401" y="1036331"/>
                  </a:lnTo>
                  <a:lnTo>
                    <a:pt x="82321" y="1036331"/>
                  </a:lnTo>
                  <a:lnTo>
                    <a:pt x="86241" y="1036331"/>
                  </a:lnTo>
                  <a:lnTo>
                    <a:pt x="90161" y="1036331"/>
                  </a:lnTo>
                  <a:lnTo>
                    <a:pt x="94081" y="1036331"/>
                  </a:lnTo>
                  <a:lnTo>
                    <a:pt x="98001" y="1036331"/>
                  </a:lnTo>
                  <a:lnTo>
                    <a:pt x="101921" y="1036331"/>
                  </a:lnTo>
                  <a:lnTo>
                    <a:pt x="105841" y="1036331"/>
                  </a:lnTo>
                  <a:lnTo>
                    <a:pt x="109761" y="1036331"/>
                  </a:lnTo>
                  <a:lnTo>
                    <a:pt x="113681" y="1036330"/>
                  </a:lnTo>
                  <a:lnTo>
                    <a:pt x="117601" y="1036329"/>
                  </a:lnTo>
                  <a:lnTo>
                    <a:pt x="121521" y="1036323"/>
                  </a:lnTo>
                  <a:lnTo>
                    <a:pt x="125442" y="1036307"/>
                  </a:lnTo>
                  <a:lnTo>
                    <a:pt x="129362" y="1036265"/>
                  </a:lnTo>
                  <a:lnTo>
                    <a:pt x="133282" y="1036161"/>
                  </a:lnTo>
                  <a:lnTo>
                    <a:pt x="137202" y="1035924"/>
                  </a:lnTo>
                  <a:lnTo>
                    <a:pt x="141122" y="1035416"/>
                  </a:lnTo>
                  <a:lnTo>
                    <a:pt x="145042" y="1034400"/>
                  </a:lnTo>
                  <a:lnTo>
                    <a:pt x="148962" y="1032489"/>
                  </a:lnTo>
                  <a:lnTo>
                    <a:pt x="152882" y="1029117"/>
                  </a:lnTo>
                  <a:lnTo>
                    <a:pt x="156802" y="1023447"/>
                  </a:lnTo>
                  <a:lnTo>
                    <a:pt x="160722" y="1014459"/>
                  </a:lnTo>
                  <a:lnTo>
                    <a:pt x="164642" y="1001375"/>
                  </a:lnTo>
                  <a:lnTo>
                    <a:pt x="168562" y="983637"/>
                  </a:lnTo>
                  <a:lnTo>
                    <a:pt x="172482" y="961265"/>
                  </a:lnTo>
                  <a:lnTo>
                    <a:pt x="176402" y="935097"/>
                  </a:lnTo>
                  <a:lnTo>
                    <a:pt x="180322" y="906873"/>
                  </a:lnTo>
                  <a:lnTo>
                    <a:pt x="184242" y="879089"/>
                  </a:lnTo>
                  <a:lnTo>
                    <a:pt x="188163" y="854612"/>
                  </a:lnTo>
                  <a:lnTo>
                    <a:pt x="192083" y="836127"/>
                  </a:lnTo>
                  <a:lnTo>
                    <a:pt x="196003" y="825563"/>
                  </a:lnTo>
                  <a:lnTo>
                    <a:pt x="199923" y="823687"/>
                  </a:lnTo>
                  <a:lnTo>
                    <a:pt x="203843" y="830002"/>
                  </a:lnTo>
                  <a:lnTo>
                    <a:pt x="207763" y="842979"/>
                  </a:lnTo>
                  <a:lnTo>
                    <a:pt x="211683" y="860520"/>
                  </a:lnTo>
                  <a:lnTo>
                    <a:pt x="215603" y="880483"/>
                  </a:lnTo>
                  <a:lnTo>
                    <a:pt x="219523" y="901067"/>
                  </a:lnTo>
                  <a:lnTo>
                    <a:pt x="223443" y="920967"/>
                  </a:lnTo>
                  <a:lnTo>
                    <a:pt x="227363" y="939267"/>
                  </a:lnTo>
                  <a:lnTo>
                    <a:pt x="231283" y="955342"/>
                  </a:lnTo>
                  <a:lnTo>
                    <a:pt x="235203" y="968894"/>
                  </a:lnTo>
                  <a:lnTo>
                    <a:pt x="239123" y="979730"/>
                  </a:lnTo>
                  <a:lnTo>
                    <a:pt x="243043" y="987868"/>
                  </a:lnTo>
                  <a:lnTo>
                    <a:pt x="246963" y="993568"/>
                  </a:lnTo>
                  <a:lnTo>
                    <a:pt x="250884" y="997295"/>
                  </a:lnTo>
                  <a:lnTo>
                    <a:pt x="254804" y="999622"/>
                  </a:lnTo>
                  <a:lnTo>
                    <a:pt x="258724" y="1001104"/>
                  </a:lnTo>
                  <a:lnTo>
                    <a:pt x="262644" y="1002163"/>
                  </a:lnTo>
                  <a:lnTo>
                    <a:pt x="266564" y="1003036"/>
                  </a:lnTo>
                  <a:lnTo>
                    <a:pt x="270484" y="1003789"/>
                  </a:lnTo>
                  <a:lnTo>
                    <a:pt x="274404" y="1004382"/>
                  </a:lnTo>
                  <a:lnTo>
                    <a:pt x="278324" y="1004749"/>
                  </a:lnTo>
                  <a:lnTo>
                    <a:pt x="282244" y="1004864"/>
                  </a:lnTo>
                  <a:lnTo>
                    <a:pt x="286164" y="1004760"/>
                  </a:lnTo>
                  <a:lnTo>
                    <a:pt x="290084" y="1004499"/>
                  </a:lnTo>
                  <a:lnTo>
                    <a:pt x="294004" y="1004097"/>
                  </a:lnTo>
                  <a:lnTo>
                    <a:pt x="297924" y="1003448"/>
                  </a:lnTo>
                  <a:lnTo>
                    <a:pt x="301844" y="1002266"/>
                  </a:lnTo>
                  <a:lnTo>
                    <a:pt x="305764" y="1000173"/>
                  </a:lnTo>
                  <a:lnTo>
                    <a:pt x="309684" y="996734"/>
                  </a:lnTo>
                  <a:lnTo>
                    <a:pt x="313605" y="991546"/>
                  </a:lnTo>
                  <a:lnTo>
                    <a:pt x="317525" y="984264"/>
                  </a:lnTo>
                  <a:lnTo>
                    <a:pt x="321445" y="974599"/>
                  </a:lnTo>
                  <a:lnTo>
                    <a:pt x="325365" y="962260"/>
                  </a:lnTo>
                  <a:lnTo>
                    <a:pt x="329285" y="946894"/>
                  </a:lnTo>
                  <a:lnTo>
                    <a:pt x="333205" y="928049"/>
                  </a:lnTo>
                  <a:lnTo>
                    <a:pt x="337125" y="905179"/>
                  </a:lnTo>
                  <a:lnTo>
                    <a:pt x="341045" y="877701"/>
                  </a:lnTo>
                  <a:lnTo>
                    <a:pt x="344965" y="845082"/>
                  </a:lnTo>
                  <a:lnTo>
                    <a:pt x="348885" y="806924"/>
                  </a:lnTo>
                  <a:lnTo>
                    <a:pt x="352805" y="763008"/>
                  </a:lnTo>
                  <a:lnTo>
                    <a:pt x="356725" y="713279"/>
                  </a:lnTo>
                  <a:lnTo>
                    <a:pt x="360645" y="657761"/>
                  </a:lnTo>
                  <a:lnTo>
                    <a:pt x="364565" y="596461"/>
                  </a:lnTo>
                  <a:lnTo>
                    <a:pt x="368485" y="529160"/>
                  </a:lnTo>
                  <a:lnTo>
                    <a:pt x="372405" y="455840"/>
                  </a:lnTo>
                  <a:lnTo>
                    <a:pt x="376326" y="377295"/>
                  </a:lnTo>
                  <a:lnTo>
                    <a:pt x="380246" y="295223"/>
                  </a:lnTo>
                  <a:lnTo>
                    <a:pt x="384166" y="212932"/>
                  </a:lnTo>
                  <a:lnTo>
                    <a:pt x="388086" y="135524"/>
                  </a:lnTo>
                  <a:lnTo>
                    <a:pt x="392006" y="69563"/>
                  </a:lnTo>
                  <a:lnTo>
                    <a:pt x="395926" y="22212"/>
                  </a:lnTo>
                  <a:lnTo>
                    <a:pt x="399846" y="0"/>
                  </a:lnTo>
                  <a:lnTo>
                    <a:pt x="403766" y="7495"/>
                  </a:lnTo>
                  <a:lnTo>
                    <a:pt x="407686" y="46268"/>
                  </a:lnTo>
                  <a:lnTo>
                    <a:pt x="411606" y="114401"/>
                  </a:lnTo>
                  <a:lnTo>
                    <a:pt x="415526" y="206695"/>
                  </a:lnTo>
                  <a:lnTo>
                    <a:pt x="419446" y="315517"/>
                  </a:lnTo>
                  <a:lnTo>
                    <a:pt x="423366" y="432063"/>
                  </a:lnTo>
                  <a:lnTo>
                    <a:pt x="427286" y="547735"/>
                  </a:lnTo>
                  <a:lnTo>
                    <a:pt x="431206" y="655318"/>
                  </a:lnTo>
                  <a:lnTo>
                    <a:pt x="435126" y="749732"/>
                  </a:lnTo>
                  <a:lnTo>
                    <a:pt x="439047" y="827851"/>
                  </a:lnTo>
                  <a:lnTo>
                    <a:pt x="442967" y="889159"/>
                  </a:lnTo>
                  <a:lnTo>
                    <a:pt x="446887" y="935606"/>
                  </a:lnTo>
                  <a:lnTo>
                    <a:pt x="450807" y="969432"/>
                  </a:lnTo>
                  <a:lnTo>
                    <a:pt x="454727" y="993178"/>
                  </a:lnTo>
                  <a:lnTo>
                    <a:pt x="458647" y="1009287"/>
                  </a:lnTo>
                  <a:lnTo>
                    <a:pt x="462567" y="1019868"/>
                  </a:lnTo>
                  <a:lnTo>
                    <a:pt x="466487" y="1026608"/>
                  </a:lnTo>
                  <a:lnTo>
                    <a:pt x="470407" y="1030771"/>
                  </a:lnTo>
                  <a:lnTo>
                    <a:pt x="474327" y="1033262"/>
                  </a:lnTo>
                  <a:lnTo>
                    <a:pt x="478247" y="1034702"/>
                  </a:lnTo>
                  <a:lnTo>
                    <a:pt x="482167" y="1035504"/>
                  </a:lnTo>
                  <a:lnTo>
                    <a:pt x="486087" y="1035930"/>
                  </a:lnTo>
                  <a:lnTo>
                    <a:pt x="490007" y="1036147"/>
                  </a:lnTo>
                  <a:lnTo>
                    <a:pt x="493927" y="1036251"/>
                  </a:lnTo>
                  <a:lnTo>
                    <a:pt x="497847" y="1036299"/>
                  </a:lnTo>
                  <a:lnTo>
                    <a:pt x="501768" y="1036319"/>
                  </a:lnTo>
                  <a:lnTo>
                    <a:pt x="505688" y="1036327"/>
                  </a:lnTo>
                  <a:lnTo>
                    <a:pt x="509608" y="1036330"/>
                  </a:lnTo>
                  <a:lnTo>
                    <a:pt x="513528" y="1036330"/>
                  </a:lnTo>
                  <a:lnTo>
                    <a:pt x="517448" y="1036330"/>
                  </a:lnTo>
                  <a:lnTo>
                    <a:pt x="521368" y="1036328"/>
                  </a:lnTo>
                  <a:lnTo>
                    <a:pt x="525288" y="1036324"/>
                  </a:lnTo>
                  <a:lnTo>
                    <a:pt x="529208" y="1036315"/>
                  </a:lnTo>
                  <a:lnTo>
                    <a:pt x="533128" y="1036295"/>
                  </a:lnTo>
                  <a:lnTo>
                    <a:pt x="537048" y="1036256"/>
                  </a:lnTo>
                  <a:lnTo>
                    <a:pt x="540968" y="1036189"/>
                  </a:lnTo>
                  <a:lnTo>
                    <a:pt x="544888" y="1036078"/>
                  </a:lnTo>
                  <a:lnTo>
                    <a:pt x="548808" y="1035912"/>
                  </a:lnTo>
                  <a:lnTo>
                    <a:pt x="552728" y="1035683"/>
                  </a:lnTo>
                  <a:lnTo>
                    <a:pt x="556648" y="1035395"/>
                  </a:lnTo>
                  <a:lnTo>
                    <a:pt x="560569" y="1035068"/>
                  </a:lnTo>
                  <a:lnTo>
                    <a:pt x="564489" y="1034739"/>
                  </a:lnTo>
                  <a:lnTo>
                    <a:pt x="568409" y="1034455"/>
                  </a:lnTo>
                  <a:lnTo>
                    <a:pt x="572329" y="1034267"/>
                  </a:lnTo>
                  <a:lnTo>
                    <a:pt x="576249" y="1034212"/>
                  </a:lnTo>
                  <a:lnTo>
                    <a:pt x="580169" y="1034307"/>
                  </a:lnTo>
                  <a:lnTo>
                    <a:pt x="584089" y="1034531"/>
                  </a:lnTo>
                  <a:lnTo>
                    <a:pt x="588009" y="1034837"/>
                  </a:lnTo>
                  <a:lnTo>
                    <a:pt x="591929" y="1035172"/>
                  </a:lnTo>
                  <a:lnTo>
                    <a:pt x="595849" y="1035491"/>
                  </a:lnTo>
                  <a:lnTo>
                    <a:pt x="599769" y="1035762"/>
                  </a:lnTo>
                  <a:lnTo>
                    <a:pt x="603689" y="1035971"/>
                  </a:lnTo>
                  <a:lnTo>
                    <a:pt x="607609" y="1036119"/>
                  </a:lnTo>
                  <a:lnTo>
                    <a:pt x="611529" y="1036214"/>
                  </a:lnTo>
                  <a:lnTo>
                    <a:pt x="615449" y="1036271"/>
                  </a:lnTo>
                  <a:lnTo>
                    <a:pt x="619369" y="1036303"/>
                  </a:lnTo>
                  <a:lnTo>
                    <a:pt x="623290" y="1036318"/>
                  </a:lnTo>
                  <a:lnTo>
                    <a:pt x="627210" y="1036326"/>
                  </a:lnTo>
                  <a:lnTo>
                    <a:pt x="631130" y="1036329"/>
                  </a:lnTo>
                  <a:lnTo>
                    <a:pt x="635050" y="1036331"/>
                  </a:lnTo>
                  <a:lnTo>
                    <a:pt x="638970" y="1036331"/>
                  </a:lnTo>
                  <a:lnTo>
                    <a:pt x="642890" y="1036331"/>
                  </a:lnTo>
                  <a:lnTo>
                    <a:pt x="646810" y="1036331"/>
                  </a:lnTo>
                  <a:lnTo>
                    <a:pt x="650730" y="1036331"/>
                  </a:lnTo>
                  <a:lnTo>
                    <a:pt x="654650" y="1036331"/>
                  </a:lnTo>
                  <a:lnTo>
                    <a:pt x="658570" y="1036331"/>
                  </a:lnTo>
                  <a:lnTo>
                    <a:pt x="662490" y="1036331"/>
                  </a:lnTo>
                  <a:lnTo>
                    <a:pt x="666410" y="1036331"/>
                  </a:lnTo>
                  <a:lnTo>
                    <a:pt x="670330" y="1036331"/>
                  </a:lnTo>
                  <a:lnTo>
                    <a:pt x="674250" y="1036331"/>
                  </a:lnTo>
                  <a:lnTo>
                    <a:pt x="678170" y="1036331"/>
                  </a:lnTo>
                  <a:lnTo>
                    <a:pt x="682090" y="1036331"/>
                  </a:lnTo>
                  <a:lnTo>
                    <a:pt x="686011" y="1036331"/>
                  </a:lnTo>
                  <a:lnTo>
                    <a:pt x="689931" y="1036331"/>
                  </a:lnTo>
                  <a:lnTo>
                    <a:pt x="693851" y="1036331"/>
                  </a:lnTo>
                  <a:lnTo>
                    <a:pt x="697771" y="1036331"/>
                  </a:lnTo>
                  <a:lnTo>
                    <a:pt x="701691" y="1036331"/>
                  </a:lnTo>
                  <a:lnTo>
                    <a:pt x="705611" y="1036331"/>
                  </a:lnTo>
                  <a:lnTo>
                    <a:pt x="709531" y="1036331"/>
                  </a:lnTo>
                  <a:lnTo>
                    <a:pt x="713451" y="1036331"/>
                  </a:lnTo>
                  <a:lnTo>
                    <a:pt x="717371" y="1036331"/>
                  </a:lnTo>
                  <a:lnTo>
                    <a:pt x="721291" y="1036330"/>
                  </a:lnTo>
                  <a:lnTo>
                    <a:pt x="725211" y="1036329"/>
                  </a:lnTo>
                  <a:lnTo>
                    <a:pt x="729131" y="1036326"/>
                  </a:lnTo>
                  <a:lnTo>
                    <a:pt x="733051" y="1036317"/>
                  </a:lnTo>
                  <a:lnTo>
                    <a:pt x="736971" y="1036300"/>
                  </a:lnTo>
                  <a:lnTo>
                    <a:pt x="740891" y="1036266"/>
                  </a:lnTo>
                  <a:lnTo>
                    <a:pt x="744811" y="1036205"/>
                  </a:lnTo>
                  <a:lnTo>
                    <a:pt x="748732" y="1036104"/>
                  </a:lnTo>
                  <a:lnTo>
                    <a:pt x="752652" y="1035949"/>
                  </a:lnTo>
                  <a:lnTo>
                    <a:pt x="756572" y="1035732"/>
                  </a:lnTo>
                  <a:lnTo>
                    <a:pt x="760492" y="1035455"/>
                  </a:lnTo>
                  <a:lnTo>
                    <a:pt x="764412" y="1035135"/>
                  </a:lnTo>
                  <a:lnTo>
                    <a:pt x="768332" y="1034804"/>
                  </a:lnTo>
                  <a:lnTo>
                    <a:pt x="772252" y="1034511"/>
                  </a:lnTo>
                  <a:lnTo>
                    <a:pt x="776172" y="1034304"/>
                  </a:lnTo>
                  <a:lnTo>
                    <a:pt x="780092" y="1034222"/>
                  </a:lnTo>
                  <a:lnTo>
                    <a:pt x="784012" y="1034284"/>
                  </a:lnTo>
                  <a:lnTo>
                    <a:pt x="787932" y="1034479"/>
                  </a:lnTo>
                  <a:lnTo>
                    <a:pt x="791852" y="1034771"/>
                  </a:lnTo>
                  <a:lnTo>
                    <a:pt x="795772" y="1035105"/>
                  </a:lnTo>
                  <a:lnTo>
                    <a:pt x="799692" y="1035430"/>
                  </a:lnTo>
                  <a:lnTo>
                    <a:pt x="803612" y="1035712"/>
                  </a:lnTo>
                  <a:lnTo>
                    <a:pt x="807532" y="1035933"/>
                  </a:lnTo>
                  <a:lnTo>
                    <a:pt x="811453" y="1036092"/>
                  </a:lnTo>
                  <a:lnTo>
                    <a:pt x="815373" y="1036197"/>
                  </a:lnTo>
                  <a:lnTo>
                    <a:pt x="819293" y="1036260"/>
                  </a:lnTo>
                  <a:lnTo>
                    <a:pt x="823213" y="1036296"/>
                  </a:lnTo>
                  <a:lnTo>
                    <a:pt x="827133" y="1036313"/>
                  </a:lnTo>
                  <a:lnTo>
                    <a:pt x="831053" y="1036319"/>
                  </a:lnTo>
                  <a:lnTo>
                    <a:pt x="834973" y="1036316"/>
                  </a:lnTo>
                  <a:lnTo>
                    <a:pt x="838893" y="1036303"/>
                  </a:lnTo>
                  <a:lnTo>
                    <a:pt x="842813" y="1036274"/>
                  </a:lnTo>
                  <a:lnTo>
                    <a:pt x="846733" y="1036220"/>
                  </a:lnTo>
                  <a:lnTo>
                    <a:pt x="850653" y="1036129"/>
                  </a:lnTo>
                  <a:lnTo>
                    <a:pt x="854573" y="1035987"/>
                  </a:lnTo>
                  <a:lnTo>
                    <a:pt x="858493" y="1035784"/>
                  </a:lnTo>
                  <a:lnTo>
                    <a:pt x="862413" y="1035514"/>
                  </a:lnTo>
                  <a:lnTo>
                    <a:pt x="866333" y="1035193"/>
                  </a:lnTo>
                  <a:lnTo>
                    <a:pt x="870253" y="1034856"/>
                  </a:lnTo>
                  <a:lnTo>
                    <a:pt x="874174" y="1034551"/>
                  </a:lnTo>
                  <a:lnTo>
                    <a:pt x="878094" y="1034328"/>
                  </a:lnTo>
                  <a:lnTo>
                    <a:pt x="882014" y="1034228"/>
                  </a:lnTo>
                  <a:lnTo>
                    <a:pt x="885934" y="1034270"/>
                  </a:lnTo>
                  <a:lnTo>
                    <a:pt x="889854" y="1034445"/>
                  </a:lnTo>
                  <a:lnTo>
                    <a:pt x="893774" y="1034720"/>
                  </a:lnTo>
                  <a:lnTo>
                    <a:pt x="897694" y="1035046"/>
                  </a:lnTo>
                  <a:lnTo>
                    <a:pt x="901614" y="1035374"/>
                  </a:lnTo>
                  <a:lnTo>
                    <a:pt x="905534" y="1035667"/>
                  </a:lnTo>
                  <a:lnTo>
                    <a:pt x="909454" y="1035902"/>
                  </a:lnTo>
                  <a:lnTo>
                    <a:pt x="913374" y="1036073"/>
                  </a:lnTo>
                  <a:lnTo>
                    <a:pt x="917294" y="1036187"/>
                  </a:lnTo>
                  <a:lnTo>
                    <a:pt x="921214" y="1036256"/>
                  </a:lnTo>
                  <a:lnTo>
                    <a:pt x="925134" y="1036295"/>
                  </a:lnTo>
                  <a:lnTo>
                    <a:pt x="929054" y="1036315"/>
                  </a:lnTo>
                  <a:lnTo>
                    <a:pt x="932974" y="1036324"/>
                  </a:lnTo>
                  <a:lnTo>
                    <a:pt x="936895" y="1036328"/>
                  </a:lnTo>
                  <a:lnTo>
                    <a:pt x="940815" y="1036330"/>
                  </a:lnTo>
                  <a:lnTo>
                    <a:pt x="944735" y="1036331"/>
                  </a:lnTo>
                  <a:lnTo>
                    <a:pt x="948655" y="1036331"/>
                  </a:lnTo>
                  <a:lnTo>
                    <a:pt x="952575" y="1036331"/>
                  </a:lnTo>
                  <a:lnTo>
                    <a:pt x="956495" y="1036331"/>
                  </a:lnTo>
                  <a:lnTo>
                    <a:pt x="960415" y="1036331"/>
                  </a:lnTo>
                  <a:lnTo>
                    <a:pt x="964335" y="1036331"/>
                  </a:lnTo>
                  <a:lnTo>
                    <a:pt x="968255" y="1036331"/>
                  </a:lnTo>
                  <a:lnTo>
                    <a:pt x="972175" y="1036331"/>
                  </a:lnTo>
                  <a:lnTo>
                    <a:pt x="976095" y="1036331"/>
                  </a:lnTo>
                  <a:lnTo>
                    <a:pt x="980015" y="1036331"/>
                  </a:lnTo>
                  <a:lnTo>
                    <a:pt x="983935" y="1036331"/>
                  </a:lnTo>
                  <a:lnTo>
                    <a:pt x="987855" y="1036331"/>
                  </a:lnTo>
                  <a:lnTo>
                    <a:pt x="991775" y="1036331"/>
                  </a:lnTo>
                  <a:lnTo>
                    <a:pt x="995695" y="1036331"/>
                  </a:lnTo>
                  <a:lnTo>
                    <a:pt x="999616" y="1036331"/>
                  </a:lnTo>
                  <a:lnTo>
                    <a:pt x="1003536" y="1036331"/>
                  </a:lnTo>
                  <a:lnTo>
                    <a:pt x="1007456" y="1036331"/>
                  </a:lnTo>
                  <a:lnTo>
                    <a:pt x="1011376" y="1036331"/>
                  </a:lnTo>
                  <a:lnTo>
                    <a:pt x="1015296" y="1036331"/>
                  </a:lnTo>
                  <a:lnTo>
                    <a:pt x="1019216" y="1036331"/>
                  </a:lnTo>
                  <a:lnTo>
                    <a:pt x="1023136" y="1036331"/>
                  </a:lnTo>
                  <a:lnTo>
                    <a:pt x="1027056" y="1036331"/>
                  </a:lnTo>
                  <a:lnTo>
                    <a:pt x="1030976" y="1036331"/>
                  </a:lnTo>
                  <a:lnTo>
                    <a:pt x="1034896" y="1036331"/>
                  </a:lnTo>
                  <a:lnTo>
                    <a:pt x="1038816" y="1036331"/>
                  </a:lnTo>
                  <a:lnTo>
                    <a:pt x="1042736" y="1036331"/>
                  </a:lnTo>
                  <a:lnTo>
                    <a:pt x="1046656" y="1036331"/>
                  </a:lnTo>
                  <a:lnTo>
                    <a:pt x="1050576" y="1036331"/>
                  </a:lnTo>
                  <a:lnTo>
                    <a:pt x="1054496" y="1036331"/>
                  </a:lnTo>
                  <a:lnTo>
                    <a:pt x="1058417" y="1036331"/>
                  </a:lnTo>
                  <a:lnTo>
                    <a:pt x="1062337" y="1036331"/>
                  </a:lnTo>
                  <a:lnTo>
                    <a:pt x="1066257" y="1036331"/>
                  </a:lnTo>
                  <a:lnTo>
                    <a:pt x="1070177" y="1036331"/>
                  </a:lnTo>
                  <a:lnTo>
                    <a:pt x="1074097" y="1036331"/>
                  </a:lnTo>
                  <a:lnTo>
                    <a:pt x="1078017" y="1036331"/>
                  </a:lnTo>
                  <a:lnTo>
                    <a:pt x="1081937" y="1036331"/>
                  </a:lnTo>
                  <a:lnTo>
                    <a:pt x="1085857" y="1036331"/>
                  </a:lnTo>
                  <a:lnTo>
                    <a:pt x="1089777" y="1036331"/>
                  </a:lnTo>
                  <a:lnTo>
                    <a:pt x="1093697" y="1036331"/>
                  </a:lnTo>
                  <a:lnTo>
                    <a:pt x="1097617" y="1036331"/>
                  </a:lnTo>
                  <a:lnTo>
                    <a:pt x="1101537" y="1036331"/>
                  </a:lnTo>
                  <a:lnTo>
                    <a:pt x="1105457" y="1036331"/>
                  </a:lnTo>
                  <a:lnTo>
                    <a:pt x="1109377" y="1036331"/>
                  </a:lnTo>
                  <a:lnTo>
                    <a:pt x="1113297" y="1036331"/>
                  </a:lnTo>
                  <a:lnTo>
                    <a:pt x="1117217" y="1036331"/>
                  </a:lnTo>
                  <a:lnTo>
                    <a:pt x="1121138" y="1036331"/>
                  </a:lnTo>
                  <a:lnTo>
                    <a:pt x="1125058" y="1036331"/>
                  </a:lnTo>
                  <a:lnTo>
                    <a:pt x="1128978" y="1036331"/>
                  </a:lnTo>
                  <a:lnTo>
                    <a:pt x="1132898" y="1036331"/>
                  </a:lnTo>
                  <a:lnTo>
                    <a:pt x="1136818" y="1036331"/>
                  </a:lnTo>
                  <a:lnTo>
                    <a:pt x="1140738" y="1036331"/>
                  </a:lnTo>
                  <a:lnTo>
                    <a:pt x="1144658" y="1036331"/>
                  </a:lnTo>
                  <a:lnTo>
                    <a:pt x="1148578" y="1036331"/>
                  </a:lnTo>
                  <a:lnTo>
                    <a:pt x="1152498" y="1036331"/>
                  </a:lnTo>
                  <a:lnTo>
                    <a:pt x="1156418" y="1036331"/>
                  </a:lnTo>
                  <a:lnTo>
                    <a:pt x="1160338" y="1036331"/>
                  </a:lnTo>
                  <a:lnTo>
                    <a:pt x="1164258" y="1036331"/>
                  </a:lnTo>
                  <a:lnTo>
                    <a:pt x="1168178" y="1036331"/>
                  </a:lnTo>
                  <a:lnTo>
                    <a:pt x="1172098" y="1036331"/>
                  </a:lnTo>
                  <a:lnTo>
                    <a:pt x="1176018" y="1036331"/>
                  </a:lnTo>
                  <a:lnTo>
                    <a:pt x="1179938" y="1036331"/>
                  </a:lnTo>
                  <a:lnTo>
                    <a:pt x="1183859" y="1036331"/>
                  </a:lnTo>
                  <a:lnTo>
                    <a:pt x="1187779" y="1036331"/>
                  </a:lnTo>
                  <a:lnTo>
                    <a:pt x="1191699" y="1036331"/>
                  </a:lnTo>
                  <a:lnTo>
                    <a:pt x="1195619" y="1036331"/>
                  </a:lnTo>
                  <a:lnTo>
                    <a:pt x="1199539" y="1036331"/>
                  </a:lnTo>
                  <a:lnTo>
                    <a:pt x="1203459" y="1036331"/>
                  </a:lnTo>
                  <a:lnTo>
                    <a:pt x="1207379" y="1036331"/>
                  </a:lnTo>
                  <a:lnTo>
                    <a:pt x="1211299" y="1036331"/>
                  </a:lnTo>
                  <a:lnTo>
                    <a:pt x="1215219" y="1036331"/>
                  </a:lnTo>
                  <a:lnTo>
                    <a:pt x="1219139" y="1036331"/>
                  </a:lnTo>
                  <a:lnTo>
                    <a:pt x="1223059" y="1036331"/>
                  </a:lnTo>
                  <a:lnTo>
                    <a:pt x="1226979" y="1036331"/>
                  </a:lnTo>
                  <a:lnTo>
                    <a:pt x="1230899" y="1036331"/>
                  </a:lnTo>
                  <a:lnTo>
                    <a:pt x="1234819" y="1036331"/>
                  </a:lnTo>
                  <a:lnTo>
                    <a:pt x="1238739" y="1036331"/>
                  </a:lnTo>
                  <a:lnTo>
                    <a:pt x="1242659" y="1036331"/>
                  </a:lnTo>
                  <a:lnTo>
                    <a:pt x="1246580" y="1036331"/>
                  </a:lnTo>
                  <a:lnTo>
                    <a:pt x="1250500" y="1036331"/>
                  </a:lnTo>
                  <a:lnTo>
                    <a:pt x="1254420" y="1036331"/>
                  </a:lnTo>
                  <a:lnTo>
                    <a:pt x="1258340" y="1036331"/>
                  </a:lnTo>
                  <a:lnTo>
                    <a:pt x="1262260" y="1036331"/>
                  </a:lnTo>
                  <a:lnTo>
                    <a:pt x="1266180" y="1036331"/>
                  </a:lnTo>
                  <a:lnTo>
                    <a:pt x="1270100" y="1036331"/>
                  </a:lnTo>
                  <a:lnTo>
                    <a:pt x="1274020" y="1036331"/>
                  </a:lnTo>
                  <a:lnTo>
                    <a:pt x="1277940" y="1036331"/>
                  </a:lnTo>
                  <a:lnTo>
                    <a:pt x="1281860" y="1036331"/>
                  </a:lnTo>
                  <a:lnTo>
                    <a:pt x="1285780" y="1036331"/>
                  </a:lnTo>
                  <a:lnTo>
                    <a:pt x="1289700" y="1036331"/>
                  </a:lnTo>
                  <a:lnTo>
                    <a:pt x="1293620" y="1036331"/>
                  </a:lnTo>
                  <a:lnTo>
                    <a:pt x="1297540" y="1036331"/>
                  </a:lnTo>
                  <a:lnTo>
                    <a:pt x="1301460" y="1036331"/>
                  </a:lnTo>
                  <a:lnTo>
                    <a:pt x="1305380" y="1036331"/>
                  </a:lnTo>
                  <a:lnTo>
                    <a:pt x="1309301" y="1036331"/>
                  </a:lnTo>
                  <a:lnTo>
                    <a:pt x="1313221" y="1036331"/>
                  </a:lnTo>
                  <a:lnTo>
                    <a:pt x="1317141" y="1036331"/>
                  </a:lnTo>
                  <a:lnTo>
                    <a:pt x="1321061" y="1036331"/>
                  </a:lnTo>
                  <a:lnTo>
                    <a:pt x="1324981" y="1036331"/>
                  </a:lnTo>
                  <a:lnTo>
                    <a:pt x="1328901" y="1036331"/>
                  </a:lnTo>
                  <a:lnTo>
                    <a:pt x="1332821" y="1036331"/>
                  </a:lnTo>
                  <a:lnTo>
                    <a:pt x="1336741" y="1036331"/>
                  </a:lnTo>
                  <a:lnTo>
                    <a:pt x="1340661" y="1036331"/>
                  </a:lnTo>
                  <a:lnTo>
                    <a:pt x="1344581" y="1036331"/>
                  </a:lnTo>
                  <a:lnTo>
                    <a:pt x="1348501" y="1036331"/>
                  </a:lnTo>
                  <a:lnTo>
                    <a:pt x="1352421" y="1036331"/>
                  </a:lnTo>
                  <a:lnTo>
                    <a:pt x="1356341" y="1036331"/>
                  </a:lnTo>
                  <a:lnTo>
                    <a:pt x="1360261" y="1036331"/>
                  </a:lnTo>
                  <a:lnTo>
                    <a:pt x="1364181" y="1036331"/>
                  </a:lnTo>
                  <a:lnTo>
                    <a:pt x="1368101" y="1036331"/>
                  </a:lnTo>
                  <a:lnTo>
                    <a:pt x="1372022" y="1036331"/>
                  </a:lnTo>
                  <a:lnTo>
                    <a:pt x="1375942" y="1036331"/>
                  </a:lnTo>
                  <a:lnTo>
                    <a:pt x="1379862" y="1036331"/>
                  </a:lnTo>
                  <a:lnTo>
                    <a:pt x="1383782" y="1036331"/>
                  </a:lnTo>
                  <a:lnTo>
                    <a:pt x="1387702" y="1036331"/>
                  </a:lnTo>
                  <a:lnTo>
                    <a:pt x="1391622" y="1036331"/>
                  </a:lnTo>
                  <a:lnTo>
                    <a:pt x="1395542" y="1036331"/>
                  </a:lnTo>
                  <a:lnTo>
                    <a:pt x="1399462" y="1036331"/>
                  </a:lnTo>
                  <a:lnTo>
                    <a:pt x="1403382" y="1036331"/>
                  </a:lnTo>
                  <a:lnTo>
                    <a:pt x="1407302" y="1036331"/>
                  </a:lnTo>
                  <a:lnTo>
                    <a:pt x="1411222" y="1036331"/>
                  </a:lnTo>
                  <a:lnTo>
                    <a:pt x="1415142" y="1036331"/>
                  </a:lnTo>
                  <a:lnTo>
                    <a:pt x="1419062" y="1036331"/>
                  </a:lnTo>
                  <a:lnTo>
                    <a:pt x="1422982" y="1036331"/>
                  </a:lnTo>
                  <a:lnTo>
                    <a:pt x="1426902" y="1036331"/>
                  </a:lnTo>
                  <a:lnTo>
                    <a:pt x="1430822" y="1036331"/>
                  </a:lnTo>
                  <a:lnTo>
                    <a:pt x="1434743" y="1036331"/>
                  </a:lnTo>
                  <a:lnTo>
                    <a:pt x="1438663" y="1036331"/>
                  </a:lnTo>
                  <a:lnTo>
                    <a:pt x="1442583" y="1036331"/>
                  </a:lnTo>
                  <a:lnTo>
                    <a:pt x="1446503" y="1036331"/>
                  </a:lnTo>
                  <a:lnTo>
                    <a:pt x="1450423" y="1036331"/>
                  </a:lnTo>
                  <a:lnTo>
                    <a:pt x="1454343" y="1036331"/>
                  </a:lnTo>
                  <a:lnTo>
                    <a:pt x="1458263" y="1036331"/>
                  </a:lnTo>
                  <a:lnTo>
                    <a:pt x="1462183" y="1036331"/>
                  </a:lnTo>
                  <a:lnTo>
                    <a:pt x="1466103" y="1036331"/>
                  </a:lnTo>
                  <a:lnTo>
                    <a:pt x="1470023" y="1036331"/>
                  </a:lnTo>
                  <a:lnTo>
                    <a:pt x="1473943" y="1036331"/>
                  </a:lnTo>
                  <a:lnTo>
                    <a:pt x="1477863" y="1036331"/>
                  </a:lnTo>
                  <a:lnTo>
                    <a:pt x="1481783" y="1036331"/>
                  </a:lnTo>
                  <a:lnTo>
                    <a:pt x="1485703" y="1036331"/>
                  </a:lnTo>
                  <a:lnTo>
                    <a:pt x="1489623" y="1036331"/>
                  </a:lnTo>
                  <a:lnTo>
                    <a:pt x="1493543" y="1036331"/>
                  </a:lnTo>
                  <a:lnTo>
                    <a:pt x="1497464" y="1036331"/>
                  </a:lnTo>
                  <a:lnTo>
                    <a:pt x="1501384" y="1036331"/>
                  </a:lnTo>
                  <a:lnTo>
                    <a:pt x="1505304" y="1036331"/>
                  </a:lnTo>
                  <a:lnTo>
                    <a:pt x="1509224" y="1036331"/>
                  </a:lnTo>
                  <a:lnTo>
                    <a:pt x="1513144" y="1036331"/>
                  </a:lnTo>
                  <a:lnTo>
                    <a:pt x="1517064" y="1036331"/>
                  </a:lnTo>
                  <a:lnTo>
                    <a:pt x="1520984" y="1036331"/>
                  </a:lnTo>
                  <a:lnTo>
                    <a:pt x="1524904" y="1036331"/>
                  </a:lnTo>
                  <a:lnTo>
                    <a:pt x="1528824" y="1036331"/>
                  </a:lnTo>
                  <a:lnTo>
                    <a:pt x="1532744" y="1036331"/>
                  </a:lnTo>
                  <a:lnTo>
                    <a:pt x="1536664" y="1036331"/>
                  </a:lnTo>
                  <a:lnTo>
                    <a:pt x="1540584" y="1036331"/>
                  </a:lnTo>
                  <a:lnTo>
                    <a:pt x="1544504" y="1036331"/>
                  </a:lnTo>
                  <a:lnTo>
                    <a:pt x="1548424" y="1036331"/>
                  </a:lnTo>
                  <a:lnTo>
                    <a:pt x="1552344" y="1036331"/>
                  </a:lnTo>
                  <a:lnTo>
                    <a:pt x="1556265" y="1036331"/>
                  </a:lnTo>
                  <a:lnTo>
                    <a:pt x="1560185" y="1036331"/>
                  </a:lnTo>
                  <a:lnTo>
                    <a:pt x="1564105" y="1036331"/>
                  </a:lnTo>
                  <a:lnTo>
                    <a:pt x="1568025" y="1036331"/>
                  </a:lnTo>
                  <a:lnTo>
                    <a:pt x="1571945" y="1036331"/>
                  </a:lnTo>
                  <a:lnTo>
                    <a:pt x="1575865" y="1036331"/>
                  </a:lnTo>
                  <a:lnTo>
                    <a:pt x="1579785" y="1036331"/>
                  </a:lnTo>
                  <a:lnTo>
                    <a:pt x="1583705" y="1036331"/>
                  </a:lnTo>
                  <a:lnTo>
                    <a:pt x="1587625" y="1036331"/>
                  </a:lnTo>
                  <a:lnTo>
                    <a:pt x="1591545" y="1036331"/>
                  </a:lnTo>
                  <a:lnTo>
                    <a:pt x="1595465" y="1036331"/>
                  </a:lnTo>
                  <a:lnTo>
                    <a:pt x="1599385" y="1036331"/>
                  </a:lnTo>
                  <a:lnTo>
                    <a:pt x="1603305" y="1036331"/>
                  </a:lnTo>
                  <a:lnTo>
                    <a:pt x="1607225" y="1036331"/>
                  </a:lnTo>
                  <a:lnTo>
                    <a:pt x="1611145" y="1036331"/>
                  </a:lnTo>
                  <a:lnTo>
                    <a:pt x="1615065" y="1036331"/>
                  </a:lnTo>
                  <a:lnTo>
                    <a:pt x="1618986" y="1036331"/>
                  </a:lnTo>
                  <a:lnTo>
                    <a:pt x="1622906" y="1036331"/>
                  </a:lnTo>
                  <a:lnTo>
                    <a:pt x="1626826" y="1036331"/>
                  </a:lnTo>
                  <a:lnTo>
                    <a:pt x="1630746" y="1036331"/>
                  </a:lnTo>
                  <a:lnTo>
                    <a:pt x="1634666" y="1036331"/>
                  </a:lnTo>
                  <a:lnTo>
                    <a:pt x="1638586" y="1036331"/>
                  </a:lnTo>
                  <a:lnTo>
                    <a:pt x="1642506" y="1036331"/>
                  </a:lnTo>
                  <a:lnTo>
                    <a:pt x="1646426" y="1036331"/>
                  </a:lnTo>
                  <a:lnTo>
                    <a:pt x="1650346" y="1036331"/>
                  </a:lnTo>
                  <a:lnTo>
                    <a:pt x="1654266" y="1036331"/>
                  </a:lnTo>
                  <a:lnTo>
                    <a:pt x="1658186" y="1036331"/>
                  </a:lnTo>
                  <a:lnTo>
                    <a:pt x="1662106" y="1036331"/>
                  </a:lnTo>
                  <a:lnTo>
                    <a:pt x="1666026" y="1036331"/>
                  </a:lnTo>
                  <a:lnTo>
                    <a:pt x="1669946" y="1036331"/>
                  </a:lnTo>
                  <a:lnTo>
                    <a:pt x="1673866" y="1036331"/>
                  </a:lnTo>
                  <a:lnTo>
                    <a:pt x="1677786" y="1036331"/>
                  </a:lnTo>
                  <a:lnTo>
                    <a:pt x="1681707" y="1036331"/>
                  </a:lnTo>
                  <a:lnTo>
                    <a:pt x="1685627" y="1036331"/>
                  </a:lnTo>
                  <a:lnTo>
                    <a:pt x="1689547" y="1036331"/>
                  </a:lnTo>
                  <a:lnTo>
                    <a:pt x="1693467" y="1036331"/>
                  </a:lnTo>
                  <a:lnTo>
                    <a:pt x="1697387" y="1036331"/>
                  </a:lnTo>
                  <a:lnTo>
                    <a:pt x="1701307" y="1036331"/>
                  </a:lnTo>
                  <a:lnTo>
                    <a:pt x="1705227" y="1036331"/>
                  </a:lnTo>
                  <a:lnTo>
                    <a:pt x="1709147" y="1036331"/>
                  </a:lnTo>
                  <a:lnTo>
                    <a:pt x="1713067" y="1036331"/>
                  </a:lnTo>
                  <a:lnTo>
                    <a:pt x="1716987" y="1036331"/>
                  </a:lnTo>
                  <a:lnTo>
                    <a:pt x="1720907" y="1036331"/>
                  </a:lnTo>
                  <a:lnTo>
                    <a:pt x="1724827" y="1036331"/>
                  </a:lnTo>
                  <a:lnTo>
                    <a:pt x="1728747" y="1036331"/>
                  </a:lnTo>
                  <a:lnTo>
                    <a:pt x="1732667" y="1036331"/>
                  </a:lnTo>
                  <a:lnTo>
                    <a:pt x="1736587" y="1036331"/>
                  </a:lnTo>
                  <a:lnTo>
                    <a:pt x="1740507" y="1036331"/>
                  </a:lnTo>
                  <a:lnTo>
                    <a:pt x="1744428" y="1036331"/>
                  </a:lnTo>
                  <a:lnTo>
                    <a:pt x="1748348" y="1036331"/>
                  </a:lnTo>
                  <a:lnTo>
                    <a:pt x="1752268" y="1036331"/>
                  </a:lnTo>
                  <a:lnTo>
                    <a:pt x="1756188" y="1036331"/>
                  </a:lnTo>
                  <a:lnTo>
                    <a:pt x="1760108" y="1036331"/>
                  </a:lnTo>
                  <a:lnTo>
                    <a:pt x="1764028" y="1036331"/>
                  </a:lnTo>
                  <a:lnTo>
                    <a:pt x="1767948" y="1036331"/>
                  </a:lnTo>
                  <a:lnTo>
                    <a:pt x="1771868" y="1036331"/>
                  </a:lnTo>
                  <a:lnTo>
                    <a:pt x="1775788" y="1036331"/>
                  </a:lnTo>
                  <a:lnTo>
                    <a:pt x="1779708" y="1036331"/>
                  </a:lnTo>
                  <a:lnTo>
                    <a:pt x="1783628" y="1036331"/>
                  </a:lnTo>
                  <a:lnTo>
                    <a:pt x="1787548" y="1036331"/>
                  </a:lnTo>
                  <a:lnTo>
                    <a:pt x="1791468" y="1036331"/>
                  </a:lnTo>
                  <a:lnTo>
                    <a:pt x="1795388" y="1036331"/>
                  </a:lnTo>
                  <a:lnTo>
                    <a:pt x="1799308" y="1036331"/>
                  </a:lnTo>
                  <a:lnTo>
                    <a:pt x="1803228" y="1036331"/>
                  </a:lnTo>
                  <a:lnTo>
                    <a:pt x="1807149" y="1036331"/>
                  </a:lnTo>
                  <a:lnTo>
                    <a:pt x="1811069" y="1036331"/>
                  </a:lnTo>
                  <a:lnTo>
                    <a:pt x="1814989" y="1036331"/>
                  </a:lnTo>
                  <a:lnTo>
                    <a:pt x="1818909" y="1036331"/>
                  </a:lnTo>
                  <a:lnTo>
                    <a:pt x="1822829" y="1036331"/>
                  </a:lnTo>
                  <a:lnTo>
                    <a:pt x="1826749" y="1036331"/>
                  </a:lnTo>
                  <a:lnTo>
                    <a:pt x="1830669" y="1036331"/>
                  </a:lnTo>
                  <a:lnTo>
                    <a:pt x="1834589" y="1036331"/>
                  </a:lnTo>
                  <a:lnTo>
                    <a:pt x="1838509" y="1036331"/>
                  </a:lnTo>
                  <a:lnTo>
                    <a:pt x="1842429" y="1036331"/>
                  </a:lnTo>
                  <a:lnTo>
                    <a:pt x="1846349" y="1036331"/>
                  </a:lnTo>
                  <a:lnTo>
                    <a:pt x="1850269" y="1036331"/>
                  </a:lnTo>
                  <a:lnTo>
                    <a:pt x="1854189" y="1036331"/>
                  </a:lnTo>
                  <a:lnTo>
                    <a:pt x="1858109" y="1036331"/>
                  </a:lnTo>
                  <a:lnTo>
                    <a:pt x="1862029" y="1036331"/>
                  </a:lnTo>
                  <a:lnTo>
                    <a:pt x="1865949" y="1036331"/>
                  </a:lnTo>
                  <a:lnTo>
                    <a:pt x="1869870" y="1036331"/>
                  </a:lnTo>
                  <a:lnTo>
                    <a:pt x="1873790" y="1036331"/>
                  </a:lnTo>
                  <a:lnTo>
                    <a:pt x="1877710" y="1036331"/>
                  </a:lnTo>
                  <a:lnTo>
                    <a:pt x="1881630" y="1036331"/>
                  </a:lnTo>
                  <a:lnTo>
                    <a:pt x="1885550" y="1036331"/>
                  </a:lnTo>
                  <a:lnTo>
                    <a:pt x="1889470" y="1036331"/>
                  </a:lnTo>
                  <a:lnTo>
                    <a:pt x="1893390" y="1036331"/>
                  </a:lnTo>
                  <a:lnTo>
                    <a:pt x="1897310" y="1036331"/>
                  </a:lnTo>
                  <a:lnTo>
                    <a:pt x="1901230" y="1036331"/>
                  </a:lnTo>
                  <a:lnTo>
                    <a:pt x="1905150" y="1036331"/>
                  </a:lnTo>
                  <a:lnTo>
                    <a:pt x="1909070" y="1036331"/>
                  </a:lnTo>
                  <a:lnTo>
                    <a:pt x="1912990" y="1036331"/>
                  </a:lnTo>
                  <a:lnTo>
                    <a:pt x="1916910" y="1036331"/>
                  </a:lnTo>
                  <a:lnTo>
                    <a:pt x="1920830" y="1036331"/>
                  </a:lnTo>
                  <a:lnTo>
                    <a:pt x="1924750" y="1036331"/>
                  </a:lnTo>
                  <a:lnTo>
                    <a:pt x="1928670" y="1036331"/>
                  </a:lnTo>
                  <a:lnTo>
                    <a:pt x="1932591" y="1036331"/>
                  </a:lnTo>
                  <a:lnTo>
                    <a:pt x="1936511" y="1036331"/>
                  </a:lnTo>
                  <a:lnTo>
                    <a:pt x="1940431" y="1036331"/>
                  </a:lnTo>
                  <a:lnTo>
                    <a:pt x="1944351" y="1036331"/>
                  </a:lnTo>
                  <a:lnTo>
                    <a:pt x="1948271" y="1036331"/>
                  </a:lnTo>
                  <a:lnTo>
                    <a:pt x="1952191" y="1036331"/>
                  </a:lnTo>
                  <a:lnTo>
                    <a:pt x="1956111" y="1036331"/>
                  </a:lnTo>
                  <a:lnTo>
                    <a:pt x="1960031" y="1036331"/>
                  </a:lnTo>
                  <a:lnTo>
                    <a:pt x="1963951" y="1036331"/>
                  </a:lnTo>
                  <a:lnTo>
                    <a:pt x="1967871" y="1036331"/>
                  </a:lnTo>
                  <a:lnTo>
                    <a:pt x="1971791" y="1036331"/>
                  </a:lnTo>
                  <a:lnTo>
                    <a:pt x="1975711" y="1036331"/>
                  </a:lnTo>
                  <a:lnTo>
                    <a:pt x="1979631" y="1036331"/>
                  </a:lnTo>
                  <a:lnTo>
                    <a:pt x="1983551" y="1036331"/>
                  </a:lnTo>
                  <a:lnTo>
                    <a:pt x="1987471" y="1036331"/>
                  </a:lnTo>
                  <a:lnTo>
                    <a:pt x="1991391" y="1036331"/>
                  </a:lnTo>
                  <a:lnTo>
                    <a:pt x="1995312" y="1036331"/>
                  </a:lnTo>
                  <a:lnTo>
                    <a:pt x="1999232" y="1036331"/>
                  </a:lnTo>
                  <a:lnTo>
                    <a:pt x="2003152" y="1036331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58" name="pg58"/>
            <p:cNvSpPr/>
            <p:nvPr/>
          </p:nvSpPr>
          <p:spPr>
            <a:xfrm>
              <a:off x="6559621" y="4190802"/>
              <a:ext cx="509608" cy="2100746"/>
            </a:xfrm>
            <a:custGeom>
              <a:avLst/>
              <a:gdLst/>
              <a:ahLst/>
              <a:cxnLst/>
              <a:rect l="0" t="0" r="0" b="0"/>
              <a:pathLst>
                <a:path w="509608" h="2100746">
                  <a:moveTo>
                    <a:pt x="0" y="2100746"/>
                  </a:moveTo>
                  <a:lnTo>
                    <a:pt x="3920" y="2100746"/>
                  </a:lnTo>
                  <a:lnTo>
                    <a:pt x="7840" y="2100746"/>
                  </a:lnTo>
                  <a:lnTo>
                    <a:pt x="11760" y="2100746"/>
                  </a:lnTo>
                  <a:lnTo>
                    <a:pt x="15680" y="2100746"/>
                  </a:lnTo>
                  <a:lnTo>
                    <a:pt x="19600" y="2100746"/>
                  </a:lnTo>
                  <a:lnTo>
                    <a:pt x="23520" y="2100746"/>
                  </a:lnTo>
                  <a:lnTo>
                    <a:pt x="27440" y="2100746"/>
                  </a:lnTo>
                  <a:lnTo>
                    <a:pt x="31360" y="2100746"/>
                  </a:lnTo>
                  <a:lnTo>
                    <a:pt x="35280" y="2100746"/>
                  </a:lnTo>
                  <a:lnTo>
                    <a:pt x="39200" y="2100746"/>
                  </a:lnTo>
                  <a:lnTo>
                    <a:pt x="43120" y="2100746"/>
                  </a:lnTo>
                  <a:lnTo>
                    <a:pt x="47040" y="2100746"/>
                  </a:lnTo>
                  <a:lnTo>
                    <a:pt x="50960" y="2100746"/>
                  </a:lnTo>
                  <a:lnTo>
                    <a:pt x="54880" y="2100746"/>
                  </a:lnTo>
                  <a:lnTo>
                    <a:pt x="58800" y="2100746"/>
                  </a:lnTo>
                  <a:lnTo>
                    <a:pt x="62721" y="2100746"/>
                  </a:lnTo>
                  <a:lnTo>
                    <a:pt x="66641" y="2100746"/>
                  </a:lnTo>
                  <a:lnTo>
                    <a:pt x="70561" y="2100746"/>
                  </a:lnTo>
                  <a:lnTo>
                    <a:pt x="74481" y="2100746"/>
                  </a:lnTo>
                  <a:lnTo>
                    <a:pt x="78401" y="2100746"/>
                  </a:lnTo>
                  <a:lnTo>
                    <a:pt x="82321" y="2100746"/>
                  </a:lnTo>
                  <a:lnTo>
                    <a:pt x="86241" y="2100746"/>
                  </a:lnTo>
                  <a:lnTo>
                    <a:pt x="90161" y="2100746"/>
                  </a:lnTo>
                  <a:lnTo>
                    <a:pt x="94081" y="2100746"/>
                  </a:lnTo>
                  <a:lnTo>
                    <a:pt x="98001" y="2100746"/>
                  </a:lnTo>
                  <a:lnTo>
                    <a:pt x="101921" y="2100746"/>
                  </a:lnTo>
                  <a:lnTo>
                    <a:pt x="105841" y="2100746"/>
                  </a:lnTo>
                  <a:lnTo>
                    <a:pt x="109761" y="2100746"/>
                  </a:lnTo>
                  <a:lnTo>
                    <a:pt x="113681" y="2100746"/>
                  </a:lnTo>
                  <a:lnTo>
                    <a:pt x="117601" y="2100746"/>
                  </a:lnTo>
                  <a:lnTo>
                    <a:pt x="121521" y="2100746"/>
                  </a:lnTo>
                  <a:lnTo>
                    <a:pt x="125442" y="2100746"/>
                  </a:lnTo>
                  <a:lnTo>
                    <a:pt x="129362" y="2100746"/>
                  </a:lnTo>
                  <a:lnTo>
                    <a:pt x="133282" y="2100746"/>
                  </a:lnTo>
                  <a:lnTo>
                    <a:pt x="137202" y="2100746"/>
                  </a:lnTo>
                  <a:lnTo>
                    <a:pt x="141122" y="2100746"/>
                  </a:lnTo>
                  <a:lnTo>
                    <a:pt x="145042" y="2100746"/>
                  </a:lnTo>
                  <a:lnTo>
                    <a:pt x="148962" y="2100746"/>
                  </a:lnTo>
                  <a:lnTo>
                    <a:pt x="152882" y="2100746"/>
                  </a:lnTo>
                  <a:lnTo>
                    <a:pt x="156802" y="2100746"/>
                  </a:lnTo>
                  <a:lnTo>
                    <a:pt x="160722" y="2100746"/>
                  </a:lnTo>
                  <a:lnTo>
                    <a:pt x="164642" y="2100746"/>
                  </a:lnTo>
                  <a:lnTo>
                    <a:pt x="168562" y="2100746"/>
                  </a:lnTo>
                  <a:lnTo>
                    <a:pt x="172482" y="2100746"/>
                  </a:lnTo>
                  <a:lnTo>
                    <a:pt x="176402" y="2100746"/>
                  </a:lnTo>
                  <a:lnTo>
                    <a:pt x="180322" y="2100746"/>
                  </a:lnTo>
                  <a:lnTo>
                    <a:pt x="184242" y="2100746"/>
                  </a:lnTo>
                  <a:lnTo>
                    <a:pt x="188163" y="2100746"/>
                  </a:lnTo>
                  <a:lnTo>
                    <a:pt x="192083" y="2100746"/>
                  </a:lnTo>
                  <a:lnTo>
                    <a:pt x="196003" y="2100746"/>
                  </a:lnTo>
                  <a:lnTo>
                    <a:pt x="199923" y="2100746"/>
                  </a:lnTo>
                  <a:lnTo>
                    <a:pt x="203843" y="2100746"/>
                  </a:lnTo>
                  <a:lnTo>
                    <a:pt x="207763" y="2100746"/>
                  </a:lnTo>
                  <a:lnTo>
                    <a:pt x="211683" y="2100746"/>
                  </a:lnTo>
                  <a:lnTo>
                    <a:pt x="215603" y="2100746"/>
                  </a:lnTo>
                  <a:lnTo>
                    <a:pt x="219523" y="2100746"/>
                  </a:lnTo>
                  <a:lnTo>
                    <a:pt x="223443" y="2100746"/>
                  </a:lnTo>
                  <a:lnTo>
                    <a:pt x="227363" y="2100746"/>
                  </a:lnTo>
                  <a:lnTo>
                    <a:pt x="231283" y="2100746"/>
                  </a:lnTo>
                  <a:lnTo>
                    <a:pt x="235203" y="2100746"/>
                  </a:lnTo>
                  <a:lnTo>
                    <a:pt x="239123" y="2100746"/>
                  </a:lnTo>
                  <a:lnTo>
                    <a:pt x="243043" y="2100736"/>
                  </a:lnTo>
                  <a:lnTo>
                    <a:pt x="246963" y="2100621"/>
                  </a:lnTo>
                  <a:lnTo>
                    <a:pt x="250884" y="2099945"/>
                  </a:lnTo>
                  <a:lnTo>
                    <a:pt x="254804" y="2098032"/>
                  </a:lnTo>
                  <a:lnTo>
                    <a:pt x="258724" y="2095608"/>
                  </a:lnTo>
                  <a:lnTo>
                    <a:pt x="262644" y="2095059"/>
                  </a:lnTo>
                  <a:lnTo>
                    <a:pt x="266564" y="2096995"/>
                  </a:lnTo>
                  <a:lnTo>
                    <a:pt x="270484" y="2099278"/>
                  </a:lnTo>
                  <a:lnTo>
                    <a:pt x="274404" y="2100410"/>
                  </a:lnTo>
                  <a:lnTo>
                    <a:pt x="278324" y="2100702"/>
                  </a:lnTo>
                  <a:lnTo>
                    <a:pt x="282244" y="2100743"/>
                  </a:lnTo>
                  <a:lnTo>
                    <a:pt x="286164" y="2100739"/>
                  </a:lnTo>
                  <a:lnTo>
                    <a:pt x="290084" y="2100657"/>
                  </a:lnTo>
                  <a:lnTo>
                    <a:pt x="294004" y="2100143"/>
                  </a:lnTo>
                  <a:lnTo>
                    <a:pt x="297924" y="2098505"/>
                  </a:lnTo>
                  <a:lnTo>
                    <a:pt x="301844" y="2095947"/>
                  </a:lnTo>
                  <a:lnTo>
                    <a:pt x="305764" y="2094774"/>
                  </a:lnTo>
                  <a:lnTo>
                    <a:pt x="309684" y="2096431"/>
                  </a:lnTo>
                  <a:lnTo>
                    <a:pt x="313605" y="2098494"/>
                  </a:lnTo>
                  <a:lnTo>
                    <a:pt x="317525" y="2098189"/>
                  </a:lnTo>
                  <a:lnTo>
                    <a:pt x="321445" y="2095787"/>
                  </a:lnTo>
                  <a:lnTo>
                    <a:pt x="325365" y="2094509"/>
                  </a:lnTo>
                  <a:lnTo>
                    <a:pt x="329285" y="2096428"/>
                  </a:lnTo>
                  <a:lnTo>
                    <a:pt x="333205" y="2098771"/>
                  </a:lnTo>
                  <a:lnTo>
                    <a:pt x="337125" y="2098342"/>
                  </a:lnTo>
                  <a:lnTo>
                    <a:pt x="341045" y="2094463"/>
                  </a:lnTo>
                  <a:lnTo>
                    <a:pt x="344965" y="2089435"/>
                  </a:lnTo>
                  <a:lnTo>
                    <a:pt x="348885" y="2087608"/>
                  </a:lnTo>
                  <a:lnTo>
                    <a:pt x="352805" y="2087630"/>
                  </a:lnTo>
                  <a:lnTo>
                    <a:pt x="356725" y="2083319"/>
                  </a:lnTo>
                  <a:lnTo>
                    <a:pt x="360645" y="2076891"/>
                  </a:lnTo>
                  <a:lnTo>
                    <a:pt x="364565" y="2075938"/>
                  </a:lnTo>
                  <a:lnTo>
                    <a:pt x="368485" y="2079856"/>
                  </a:lnTo>
                  <a:lnTo>
                    <a:pt x="372405" y="2084970"/>
                  </a:lnTo>
                  <a:lnTo>
                    <a:pt x="376326" y="2090343"/>
                  </a:lnTo>
                  <a:lnTo>
                    <a:pt x="380246" y="2090637"/>
                  </a:lnTo>
                  <a:lnTo>
                    <a:pt x="384166" y="2082944"/>
                  </a:lnTo>
                  <a:lnTo>
                    <a:pt x="388086" y="2072761"/>
                  </a:lnTo>
                  <a:lnTo>
                    <a:pt x="392006" y="2066041"/>
                  </a:lnTo>
                  <a:lnTo>
                    <a:pt x="395926" y="2064611"/>
                  </a:lnTo>
                  <a:lnTo>
                    <a:pt x="399846" y="2070361"/>
                  </a:lnTo>
                  <a:lnTo>
                    <a:pt x="403766" y="2081229"/>
                  </a:lnTo>
                  <a:lnTo>
                    <a:pt x="407686" y="2087998"/>
                  </a:lnTo>
                  <a:lnTo>
                    <a:pt x="411606" y="2085440"/>
                  </a:lnTo>
                  <a:lnTo>
                    <a:pt x="415526" y="2074009"/>
                  </a:lnTo>
                  <a:lnTo>
                    <a:pt x="419446" y="2055853"/>
                  </a:lnTo>
                  <a:lnTo>
                    <a:pt x="423366" y="2040350"/>
                  </a:lnTo>
                  <a:lnTo>
                    <a:pt x="427286" y="2039434"/>
                  </a:lnTo>
                  <a:lnTo>
                    <a:pt x="431206" y="2049880"/>
                  </a:lnTo>
                  <a:lnTo>
                    <a:pt x="435126" y="2057258"/>
                  </a:lnTo>
                  <a:lnTo>
                    <a:pt x="439047" y="2056588"/>
                  </a:lnTo>
                  <a:lnTo>
                    <a:pt x="442967" y="2051196"/>
                  </a:lnTo>
                  <a:lnTo>
                    <a:pt x="446887" y="2044163"/>
                  </a:lnTo>
                  <a:lnTo>
                    <a:pt x="450807" y="2036811"/>
                  </a:lnTo>
                  <a:lnTo>
                    <a:pt x="454727" y="2023258"/>
                  </a:lnTo>
                  <a:lnTo>
                    <a:pt x="458647" y="1996404"/>
                  </a:lnTo>
                  <a:lnTo>
                    <a:pt x="462567" y="1957104"/>
                  </a:lnTo>
                  <a:lnTo>
                    <a:pt x="466487" y="1914445"/>
                  </a:lnTo>
                  <a:lnTo>
                    <a:pt x="470407" y="1881085"/>
                  </a:lnTo>
                  <a:lnTo>
                    <a:pt x="474327" y="1850523"/>
                  </a:lnTo>
                  <a:lnTo>
                    <a:pt x="478247" y="1799001"/>
                  </a:lnTo>
                  <a:lnTo>
                    <a:pt x="482167" y="1734541"/>
                  </a:lnTo>
                  <a:lnTo>
                    <a:pt x="486087" y="1696974"/>
                  </a:lnTo>
                  <a:lnTo>
                    <a:pt x="490007" y="1690511"/>
                  </a:lnTo>
                  <a:lnTo>
                    <a:pt x="493927" y="1667980"/>
                  </a:lnTo>
                  <a:lnTo>
                    <a:pt x="497847" y="1565511"/>
                  </a:lnTo>
                  <a:lnTo>
                    <a:pt x="501768" y="1294406"/>
                  </a:lnTo>
                  <a:lnTo>
                    <a:pt x="505688" y="767199"/>
                  </a:lnTo>
                  <a:lnTo>
                    <a:pt x="509608" y="0"/>
                  </a:lnTo>
                  <a:lnTo>
                    <a:pt x="509608" y="2100746"/>
                  </a:lnTo>
                  <a:lnTo>
                    <a:pt x="505688" y="2100746"/>
                  </a:lnTo>
                  <a:lnTo>
                    <a:pt x="501768" y="2100746"/>
                  </a:lnTo>
                  <a:lnTo>
                    <a:pt x="497847" y="2100746"/>
                  </a:lnTo>
                  <a:lnTo>
                    <a:pt x="493927" y="2100746"/>
                  </a:lnTo>
                  <a:lnTo>
                    <a:pt x="490007" y="2100746"/>
                  </a:lnTo>
                  <a:lnTo>
                    <a:pt x="486087" y="2100746"/>
                  </a:lnTo>
                  <a:lnTo>
                    <a:pt x="482167" y="2100746"/>
                  </a:lnTo>
                  <a:lnTo>
                    <a:pt x="478247" y="2100746"/>
                  </a:lnTo>
                  <a:lnTo>
                    <a:pt x="474327" y="2100746"/>
                  </a:lnTo>
                  <a:lnTo>
                    <a:pt x="470407" y="2100746"/>
                  </a:lnTo>
                  <a:lnTo>
                    <a:pt x="466487" y="2100746"/>
                  </a:lnTo>
                  <a:lnTo>
                    <a:pt x="462567" y="2100746"/>
                  </a:lnTo>
                  <a:lnTo>
                    <a:pt x="458647" y="2100746"/>
                  </a:lnTo>
                  <a:lnTo>
                    <a:pt x="454727" y="2100746"/>
                  </a:lnTo>
                  <a:lnTo>
                    <a:pt x="450807" y="2100746"/>
                  </a:lnTo>
                  <a:lnTo>
                    <a:pt x="446887" y="2100746"/>
                  </a:lnTo>
                  <a:lnTo>
                    <a:pt x="442967" y="2100746"/>
                  </a:lnTo>
                  <a:lnTo>
                    <a:pt x="439047" y="2100746"/>
                  </a:lnTo>
                  <a:lnTo>
                    <a:pt x="435126" y="2100746"/>
                  </a:lnTo>
                  <a:lnTo>
                    <a:pt x="431206" y="2100746"/>
                  </a:lnTo>
                  <a:lnTo>
                    <a:pt x="427286" y="2100746"/>
                  </a:lnTo>
                  <a:lnTo>
                    <a:pt x="423366" y="2100746"/>
                  </a:lnTo>
                  <a:lnTo>
                    <a:pt x="419446" y="2100746"/>
                  </a:lnTo>
                  <a:lnTo>
                    <a:pt x="415526" y="2100746"/>
                  </a:lnTo>
                  <a:lnTo>
                    <a:pt x="411606" y="2100746"/>
                  </a:lnTo>
                  <a:lnTo>
                    <a:pt x="407686" y="2100746"/>
                  </a:lnTo>
                  <a:lnTo>
                    <a:pt x="403766" y="2100746"/>
                  </a:lnTo>
                  <a:lnTo>
                    <a:pt x="399846" y="2100746"/>
                  </a:lnTo>
                  <a:lnTo>
                    <a:pt x="395926" y="2100746"/>
                  </a:lnTo>
                  <a:lnTo>
                    <a:pt x="392006" y="2100746"/>
                  </a:lnTo>
                  <a:lnTo>
                    <a:pt x="388086" y="2100746"/>
                  </a:lnTo>
                  <a:lnTo>
                    <a:pt x="384166" y="2100746"/>
                  </a:lnTo>
                  <a:lnTo>
                    <a:pt x="380246" y="2100746"/>
                  </a:lnTo>
                  <a:lnTo>
                    <a:pt x="376326" y="2100746"/>
                  </a:lnTo>
                  <a:lnTo>
                    <a:pt x="372405" y="2100746"/>
                  </a:lnTo>
                  <a:lnTo>
                    <a:pt x="368485" y="2100746"/>
                  </a:lnTo>
                  <a:lnTo>
                    <a:pt x="364565" y="2100746"/>
                  </a:lnTo>
                  <a:lnTo>
                    <a:pt x="360645" y="2100746"/>
                  </a:lnTo>
                  <a:lnTo>
                    <a:pt x="356725" y="2100746"/>
                  </a:lnTo>
                  <a:lnTo>
                    <a:pt x="352805" y="2100746"/>
                  </a:lnTo>
                  <a:lnTo>
                    <a:pt x="348885" y="2100746"/>
                  </a:lnTo>
                  <a:lnTo>
                    <a:pt x="344965" y="2100746"/>
                  </a:lnTo>
                  <a:lnTo>
                    <a:pt x="341045" y="2100746"/>
                  </a:lnTo>
                  <a:lnTo>
                    <a:pt x="337125" y="2100746"/>
                  </a:lnTo>
                  <a:lnTo>
                    <a:pt x="333205" y="2100746"/>
                  </a:lnTo>
                  <a:lnTo>
                    <a:pt x="329285" y="2100746"/>
                  </a:lnTo>
                  <a:lnTo>
                    <a:pt x="325365" y="2100746"/>
                  </a:lnTo>
                  <a:lnTo>
                    <a:pt x="321445" y="2100746"/>
                  </a:lnTo>
                  <a:lnTo>
                    <a:pt x="317525" y="2100746"/>
                  </a:lnTo>
                  <a:lnTo>
                    <a:pt x="313605" y="2100746"/>
                  </a:lnTo>
                  <a:lnTo>
                    <a:pt x="309684" y="2100746"/>
                  </a:lnTo>
                  <a:lnTo>
                    <a:pt x="305764" y="2100746"/>
                  </a:lnTo>
                  <a:lnTo>
                    <a:pt x="301844" y="2100746"/>
                  </a:lnTo>
                  <a:lnTo>
                    <a:pt x="297924" y="2100746"/>
                  </a:lnTo>
                  <a:lnTo>
                    <a:pt x="294004" y="2100746"/>
                  </a:lnTo>
                  <a:lnTo>
                    <a:pt x="290084" y="2100746"/>
                  </a:lnTo>
                  <a:lnTo>
                    <a:pt x="286164" y="2100746"/>
                  </a:lnTo>
                  <a:lnTo>
                    <a:pt x="282244" y="2100746"/>
                  </a:lnTo>
                  <a:lnTo>
                    <a:pt x="278324" y="2100746"/>
                  </a:lnTo>
                  <a:lnTo>
                    <a:pt x="274404" y="2100746"/>
                  </a:lnTo>
                  <a:lnTo>
                    <a:pt x="270484" y="2100746"/>
                  </a:lnTo>
                  <a:lnTo>
                    <a:pt x="266564" y="2100746"/>
                  </a:lnTo>
                  <a:lnTo>
                    <a:pt x="262644" y="2100746"/>
                  </a:lnTo>
                  <a:lnTo>
                    <a:pt x="258724" y="2100746"/>
                  </a:lnTo>
                  <a:lnTo>
                    <a:pt x="254804" y="2100746"/>
                  </a:lnTo>
                  <a:lnTo>
                    <a:pt x="250884" y="2100746"/>
                  </a:lnTo>
                  <a:lnTo>
                    <a:pt x="246963" y="2100746"/>
                  </a:lnTo>
                  <a:lnTo>
                    <a:pt x="243043" y="2100746"/>
                  </a:lnTo>
                  <a:lnTo>
                    <a:pt x="239123" y="2100746"/>
                  </a:lnTo>
                  <a:lnTo>
                    <a:pt x="235203" y="2100746"/>
                  </a:lnTo>
                  <a:lnTo>
                    <a:pt x="231283" y="2100746"/>
                  </a:lnTo>
                  <a:lnTo>
                    <a:pt x="227363" y="2100746"/>
                  </a:lnTo>
                  <a:lnTo>
                    <a:pt x="223443" y="2100746"/>
                  </a:lnTo>
                  <a:lnTo>
                    <a:pt x="219523" y="2100746"/>
                  </a:lnTo>
                  <a:lnTo>
                    <a:pt x="215603" y="2100746"/>
                  </a:lnTo>
                  <a:lnTo>
                    <a:pt x="211683" y="2100746"/>
                  </a:lnTo>
                  <a:lnTo>
                    <a:pt x="207763" y="2100746"/>
                  </a:lnTo>
                  <a:lnTo>
                    <a:pt x="203843" y="2100746"/>
                  </a:lnTo>
                  <a:lnTo>
                    <a:pt x="199923" y="2100746"/>
                  </a:lnTo>
                  <a:lnTo>
                    <a:pt x="196003" y="2100746"/>
                  </a:lnTo>
                  <a:lnTo>
                    <a:pt x="192083" y="2100746"/>
                  </a:lnTo>
                  <a:lnTo>
                    <a:pt x="188163" y="2100746"/>
                  </a:lnTo>
                  <a:lnTo>
                    <a:pt x="184242" y="2100746"/>
                  </a:lnTo>
                  <a:lnTo>
                    <a:pt x="180322" y="2100746"/>
                  </a:lnTo>
                  <a:lnTo>
                    <a:pt x="176402" y="2100746"/>
                  </a:lnTo>
                  <a:lnTo>
                    <a:pt x="172482" y="2100746"/>
                  </a:lnTo>
                  <a:lnTo>
                    <a:pt x="168562" y="2100746"/>
                  </a:lnTo>
                  <a:lnTo>
                    <a:pt x="164642" y="2100746"/>
                  </a:lnTo>
                  <a:lnTo>
                    <a:pt x="160722" y="2100746"/>
                  </a:lnTo>
                  <a:lnTo>
                    <a:pt x="156802" y="2100746"/>
                  </a:lnTo>
                  <a:lnTo>
                    <a:pt x="152882" y="2100746"/>
                  </a:lnTo>
                  <a:lnTo>
                    <a:pt x="148962" y="2100746"/>
                  </a:lnTo>
                  <a:lnTo>
                    <a:pt x="145042" y="2100746"/>
                  </a:lnTo>
                  <a:lnTo>
                    <a:pt x="141122" y="2100746"/>
                  </a:lnTo>
                  <a:lnTo>
                    <a:pt x="137202" y="2100746"/>
                  </a:lnTo>
                  <a:lnTo>
                    <a:pt x="133282" y="2100746"/>
                  </a:lnTo>
                  <a:lnTo>
                    <a:pt x="129362" y="2100746"/>
                  </a:lnTo>
                  <a:lnTo>
                    <a:pt x="125442" y="2100746"/>
                  </a:lnTo>
                  <a:lnTo>
                    <a:pt x="121521" y="2100746"/>
                  </a:lnTo>
                  <a:lnTo>
                    <a:pt x="117601" y="2100746"/>
                  </a:lnTo>
                  <a:lnTo>
                    <a:pt x="113681" y="2100746"/>
                  </a:lnTo>
                  <a:lnTo>
                    <a:pt x="109761" y="2100746"/>
                  </a:lnTo>
                  <a:lnTo>
                    <a:pt x="105841" y="2100746"/>
                  </a:lnTo>
                  <a:lnTo>
                    <a:pt x="101921" y="2100746"/>
                  </a:lnTo>
                  <a:lnTo>
                    <a:pt x="98001" y="2100746"/>
                  </a:lnTo>
                  <a:lnTo>
                    <a:pt x="94081" y="2100746"/>
                  </a:lnTo>
                  <a:lnTo>
                    <a:pt x="90161" y="2100746"/>
                  </a:lnTo>
                  <a:lnTo>
                    <a:pt x="86241" y="2100746"/>
                  </a:lnTo>
                  <a:lnTo>
                    <a:pt x="82321" y="2100746"/>
                  </a:lnTo>
                  <a:lnTo>
                    <a:pt x="78401" y="2100746"/>
                  </a:lnTo>
                  <a:lnTo>
                    <a:pt x="74481" y="2100746"/>
                  </a:lnTo>
                  <a:lnTo>
                    <a:pt x="70561" y="2100746"/>
                  </a:lnTo>
                  <a:lnTo>
                    <a:pt x="66641" y="2100746"/>
                  </a:lnTo>
                  <a:lnTo>
                    <a:pt x="62721" y="2100746"/>
                  </a:lnTo>
                  <a:lnTo>
                    <a:pt x="58800" y="2100746"/>
                  </a:lnTo>
                  <a:lnTo>
                    <a:pt x="54880" y="2100746"/>
                  </a:lnTo>
                  <a:lnTo>
                    <a:pt x="50960" y="2100746"/>
                  </a:lnTo>
                  <a:lnTo>
                    <a:pt x="47040" y="2100746"/>
                  </a:lnTo>
                  <a:lnTo>
                    <a:pt x="43120" y="2100746"/>
                  </a:lnTo>
                  <a:lnTo>
                    <a:pt x="39200" y="2100746"/>
                  </a:lnTo>
                  <a:lnTo>
                    <a:pt x="35280" y="2100746"/>
                  </a:lnTo>
                  <a:lnTo>
                    <a:pt x="31360" y="2100746"/>
                  </a:lnTo>
                  <a:lnTo>
                    <a:pt x="27440" y="2100746"/>
                  </a:lnTo>
                  <a:lnTo>
                    <a:pt x="23520" y="2100746"/>
                  </a:lnTo>
                  <a:lnTo>
                    <a:pt x="19600" y="2100746"/>
                  </a:lnTo>
                  <a:lnTo>
                    <a:pt x="15680" y="2100746"/>
                  </a:lnTo>
                  <a:lnTo>
                    <a:pt x="11760" y="2100746"/>
                  </a:lnTo>
                  <a:lnTo>
                    <a:pt x="7840" y="2100746"/>
                  </a:lnTo>
                  <a:lnTo>
                    <a:pt x="3920" y="2100746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59" name="pg59"/>
            <p:cNvSpPr/>
            <p:nvPr/>
          </p:nvSpPr>
          <p:spPr>
            <a:xfrm>
              <a:off x="7084909" y="4684252"/>
              <a:ext cx="1477863" cy="1607297"/>
            </a:xfrm>
            <a:custGeom>
              <a:avLst/>
              <a:gdLst/>
              <a:ahLst/>
              <a:cxnLst/>
              <a:rect l="0" t="0" r="0" b="0"/>
              <a:pathLst>
                <a:path w="1477863" h="1607297">
                  <a:moveTo>
                    <a:pt x="0" y="0"/>
                  </a:moveTo>
                  <a:lnTo>
                    <a:pt x="3920" y="1087365"/>
                  </a:lnTo>
                  <a:lnTo>
                    <a:pt x="7840" y="1513396"/>
                  </a:lnTo>
                  <a:lnTo>
                    <a:pt x="11760" y="1597878"/>
                  </a:lnTo>
                  <a:lnTo>
                    <a:pt x="15680" y="1606768"/>
                  </a:lnTo>
                  <a:lnTo>
                    <a:pt x="19600" y="1607280"/>
                  </a:lnTo>
                  <a:lnTo>
                    <a:pt x="23520" y="1607297"/>
                  </a:lnTo>
                  <a:lnTo>
                    <a:pt x="27440" y="1607297"/>
                  </a:lnTo>
                  <a:lnTo>
                    <a:pt x="31360" y="1607297"/>
                  </a:lnTo>
                  <a:lnTo>
                    <a:pt x="35280" y="1607297"/>
                  </a:lnTo>
                  <a:lnTo>
                    <a:pt x="39200" y="1607297"/>
                  </a:lnTo>
                  <a:lnTo>
                    <a:pt x="43120" y="1607297"/>
                  </a:lnTo>
                  <a:lnTo>
                    <a:pt x="47040" y="1607297"/>
                  </a:lnTo>
                  <a:lnTo>
                    <a:pt x="50960" y="1607297"/>
                  </a:lnTo>
                  <a:lnTo>
                    <a:pt x="54880" y="1607297"/>
                  </a:lnTo>
                  <a:lnTo>
                    <a:pt x="58800" y="1607297"/>
                  </a:lnTo>
                  <a:lnTo>
                    <a:pt x="62721" y="1607297"/>
                  </a:lnTo>
                  <a:lnTo>
                    <a:pt x="66641" y="1607297"/>
                  </a:lnTo>
                  <a:lnTo>
                    <a:pt x="70561" y="1607297"/>
                  </a:lnTo>
                  <a:lnTo>
                    <a:pt x="74481" y="1607297"/>
                  </a:lnTo>
                  <a:lnTo>
                    <a:pt x="78401" y="1607297"/>
                  </a:lnTo>
                  <a:lnTo>
                    <a:pt x="82321" y="1607297"/>
                  </a:lnTo>
                  <a:lnTo>
                    <a:pt x="86241" y="1607297"/>
                  </a:lnTo>
                  <a:lnTo>
                    <a:pt x="90161" y="1607297"/>
                  </a:lnTo>
                  <a:lnTo>
                    <a:pt x="94081" y="1607297"/>
                  </a:lnTo>
                  <a:lnTo>
                    <a:pt x="98001" y="1607297"/>
                  </a:lnTo>
                  <a:lnTo>
                    <a:pt x="101921" y="1607297"/>
                  </a:lnTo>
                  <a:lnTo>
                    <a:pt x="105841" y="1607297"/>
                  </a:lnTo>
                  <a:lnTo>
                    <a:pt x="109761" y="1607297"/>
                  </a:lnTo>
                  <a:lnTo>
                    <a:pt x="113681" y="1607297"/>
                  </a:lnTo>
                  <a:lnTo>
                    <a:pt x="117601" y="1607297"/>
                  </a:lnTo>
                  <a:lnTo>
                    <a:pt x="121521" y="1607297"/>
                  </a:lnTo>
                  <a:lnTo>
                    <a:pt x="125442" y="1607297"/>
                  </a:lnTo>
                  <a:lnTo>
                    <a:pt x="129362" y="1607297"/>
                  </a:lnTo>
                  <a:lnTo>
                    <a:pt x="133282" y="1607297"/>
                  </a:lnTo>
                  <a:lnTo>
                    <a:pt x="137202" y="1607297"/>
                  </a:lnTo>
                  <a:lnTo>
                    <a:pt x="141122" y="1607297"/>
                  </a:lnTo>
                  <a:lnTo>
                    <a:pt x="145042" y="1607297"/>
                  </a:lnTo>
                  <a:lnTo>
                    <a:pt x="148962" y="1607297"/>
                  </a:lnTo>
                  <a:lnTo>
                    <a:pt x="152882" y="1607297"/>
                  </a:lnTo>
                  <a:lnTo>
                    <a:pt x="156802" y="1607297"/>
                  </a:lnTo>
                  <a:lnTo>
                    <a:pt x="160722" y="1607297"/>
                  </a:lnTo>
                  <a:lnTo>
                    <a:pt x="164642" y="1607297"/>
                  </a:lnTo>
                  <a:lnTo>
                    <a:pt x="168562" y="1607297"/>
                  </a:lnTo>
                  <a:lnTo>
                    <a:pt x="172482" y="1607297"/>
                  </a:lnTo>
                  <a:lnTo>
                    <a:pt x="176402" y="1607297"/>
                  </a:lnTo>
                  <a:lnTo>
                    <a:pt x="180322" y="1607297"/>
                  </a:lnTo>
                  <a:lnTo>
                    <a:pt x="184242" y="1607297"/>
                  </a:lnTo>
                  <a:lnTo>
                    <a:pt x="188163" y="1607297"/>
                  </a:lnTo>
                  <a:lnTo>
                    <a:pt x="192083" y="1607297"/>
                  </a:lnTo>
                  <a:lnTo>
                    <a:pt x="196003" y="1607297"/>
                  </a:lnTo>
                  <a:lnTo>
                    <a:pt x="199923" y="1607297"/>
                  </a:lnTo>
                  <a:lnTo>
                    <a:pt x="203843" y="1607297"/>
                  </a:lnTo>
                  <a:lnTo>
                    <a:pt x="207763" y="1607297"/>
                  </a:lnTo>
                  <a:lnTo>
                    <a:pt x="211683" y="1607297"/>
                  </a:lnTo>
                  <a:lnTo>
                    <a:pt x="215603" y="1607297"/>
                  </a:lnTo>
                  <a:lnTo>
                    <a:pt x="219523" y="1607297"/>
                  </a:lnTo>
                  <a:lnTo>
                    <a:pt x="223443" y="1607297"/>
                  </a:lnTo>
                  <a:lnTo>
                    <a:pt x="227363" y="1607297"/>
                  </a:lnTo>
                  <a:lnTo>
                    <a:pt x="231283" y="1607297"/>
                  </a:lnTo>
                  <a:lnTo>
                    <a:pt x="235203" y="1607297"/>
                  </a:lnTo>
                  <a:lnTo>
                    <a:pt x="239123" y="1607297"/>
                  </a:lnTo>
                  <a:lnTo>
                    <a:pt x="243043" y="1607297"/>
                  </a:lnTo>
                  <a:lnTo>
                    <a:pt x="246963" y="1607297"/>
                  </a:lnTo>
                  <a:lnTo>
                    <a:pt x="250884" y="1607297"/>
                  </a:lnTo>
                  <a:lnTo>
                    <a:pt x="254804" y="1607297"/>
                  </a:lnTo>
                  <a:lnTo>
                    <a:pt x="258724" y="1607297"/>
                  </a:lnTo>
                  <a:lnTo>
                    <a:pt x="262644" y="1607297"/>
                  </a:lnTo>
                  <a:lnTo>
                    <a:pt x="266564" y="1607297"/>
                  </a:lnTo>
                  <a:lnTo>
                    <a:pt x="270484" y="1607297"/>
                  </a:lnTo>
                  <a:lnTo>
                    <a:pt x="274404" y="1607297"/>
                  </a:lnTo>
                  <a:lnTo>
                    <a:pt x="278324" y="1607297"/>
                  </a:lnTo>
                  <a:lnTo>
                    <a:pt x="282244" y="1607297"/>
                  </a:lnTo>
                  <a:lnTo>
                    <a:pt x="286164" y="1607297"/>
                  </a:lnTo>
                  <a:lnTo>
                    <a:pt x="290084" y="1607297"/>
                  </a:lnTo>
                  <a:lnTo>
                    <a:pt x="294004" y="1607297"/>
                  </a:lnTo>
                  <a:lnTo>
                    <a:pt x="297924" y="1607297"/>
                  </a:lnTo>
                  <a:lnTo>
                    <a:pt x="301844" y="1607297"/>
                  </a:lnTo>
                  <a:lnTo>
                    <a:pt x="305764" y="1607297"/>
                  </a:lnTo>
                  <a:lnTo>
                    <a:pt x="309684" y="1607297"/>
                  </a:lnTo>
                  <a:lnTo>
                    <a:pt x="313605" y="1607297"/>
                  </a:lnTo>
                  <a:lnTo>
                    <a:pt x="317525" y="1607297"/>
                  </a:lnTo>
                  <a:lnTo>
                    <a:pt x="321445" y="1607297"/>
                  </a:lnTo>
                  <a:lnTo>
                    <a:pt x="325365" y="1607297"/>
                  </a:lnTo>
                  <a:lnTo>
                    <a:pt x="329285" y="1607297"/>
                  </a:lnTo>
                  <a:lnTo>
                    <a:pt x="333205" y="1607297"/>
                  </a:lnTo>
                  <a:lnTo>
                    <a:pt x="337125" y="1607297"/>
                  </a:lnTo>
                  <a:lnTo>
                    <a:pt x="341045" y="1607297"/>
                  </a:lnTo>
                  <a:lnTo>
                    <a:pt x="344965" y="1607297"/>
                  </a:lnTo>
                  <a:lnTo>
                    <a:pt x="348885" y="1607297"/>
                  </a:lnTo>
                  <a:lnTo>
                    <a:pt x="352805" y="1607297"/>
                  </a:lnTo>
                  <a:lnTo>
                    <a:pt x="356725" y="1607297"/>
                  </a:lnTo>
                  <a:lnTo>
                    <a:pt x="360645" y="1607297"/>
                  </a:lnTo>
                  <a:lnTo>
                    <a:pt x="364565" y="1607297"/>
                  </a:lnTo>
                  <a:lnTo>
                    <a:pt x="368485" y="1607297"/>
                  </a:lnTo>
                  <a:lnTo>
                    <a:pt x="372405" y="1607297"/>
                  </a:lnTo>
                  <a:lnTo>
                    <a:pt x="376326" y="1607297"/>
                  </a:lnTo>
                  <a:lnTo>
                    <a:pt x="380246" y="1607297"/>
                  </a:lnTo>
                  <a:lnTo>
                    <a:pt x="384166" y="1607297"/>
                  </a:lnTo>
                  <a:lnTo>
                    <a:pt x="388086" y="1607297"/>
                  </a:lnTo>
                  <a:lnTo>
                    <a:pt x="392006" y="1607297"/>
                  </a:lnTo>
                  <a:lnTo>
                    <a:pt x="395926" y="1607297"/>
                  </a:lnTo>
                  <a:lnTo>
                    <a:pt x="399846" y="1607297"/>
                  </a:lnTo>
                  <a:lnTo>
                    <a:pt x="403766" y="1607297"/>
                  </a:lnTo>
                  <a:lnTo>
                    <a:pt x="407686" y="1607297"/>
                  </a:lnTo>
                  <a:lnTo>
                    <a:pt x="411606" y="1607297"/>
                  </a:lnTo>
                  <a:lnTo>
                    <a:pt x="415526" y="1607297"/>
                  </a:lnTo>
                  <a:lnTo>
                    <a:pt x="419446" y="1607297"/>
                  </a:lnTo>
                  <a:lnTo>
                    <a:pt x="423366" y="1607297"/>
                  </a:lnTo>
                  <a:lnTo>
                    <a:pt x="427286" y="1607297"/>
                  </a:lnTo>
                  <a:lnTo>
                    <a:pt x="431206" y="1607297"/>
                  </a:lnTo>
                  <a:lnTo>
                    <a:pt x="435126" y="1607297"/>
                  </a:lnTo>
                  <a:lnTo>
                    <a:pt x="439047" y="1607297"/>
                  </a:lnTo>
                  <a:lnTo>
                    <a:pt x="442967" y="1607297"/>
                  </a:lnTo>
                  <a:lnTo>
                    <a:pt x="446887" y="1607297"/>
                  </a:lnTo>
                  <a:lnTo>
                    <a:pt x="450807" y="1607297"/>
                  </a:lnTo>
                  <a:lnTo>
                    <a:pt x="454727" y="1607297"/>
                  </a:lnTo>
                  <a:lnTo>
                    <a:pt x="458647" y="1607297"/>
                  </a:lnTo>
                  <a:lnTo>
                    <a:pt x="462567" y="1607297"/>
                  </a:lnTo>
                  <a:lnTo>
                    <a:pt x="466487" y="1607297"/>
                  </a:lnTo>
                  <a:lnTo>
                    <a:pt x="470407" y="1607297"/>
                  </a:lnTo>
                  <a:lnTo>
                    <a:pt x="474327" y="1607297"/>
                  </a:lnTo>
                  <a:lnTo>
                    <a:pt x="478247" y="1607297"/>
                  </a:lnTo>
                  <a:lnTo>
                    <a:pt x="482167" y="1607297"/>
                  </a:lnTo>
                  <a:lnTo>
                    <a:pt x="486087" y="1607297"/>
                  </a:lnTo>
                  <a:lnTo>
                    <a:pt x="490007" y="1607297"/>
                  </a:lnTo>
                  <a:lnTo>
                    <a:pt x="493927" y="1607297"/>
                  </a:lnTo>
                  <a:lnTo>
                    <a:pt x="497847" y="1607297"/>
                  </a:lnTo>
                  <a:lnTo>
                    <a:pt x="501768" y="1607297"/>
                  </a:lnTo>
                  <a:lnTo>
                    <a:pt x="505688" y="1607297"/>
                  </a:lnTo>
                  <a:lnTo>
                    <a:pt x="509608" y="1607297"/>
                  </a:lnTo>
                  <a:lnTo>
                    <a:pt x="513528" y="1607297"/>
                  </a:lnTo>
                  <a:lnTo>
                    <a:pt x="517448" y="1607297"/>
                  </a:lnTo>
                  <a:lnTo>
                    <a:pt x="521368" y="1607297"/>
                  </a:lnTo>
                  <a:lnTo>
                    <a:pt x="525288" y="1607297"/>
                  </a:lnTo>
                  <a:lnTo>
                    <a:pt x="529208" y="1607297"/>
                  </a:lnTo>
                  <a:lnTo>
                    <a:pt x="533128" y="1607297"/>
                  </a:lnTo>
                  <a:lnTo>
                    <a:pt x="537048" y="1607297"/>
                  </a:lnTo>
                  <a:lnTo>
                    <a:pt x="540968" y="1607297"/>
                  </a:lnTo>
                  <a:lnTo>
                    <a:pt x="544888" y="1607297"/>
                  </a:lnTo>
                  <a:lnTo>
                    <a:pt x="548808" y="1607297"/>
                  </a:lnTo>
                  <a:lnTo>
                    <a:pt x="552728" y="1607297"/>
                  </a:lnTo>
                  <a:lnTo>
                    <a:pt x="556648" y="1607297"/>
                  </a:lnTo>
                  <a:lnTo>
                    <a:pt x="560569" y="1607297"/>
                  </a:lnTo>
                  <a:lnTo>
                    <a:pt x="564489" y="1607297"/>
                  </a:lnTo>
                  <a:lnTo>
                    <a:pt x="568409" y="1607297"/>
                  </a:lnTo>
                  <a:lnTo>
                    <a:pt x="572329" y="1607297"/>
                  </a:lnTo>
                  <a:lnTo>
                    <a:pt x="576249" y="1607297"/>
                  </a:lnTo>
                  <a:lnTo>
                    <a:pt x="580169" y="1607297"/>
                  </a:lnTo>
                  <a:lnTo>
                    <a:pt x="584089" y="1607297"/>
                  </a:lnTo>
                  <a:lnTo>
                    <a:pt x="588009" y="1607297"/>
                  </a:lnTo>
                  <a:lnTo>
                    <a:pt x="591929" y="1607297"/>
                  </a:lnTo>
                  <a:lnTo>
                    <a:pt x="595849" y="1607297"/>
                  </a:lnTo>
                  <a:lnTo>
                    <a:pt x="599769" y="1607297"/>
                  </a:lnTo>
                  <a:lnTo>
                    <a:pt x="603689" y="1607297"/>
                  </a:lnTo>
                  <a:lnTo>
                    <a:pt x="607609" y="1607297"/>
                  </a:lnTo>
                  <a:lnTo>
                    <a:pt x="611529" y="1607297"/>
                  </a:lnTo>
                  <a:lnTo>
                    <a:pt x="615449" y="1607297"/>
                  </a:lnTo>
                  <a:lnTo>
                    <a:pt x="619369" y="1607297"/>
                  </a:lnTo>
                  <a:lnTo>
                    <a:pt x="623290" y="1607297"/>
                  </a:lnTo>
                  <a:lnTo>
                    <a:pt x="627210" y="1607297"/>
                  </a:lnTo>
                  <a:lnTo>
                    <a:pt x="631130" y="1607297"/>
                  </a:lnTo>
                  <a:lnTo>
                    <a:pt x="635050" y="1607297"/>
                  </a:lnTo>
                  <a:lnTo>
                    <a:pt x="638970" y="1607297"/>
                  </a:lnTo>
                  <a:lnTo>
                    <a:pt x="642890" y="1607297"/>
                  </a:lnTo>
                  <a:lnTo>
                    <a:pt x="646810" y="1607297"/>
                  </a:lnTo>
                  <a:lnTo>
                    <a:pt x="650730" y="1607297"/>
                  </a:lnTo>
                  <a:lnTo>
                    <a:pt x="654650" y="1607297"/>
                  </a:lnTo>
                  <a:lnTo>
                    <a:pt x="658570" y="1607297"/>
                  </a:lnTo>
                  <a:lnTo>
                    <a:pt x="662490" y="1607297"/>
                  </a:lnTo>
                  <a:lnTo>
                    <a:pt x="666410" y="1607297"/>
                  </a:lnTo>
                  <a:lnTo>
                    <a:pt x="670330" y="1607297"/>
                  </a:lnTo>
                  <a:lnTo>
                    <a:pt x="674250" y="1607297"/>
                  </a:lnTo>
                  <a:lnTo>
                    <a:pt x="678170" y="1607297"/>
                  </a:lnTo>
                  <a:lnTo>
                    <a:pt x="682090" y="1607297"/>
                  </a:lnTo>
                  <a:lnTo>
                    <a:pt x="686011" y="1607297"/>
                  </a:lnTo>
                  <a:lnTo>
                    <a:pt x="689931" y="1607297"/>
                  </a:lnTo>
                  <a:lnTo>
                    <a:pt x="693851" y="1607297"/>
                  </a:lnTo>
                  <a:lnTo>
                    <a:pt x="697771" y="1607297"/>
                  </a:lnTo>
                  <a:lnTo>
                    <a:pt x="701691" y="1607297"/>
                  </a:lnTo>
                  <a:lnTo>
                    <a:pt x="705611" y="1607297"/>
                  </a:lnTo>
                  <a:lnTo>
                    <a:pt x="709531" y="1607297"/>
                  </a:lnTo>
                  <a:lnTo>
                    <a:pt x="713451" y="1607297"/>
                  </a:lnTo>
                  <a:lnTo>
                    <a:pt x="717371" y="1607297"/>
                  </a:lnTo>
                  <a:lnTo>
                    <a:pt x="721291" y="1607297"/>
                  </a:lnTo>
                  <a:lnTo>
                    <a:pt x="725211" y="1607297"/>
                  </a:lnTo>
                  <a:lnTo>
                    <a:pt x="729131" y="1607297"/>
                  </a:lnTo>
                  <a:lnTo>
                    <a:pt x="733051" y="1607297"/>
                  </a:lnTo>
                  <a:lnTo>
                    <a:pt x="736971" y="1607297"/>
                  </a:lnTo>
                  <a:lnTo>
                    <a:pt x="740891" y="1607297"/>
                  </a:lnTo>
                  <a:lnTo>
                    <a:pt x="744811" y="1607297"/>
                  </a:lnTo>
                  <a:lnTo>
                    <a:pt x="748732" y="1607297"/>
                  </a:lnTo>
                  <a:lnTo>
                    <a:pt x="752652" y="1607297"/>
                  </a:lnTo>
                  <a:lnTo>
                    <a:pt x="756572" y="1607297"/>
                  </a:lnTo>
                  <a:lnTo>
                    <a:pt x="760492" y="1607297"/>
                  </a:lnTo>
                  <a:lnTo>
                    <a:pt x="764412" y="1607297"/>
                  </a:lnTo>
                  <a:lnTo>
                    <a:pt x="768332" y="1607297"/>
                  </a:lnTo>
                  <a:lnTo>
                    <a:pt x="772252" y="1607297"/>
                  </a:lnTo>
                  <a:lnTo>
                    <a:pt x="776172" y="1607297"/>
                  </a:lnTo>
                  <a:lnTo>
                    <a:pt x="780092" y="1607297"/>
                  </a:lnTo>
                  <a:lnTo>
                    <a:pt x="784012" y="1607297"/>
                  </a:lnTo>
                  <a:lnTo>
                    <a:pt x="787932" y="1607297"/>
                  </a:lnTo>
                  <a:lnTo>
                    <a:pt x="791852" y="1607297"/>
                  </a:lnTo>
                  <a:lnTo>
                    <a:pt x="795772" y="1607297"/>
                  </a:lnTo>
                  <a:lnTo>
                    <a:pt x="799692" y="1607297"/>
                  </a:lnTo>
                  <a:lnTo>
                    <a:pt x="803612" y="1607297"/>
                  </a:lnTo>
                  <a:lnTo>
                    <a:pt x="807532" y="1607297"/>
                  </a:lnTo>
                  <a:lnTo>
                    <a:pt x="811453" y="1607297"/>
                  </a:lnTo>
                  <a:lnTo>
                    <a:pt x="815373" y="1607297"/>
                  </a:lnTo>
                  <a:lnTo>
                    <a:pt x="819293" y="1607297"/>
                  </a:lnTo>
                  <a:lnTo>
                    <a:pt x="823213" y="1607297"/>
                  </a:lnTo>
                  <a:lnTo>
                    <a:pt x="827133" y="1607297"/>
                  </a:lnTo>
                  <a:lnTo>
                    <a:pt x="831053" y="1607297"/>
                  </a:lnTo>
                  <a:lnTo>
                    <a:pt x="834973" y="1607297"/>
                  </a:lnTo>
                  <a:lnTo>
                    <a:pt x="838893" y="1607297"/>
                  </a:lnTo>
                  <a:lnTo>
                    <a:pt x="842813" y="1607297"/>
                  </a:lnTo>
                  <a:lnTo>
                    <a:pt x="846733" y="1607297"/>
                  </a:lnTo>
                  <a:lnTo>
                    <a:pt x="850653" y="1607297"/>
                  </a:lnTo>
                  <a:lnTo>
                    <a:pt x="854573" y="1607297"/>
                  </a:lnTo>
                  <a:lnTo>
                    <a:pt x="858493" y="1607297"/>
                  </a:lnTo>
                  <a:lnTo>
                    <a:pt x="862413" y="1607297"/>
                  </a:lnTo>
                  <a:lnTo>
                    <a:pt x="866333" y="1607297"/>
                  </a:lnTo>
                  <a:lnTo>
                    <a:pt x="870253" y="1607297"/>
                  </a:lnTo>
                  <a:lnTo>
                    <a:pt x="874174" y="1607297"/>
                  </a:lnTo>
                  <a:lnTo>
                    <a:pt x="878094" y="1607297"/>
                  </a:lnTo>
                  <a:lnTo>
                    <a:pt x="882014" y="1607297"/>
                  </a:lnTo>
                  <a:lnTo>
                    <a:pt x="885934" y="1607297"/>
                  </a:lnTo>
                  <a:lnTo>
                    <a:pt x="889854" y="1607297"/>
                  </a:lnTo>
                  <a:lnTo>
                    <a:pt x="893774" y="1607297"/>
                  </a:lnTo>
                  <a:lnTo>
                    <a:pt x="897694" y="1607297"/>
                  </a:lnTo>
                  <a:lnTo>
                    <a:pt x="901614" y="1607297"/>
                  </a:lnTo>
                  <a:lnTo>
                    <a:pt x="905534" y="1607297"/>
                  </a:lnTo>
                  <a:lnTo>
                    <a:pt x="909454" y="1607297"/>
                  </a:lnTo>
                  <a:lnTo>
                    <a:pt x="913374" y="1607297"/>
                  </a:lnTo>
                  <a:lnTo>
                    <a:pt x="917294" y="1607297"/>
                  </a:lnTo>
                  <a:lnTo>
                    <a:pt x="921214" y="1607297"/>
                  </a:lnTo>
                  <a:lnTo>
                    <a:pt x="925134" y="1607297"/>
                  </a:lnTo>
                  <a:lnTo>
                    <a:pt x="929054" y="1607297"/>
                  </a:lnTo>
                  <a:lnTo>
                    <a:pt x="932974" y="1607297"/>
                  </a:lnTo>
                  <a:lnTo>
                    <a:pt x="936895" y="1607297"/>
                  </a:lnTo>
                  <a:lnTo>
                    <a:pt x="940815" y="1607297"/>
                  </a:lnTo>
                  <a:lnTo>
                    <a:pt x="944735" y="1607297"/>
                  </a:lnTo>
                  <a:lnTo>
                    <a:pt x="948655" y="1607297"/>
                  </a:lnTo>
                  <a:lnTo>
                    <a:pt x="952575" y="1607297"/>
                  </a:lnTo>
                  <a:lnTo>
                    <a:pt x="956495" y="1607297"/>
                  </a:lnTo>
                  <a:lnTo>
                    <a:pt x="960415" y="1607297"/>
                  </a:lnTo>
                  <a:lnTo>
                    <a:pt x="964335" y="1607297"/>
                  </a:lnTo>
                  <a:lnTo>
                    <a:pt x="968255" y="1607297"/>
                  </a:lnTo>
                  <a:lnTo>
                    <a:pt x="972175" y="1607297"/>
                  </a:lnTo>
                  <a:lnTo>
                    <a:pt x="976095" y="1607297"/>
                  </a:lnTo>
                  <a:lnTo>
                    <a:pt x="980015" y="1607297"/>
                  </a:lnTo>
                  <a:lnTo>
                    <a:pt x="983935" y="1607297"/>
                  </a:lnTo>
                  <a:lnTo>
                    <a:pt x="987855" y="1607297"/>
                  </a:lnTo>
                  <a:lnTo>
                    <a:pt x="991775" y="1607297"/>
                  </a:lnTo>
                  <a:lnTo>
                    <a:pt x="995695" y="1607297"/>
                  </a:lnTo>
                  <a:lnTo>
                    <a:pt x="999616" y="1607297"/>
                  </a:lnTo>
                  <a:lnTo>
                    <a:pt x="1003536" y="1607297"/>
                  </a:lnTo>
                  <a:lnTo>
                    <a:pt x="1007456" y="1607297"/>
                  </a:lnTo>
                  <a:lnTo>
                    <a:pt x="1011376" y="1607297"/>
                  </a:lnTo>
                  <a:lnTo>
                    <a:pt x="1015296" y="1607297"/>
                  </a:lnTo>
                  <a:lnTo>
                    <a:pt x="1019216" y="1607297"/>
                  </a:lnTo>
                  <a:lnTo>
                    <a:pt x="1023136" y="1607297"/>
                  </a:lnTo>
                  <a:lnTo>
                    <a:pt x="1027056" y="1607297"/>
                  </a:lnTo>
                  <a:lnTo>
                    <a:pt x="1030976" y="1607297"/>
                  </a:lnTo>
                  <a:lnTo>
                    <a:pt x="1034896" y="1607297"/>
                  </a:lnTo>
                  <a:lnTo>
                    <a:pt x="1038816" y="1607297"/>
                  </a:lnTo>
                  <a:lnTo>
                    <a:pt x="1042736" y="1607297"/>
                  </a:lnTo>
                  <a:lnTo>
                    <a:pt x="1046656" y="1607297"/>
                  </a:lnTo>
                  <a:lnTo>
                    <a:pt x="1050576" y="1607297"/>
                  </a:lnTo>
                  <a:lnTo>
                    <a:pt x="1054496" y="1607297"/>
                  </a:lnTo>
                  <a:lnTo>
                    <a:pt x="1058417" y="1607297"/>
                  </a:lnTo>
                  <a:lnTo>
                    <a:pt x="1062337" y="1607297"/>
                  </a:lnTo>
                  <a:lnTo>
                    <a:pt x="1066257" y="1607297"/>
                  </a:lnTo>
                  <a:lnTo>
                    <a:pt x="1070177" y="1607297"/>
                  </a:lnTo>
                  <a:lnTo>
                    <a:pt x="1074097" y="1607297"/>
                  </a:lnTo>
                  <a:lnTo>
                    <a:pt x="1078017" y="1607297"/>
                  </a:lnTo>
                  <a:lnTo>
                    <a:pt x="1081937" y="1607297"/>
                  </a:lnTo>
                  <a:lnTo>
                    <a:pt x="1085857" y="1607297"/>
                  </a:lnTo>
                  <a:lnTo>
                    <a:pt x="1089777" y="1607297"/>
                  </a:lnTo>
                  <a:lnTo>
                    <a:pt x="1093697" y="1607297"/>
                  </a:lnTo>
                  <a:lnTo>
                    <a:pt x="1097617" y="1607297"/>
                  </a:lnTo>
                  <a:lnTo>
                    <a:pt x="1101537" y="1607297"/>
                  </a:lnTo>
                  <a:lnTo>
                    <a:pt x="1105457" y="1607297"/>
                  </a:lnTo>
                  <a:lnTo>
                    <a:pt x="1109377" y="1607297"/>
                  </a:lnTo>
                  <a:lnTo>
                    <a:pt x="1113297" y="1607297"/>
                  </a:lnTo>
                  <a:lnTo>
                    <a:pt x="1117217" y="1607297"/>
                  </a:lnTo>
                  <a:lnTo>
                    <a:pt x="1121138" y="1607297"/>
                  </a:lnTo>
                  <a:lnTo>
                    <a:pt x="1125058" y="1607297"/>
                  </a:lnTo>
                  <a:lnTo>
                    <a:pt x="1128978" y="1607297"/>
                  </a:lnTo>
                  <a:lnTo>
                    <a:pt x="1132898" y="1607297"/>
                  </a:lnTo>
                  <a:lnTo>
                    <a:pt x="1136818" y="1607297"/>
                  </a:lnTo>
                  <a:lnTo>
                    <a:pt x="1140738" y="1607297"/>
                  </a:lnTo>
                  <a:lnTo>
                    <a:pt x="1144658" y="1607297"/>
                  </a:lnTo>
                  <a:lnTo>
                    <a:pt x="1148578" y="1607297"/>
                  </a:lnTo>
                  <a:lnTo>
                    <a:pt x="1152498" y="1607297"/>
                  </a:lnTo>
                  <a:lnTo>
                    <a:pt x="1156418" y="1607297"/>
                  </a:lnTo>
                  <a:lnTo>
                    <a:pt x="1160338" y="1607297"/>
                  </a:lnTo>
                  <a:lnTo>
                    <a:pt x="1164258" y="1607297"/>
                  </a:lnTo>
                  <a:lnTo>
                    <a:pt x="1168178" y="1607297"/>
                  </a:lnTo>
                  <a:lnTo>
                    <a:pt x="1172098" y="1607297"/>
                  </a:lnTo>
                  <a:lnTo>
                    <a:pt x="1176018" y="1607297"/>
                  </a:lnTo>
                  <a:lnTo>
                    <a:pt x="1179938" y="1607297"/>
                  </a:lnTo>
                  <a:lnTo>
                    <a:pt x="1183859" y="1607297"/>
                  </a:lnTo>
                  <a:lnTo>
                    <a:pt x="1187779" y="1607297"/>
                  </a:lnTo>
                  <a:lnTo>
                    <a:pt x="1191699" y="1607297"/>
                  </a:lnTo>
                  <a:lnTo>
                    <a:pt x="1195619" y="1607297"/>
                  </a:lnTo>
                  <a:lnTo>
                    <a:pt x="1199539" y="1607297"/>
                  </a:lnTo>
                  <a:lnTo>
                    <a:pt x="1203459" y="1607297"/>
                  </a:lnTo>
                  <a:lnTo>
                    <a:pt x="1207379" y="1607297"/>
                  </a:lnTo>
                  <a:lnTo>
                    <a:pt x="1211299" y="1607297"/>
                  </a:lnTo>
                  <a:lnTo>
                    <a:pt x="1215219" y="1607297"/>
                  </a:lnTo>
                  <a:lnTo>
                    <a:pt x="1219139" y="1607297"/>
                  </a:lnTo>
                  <a:lnTo>
                    <a:pt x="1223059" y="1607297"/>
                  </a:lnTo>
                  <a:lnTo>
                    <a:pt x="1226979" y="1607297"/>
                  </a:lnTo>
                  <a:lnTo>
                    <a:pt x="1230899" y="1607297"/>
                  </a:lnTo>
                  <a:lnTo>
                    <a:pt x="1234819" y="1607297"/>
                  </a:lnTo>
                  <a:lnTo>
                    <a:pt x="1238739" y="1607297"/>
                  </a:lnTo>
                  <a:lnTo>
                    <a:pt x="1242659" y="1607297"/>
                  </a:lnTo>
                  <a:lnTo>
                    <a:pt x="1246580" y="1607297"/>
                  </a:lnTo>
                  <a:lnTo>
                    <a:pt x="1250500" y="1607297"/>
                  </a:lnTo>
                  <a:lnTo>
                    <a:pt x="1254420" y="1607297"/>
                  </a:lnTo>
                  <a:lnTo>
                    <a:pt x="1258340" y="1607297"/>
                  </a:lnTo>
                  <a:lnTo>
                    <a:pt x="1262260" y="1607297"/>
                  </a:lnTo>
                  <a:lnTo>
                    <a:pt x="1266180" y="1607297"/>
                  </a:lnTo>
                  <a:lnTo>
                    <a:pt x="1270100" y="1607297"/>
                  </a:lnTo>
                  <a:lnTo>
                    <a:pt x="1274020" y="1607297"/>
                  </a:lnTo>
                  <a:lnTo>
                    <a:pt x="1277940" y="1607297"/>
                  </a:lnTo>
                  <a:lnTo>
                    <a:pt x="1281860" y="1607297"/>
                  </a:lnTo>
                  <a:lnTo>
                    <a:pt x="1285780" y="1607297"/>
                  </a:lnTo>
                  <a:lnTo>
                    <a:pt x="1289700" y="1607297"/>
                  </a:lnTo>
                  <a:lnTo>
                    <a:pt x="1293620" y="1607297"/>
                  </a:lnTo>
                  <a:lnTo>
                    <a:pt x="1297540" y="1607297"/>
                  </a:lnTo>
                  <a:lnTo>
                    <a:pt x="1301460" y="1607297"/>
                  </a:lnTo>
                  <a:lnTo>
                    <a:pt x="1305380" y="1607297"/>
                  </a:lnTo>
                  <a:lnTo>
                    <a:pt x="1309301" y="1607297"/>
                  </a:lnTo>
                  <a:lnTo>
                    <a:pt x="1313221" y="1607297"/>
                  </a:lnTo>
                  <a:lnTo>
                    <a:pt x="1317141" y="1607297"/>
                  </a:lnTo>
                  <a:lnTo>
                    <a:pt x="1321061" y="1607297"/>
                  </a:lnTo>
                  <a:lnTo>
                    <a:pt x="1324981" y="1607297"/>
                  </a:lnTo>
                  <a:lnTo>
                    <a:pt x="1328901" y="1607297"/>
                  </a:lnTo>
                  <a:lnTo>
                    <a:pt x="1332821" y="1607297"/>
                  </a:lnTo>
                  <a:lnTo>
                    <a:pt x="1336741" y="1607297"/>
                  </a:lnTo>
                  <a:lnTo>
                    <a:pt x="1340661" y="1607297"/>
                  </a:lnTo>
                  <a:lnTo>
                    <a:pt x="1344581" y="1607297"/>
                  </a:lnTo>
                  <a:lnTo>
                    <a:pt x="1348501" y="1607297"/>
                  </a:lnTo>
                  <a:lnTo>
                    <a:pt x="1352421" y="1607297"/>
                  </a:lnTo>
                  <a:lnTo>
                    <a:pt x="1356341" y="1607297"/>
                  </a:lnTo>
                  <a:lnTo>
                    <a:pt x="1360261" y="1607297"/>
                  </a:lnTo>
                  <a:lnTo>
                    <a:pt x="1364181" y="1607297"/>
                  </a:lnTo>
                  <a:lnTo>
                    <a:pt x="1368101" y="1607297"/>
                  </a:lnTo>
                  <a:lnTo>
                    <a:pt x="1372022" y="1607297"/>
                  </a:lnTo>
                  <a:lnTo>
                    <a:pt x="1375942" y="1607297"/>
                  </a:lnTo>
                  <a:lnTo>
                    <a:pt x="1379862" y="1607297"/>
                  </a:lnTo>
                  <a:lnTo>
                    <a:pt x="1383782" y="1607297"/>
                  </a:lnTo>
                  <a:lnTo>
                    <a:pt x="1387702" y="1607297"/>
                  </a:lnTo>
                  <a:lnTo>
                    <a:pt x="1391622" y="1607297"/>
                  </a:lnTo>
                  <a:lnTo>
                    <a:pt x="1395542" y="1607297"/>
                  </a:lnTo>
                  <a:lnTo>
                    <a:pt x="1399462" y="1607297"/>
                  </a:lnTo>
                  <a:lnTo>
                    <a:pt x="1403382" y="1607297"/>
                  </a:lnTo>
                  <a:lnTo>
                    <a:pt x="1407302" y="1607297"/>
                  </a:lnTo>
                  <a:lnTo>
                    <a:pt x="1411222" y="1607297"/>
                  </a:lnTo>
                  <a:lnTo>
                    <a:pt x="1415142" y="1607297"/>
                  </a:lnTo>
                  <a:lnTo>
                    <a:pt x="1419062" y="1607297"/>
                  </a:lnTo>
                  <a:lnTo>
                    <a:pt x="1422982" y="1607297"/>
                  </a:lnTo>
                  <a:lnTo>
                    <a:pt x="1426902" y="1607297"/>
                  </a:lnTo>
                  <a:lnTo>
                    <a:pt x="1430822" y="1607297"/>
                  </a:lnTo>
                  <a:lnTo>
                    <a:pt x="1434743" y="1607297"/>
                  </a:lnTo>
                  <a:lnTo>
                    <a:pt x="1438663" y="1607297"/>
                  </a:lnTo>
                  <a:lnTo>
                    <a:pt x="1442583" y="1607297"/>
                  </a:lnTo>
                  <a:lnTo>
                    <a:pt x="1446503" y="1607297"/>
                  </a:lnTo>
                  <a:lnTo>
                    <a:pt x="1450423" y="1607297"/>
                  </a:lnTo>
                  <a:lnTo>
                    <a:pt x="1454343" y="1607297"/>
                  </a:lnTo>
                  <a:lnTo>
                    <a:pt x="1458263" y="1607297"/>
                  </a:lnTo>
                  <a:lnTo>
                    <a:pt x="1462183" y="1607297"/>
                  </a:lnTo>
                  <a:lnTo>
                    <a:pt x="1466103" y="1607297"/>
                  </a:lnTo>
                  <a:lnTo>
                    <a:pt x="1470023" y="1607297"/>
                  </a:lnTo>
                  <a:lnTo>
                    <a:pt x="1473943" y="1607297"/>
                  </a:lnTo>
                  <a:lnTo>
                    <a:pt x="1477863" y="1607297"/>
                  </a:lnTo>
                  <a:lnTo>
                    <a:pt x="1473943" y="1607297"/>
                  </a:lnTo>
                  <a:lnTo>
                    <a:pt x="1470023" y="1607297"/>
                  </a:lnTo>
                  <a:lnTo>
                    <a:pt x="1466103" y="1607297"/>
                  </a:lnTo>
                  <a:lnTo>
                    <a:pt x="1462183" y="1607297"/>
                  </a:lnTo>
                  <a:lnTo>
                    <a:pt x="1458263" y="1607297"/>
                  </a:lnTo>
                  <a:lnTo>
                    <a:pt x="1454343" y="1607297"/>
                  </a:lnTo>
                  <a:lnTo>
                    <a:pt x="1450423" y="1607297"/>
                  </a:lnTo>
                  <a:lnTo>
                    <a:pt x="1446503" y="1607297"/>
                  </a:lnTo>
                  <a:lnTo>
                    <a:pt x="1442583" y="1607297"/>
                  </a:lnTo>
                  <a:lnTo>
                    <a:pt x="1438663" y="1607297"/>
                  </a:lnTo>
                  <a:lnTo>
                    <a:pt x="1434743" y="1607297"/>
                  </a:lnTo>
                  <a:lnTo>
                    <a:pt x="1430822" y="1607297"/>
                  </a:lnTo>
                  <a:lnTo>
                    <a:pt x="1426902" y="1607297"/>
                  </a:lnTo>
                  <a:lnTo>
                    <a:pt x="1422982" y="1607297"/>
                  </a:lnTo>
                  <a:lnTo>
                    <a:pt x="1419062" y="1607297"/>
                  </a:lnTo>
                  <a:lnTo>
                    <a:pt x="1415142" y="1607297"/>
                  </a:lnTo>
                  <a:lnTo>
                    <a:pt x="1411222" y="1607297"/>
                  </a:lnTo>
                  <a:lnTo>
                    <a:pt x="1407302" y="1607297"/>
                  </a:lnTo>
                  <a:lnTo>
                    <a:pt x="1403382" y="1607297"/>
                  </a:lnTo>
                  <a:lnTo>
                    <a:pt x="1399462" y="1607297"/>
                  </a:lnTo>
                  <a:lnTo>
                    <a:pt x="1395542" y="1607297"/>
                  </a:lnTo>
                  <a:lnTo>
                    <a:pt x="1391622" y="1607297"/>
                  </a:lnTo>
                  <a:lnTo>
                    <a:pt x="1387702" y="1607297"/>
                  </a:lnTo>
                  <a:lnTo>
                    <a:pt x="1383782" y="1607297"/>
                  </a:lnTo>
                  <a:lnTo>
                    <a:pt x="1379862" y="1607297"/>
                  </a:lnTo>
                  <a:lnTo>
                    <a:pt x="1375942" y="1607297"/>
                  </a:lnTo>
                  <a:lnTo>
                    <a:pt x="1372022" y="1607297"/>
                  </a:lnTo>
                  <a:lnTo>
                    <a:pt x="1368101" y="1607297"/>
                  </a:lnTo>
                  <a:lnTo>
                    <a:pt x="1364181" y="1607297"/>
                  </a:lnTo>
                  <a:lnTo>
                    <a:pt x="1360261" y="1607297"/>
                  </a:lnTo>
                  <a:lnTo>
                    <a:pt x="1356341" y="1607297"/>
                  </a:lnTo>
                  <a:lnTo>
                    <a:pt x="1352421" y="1607297"/>
                  </a:lnTo>
                  <a:lnTo>
                    <a:pt x="1348501" y="1607297"/>
                  </a:lnTo>
                  <a:lnTo>
                    <a:pt x="1344581" y="1607297"/>
                  </a:lnTo>
                  <a:lnTo>
                    <a:pt x="1340661" y="1607297"/>
                  </a:lnTo>
                  <a:lnTo>
                    <a:pt x="1336741" y="1607297"/>
                  </a:lnTo>
                  <a:lnTo>
                    <a:pt x="1332821" y="1607297"/>
                  </a:lnTo>
                  <a:lnTo>
                    <a:pt x="1328901" y="1607297"/>
                  </a:lnTo>
                  <a:lnTo>
                    <a:pt x="1324981" y="1607297"/>
                  </a:lnTo>
                  <a:lnTo>
                    <a:pt x="1321061" y="1607297"/>
                  </a:lnTo>
                  <a:lnTo>
                    <a:pt x="1317141" y="1607297"/>
                  </a:lnTo>
                  <a:lnTo>
                    <a:pt x="1313221" y="1607297"/>
                  </a:lnTo>
                  <a:lnTo>
                    <a:pt x="1309301" y="1607297"/>
                  </a:lnTo>
                  <a:lnTo>
                    <a:pt x="1305380" y="1607297"/>
                  </a:lnTo>
                  <a:lnTo>
                    <a:pt x="1301460" y="1607297"/>
                  </a:lnTo>
                  <a:lnTo>
                    <a:pt x="1297540" y="1607297"/>
                  </a:lnTo>
                  <a:lnTo>
                    <a:pt x="1293620" y="1607297"/>
                  </a:lnTo>
                  <a:lnTo>
                    <a:pt x="1289700" y="1607297"/>
                  </a:lnTo>
                  <a:lnTo>
                    <a:pt x="1285780" y="1607297"/>
                  </a:lnTo>
                  <a:lnTo>
                    <a:pt x="1281860" y="1607297"/>
                  </a:lnTo>
                  <a:lnTo>
                    <a:pt x="1277940" y="1607297"/>
                  </a:lnTo>
                  <a:lnTo>
                    <a:pt x="1274020" y="1607297"/>
                  </a:lnTo>
                  <a:lnTo>
                    <a:pt x="1270100" y="1607297"/>
                  </a:lnTo>
                  <a:lnTo>
                    <a:pt x="1266180" y="1607297"/>
                  </a:lnTo>
                  <a:lnTo>
                    <a:pt x="1262260" y="1607297"/>
                  </a:lnTo>
                  <a:lnTo>
                    <a:pt x="1258340" y="1607297"/>
                  </a:lnTo>
                  <a:lnTo>
                    <a:pt x="1254420" y="1607297"/>
                  </a:lnTo>
                  <a:lnTo>
                    <a:pt x="1250500" y="1607297"/>
                  </a:lnTo>
                  <a:lnTo>
                    <a:pt x="1246580" y="1607297"/>
                  </a:lnTo>
                  <a:lnTo>
                    <a:pt x="1242659" y="1607297"/>
                  </a:lnTo>
                  <a:lnTo>
                    <a:pt x="1238739" y="1607297"/>
                  </a:lnTo>
                  <a:lnTo>
                    <a:pt x="1234819" y="1607297"/>
                  </a:lnTo>
                  <a:lnTo>
                    <a:pt x="1230899" y="1607297"/>
                  </a:lnTo>
                  <a:lnTo>
                    <a:pt x="1226979" y="1607297"/>
                  </a:lnTo>
                  <a:lnTo>
                    <a:pt x="1223059" y="1607297"/>
                  </a:lnTo>
                  <a:lnTo>
                    <a:pt x="1219139" y="1607297"/>
                  </a:lnTo>
                  <a:lnTo>
                    <a:pt x="1215219" y="1607297"/>
                  </a:lnTo>
                  <a:lnTo>
                    <a:pt x="1211299" y="1607297"/>
                  </a:lnTo>
                  <a:lnTo>
                    <a:pt x="1207379" y="1607297"/>
                  </a:lnTo>
                  <a:lnTo>
                    <a:pt x="1203459" y="1607297"/>
                  </a:lnTo>
                  <a:lnTo>
                    <a:pt x="1199539" y="1607297"/>
                  </a:lnTo>
                  <a:lnTo>
                    <a:pt x="1195619" y="1607297"/>
                  </a:lnTo>
                  <a:lnTo>
                    <a:pt x="1191699" y="1607297"/>
                  </a:lnTo>
                  <a:lnTo>
                    <a:pt x="1187779" y="1607297"/>
                  </a:lnTo>
                  <a:lnTo>
                    <a:pt x="1183859" y="1607297"/>
                  </a:lnTo>
                  <a:lnTo>
                    <a:pt x="1179938" y="1607297"/>
                  </a:lnTo>
                  <a:lnTo>
                    <a:pt x="1176018" y="1607297"/>
                  </a:lnTo>
                  <a:lnTo>
                    <a:pt x="1172098" y="1607297"/>
                  </a:lnTo>
                  <a:lnTo>
                    <a:pt x="1168178" y="1607297"/>
                  </a:lnTo>
                  <a:lnTo>
                    <a:pt x="1164258" y="1607297"/>
                  </a:lnTo>
                  <a:lnTo>
                    <a:pt x="1160338" y="1607297"/>
                  </a:lnTo>
                  <a:lnTo>
                    <a:pt x="1156418" y="1607297"/>
                  </a:lnTo>
                  <a:lnTo>
                    <a:pt x="1152498" y="1607297"/>
                  </a:lnTo>
                  <a:lnTo>
                    <a:pt x="1148578" y="1607297"/>
                  </a:lnTo>
                  <a:lnTo>
                    <a:pt x="1144658" y="1607297"/>
                  </a:lnTo>
                  <a:lnTo>
                    <a:pt x="1140738" y="1607297"/>
                  </a:lnTo>
                  <a:lnTo>
                    <a:pt x="1136818" y="1607297"/>
                  </a:lnTo>
                  <a:lnTo>
                    <a:pt x="1132898" y="1607297"/>
                  </a:lnTo>
                  <a:lnTo>
                    <a:pt x="1128978" y="1607297"/>
                  </a:lnTo>
                  <a:lnTo>
                    <a:pt x="1125058" y="1607297"/>
                  </a:lnTo>
                  <a:lnTo>
                    <a:pt x="1121138" y="1607297"/>
                  </a:lnTo>
                  <a:lnTo>
                    <a:pt x="1117217" y="1607297"/>
                  </a:lnTo>
                  <a:lnTo>
                    <a:pt x="1113297" y="1607297"/>
                  </a:lnTo>
                  <a:lnTo>
                    <a:pt x="1109377" y="1607297"/>
                  </a:lnTo>
                  <a:lnTo>
                    <a:pt x="1105457" y="1607297"/>
                  </a:lnTo>
                  <a:lnTo>
                    <a:pt x="1101537" y="1607297"/>
                  </a:lnTo>
                  <a:lnTo>
                    <a:pt x="1097617" y="1607297"/>
                  </a:lnTo>
                  <a:lnTo>
                    <a:pt x="1093697" y="1607297"/>
                  </a:lnTo>
                  <a:lnTo>
                    <a:pt x="1089777" y="1607297"/>
                  </a:lnTo>
                  <a:lnTo>
                    <a:pt x="1085857" y="1607297"/>
                  </a:lnTo>
                  <a:lnTo>
                    <a:pt x="1081937" y="1607297"/>
                  </a:lnTo>
                  <a:lnTo>
                    <a:pt x="1078017" y="1607297"/>
                  </a:lnTo>
                  <a:lnTo>
                    <a:pt x="1074097" y="1607297"/>
                  </a:lnTo>
                  <a:lnTo>
                    <a:pt x="1070177" y="1607297"/>
                  </a:lnTo>
                  <a:lnTo>
                    <a:pt x="1066257" y="1607297"/>
                  </a:lnTo>
                  <a:lnTo>
                    <a:pt x="1062337" y="1607297"/>
                  </a:lnTo>
                  <a:lnTo>
                    <a:pt x="1058417" y="1607297"/>
                  </a:lnTo>
                  <a:lnTo>
                    <a:pt x="1054496" y="1607297"/>
                  </a:lnTo>
                  <a:lnTo>
                    <a:pt x="1050576" y="1607297"/>
                  </a:lnTo>
                  <a:lnTo>
                    <a:pt x="1046656" y="1607297"/>
                  </a:lnTo>
                  <a:lnTo>
                    <a:pt x="1042736" y="1607297"/>
                  </a:lnTo>
                  <a:lnTo>
                    <a:pt x="1038816" y="1607297"/>
                  </a:lnTo>
                  <a:lnTo>
                    <a:pt x="1034896" y="1607297"/>
                  </a:lnTo>
                  <a:lnTo>
                    <a:pt x="1030976" y="1607297"/>
                  </a:lnTo>
                  <a:lnTo>
                    <a:pt x="1027056" y="1607297"/>
                  </a:lnTo>
                  <a:lnTo>
                    <a:pt x="1023136" y="1607297"/>
                  </a:lnTo>
                  <a:lnTo>
                    <a:pt x="1019216" y="1607297"/>
                  </a:lnTo>
                  <a:lnTo>
                    <a:pt x="1015296" y="1607297"/>
                  </a:lnTo>
                  <a:lnTo>
                    <a:pt x="1011376" y="1607297"/>
                  </a:lnTo>
                  <a:lnTo>
                    <a:pt x="1007456" y="1607297"/>
                  </a:lnTo>
                  <a:lnTo>
                    <a:pt x="1003536" y="1607297"/>
                  </a:lnTo>
                  <a:lnTo>
                    <a:pt x="999616" y="1607297"/>
                  </a:lnTo>
                  <a:lnTo>
                    <a:pt x="995695" y="1607297"/>
                  </a:lnTo>
                  <a:lnTo>
                    <a:pt x="991775" y="1607297"/>
                  </a:lnTo>
                  <a:lnTo>
                    <a:pt x="987855" y="1607297"/>
                  </a:lnTo>
                  <a:lnTo>
                    <a:pt x="983935" y="1607297"/>
                  </a:lnTo>
                  <a:lnTo>
                    <a:pt x="980015" y="1607297"/>
                  </a:lnTo>
                  <a:lnTo>
                    <a:pt x="976095" y="1607297"/>
                  </a:lnTo>
                  <a:lnTo>
                    <a:pt x="972175" y="1607297"/>
                  </a:lnTo>
                  <a:lnTo>
                    <a:pt x="968255" y="1607297"/>
                  </a:lnTo>
                  <a:lnTo>
                    <a:pt x="964335" y="1607297"/>
                  </a:lnTo>
                  <a:lnTo>
                    <a:pt x="960415" y="1607297"/>
                  </a:lnTo>
                  <a:lnTo>
                    <a:pt x="956495" y="1607297"/>
                  </a:lnTo>
                  <a:lnTo>
                    <a:pt x="952575" y="1607297"/>
                  </a:lnTo>
                  <a:lnTo>
                    <a:pt x="948655" y="1607297"/>
                  </a:lnTo>
                  <a:lnTo>
                    <a:pt x="944735" y="1607297"/>
                  </a:lnTo>
                  <a:lnTo>
                    <a:pt x="940815" y="1607297"/>
                  </a:lnTo>
                  <a:lnTo>
                    <a:pt x="936895" y="1607297"/>
                  </a:lnTo>
                  <a:lnTo>
                    <a:pt x="932974" y="1607297"/>
                  </a:lnTo>
                  <a:lnTo>
                    <a:pt x="929054" y="1607297"/>
                  </a:lnTo>
                  <a:lnTo>
                    <a:pt x="925134" y="1607297"/>
                  </a:lnTo>
                  <a:lnTo>
                    <a:pt x="921214" y="1607297"/>
                  </a:lnTo>
                  <a:lnTo>
                    <a:pt x="917294" y="1607297"/>
                  </a:lnTo>
                  <a:lnTo>
                    <a:pt x="913374" y="1607297"/>
                  </a:lnTo>
                  <a:lnTo>
                    <a:pt x="909454" y="1607297"/>
                  </a:lnTo>
                  <a:lnTo>
                    <a:pt x="905534" y="1607297"/>
                  </a:lnTo>
                  <a:lnTo>
                    <a:pt x="901614" y="1607297"/>
                  </a:lnTo>
                  <a:lnTo>
                    <a:pt x="897694" y="1607297"/>
                  </a:lnTo>
                  <a:lnTo>
                    <a:pt x="893774" y="1607297"/>
                  </a:lnTo>
                  <a:lnTo>
                    <a:pt x="889854" y="1607297"/>
                  </a:lnTo>
                  <a:lnTo>
                    <a:pt x="885934" y="1607297"/>
                  </a:lnTo>
                  <a:lnTo>
                    <a:pt x="882014" y="1607297"/>
                  </a:lnTo>
                  <a:lnTo>
                    <a:pt x="878094" y="1607297"/>
                  </a:lnTo>
                  <a:lnTo>
                    <a:pt x="874174" y="1607297"/>
                  </a:lnTo>
                  <a:lnTo>
                    <a:pt x="870253" y="1607297"/>
                  </a:lnTo>
                  <a:lnTo>
                    <a:pt x="866333" y="1607297"/>
                  </a:lnTo>
                  <a:lnTo>
                    <a:pt x="862413" y="1607297"/>
                  </a:lnTo>
                  <a:lnTo>
                    <a:pt x="858493" y="1607297"/>
                  </a:lnTo>
                  <a:lnTo>
                    <a:pt x="854573" y="1607297"/>
                  </a:lnTo>
                  <a:lnTo>
                    <a:pt x="850653" y="1607297"/>
                  </a:lnTo>
                  <a:lnTo>
                    <a:pt x="846733" y="1607297"/>
                  </a:lnTo>
                  <a:lnTo>
                    <a:pt x="842813" y="1607297"/>
                  </a:lnTo>
                  <a:lnTo>
                    <a:pt x="838893" y="1607297"/>
                  </a:lnTo>
                  <a:lnTo>
                    <a:pt x="834973" y="1607297"/>
                  </a:lnTo>
                  <a:lnTo>
                    <a:pt x="831053" y="1607297"/>
                  </a:lnTo>
                  <a:lnTo>
                    <a:pt x="827133" y="1607297"/>
                  </a:lnTo>
                  <a:lnTo>
                    <a:pt x="823213" y="1607297"/>
                  </a:lnTo>
                  <a:lnTo>
                    <a:pt x="819293" y="1607297"/>
                  </a:lnTo>
                  <a:lnTo>
                    <a:pt x="815373" y="1607297"/>
                  </a:lnTo>
                  <a:lnTo>
                    <a:pt x="811453" y="1607297"/>
                  </a:lnTo>
                  <a:lnTo>
                    <a:pt x="807532" y="1607297"/>
                  </a:lnTo>
                  <a:lnTo>
                    <a:pt x="803612" y="1607297"/>
                  </a:lnTo>
                  <a:lnTo>
                    <a:pt x="799692" y="1607297"/>
                  </a:lnTo>
                  <a:lnTo>
                    <a:pt x="795772" y="1607297"/>
                  </a:lnTo>
                  <a:lnTo>
                    <a:pt x="791852" y="1607297"/>
                  </a:lnTo>
                  <a:lnTo>
                    <a:pt x="787932" y="1607297"/>
                  </a:lnTo>
                  <a:lnTo>
                    <a:pt x="784012" y="1607297"/>
                  </a:lnTo>
                  <a:lnTo>
                    <a:pt x="780092" y="1607297"/>
                  </a:lnTo>
                  <a:lnTo>
                    <a:pt x="776172" y="1607297"/>
                  </a:lnTo>
                  <a:lnTo>
                    <a:pt x="772252" y="1607297"/>
                  </a:lnTo>
                  <a:lnTo>
                    <a:pt x="768332" y="1607297"/>
                  </a:lnTo>
                  <a:lnTo>
                    <a:pt x="764412" y="1607297"/>
                  </a:lnTo>
                  <a:lnTo>
                    <a:pt x="760492" y="1607297"/>
                  </a:lnTo>
                  <a:lnTo>
                    <a:pt x="756572" y="1607297"/>
                  </a:lnTo>
                  <a:lnTo>
                    <a:pt x="752652" y="1607297"/>
                  </a:lnTo>
                  <a:lnTo>
                    <a:pt x="748732" y="1607297"/>
                  </a:lnTo>
                  <a:lnTo>
                    <a:pt x="744811" y="1607297"/>
                  </a:lnTo>
                  <a:lnTo>
                    <a:pt x="740891" y="1607297"/>
                  </a:lnTo>
                  <a:lnTo>
                    <a:pt x="736971" y="1607297"/>
                  </a:lnTo>
                  <a:lnTo>
                    <a:pt x="733051" y="1607297"/>
                  </a:lnTo>
                  <a:lnTo>
                    <a:pt x="729131" y="1607297"/>
                  </a:lnTo>
                  <a:lnTo>
                    <a:pt x="725211" y="1607297"/>
                  </a:lnTo>
                  <a:lnTo>
                    <a:pt x="721291" y="1607297"/>
                  </a:lnTo>
                  <a:lnTo>
                    <a:pt x="717371" y="1607297"/>
                  </a:lnTo>
                  <a:lnTo>
                    <a:pt x="713451" y="1607297"/>
                  </a:lnTo>
                  <a:lnTo>
                    <a:pt x="709531" y="1607297"/>
                  </a:lnTo>
                  <a:lnTo>
                    <a:pt x="705611" y="1607297"/>
                  </a:lnTo>
                  <a:lnTo>
                    <a:pt x="701691" y="1607297"/>
                  </a:lnTo>
                  <a:lnTo>
                    <a:pt x="697771" y="1607297"/>
                  </a:lnTo>
                  <a:lnTo>
                    <a:pt x="693851" y="1607297"/>
                  </a:lnTo>
                  <a:lnTo>
                    <a:pt x="689931" y="1607297"/>
                  </a:lnTo>
                  <a:lnTo>
                    <a:pt x="686011" y="1607297"/>
                  </a:lnTo>
                  <a:lnTo>
                    <a:pt x="682090" y="1607297"/>
                  </a:lnTo>
                  <a:lnTo>
                    <a:pt x="678170" y="1607297"/>
                  </a:lnTo>
                  <a:lnTo>
                    <a:pt x="674250" y="1607297"/>
                  </a:lnTo>
                  <a:lnTo>
                    <a:pt x="670330" y="1607297"/>
                  </a:lnTo>
                  <a:lnTo>
                    <a:pt x="666410" y="1607297"/>
                  </a:lnTo>
                  <a:lnTo>
                    <a:pt x="662490" y="1607297"/>
                  </a:lnTo>
                  <a:lnTo>
                    <a:pt x="658570" y="1607297"/>
                  </a:lnTo>
                  <a:lnTo>
                    <a:pt x="654650" y="1607297"/>
                  </a:lnTo>
                  <a:lnTo>
                    <a:pt x="650730" y="1607297"/>
                  </a:lnTo>
                  <a:lnTo>
                    <a:pt x="646810" y="1607297"/>
                  </a:lnTo>
                  <a:lnTo>
                    <a:pt x="642890" y="1607297"/>
                  </a:lnTo>
                  <a:lnTo>
                    <a:pt x="638970" y="1607297"/>
                  </a:lnTo>
                  <a:lnTo>
                    <a:pt x="635050" y="1607297"/>
                  </a:lnTo>
                  <a:lnTo>
                    <a:pt x="631130" y="1607297"/>
                  </a:lnTo>
                  <a:lnTo>
                    <a:pt x="627210" y="1607297"/>
                  </a:lnTo>
                  <a:lnTo>
                    <a:pt x="623290" y="1607297"/>
                  </a:lnTo>
                  <a:lnTo>
                    <a:pt x="619369" y="1607297"/>
                  </a:lnTo>
                  <a:lnTo>
                    <a:pt x="615449" y="1607297"/>
                  </a:lnTo>
                  <a:lnTo>
                    <a:pt x="611529" y="1607297"/>
                  </a:lnTo>
                  <a:lnTo>
                    <a:pt x="607609" y="1607297"/>
                  </a:lnTo>
                  <a:lnTo>
                    <a:pt x="603689" y="1607297"/>
                  </a:lnTo>
                  <a:lnTo>
                    <a:pt x="599769" y="1607297"/>
                  </a:lnTo>
                  <a:lnTo>
                    <a:pt x="595849" y="1607297"/>
                  </a:lnTo>
                  <a:lnTo>
                    <a:pt x="591929" y="1607297"/>
                  </a:lnTo>
                  <a:lnTo>
                    <a:pt x="588009" y="1607297"/>
                  </a:lnTo>
                  <a:lnTo>
                    <a:pt x="584089" y="1607297"/>
                  </a:lnTo>
                  <a:lnTo>
                    <a:pt x="580169" y="1607297"/>
                  </a:lnTo>
                  <a:lnTo>
                    <a:pt x="576249" y="1607297"/>
                  </a:lnTo>
                  <a:lnTo>
                    <a:pt x="572329" y="1607297"/>
                  </a:lnTo>
                  <a:lnTo>
                    <a:pt x="568409" y="1607297"/>
                  </a:lnTo>
                  <a:lnTo>
                    <a:pt x="564489" y="1607297"/>
                  </a:lnTo>
                  <a:lnTo>
                    <a:pt x="560569" y="1607297"/>
                  </a:lnTo>
                  <a:lnTo>
                    <a:pt x="556648" y="1607297"/>
                  </a:lnTo>
                  <a:lnTo>
                    <a:pt x="552728" y="1607297"/>
                  </a:lnTo>
                  <a:lnTo>
                    <a:pt x="548808" y="1607297"/>
                  </a:lnTo>
                  <a:lnTo>
                    <a:pt x="544888" y="1607297"/>
                  </a:lnTo>
                  <a:lnTo>
                    <a:pt x="540968" y="1607297"/>
                  </a:lnTo>
                  <a:lnTo>
                    <a:pt x="537048" y="1607297"/>
                  </a:lnTo>
                  <a:lnTo>
                    <a:pt x="533128" y="1607297"/>
                  </a:lnTo>
                  <a:lnTo>
                    <a:pt x="529208" y="1607297"/>
                  </a:lnTo>
                  <a:lnTo>
                    <a:pt x="525288" y="1607297"/>
                  </a:lnTo>
                  <a:lnTo>
                    <a:pt x="521368" y="1607297"/>
                  </a:lnTo>
                  <a:lnTo>
                    <a:pt x="517448" y="1607297"/>
                  </a:lnTo>
                  <a:lnTo>
                    <a:pt x="513528" y="1607297"/>
                  </a:lnTo>
                  <a:lnTo>
                    <a:pt x="509608" y="1607297"/>
                  </a:lnTo>
                  <a:lnTo>
                    <a:pt x="505688" y="1607297"/>
                  </a:lnTo>
                  <a:lnTo>
                    <a:pt x="501768" y="1607297"/>
                  </a:lnTo>
                  <a:lnTo>
                    <a:pt x="497847" y="1607297"/>
                  </a:lnTo>
                  <a:lnTo>
                    <a:pt x="493927" y="1607297"/>
                  </a:lnTo>
                  <a:lnTo>
                    <a:pt x="490007" y="1607297"/>
                  </a:lnTo>
                  <a:lnTo>
                    <a:pt x="486087" y="1607297"/>
                  </a:lnTo>
                  <a:lnTo>
                    <a:pt x="482167" y="1607297"/>
                  </a:lnTo>
                  <a:lnTo>
                    <a:pt x="478247" y="1607297"/>
                  </a:lnTo>
                  <a:lnTo>
                    <a:pt x="474327" y="1607297"/>
                  </a:lnTo>
                  <a:lnTo>
                    <a:pt x="470407" y="1607297"/>
                  </a:lnTo>
                  <a:lnTo>
                    <a:pt x="466487" y="1607297"/>
                  </a:lnTo>
                  <a:lnTo>
                    <a:pt x="462567" y="1607297"/>
                  </a:lnTo>
                  <a:lnTo>
                    <a:pt x="458647" y="1607297"/>
                  </a:lnTo>
                  <a:lnTo>
                    <a:pt x="454727" y="1607297"/>
                  </a:lnTo>
                  <a:lnTo>
                    <a:pt x="450807" y="1607297"/>
                  </a:lnTo>
                  <a:lnTo>
                    <a:pt x="446887" y="1607297"/>
                  </a:lnTo>
                  <a:lnTo>
                    <a:pt x="442967" y="1607297"/>
                  </a:lnTo>
                  <a:lnTo>
                    <a:pt x="439047" y="1607297"/>
                  </a:lnTo>
                  <a:lnTo>
                    <a:pt x="435126" y="1607297"/>
                  </a:lnTo>
                  <a:lnTo>
                    <a:pt x="431206" y="1607297"/>
                  </a:lnTo>
                  <a:lnTo>
                    <a:pt x="427286" y="1607297"/>
                  </a:lnTo>
                  <a:lnTo>
                    <a:pt x="423366" y="1607297"/>
                  </a:lnTo>
                  <a:lnTo>
                    <a:pt x="419446" y="1607297"/>
                  </a:lnTo>
                  <a:lnTo>
                    <a:pt x="415526" y="1607297"/>
                  </a:lnTo>
                  <a:lnTo>
                    <a:pt x="411606" y="1607297"/>
                  </a:lnTo>
                  <a:lnTo>
                    <a:pt x="407686" y="1607297"/>
                  </a:lnTo>
                  <a:lnTo>
                    <a:pt x="403766" y="1607297"/>
                  </a:lnTo>
                  <a:lnTo>
                    <a:pt x="399846" y="1607297"/>
                  </a:lnTo>
                  <a:lnTo>
                    <a:pt x="395926" y="1607297"/>
                  </a:lnTo>
                  <a:lnTo>
                    <a:pt x="392006" y="1607297"/>
                  </a:lnTo>
                  <a:lnTo>
                    <a:pt x="388086" y="1607297"/>
                  </a:lnTo>
                  <a:lnTo>
                    <a:pt x="384166" y="1607297"/>
                  </a:lnTo>
                  <a:lnTo>
                    <a:pt x="380246" y="1607297"/>
                  </a:lnTo>
                  <a:lnTo>
                    <a:pt x="376326" y="1607297"/>
                  </a:lnTo>
                  <a:lnTo>
                    <a:pt x="372405" y="1607297"/>
                  </a:lnTo>
                  <a:lnTo>
                    <a:pt x="368485" y="1607297"/>
                  </a:lnTo>
                  <a:lnTo>
                    <a:pt x="364565" y="1607297"/>
                  </a:lnTo>
                  <a:lnTo>
                    <a:pt x="360645" y="1607297"/>
                  </a:lnTo>
                  <a:lnTo>
                    <a:pt x="356725" y="1607297"/>
                  </a:lnTo>
                  <a:lnTo>
                    <a:pt x="352805" y="1607297"/>
                  </a:lnTo>
                  <a:lnTo>
                    <a:pt x="348885" y="1607297"/>
                  </a:lnTo>
                  <a:lnTo>
                    <a:pt x="344965" y="1607297"/>
                  </a:lnTo>
                  <a:lnTo>
                    <a:pt x="341045" y="1607297"/>
                  </a:lnTo>
                  <a:lnTo>
                    <a:pt x="337125" y="1607297"/>
                  </a:lnTo>
                  <a:lnTo>
                    <a:pt x="333205" y="1607297"/>
                  </a:lnTo>
                  <a:lnTo>
                    <a:pt x="329285" y="1607297"/>
                  </a:lnTo>
                  <a:lnTo>
                    <a:pt x="325365" y="1607297"/>
                  </a:lnTo>
                  <a:lnTo>
                    <a:pt x="321445" y="1607297"/>
                  </a:lnTo>
                  <a:lnTo>
                    <a:pt x="317525" y="1607297"/>
                  </a:lnTo>
                  <a:lnTo>
                    <a:pt x="313605" y="1607297"/>
                  </a:lnTo>
                  <a:lnTo>
                    <a:pt x="309684" y="1607297"/>
                  </a:lnTo>
                  <a:lnTo>
                    <a:pt x="305764" y="1607297"/>
                  </a:lnTo>
                  <a:lnTo>
                    <a:pt x="301844" y="1607297"/>
                  </a:lnTo>
                  <a:lnTo>
                    <a:pt x="297924" y="1607297"/>
                  </a:lnTo>
                  <a:lnTo>
                    <a:pt x="294004" y="1607297"/>
                  </a:lnTo>
                  <a:lnTo>
                    <a:pt x="290084" y="1607297"/>
                  </a:lnTo>
                  <a:lnTo>
                    <a:pt x="286164" y="1607297"/>
                  </a:lnTo>
                  <a:lnTo>
                    <a:pt x="282244" y="1607297"/>
                  </a:lnTo>
                  <a:lnTo>
                    <a:pt x="278324" y="1607297"/>
                  </a:lnTo>
                  <a:lnTo>
                    <a:pt x="274404" y="1607297"/>
                  </a:lnTo>
                  <a:lnTo>
                    <a:pt x="270484" y="1607297"/>
                  </a:lnTo>
                  <a:lnTo>
                    <a:pt x="266564" y="1607297"/>
                  </a:lnTo>
                  <a:lnTo>
                    <a:pt x="262644" y="1607297"/>
                  </a:lnTo>
                  <a:lnTo>
                    <a:pt x="258724" y="1607297"/>
                  </a:lnTo>
                  <a:lnTo>
                    <a:pt x="254804" y="1607297"/>
                  </a:lnTo>
                  <a:lnTo>
                    <a:pt x="250884" y="1607297"/>
                  </a:lnTo>
                  <a:lnTo>
                    <a:pt x="246963" y="1607297"/>
                  </a:lnTo>
                  <a:lnTo>
                    <a:pt x="243043" y="1607297"/>
                  </a:lnTo>
                  <a:lnTo>
                    <a:pt x="239123" y="1607297"/>
                  </a:lnTo>
                  <a:lnTo>
                    <a:pt x="235203" y="1607297"/>
                  </a:lnTo>
                  <a:lnTo>
                    <a:pt x="231283" y="1607297"/>
                  </a:lnTo>
                  <a:lnTo>
                    <a:pt x="227363" y="1607297"/>
                  </a:lnTo>
                  <a:lnTo>
                    <a:pt x="223443" y="1607297"/>
                  </a:lnTo>
                  <a:lnTo>
                    <a:pt x="219523" y="1607297"/>
                  </a:lnTo>
                  <a:lnTo>
                    <a:pt x="215603" y="1607297"/>
                  </a:lnTo>
                  <a:lnTo>
                    <a:pt x="211683" y="1607297"/>
                  </a:lnTo>
                  <a:lnTo>
                    <a:pt x="207763" y="1607297"/>
                  </a:lnTo>
                  <a:lnTo>
                    <a:pt x="203843" y="1607297"/>
                  </a:lnTo>
                  <a:lnTo>
                    <a:pt x="199923" y="1607297"/>
                  </a:lnTo>
                  <a:lnTo>
                    <a:pt x="196003" y="1607297"/>
                  </a:lnTo>
                  <a:lnTo>
                    <a:pt x="192083" y="1607297"/>
                  </a:lnTo>
                  <a:lnTo>
                    <a:pt x="188163" y="1607297"/>
                  </a:lnTo>
                  <a:lnTo>
                    <a:pt x="184242" y="1607297"/>
                  </a:lnTo>
                  <a:lnTo>
                    <a:pt x="180322" y="1607297"/>
                  </a:lnTo>
                  <a:lnTo>
                    <a:pt x="176402" y="1607297"/>
                  </a:lnTo>
                  <a:lnTo>
                    <a:pt x="172482" y="1607297"/>
                  </a:lnTo>
                  <a:lnTo>
                    <a:pt x="168562" y="1607297"/>
                  </a:lnTo>
                  <a:lnTo>
                    <a:pt x="164642" y="1607297"/>
                  </a:lnTo>
                  <a:lnTo>
                    <a:pt x="160722" y="1607297"/>
                  </a:lnTo>
                  <a:lnTo>
                    <a:pt x="156802" y="1607297"/>
                  </a:lnTo>
                  <a:lnTo>
                    <a:pt x="152882" y="1607297"/>
                  </a:lnTo>
                  <a:lnTo>
                    <a:pt x="148962" y="1607297"/>
                  </a:lnTo>
                  <a:lnTo>
                    <a:pt x="145042" y="1607297"/>
                  </a:lnTo>
                  <a:lnTo>
                    <a:pt x="141122" y="1607297"/>
                  </a:lnTo>
                  <a:lnTo>
                    <a:pt x="137202" y="1607297"/>
                  </a:lnTo>
                  <a:lnTo>
                    <a:pt x="133282" y="1607297"/>
                  </a:lnTo>
                  <a:lnTo>
                    <a:pt x="129362" y="1607297"/>
                  </a:lnTo>
                  <a:lnTo>
                    <a:pt x="125442" y="1607297"/>
                  </a:lnTo>
                  <a:lnTo>
                    <a:pt x="121521" y="1607297"/>
                  </a:lnTo>
                  <a:lnTo>
                    <a:pt x="117601" y="1607297"/>
                  </a:lnTo>
                  <a:lnTo>
                    <a:pt x="113681" y="1607297"/>
                  </a:lnTo>
                  <a:lnTo>
                    <a:pt x="109761" y="1607297"/>
                  </a:lnTo>
                  <a:lnTo>
                    <a:pt x="105841" y="1607297"/>
                  </a:lnTo>
                  <a:lnTo>
                    <a:pt x="101921" y="1607297"/>
                  </a:lnTo>
                  <a:lnTo>
                    <a:pt x="98001" y="1607297"/>
                  </a:lnTo>
                  <a:lnTo>
                    <a:pt x="94081" y="1607297"/>
                  </a:lnTo>
                  <a:lnTo>
                    <a:pt x="90161" y="1607297"/>
                  </a:lnTo>
                  <a:lnTo>
                    <a:pt x="86241" y="1607297"/>
                  </a:lnTo>
                  <a:lnTo>
                    <a:pt x="82321" y="1607297"/>
                  </a:lnTo>
                  <a:lnTo>
                    <a:pt x="78401" y="1607297"/>
                  </a:lnTo>
                  <a:lnTo>
                    <a:pt x="74481" y="1607297"/>
                  </a:lnTo>
                  <a:lnTo>
                    <a:pt x="70561" y="1607297"/>
                  </a:lnTo>
                  <a:lnTo>
                    <a:pt x="66641" y="1607297"/>
                  </a:lnTo>
                  <a:lnTo>
                    <a:pt x="62721" y="1607297"/>
                  </a:lnTo>
                  <a:lnTo>
                    <a:pt x="58800" y="1607297"/>
                  </a:lnTo>
                  <a:lnTo>
                    <a:pt x="54880" y="1607297"/>
                  </a:lnTo>
                  <a:lnTo>
                    <a:pt x="50960" y="1607297"/>
                  </a:lnTo>
                  <a:lnTo>
                    <a:pt x="47040" y="1607297"/>
                  </a:lnTo>
                  <a:lnTo>
                    <a:pt x="43120" y="1607297"/>
                  </a:lnTo>
                  <a:lnTo>
                    <a:pt x="39200" y="1607297"/>
                  </a:lnTo>
                  <a:lnTo>
                    <a:pt x="35280" y="1607297"/>
                  </a:lnTo>
                  <a:lnTo>
                    <a:pt x="31360" y="1607297"/>
                  </a:lnTo>
                  <a:lnTo>
                    <a:pt x="27440" y="1607297"/>
                  </a:lnTo>
                  <a:lnTo>
                    <a:pt x="23520" y="1607297"/>
                  </a:lnTo>
                  <a:lnTo>
                    <a:pt x="19600" y="1607297"/>
                  </a:lnTo>
                  <a:lnTo>
                    <a:pt x="15680" y="1607297"/>
                  </a:lnTo>
                  <a:lnTo>
                    <a:pt x="11760" y="1607297"/>
                  </a:lnTo>
                  <a:lnTo>
                    <a:pt x="7840" y="1607297"/>
                  </a:lnTo>
                  <a:lnTo>
                    <a:pt x="3920" y="1607297"/>
                  </a:lnTo>
                  <a:lnTo>
                    <a:pt x="0" y="1607297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60" name="pl60"/>
            <p:cNvSpPr/>
            <p:nvPr/>
          </p:nvSpPr>
          <p:spPr>
            <a:xfrm>
              <a:off x="6559621" y="4190802"/>
              <a:ext cx="509608" cy="2100746"/>
            </a:xfrm>
            <a:custGeom>
              <a:avLst/>
              <a:gdLst/>
              <a:ahLst/>
              <a:cxnLst/>
              <a:rect l="0" t="0" r="0" b="0"/>
              <a:pathLst>
                <a:path w="509608" h="2100746">
                  <a:moveTo>
                    <a:pt x="0" y="2100746"/>
                  </a:moveTo>
                  <a:lnTo>
                    <a:pt x="3920" y="2100746"/>
                  </a:lnTo>
                  <a:lnTo>
                    <a:pt x="7840" y="2100746"/>
                  </a:lnTo>
                  <a:lnTo>
                    <a:pt x="11760" y="2100746"/>
                  </a:lnTo>
                  <a:lnTo>
                    <a:pt x="15680" y="2100746"/>
                  </a:lnTo>
                  <a:lnTo>
                    <a:pt x="19600" y="2100746"/>
                  </a:lnTo>
                  <a:lnTo>
                    <a:pt x="23520" y="2100746"/>
                  </a:lnTo>
                  <a:lnTo>
                    <a:pt x="27440" y="2100746"/>
                  </a:lnTo>
                  <a:lnTo>
                    <a:pt x="31360" y="2100746"/>
                  </a:lnTo>
                  <a:lnTo>
                    <a:pt x="35280" y="2100746"/>
                  </a:lnTo>
                  <a:lnTo>
                    <a:pt x="39200" y="2100746"/>
                  </a:lnTo>
                  <a:lnTo>
                    <a:pt x="43120" y="2100746"/>
                  </a:lnTo>
                  <a:lnTo>
                    <a:pt x="47040" y="2100746"/>
                  </a:lnTo>
                  <a:lnTo>
                    <a:pt x="50960" y="2100746"/>
                  </a:lnTo>
                  <a:lnTo>
                    <a:pt x="54880" y="2100746"/>
                  </a:lnTo>
                  <a:lnTo>
                    <a:pt x="58800" y="2100746"/>
                  </a:lnTo>
                  <a:lnTo>
                    <a:pt x="62721" y="2100746"/>
                  </a:lnTo>
                  <a:lnTo>
                    <a:pt x="66641" y="2100746"/>
                  </a:lnTo>
                  <a:lnTo>
                    <a:pt x="70561" y="2100746"/>
                  </a:lnTo>
                  <a:lnTo>
                    <a:pt x="74481" y="2100746"/>
                  </a:lnTo>
                  <a:lnTo>
                    <a:pt x="78401" y="2100746"/>
                  </a:lnTo>
                  <a:lnTo>
                    <a:pt x="82321" y="2100746"/>
                  </a:lnTo>
                  <a:lnTo>
                    <a:pt x="86241" y="2100746"/>
                  </a:lnTo>
                  <a:lnTo>
                    <a:pt x="90161" y="2100746"/>
                  </a:lnTo>
                  <a:lnTo>
                    <a:pt x="94081" y="2100746"/>
                  </a:lnTo>
                  <a:lnTo>
                    <a:pt x="98001" y="2100746"/>
                  </a:lnTo>
                  <a:lnTo>
                    <a:pt x="101921" y="2100746"/>
                  </a:lnTo>
                  <a:lnTo>
                    <a:pt x="105841" y="2100746"/>
                  </a:lnTo>
                  <a:lnTo>
                    <a:pt x="109761" y="2100746"/>
                  </a:lnTo>
                  <a:lnTo>
                    <a:pt x="113681" y="2100746"/>
                  </a:lnTo>
                  <a:lnTo>
                    <a:pt x="117601" y="2100746"/>
                  </a:lnTo>
                  <a:lnTo>
                    <a:pt x="121521" y="2100746"/>
                  </a:lnTo>
                  <a:lnTo>
                    <a:pt x="125442" y="2100746"/>
                  </a:lnTo>
                  <a:lnTo>
                    <a:pt x="129362" y="2100746"/>
                  </a:lnTo>
                  <a:lnTo>
                    <a:pt x="133282" y="2100746"/>
                  </a:lnTo>
                  <a:lnTo>
                    <a:pt x="137202" y="2100746"/>
                  </a:lnTo>
                  <a:lnTo>
                    <a:pt x="141122" y="2100746"/>
                  </a:lnTo>
                  <a:lnTo>
                    <a:pt x="145042" y="2100746"/>
                  </a:lnTo>
                  <a:lnTo>
                    <a:pt x="148962" y="2100746"/>
                  </a:lnTo>
                  <a:lnTo>
                    <a:pt x="152882" y="2100746"/>
                  </a:lnTo>
                  <a:lnTo>
                    <a:pt x="156802" y="2100746"/>
                  </a:lnTo>
                  <a:lnTo>
                    <a:pt x="160722" y="2100746"/>
                  </a:lnTo>
                  <a:lnTo>
                    <a:pt x="164642" y="2100746"/>
                  </a:lnTo>
                  <a:lnTo>
                    <a:pt x="168562" y="2100746"/>
                  </a:lnTo>
                  <a:lnTo>
                    <a:pt x="172482" y="2100746"/>
                  </a:lnTo>
                  <a:lnTo>
                    <a:pt x="176402" y="2100746"/>
                  </a:lnTo>
                  <a:lnTo>
                    <a:pt x="180322" y="2100746"/>
                  </a:lnTo>
                  <a:lnTo>
                    <a:pt x="184242" y="2100746"/>
                  </a:lnTo>
                  <a:lnTo>
                    <a:pt x="188163" y="2100746"/>
                  </a:lnTo>
                  <a:lnTo>
                    <a:pt x="192083" y="2100746"/>
                  </a:lnTo>
                  <a:lnTo>
                    <a:pt x="196003" y="2100746"/>
                  </a:lnTo>
                  <a:lnTo>
                    <a:pt x="199923" y="2100746"/>
                  </a:lnTo>
                  <a:lnTo>
                    <a:pt x="203843" y="2100746"/>
                  </a:lnTo>
                  <a:lnTo>
                    <a:pt x="207763" y="2100746"/>
                  </a:lnTo>
                  <a:lnTo>
                    <a:pt x="211683" y="2100746"/>
                  </a:lnTo>
                  <a:lnTo>
                    <a:pt x="215603" y="2100746"/>
                  </a:lnTo>
                  <a:lnTo>
                    <a:pt x="219523" y="2100746"/>
                  </a:lnTo>
                  <a:lnTo>
                    <a:pt x="223443" y="2100746"/>
                  </a:lnTo>
                  <a:lnTo>
                    <a:pt x="227363" y="2100746"/>
                  </a:lnTo>
                  <a:lnTo>
                    <a:pt x="231283" y="2100746"/>
                  </a:lnTo>
                  <a:lnTo>
                    <a:pt x="235203" y="2100746"/>
                  </a:lnTo>
                  <a:lnTo>
                    <a:pt x="239123" y="2100746"/>
                  </a:lnTo>
                  <a:lnTo>
                    <a:pt x="243043" y="2100736"/>
                  </a:lnTo>
                  <a:lnTo>
                    <a:pt x="246963" y="2100621"/>
                  </a:lnTo>
                  <a:lnTo>
                    <a:pt x="250884" y="2099945"/>
                  </a:lnTo>
                  <a:lnTo>
                    <a:pt x="254804" y="2098032"/>
                  </a:lnTo>
                  <a:lnTo>
                    <a:pt x="258724" y="2095608"/>
                  </a:lnTo>
                  <a:lnTo>
                    <a:pt x="262644" y="2095059"/>
                  </a:lnTo>
                  <a:lnTo>
                    <a:pt x="266564" y="2096995"/>
                  </a:lnTo>
                  <a:lnTo>
                    <a:pt x="270484" y="2099278"/>
                  </a:lnTo>
                  <a:lnTo>
                    <a:pt x="274404" y="2100410"/>
                  </a:lnTo>
                  <a:lnTo>
                    <a:pt x="278324" y="2100702"/>
                  </a:lnTo>
                  <a:lnTo>
                    <a:pt x="282244" y="2100743"/>
                  </a:lnTo>
                  <a:lnTo>
                    <a:pt x="286164" y="2100739"/>
                  </a:lnTo>
                  <a:lnTo>
                    <a:pt x="290084" y="2100657"/>
                  </a:lnTo>
                  <a:lnTo>
                    <a:pt x="294004" y="2100143"/>
                  </a:lnTo>
                  <a:lnTo>
                    <a:pt x="297924" y="2098505"/>
                  </a:lnTo>
                  <a:lnTo>
                    <a:pt x="301844" y="2095947"/>
                  </a:lnTo>
                  <a:lnTo>
                    <a:pt x="305764" y="2094774"/>
                  </a:lnTo>
                  <a:lnTo>
                    <a:pt x="309684" y="2096431"/>
                  </a:lnTo>
                  <a:lnTo>
                    <a:pt x="313605" y="2098494"/>
                  </a:lnTo>
                  <a:lnTo>
                    <a:pt x="317525" y="2098189"/>
                  </a:lnTo>
                  <a:lnTo>
                    <a:pt x="321445" y="2095787"/>
                  </a:lnTo>
                  <a:lnTo>
                    <a:pt x="325365" y="2094509"/>
                  </a:lnTo>
                  <a:lnTo>
                    <a:pt x="329285" y="2096428"/>
                  </a:lnTo>
                  <a:lnTo>
                    <a:pt x="333205" y="2098771"/>
                  </a:lnTo>
                  <a:lnTo>
                    <a:pt x="337125" y="2098342"/>
                  </a:lnTo>
                  <a:lnTo>
                    <a:pt x="341045" y="2094463"/>
                  </a:lnTo>
                  <a:lnTo>
                    <a:pt x="344965" y="2089435"/>
                  </a:lnTo>
                  <a:lnTo>
                    <a:pt x="348885" y="2087608"/>
                  </a:lnTo>
                  <a:lnTo>
                    <a:pt x="352805" y="2087630"/>
                  </a:lnTo>
                  <a:lnTo>
                    <a:pt x="356725" y="2083319"/>
                  </a:lnTo>
                  <a:lnTo>
                    <a:pt x="360645" y="2076891"/>
                  </a:lnTo>
                  <a:lnTo>
                    <a:pt x="364565" y="2075938"/>
                  </a:lnTo>
                  <a:lnTo>
                    <a:pt x="368485" y="2079856"/>
                  </a:lnTo>
                  <a:lnTo>
                    <a:pt x="372405" y="2084970"/>
                  </a:lnTo>
                  <a:lnTo>
                    <a:pt x="376326" y="2090343"/>
                  </a:lnTo>
                  <a:lnTo>
                    <a:pt x="380246" y="2090637"/>
                  </a:lnTo>
                  <a:lnTo>
                    <a:pt x="384166" y="2082944"/>
                  </a:lnTo>
                  <a:lnTo>
                    <a:pt x="388086" y="2072761"/>
                  </a:lnTo>
                  <a:lnTo>
                    <a:pt x="392006" y="2066041"/>
                  </a:lnTo>
                  <a:lnTo>
                    <a:pt x="395926" y="2064611"/>
                  </a:lnTo>
                  <a:lnTo>
                    <a:pt x="399846" y="2070361"/>
                  </a:lnTo>
                  <a:lnTo>
                    <a:pt x="403766" y="2081229"/>
                  </a:lnTo>
                  <a:lnTo>
                    <a:pt x="407686" y="2087998"/>
                  </a:lnTo>
                  <a:lnTo>
                    <a:pt x="411606" y="2085440"/>
                  </a:lnTo>
                  <a:lnTo>
                    <a:pt x="415526" y="2074009"/>
                  </a:lnTo>
                  <a:lnTo>
                    <a:pt x="419446" y="2055853"/>
                  </a:lnTo>
                  <a:lnTo>
                    <a:pt x="423366" y="2040350"/>
                  </a:lnTo>
                  <a:lnTo>
                    <a:pt x="427286" y="2039434"/>
                  </a:lnTo>
                  <a:lnTo>
                    <a:pt x="431206" y="2049880"/>
                  </a:lnTo>
                  <a:lnTo>
                    <a:pt x="435126" y="2057258"/>
                  </a:lnTo>
                  <a:lnTo>
                    <a:pt x="439047" y="2056588"/>
                  </a:lnTo>
                  <a:lnTo>
                    <a:pt x="442967" y="2051196"/>
                  </a:lnTo>
                  <a:lnTo>
                    <a:pt x="446887" y="2044163"/>
                  </a:lnTo>
                  <a:lnTo>
                    <a:pt x="450807" y="2036811"/>
                  </a:lnTo>
                  <a:lnTo>
                    <a:pt x="454727" y="2023258"/>
                  </a:lnTo>
                  <a:lnTo>
                    <a:pt x="458647" y="1996404"/>
                  </a:lnTo>
                  <a:lnTo>
                    <a:pt x="462567" y="1957104"/>
                  </a:lnTo>
                  <a:lnTo>
                    <a:pt x="466487" y="1914445"/>
                  </a:lnTo>
                  <a:lnTo>
                    <a:pt x="470407" y="1881085"/>
                  </a:lnTo>
                  <a:lnTo>
                    <a:pt x="474327" y="1850523"/>
                  </a:lnTo>
                  <a:lnTo>
                    <a:pt x="478247" y="1799001"/>
                  </a:lnTo>
                  <a:lnTo>
                    <a:pt x="482167" y="1734541"/>
                  </a:lnTo>
                  <a:lnTo>
                    <a:pt x="486087" y="1696974"/>
                  </a:lnTo>
                  <a:lnTo>
                    <a:pt x="490007" y="1690511"/>
                  </a:lnTo>
                  <a:lnTo>
                    <a:pt x="493927" y="1667980"/>
                  </a:lnTo>
                  <a:lnTo>
                    <a:pt x="497847" y="1565511"/>
                  </a:lnTo>
                  <a:lnTo>
                    <a:pt x="501768" y="1294406"/>
                  </a:lnTo>
                  <a:lnTo>
                    <a:pt x="505688" y="767199"/>
                  </a:lnTo>
                  <a:lnTo>
                    <a:pt x="509608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61" name="pl61"/>
            <p:cNvSpPr/>
            <p:nvPr/>
          </p:nvSpPr>
          <p:spPr>
            <a:xfrm>
              <a:off x="7084909" y="4684252"/>
              <a:ext cx="1477863" cy="1607297"/>
            </a:xfrm>
            <a:custGeom>
              <a:avLst/>
              <a:gdLst/>
              <a:ahLst/>
              <a:cxnLst/>
              <a:rect l="0" t="0" r="0" b="0"/>
              <a:pathLst>
                <a:path w="1477863" h="1607297">
                  <a:moveTo>
                    <a:pt x="0" y="0"/>
                  </a:moveTo>
                  <a:lnTo>
                    <a:pt x="3920" y="1087365"/>
                  </a:lnTo>
                  <a:lnTo>
                    <a:pt x="7840" y="1513396"/>
                  </a:lnTo>
                  <a:lnTo>
                    <a:pt x="11760" y="1597878"/>
                  </a:lnTo>
                  <a:lnTo>
                    <a:pt x="15680" y="1606768"/>
                  </a:lnTo>
                  <a:lnTo>
                    <a:pt x="19600" y="1607280"/>
                  </a:lnTo>
                  <a:lnTo>
                    <a:pt x="23520" y="1607297"/>
                  </a:lnTo>
                  <a:lnTo>
                    <a:pt x="27440" y="1607297"/>
                  </a:lnTo>
                  <a:lnTo>
                    <a:pt x="31360" y="1607297"/>
                  </a:lnTo>
                  <a:lnTo>
                    <a:pt x="35280" y="1607297"/>
                  </a:lnTo>
                  <a:lnTo>
                    <a:pt x="39200" y="1607297"/>
                  </a:lnTo>
                  <a:lnTo>
                    <a:pt x="43120" y="1607297"/>
                  </a:lnTo>
                  <a:lnTo>
                    <a:pt x="47040" y="1607297"/>
                  </a:lnTo>
                  <a:lnTo>
                    <a:pt x="50960" y="1607297"/>
                  </a:lnTo>
                  <a:lnTo>
                    <a:pt x="54880" y="1607297"/>
                  </a:lnTo>
                  <a:lnTo>
                    <a:pt x="58800" y="1607297"/>
                  </a:lnTo>
                  <a:lnTo>
                    <a:pt x="62721" y="1607297"/>
                  </a:lnTo>
                  <a:lnTo>
                    <a:pt x="66641" y="1607297"/>
                  </a:lnTo>
                  <a:lnTo>
                    <a:pt x="70561" y="1607297"/>
                  </a:lnTo>
                  <a:lnTo>
                    <a:pt x="74481" y="1607297"/>
                  </a:lnTo>
                  <a:lnTo>
                    <a:pt x="78401" y="1607297"/>
                  </a:lnTo>
                  <a:lnTo>
                    <a:pt x="82321" y="1607297"/>
                  </a:lnTo>
                  <a:lnTo>
                    <a:pt x="86241" y="1607297"/>
                  </a:lnTo>
                  <a:lnTo>
                    <a:pt x="90161" y="1607297"/>
                  </a:lnTo>
                  <a:lnTo>
                    <a:pt x="94081" y="1607297"/>
                  </a:lnTo>
                  <a:lnTo>
                    <a:pt x="98001" y="1607297"/>
                  </a:lnTo>
                  <a:lnTo>
                    <a:pt x="101921" y="1607297"/>
                  </a:lnTo>
                  <a:lnTo>
                    <a:pt x="105841" y="1607297"/>
                  </a:lnTo>
                  <a:lnTo>
                    <a:pt x="109761" y="1607297"/>
                  </a:lnTo>
                  <a:lnTo>
                    <a:pt x="113681" y="1607297"/>
                  </a:lnTo>
                  <a:lnTo>
                    <a:pt x="117601" y="1607297"/>
                  </a:lnTo>
                  <a:lnTo>
                    <a:pt x="121521" y="1607297"/>
                  </a:lnTo>
                  <a:lnTo>
                    <a:pt x="125442" y="1607297"/>
                  </a:lnTo>
                  <a:lnTo>
                    <a:pt x="129362" y="1607297"/>
                  </a:lnTo>
                  <a:lnTo>
                    <a:pt x="133282" y="1607297"/>
                  </a:lnTo>
                  <a:lnTo>
                    <a:pt x="137202" y="1607297"/>
                  </a:lnTo>
                  <a:lnTo>
                    <a:pt x="141122" y="1607297"/>
                  </a:lnTo>
                  <a:lnTo>
                    <a:pt x="145042" y="1607297"/>
                  </a:lnTo>
                  <a:lnTo>
                    <a:pt x="148962" y="1607297"/>
                  </a:lnTo>
                  <a:lnTo>
                    <a:pt x="152882" y="1607297"/>
                  </a:lnTo>
                  <a:lnTo>
                    <a:pt x="156802" y="1607297"/>
                  </a:lnTo>
                  <a:lnTo>
                    <a:pt x="160722" y="1607297"/>
                  </a:lnTo>
                  <a:lnTo>
                    <a:pt x="164642" y="1607297"/>
                  </a:lnTo>
                  <a:lnTo>
                    <a:pt x="168562" y="1607297"/>
                  </a:lnTo>
                  <a:lnTo>
                    <a:pt x="172482" y="1607297"/>
                  </a:lnTo>
                  <a:lnTo>
                    <a:pt x="176402" y="1607297"/>
                  </a:lnTo>
                  <a:lnTo>
                    <a:pt x="180322" y="1607297"/>
                  </a:lnTo>
                  <a:lnTo>
                    <a:pt x="184242" y="1607297"/>
                  </a:lnTo>
                  <a:lnTo>
                    <a:pt x="188163" y="1607297"/>
                  </a:lnTo>
                  <a:lnTo>
                    <a:pt x="192083" y="1607297"/>
                  </a:lnTo>
                  <a:lnTo>
                    <a:pt x="196003" y="1607297"/>
                  </a:lnTo>
                  <a:lnTo>
                    <a:pt x="199923" y="1607297"/>
                  </a:lnTo>
                  <a:lnTo>
                    <a:pt x="203843" y="1607297"/>
                  </a:lnTo>
                  <a:lnTo>
                    <a:pt x="207763" y="1607297"/>
                  </a:lnTo>
                  <a:lnTo>
                    <a:pt x="211683" y="1607297"/>
                  </a:lnTo>
                  <a:lnTo>
                    <a:pt x="215603" y="1607297"/>
                  </a:lnTo>
                  <a:lnTo>
                    <a:pt x="219523" y="1607297"/>
                  </a:lnTo>
                  <a:lnTo>
                    <a:pt x="223443" y="1607297"/>
                  </a:lnTo>
                  <a:lnTo>
                    <a:pt x="227363" y="1607297"/>
                  </a:lnTo>
                  <a:lnTo>
                    <a:pt x="231283" y="1607297"/>
                  </a:lnTo>
                  <a:lnTo>
                    <a:pt x="235203" y="1607297"/>
                  </a:lnTo>
                  <a:lnTo>
                    <a:pt x="239123" y="1607297"/>
                  </a:lnTo>
                  <a:lnTo>
                    <a:pt x="243043" y="1607297"/>
                  </a:lnTo>
                  <a:lnTo>
                    <a:pt x="246963" y="1607297"/>
                  </a:lnTo>
                  <a:lnTo>
                    <a:pt x="250884" y="1607297"/>
                  </a:lnTo>
                  <a:lnTo>
                    <a:pt x="254804" y="1607297"/>
                  </a:lnTo>
                  <a:lnTo>
                    <a:pt x="258724" y="1607297"/>
                  </a:lnTo>
                  <a:lnTo>
                    <a:pt x="262644" y="1607297"/>
                  </a:lnTo>
                  <a:lnTo>
                    <a:pt x="266564" y="1607297"/>
                  </a:lnTo>
                  <a:lnTo>
                    <a:pt x="270484" y="1607297"/>
                  </a:lnTo>
                  <a:lnTo>
                    <a:pt x="274404" y="1607297"/>
                  </a:lnTo>
                  <a:lnTo>
                    <a:pt x="278324" y="1607297"/>
                  </a:lnTo>
                  <a:lnTo>
                    <a:pt x="282244" y="1607297"/>
                  </a:lnTo>
                  <a:lnTo>
                    <a:pt x="286164" y="1607297"/>
                  </a:lnTo>
                  <a:lnTo>
                    <a:pt x="290084" y="1607297"/>
                  </a:lnTo>
                  <a:lnTo>
                    <a:pt x="294004" y="1607297"/>
                  </a:lnTo>
                  <a:lnTo>
                    <a:pt x="297924" y="1607297"/>
                  </a:lnTo>
                  <a:lnTo>
                    <a:pt x="301844" y="1607297"/>
                  </a:lnTo>
                  <a:lnTo>
                    <a:pt x="305764" y="1607297"/>
                  </a:lnTo>
                  <a:lnTo>
                    <a:pt x="309684" y="1607297"/>
                  </a:lnTo>
                  <a:lnTo>
                    <a:pt x="313605" y="1607297"/>
                  </a:lnTo>
                  <a:lnTo>
                    <a:pt x="317525" y="1607297"/>
                  </a:lnTo>
                  <a:lnTo>
                    <a:pt x="321445" y="1607297"/>
                  </a:lnTo>
                  <a:lnTo>
                    <a:pt x="325365" y="1607297"/>
                  </a:lnTo>
                  <a:lnTo>
                    <a:pt x="329285" y="1607297"/>
                  </a:lnTo>
                  <a:lnTo>
                    <a:pt x="333205" y="1607297"/>
                  </a:lnTo>
                  <a:lnTo>
                    <a:pt x="337125" y="1607297"/>
                  </a:lnTo>
                  <a:lnTo>
                    <a:pt x="341045" y="1607297"/>
                  </a:lnTo>
                  <a:lnTo>
                    <a:pt x="344965" y="1607297"/>
                  </a:lnTo>
                  <a:lnTo>
                    <a:pt x="348885" y="1607297"/>
                  </a:lnTo>
                  <a:lnTo>
                    <a:pt x="352805" y="1607297"/>
                  </a:lnTo>
                  <a:lnTo>
                    <a:pt x="356725" y="1607297"/>
                  </a:lnTo>
                  <a:lnTo>
                    <a:pt x="360645" y="1607297"/>
                  </a:lnTo>
                  <a:lnTo>
                    <a:pt x="364565" y="1607297"/>
                  </a:lnTo>
                  <a:lnTo>
                    <a:pt x="368485" y="1607297"/>
                  </a:lnTo>
                  <a:lnTo>
                    <a:pt x="372405" y="1607297"/>
                  </a:lnTo>
                  <a:lnTo>
                    <a:pt x="376326" y="1607297"/>
                  </a:lnTo>
                  <a:lnTo>
                    <a:pt x="380246" y="1607297"/>
                  </a:lnTo>
                  <a:lnTo>
                    <a:pt x="384166" y="1607297"/>
                  </a:lnTo>
                  <a:lnTo>
                    <a:pt x="388086" y="1607297"/>
                  </a:lnTo>
                  <a:lnTo>
                    <a:pt x="392006" y="1607297"/>
                  </a:lnTo>
                  <a:lnTo>
                    <a:pt x="395926" y="1607297"/>
                  </a:lnTo>
                  <a:lnTo>
                    <a:pt x="399846" y="1607297"/>
                  </a:lnTo>
                  <a:lnTo>
                    <a:pt x="403766" y="1607297"/>
                  </a:lnTo>
                  <a:lnTo>
                    <a:pt x="407686" y="1607297"/>
                  </a:lnTo>
                  <a:lnTo>
                    <a:pt x="411606" y="1607297"/>
                  </a:lnTo>
                  <a:lnTo>
                    <a:pt x="415526" y="1607297"/>
                  </a:lnTo>
                  <a:lnTo>
                    <a:pt x="419446" y="1607297"/>
                  </a:lnTo>
                  <a:lnTo>
                    <a:pt x="423366" y="1607297"/>
                  </a:lnTo>
                  <a:lnTo>
                    <a:pt x="427286" y="1607297"/>
                  </a:lnTo>
                  <a:lnTo>
                    <a:pt x="431206" y="1607297"/>
                  </a:lnTo>
                  <a:lnTo>
                    <a:pt x="435126" y="1607297"/>
                  </a:lnTo>
                  <a:lnTo>
                    <a:pt x="439047" y="1607297"/>
                  </a:lnTo>
                  <a:lnTo>
                    <a:pt x="442967" y="1607297"/>
                  </a:lnTo>
                  <a:lnTo>
                    <a:pt x="446887" y="1607297"/>
                  </a:lnTo>
                  <a:lnTo>
                    <a:pt x="450807" y="1607297"/>
                  </a:lnTo>
                  <a:lnTo>
                    <a:pt x="454727" y="1607297"/>
                  </a:lnTo>
                  <a:lnTo>
                    <a:pt x="458647" y="1607297"/>
                  </a:lnTo>
                  <a:lnTo>
                    <a:pt x="462567" y="1607297"/>
                  </a:lnTo>
                  <a:lnTo>
                    <a:pt x="466487" y="1607297"/>
                  </a:lnTo>
                  <a:lnTo>
                    <a:pt x="470407" y="1607297"/>
                  </a:lnTo>
                  <a:lnTo>
                    <a:pt x="474327" y="1607297"/>
                  </a:lnTo>
                  <a:lnTo>
                    <a:pt x="478247" y="1607297"/>
                  </a:lnTo>
                  <a:lnTo>
                    <a:pt x="482167" y="1607297"/>
                  </a:lnTo>
                  <a:lnTo>
                    <a:pt x="486087" y="1607297"/>
                  </a:lnTo>
                  <a:lnTo>
                    <a:pt x="490007" y="1607297"/>
                  </a:lnTo>
                  <a:lnTo>
                    <a:pt x="493927" y="1607297"/>
                  </a:lnTo>
                  <a:lnTo>
                    <a:pt x="497847" y="1607297"/>
                  </a:lnTo>
                  <a:lnTo>
                    <a:pt x="501768" y="1607297"/>
                  </a:lnTo>
                  <a:lnTo>
                    <a:pt x="505688" y="1607297"/>
                  </a:lnTo>
                  <a:lnTo>
                    <a:pt x="509608" y="1607297"/>
                  </a:lnTo>
                  <a:lnTo>
                    <a:pt x="513528" y="1607297"/>
                  </a:lnTo>
                  <a:lnTo>
                    <a:pt x="517448" y="1607297"/>
                  </a:lnTo>
                  <a:lnTo>
                    <a:pt x="521368" y="1607297"/>
                  </a:lnTo>
                  <a:lnTo>
                    <a:pt x="525288" y="1607297"/>
                  </a:lnTo>
                  <a:lnTo>
                    <a:pt x="529208" y="1607297"/>
                  </a:lnTo>
                  <a:lnTo>
                    <a:pt x="533128" y="1607297"/>
                  </a:lnTo>
                  <a:lnTo>
                    <a:pt x="537048" y="1607297"/>
                  </a:lnTo>
                  <a:lnTo>
                    <a:pt x="540968" y="1607297"/>
                  </a:lnTo>
                  <a:lnTo>
                    <a:pt x="544888" y="1607297"/>
                  </a:lnTo>
                  <a:lnTo>
                    <a:pt x="548808" y="1607297"/>
                  </a:lnTo>
                  <a:lnTo>
                    <a:pt x="552728" y="1607297"/>
                  </a:lnTo>
                  <a:lnTo>
                    <a:pt x="556648" y="1607297"/>
                  </a:lnTo>
                  <a:lnTo>
                    <a:pt x="560569" y="1607297"/>
                  </a:lnTo>
                  <a:lnTo>
                    <a:pt x="564489" y="1607297"/>
                  </a:lnTo>
                  <a:lnTo>
                    <a:pt x="568409" y="1607297"/>
                  </a:lnTo>
                  <a:lnTo>
                    <a:pt x="572329" y="1607297"/>
                  </a:lnTo>
                  <a:lnTo>
                    <a:pt x="576249" y="1607297"/>
                  </a:lnTo>
                  <a:lnTo>
                    <a:pt x="580169" y="1607297"/>
                  </a:lnTo>
                  <a:lnTo>
                    <a:pt x="584089" y="1607297"/>
                  </a:lnTo>
                  <a:lnTo>
                    <a:pt x="588009" y="1607297"/>
                  </a:lnTo>
                  <a:lnTo>
                    <a:pt x="591929" y="1607297"/>
                  </a:lnTo>
                  <a:lnTo>
                    <a:pt x="595849" y="1607297"/>
                  </a:lnTo>
                  <a:lnTo>
                    <a:pt x="599769" y="1607297"/>
                  </a:lnTo>
                  <a:lnTo>
                    <a:pt x="603689" y="1607297"/>
                  </a:lnTo>
                  <a:lnTo>
                    <a:pt x="607609" y="1607297"/>
                  </a:lnTo>
                  <a:lnTo>
                    <a:pt x="611529" y="1607297"/>
                  </a:lnTo>
                  <a:lnTo>
                    <a:pt x="615449" y="1607297"/>
                  </a:lnTo>
                  <a:lnTo>
                    <a:pt x="619369" y="1607297"/>
                  </a:lnTo>
                  <a:lnTo>
                    <a:pt x="623290" y="1607297"/>
                  </a:lnTo>
                  <a:lnTo>
                    <a:pt x="627210" y="1607297"/>
                  </a:lnTo>
                  <a:lnTo>
                    <a:pt x="631130" y="1607297"/>
                  </a:lnTo>
                  <a:lnTo>
                    <a:pt x="635050" y="1607297"/>
                  </a:lnTo>
                  <a:lnTo>
                    <a:pt x="638970" y="1607297"/>
                  </a:lnTo>
                  <a:lnTo>
                    <a:pt x="642890" y="1607297"/>
                  </a:lnTo>
                  <a:lnTo>
                    <a:pt x="646810" y="1607297"/>
                  </a:lnTo>
                  <a:lnTo>
                    <a:pt x="650730" y="1607297"/>
                  </a:lnTo>
                  <a:lnTo>
                    <a:pt x="654650" y="1607297"/>
                  </a:lnTo>
                  <a:lnTo>
                    <a:pt x="658570" y="1607297"/>
                  </a:lnTo>
                  <a:lnTo>
                    <a:pt x="662490" y="1607297"/>
                  </a:lnTo>
                  <a:lnTo>
                    <a:pt x="666410" y="1607297"/>
                  </a:lnTo>
                  <a:lnTo>
                    <a:pt x="670330" y="1607297"/>
                  </a:lnTo>
                  <a:lnTo>
                    <a:pt x="674250" y="1607297"/>
                  </a:lnTo>
                  <a:lnTo>
                    <a:pt x="678170" y="1607297"/>
                  </a:lnTo>
                  <a:lnTo>
                    <a:pt x="682090" y="1607297"/>
                  </a:lnTo>
                  <a:lnTo>
                    <a:pt x="686011" y="1607297"/>
                  </a:lnTo>
                  <a:lnTo>
                    <a:pt x="689931" y="1607297"/>
                  </a:lnTo>
                  <a:lnTo>
                    <a:pt x="693851" y="1607297"/>
                  </a:lnTo>
                  <a:lnTo>
                    <a:pt x="697771" y="1607297"/>
                  </a:lnTo>
                  <a:lnTo>
                    <a:pt x="701691" y="1607297"/>
                  </a:lnTo>
                  <a:lnTo>
                    <a:pt x="705611" y="1607297"/>
                  </a:lnTo>
                  <a:lnTo>
                    <a:pt x="709531" y="1607297"/>
                  </a:lnTo>
                  <a:lnTo>
                    <a:pt x="713451" y="1607297"/>
                  </a:lnTo>
                  <a:lnTo>
                    <a:pt x="717371" y="1607297"/>
                  </a:lnTo>
                  <a:lnTo>
                    <a:pt x="721291" y="1607297"/>
                  </a:lnTo>
                  <a:lnTo>
                    <a:pt x="725211" y="1607297"/>
                  </a:lnTo>
                  <a:lnTo>
                    <a:pt x="729131" y="1607297"/>
                  </a:lnTo>
                  <a:lnTo>
                    <a:pt x="733051" y="1607297"/>
                  </a:lnTo>
                  <a:lnTo>
                    <a:pt x="736971" y="1607297"/>
                  </a:lnTo>
                  <a:lnTo>
                    <a:pt x="740891" y="1607297"/>
                  </a:lnTo>
                  <a:lnTo>
                    <a:pt x="744811" y="1607297"/>
                  </a:lnTo>
                  <a:lnTo>
                    <a:pt x="748732" y="1607297"/>
                  </a:lnTo>
                  <a:lnTo>
                    <a:pt x="752652" y="1607297"/>
                  </a:lnTo>
                  <a:lnTo>
                    <a:pt x="756572" y="1607297"/>
                  </a:lnTo>
                  <a:lnTo>
                    <a:pt x="760492" y="1607297"/>
                  </a:lnTo>
                  <a:lnTo>
                    <a:pt x="764412" y="1607297"/>
                  </a:lnTo>
                  <a:lnTo>
                    <a:pt x="768332" y="1607297"/>
                  </a:lnTo>
                  <a:lnTo>
                    <a:pt x="772252" y="1607297"/>
                  </a:lnTo>
                  <a:lnTo>
                    <a:pt x="776172" y="1607297"/>
                  </a:lnTo>
                  <a:lnTo>
                    <a:pt x="780092" y="1607297"/>
                  </a:lnTo>
                  <a:lnTo>
                    <a:pt x="784012" y="1607297"/>
                  </a:lnTo>
                  <a:lnTo>
                    <a:pt x="787932" y="1607297"/>
                  </a:lnTo>
                  <a:lnTo>
                    <a:pt x="791852" y="1607297"/>
                  </a:lnTo>
                  <a:lnTo>
                    <a:pt x="795772" y="1607297"/>
                  </a:lnTo>
                  <a:lnTo>
                    <a:pt x="799692" y="1607297"/>
                  </a:lnTo>
                  <a:lnTo>
                    <a:pt x="803612" y="1607297"/>
                  </a:lnTo>
                  <a:lnTo>
                    <a:pt x="807532" y="1607297"/>
                  </a:lnTo>
                  <a:lnTo>
                    <a:pt x="811453" y="1607297"/>
                  </a:lnTo>
                  <a:lnTo>
                    <a:pt x="815373" y="1607297"/>
                  </a:lnTo>
                  <a:lnTo>
                    <a:pt x="819293" y="1607297"/>
                  </a:lnTo>
                  <a:lnTo>
                    <a:pt x="823213" y="1607297"/>
                  </a:lnTo>
                  <a:lnTo>
                    <a:pt x="827133" y="1607297"/>
                  </a:lnTo>
                  <a:lnTo>
                    <a:pt x="831053" y="1607297"/>
                  </a:lnTo>
                  <a:lnTo>
                    <a:pt x="834973" y="1607297"/>
                  </a:lnTo>
                  <a:lnTo>
                    <a:pt x="838893" y="1607297"/>
                  </a:lnTo>
                  <a:lnTo>
                    <a:pt x="842813" y="1607297"/>
                  </a:lnTo>
                  <a:lnTo>
                    <a:pt x="846733" y="1607297"/>
                  </a:lnTo>
                  <a:lnTo>
                    <a:pt x="850653" y="1607297"/>
                  </a:lnTo>
                  <a:lnTo>
                    <a:pt x="854573" y="1607297"/>
                  </a:lnTo>
                  <a:lnTo>
                    <a:pt x="858493" y="1607297"/>
                  </a:lnTo>
                  <a:lnTo>
                    <a:pt x="862413" y="1607297"/>
                  </a:lnTo>
                  <a:lnTo>
                    <a:pt x="866333" y="1607297"/>
                  </a:lnTo>
                  <a:lnTo>
                    <a:pt x="870253" y="1607297"/>
                  </a:lnTo>
                  <a:lnTo>
                    <a:pt x="874174" y="1607297"/>
                  </a:lnTo>
                  <a:lnTo>
                    <a:pt x="878094" y="1607297"/>
                  </a:lnTo>
                  <a:lnTo>
                    <a:pt x="882014" y="1607297"/>
                  </a:lnTo>
                  <a:lnTo>
                    <a:pt x="885934" y="1607297"/>
                  </a:lnTo>
                  <a:lnTo>
                    <a:pt x="889854" y="1607297"/>
                  </a:lnTo>
                  <a:lnTo>
                    <a:pt x="893774" y="1607297"/>
                  </a:lnTo>
                  <a:lnTo>
                    <a:pt x="897694" y="1607297"/>
                  </a:lnTo>
                  <a:lnTo>
                    <a:pt x="901614" y="1607297"/>
                  </a:lnTo>
                  <a:lnTo>
                    <a:pt x="905534" y="1607297"/>
                  </a:lnTo>
                  <a:lnTo>
                    <a:pt x="909454" y="1607297"/>
                  </a:lnTo>
                  <a:lnTo>
                    <a:pt x="913374" y="1607297"/>
                  </a:lnTo>
                  <a:lnTo>
                    <a:pt x="917294" y="1607297"/>
                  </a:lnTo>
                  <a:lnTo>
                    <a:pt x="921214" y="1607297"/>
                  </a:lnTo>
                  <a:lnTo>
                    <a:pt x="925134" y="1607297"/>
                  </a:lnTo>
                  <a:lnTo>
                    <a:pt x="929054" y="1607297"/>
                  </a:lnTo>
                  <a:lnTo>
                    <a:pt x="932974" y="1607297"/>
                  </a:lnTo>
                  <a:lnTo>
                    <a:pt x="936895" y="1607297"/>
                  </a:lnTo>
                  <a:lnTo>
                    <a:pt x="940815" y="1607297"/>
                  </a:lnTo>
                  <a:lnTo>
                    <a:pt x="944735" y="1607297"/>
                  </a:lnTo>
                  <a:lnTo>
                    <a:pt x="948655" y="1607297"/>
                  </a:lnTo>
                  <a:lnTo>
                    <a:pt x="952575" y="1607297"/>
                  </a:lnTo>
                  <a:lnTo>
                    <a:pt x="956495" y="1607297"/>
                  </a:lnTo>
                  <a:lnTo>
                    <a:pt x="960415" y="1607297"/>
                  </a:lnTo>
                  <a:lnTo>
                    <a:pt x="964335" y="1607297"/>
                  </a:lnTo>
                  <a:lnTo>
                    <a:pt x="968255" y="1607297"/>
                  </a:lnTo>
                  <a:lnTo>
                    <a:pt x="972175" y="1607297"/>
                  </a:lnTo>
                  <a:lnTo>
                    <a:pt x="976095" y="1607297"/>
                  </a:lnTo>
                  <a:lnTo>
                    <a:pt x="980015" y="1607297"/>
                  </a:lnTo>
                  <a:lnTo>
                    <a:pt x="983935" y="1607297"/>
                  </a:lnTo>
                  <a:lnTo>
                    <a:pt x="987855" y="1607297"/>
                  </a:lnTo>
                  <a:lnTo>
                    <a:pt x="991775" y="1607297"/>
                  </a:lnTo>
                  <a:lnTo>
                    <a:pt x="995695" y="1607297"/>
                  </a:lnTo>
                  <a:lnTo>
                    <a:pt x="999616" y="1607297"/>
                  </a:lnTo>
                  <a:lnTo>
                    <a:pt x="1003536" y="1607297"/>
                  </a:lnTo>
                  <a:lnTo>
                    <a:pt x="1007456" y="1607297"/>
                  </a:lnTo>
                  <a:lnTo>
                    <a:pt x="1011376" y="1607297"/>
                  </a:lnTo>
                  <a:lnTo>
                    <a:pt x="1015296" y="1607297"/>
                  </a:lnTo>
                  <a:lnTo>
                    <a:pt x="1019216" y="1607297"/>
                  </a:lnTo>
                  <a:lnTo>
                    <a:pt x="1023136" y="1607297"/>
                  </a:lnTo>
                  <a:lnTo>
                    <a:pt x="1027056" y="1607297"/>
                  </a:lnTo>
                  <a:lnTo>
                    <a:pt x="1030976" y="1607297"/>
                  </a:lnTo>
                  <a:lnTo>
                    <a:pt x="1034896" y="1607297"/>
                  </a:lnTo>
                  <a:lnTo>
                    <a:pt x="1038816" y="1607297"/>
                  </a:lnTo>
                  <a:lnTo>
                    <a:pt x="1042736" y="1607297"/>
                  </a:lnTo>
                  <a:lnTo>
                    <a:pt x="1046656" y="1607297"/>
                  </a:lnTo>
                  <a:lnTo>
                    <a:pt x="1050576" y="1607297"/>
                  </a:lnTo>
                  <a:lnTo>
                    <a:pt x="1054496" y="1607297"/>
                  </a:lnTo>
                  <a:lnTo>
                    <a:pt x="1058417" y="1607297"/>
                  </a:lnTo>
                  <a:lnTo>
                    <a:pt x="1062337" y="1607297"/>
                  </a:lnTo>
                  <a:lnTo>
                    <a:pt x="1066257" y="1607297"/>
                  </a:lnTo>
                  <a:lnTo>
                    <a:pt x="1070177" y="1607297"/>
                  </a:lnTo>
                  <a:lnTo>
                    <a:pt x="1074097" y="1607297"/>
                  </a:lnTo>
                  <a:lnTo>
                    <a:pt x="1078017" y="1607297"/>
                  </a:lnTo>
                  <a:lnTo>
                    <a:pt x="1081937" y="1607297"/>
                  </a:lnTo>
                  <a:lnTo>
                    <a:pt x="1085857" y="1607297"/>
                  </a:lnTo>
                  <a:lnTo>
                    <a:pt x="1089777" y="1607297"/>
                  </a:lnTo>
                  <a:lnTo>
                    <a:pt x="1093697" y="1607297"/>
                  </a:lnTo>
                  <a:lnTo>
                    <a:pt x="1097617" y="1607297"/>
                  </a:lnTo>
                  <a:lnTo>
                    <a:pt x="1101537" y="1607297"/>
                  </a:lnTo>
                  <a:lnTo>
                    <a:pt x="1105457" y="1607297"/>
                  </a:lnTo>
                  <a:lnTo>
                    <a:pt x="1109377" y="1607297"/>
                  </a:lnTo>
                  <a:lnTo>
                    <a:pt x="1113297" y="1607297"/>
                  </a:lnTo>
                  <a:lnTo>
                    <a:pt x="1117217" y="1607297"/>
                  </a:lnTo>
                  <a:lnTo>
                    <a:pt x="1121138" y="1607297"/>
                  </a:lnTo>
                  <a:lnTo>
                    <a:pt x="1125058" y="1607297"/>
                  </a:lnTo>
                  <a:lnTo>
                    <a:pt x="1128978" y="1607297"/>
                  </a:lnTo>
                  <a:lnTo>
                    <a:pt x="1132898" y="1607297"/>
                  </a:lnTo>
                  <a:lnTo>
                    <a:pt x="1136818" y="1607297"/>
                  </a:lnTo>
                  <a:lnTo>
                    <a:pt x="1140738" y="1607297"/>
                  </a:lnTo>
                  <a:lnTo>
                    <a:pt x="1144658" y="1607297"/>
                  </a:lnTo>
                  <a:lnTo>
                    <a:pt x="1148578" y="1607297"/>
                  </a:lnTo>
                  <a:lnTo>
                    <a:pt x="1152498" y="1607297"/>
                  </a:lnTo>
                  <a:lnTo>
                    <a:pt x="1156418" y="1607297"/>
                  </a:lnTo>
                  <a:lnTo>
                    <a:pt x="1160338" y="1607297"/>
                  </a:lnTo>
                  <a:lnTo>
                    <a:pt x="1164258" y="1607297"/>
                  </a:lnTo>
                  <a:lnTo>
                    <a:pt x="1168178" y="1607297"/>
                  </a:lnTo>
                  <a:lnTo>
                    <a:pt x="1172098" y="1607297"/>
                  </a:lnTo>
                  <a:lnTo>
                    <a:pt x="1176018" y="1607297"/>
                  </a:lnTo>
                  <a:lnTo>
                    <a:pt x="1179938" y="1607297"/>
                  </a:lnTo>
                  <a:lnTo>
                    <a:pt x="1183859" y="1607297"/>
                  </a:lnTo>
                  <a:lnTo>
                    <a:pt x="1187779" y="1607297"/>
                  </a:lnTo>
                  <a:lnTo>
                    <a:pt x="1191699" y="1607297"/>
                  </a:lnTo>
                  <a:lnTo>
                    <a:pt x="1195619" y="1607297"/>
                  </a:lnTo>
                  <a:lnTo>
                    <a:pt x="1199539" y="1607297"/>
                  </a:lnTo>
                  <a:lnTo>
                    <a:pt x="1203459" y="1607297"/>
                  </a:lnTo>
                  <a:lnTo>
                    <a:pt x="1207379" y="1607297"/>
                  </a:lnTo>
                  <a:lnTo>
                    <a:pt x="1211299" y="1607297"/>
                  </a:lnTo>
                  <a:lnTo>
                    <a:pt x="1215219" y="1607297"/>
                  </a:lnTo>
                  <a:lnTo>
                    <a:pt x="1219139" y="1607297"/>
                  </a:lnTo>
                  <a:lnTo>
                    <a:pt x="1223059" y="1607297"/>
                  </a:lnTo>
                  <a:lnTo>
                    <a:pt x="1226979" y="1607297"/>
                  </a:lnTo>
                  <a:lnTo>
                    <a:pt x="1230899" y="1607297"/>
                  </a:lnTo>
                  <a:lnTo>
                    <a:pt x="1234819" y="1607297"/>
                  </a:lnTo>
                  <a:lnTo>
                    <a:pt x="1238739" y="1607297"/>
                  </a:lnTo>
                  <a:lnTo>
                    <a:pt x="1242659" y="1607297"/>
                  </a:lnTo>
                  <a:lnTo>
                    <a:pt x="1246580" y="1607297"/>
                  </a:lnTo>
                  <a:lnTo>
                    <a:pt x="1250500" y="1607297"/>
                  </a:lnTo>
                  <a:lnTo>
                    <a:pt x="1254420" y="1607297"/>
                  </a:lnTo>
                  <a:lnTo>
                    <a:pt x="1258340" y="1607297"/>
                  </a:lnTo>
                  <a:lnTo>
                    <a:pt x="1262260" y="1607297"/>
                  </a:lnTo>
                  <a:lnTo>
                    <a:pt x="1266180" y="1607297"/>
                  </a:lnTo>
                  <a:lnTo>
                    <a:pt x="1270100" y="1607297"/>
                  </a:lnTo>
                  <a:lnTo>
                    <a:pt x="1274020" y="1607297"/>
                  </a:lnTo>
                  <a:lnTo>
                    <a:pt x="1277940" y="1607297"/>
                  </a:lnTo>
                  <a:lnTo>
                    <a:pt x="1281860" y="1607297"/>
                  </a:lnTo>
                  <a:lnTo>
                    <a:pt x="1285780" y="1607297"/>
                  </a:lnTo>
                  <a:lnTo>
                    <a:pt x="1289700" y="1607297"/>
                  </a:lnTo>
                  <a:lnTo>
                    <a:pt x="1293620" y="1607297"/>
                  </a:lnTo>
                  <a:lnTo>
                    <a:pt x="1297540" y="1607297"/>
                  </a:lnTo>
                  <a:lnTo>
                    <a:pt x="1301460" y="1607297"/>
                  </a:lnTo>
                  <a:lnTo>
                    <a:pt x="1305380" y="1607297"/>
                  </a:lnTo>
                  <a:lnTo>
                    <a:pt x="1309301" y="1607297"/>
                  </a:lnTo>
                  <a:lnTo>
                    <a:pt x="1313221" y="1607297"/>
                  </a:lnTo>
                  <a:lnTo>
                    <a:pt x="1317141" y="1607297"/>
                  </a:lnTo>
                  <a:lnTo>
                    <a:pt x="1321061" y="1607297"/>
                  </a:lnTo>
                  <a:lnTo>
                    <a:pt x="1324981" y="1607297"/>
                  </a:lnTo>
                  <a:lnTo>
                    <a:pt x="1328901" y="1607297"/>
                  </a:lnTo>
                  <a:lnTo>
                    <a:pt x="1332821" y="1607297"/>
                  </a:lnTo>
                  <a:lnTo>
                    <a:pt x="1336741" y="1607297"/>
                  </a:lnTo>
                  <a:lnTo>
                    <a:pt x="1340661" y="1607297"/>
                  </a:lnTo>
                  <a:lnTo>
                    <a:pt x="1344581" y="1607297"/>
                  </a:lnTo>
                  <a:lnTo>
                    <a:pt x="1348501" y="1607297"/>
                  </a:lnTo>
                  <a:lnTo>
                    <a:pt x="1352421" y="1607297"/>
                  </a:lnTo>
                  <a:lnTo>
                    <a:pt x="1356341" y="1607297"/>
                  </a:lnTo>
                  <a:lnTo>
                    <a:pt x="1360261" y="1607297"/>
                  </a:lnTo>
                  <a:lnTo>
                    <a:pt x="1364181" y="1607297"/>
                  </a:lnTo>
                  <a:lnTo>
                    <a:pt x="1368101" y="1607297"/>
                  </a:lnTo>
                  <a:lnTo>
                    <a:pt x="1372022" y="1607297"/>
                  </a:lnTo>
                  <a:lnTo>
                    <a:pt x="1375942" y="1607297"/>
                  </a:lnTo>
                  <a:lnTo>
                    <a:pt x="1379862" y="1607297"/>
                  </a:lnTo>
                  <a:lnTo>
                    <a:pt x="1383782" y="1607297"/>
                  </a:lnTo>
                  <a:lnTo>
                    <a:pt x="1387702" y="1607297"/>
                  </a:lnTo>
                  <a:lnTo>
                    <a:pt x="1391622" y="1607297"/>
                  </a:lnTo>
                  <a:lnTo>
                    <a:pt x="1395542" y="1607297"/>
                  </a:lnTo>
                  <a:lnTo>
                    <a:pt x="1399462" y="1607297"/>
                  </a:lnTo>
                  <a:lnTo>
                    <a:pt x="1403382" y="1607297"/>
                  </a:lnTo>
                  <a:lnTo>
                    <a:pt x="1407302" y="1607297"/>
                  </a:lnTo>
                  <a:lnTo>
                    <a:pt x="1411222" y="1607297"/>
                  </a:lnTo>
                  <a:lnTo>
                    <a:pt x="1415142" y="1607297"/>
                  </a:lnTo>
                  <a:lnTo>
                    <a:pt x="1419062" y="1607297"/>
                  </a:lnTo>
                  <a:lnTo>
                    <a:pt x="1422982" y="1607297"/>
                  </a:lnTo>
                  <a:lnTo>
                    <a:pt x="1426902" y="1607297"/>
                  </a:lnTo>
                  <a:lnTo>
                    <a:pt x="1430822" y="1607297"/>
                  </a:lnTo>
                  <a:lnTo>
                    <a:pt x="1434743" y="1607297"/>
                  </a:lnTo>
                  <a:lnTo>
                    <a:pt x="1438663" y="1607297"/>
                  </a:lnTo>
                  <a:lnTo>
                    <a:pt x="1442583" y="1607297"/>
                  </a:lnTo>
                  <a:lnTo>
                    <a:pt x="1446503" y="1607297"/>
                  </a:lnTo>
                  <a:lnTo>
                    <a:pt x="1450423" y="1607297"/>
                  </a:lnTo>
                  <a:lnTo>
                    <a:pt x="1454343" y="1607297"/>
                  </a:lnTo>
                  <a:lnTo>
                    <a:pt x="1458263" y="1607297"/>
                  </a:lnTo>
                  <a:lnTo>
                    <a:pt x="1462183" y="1607297"/>
                  </a:lnTo>
                  <a:lnTo>
                    <a:pt x="1466103" y="1607297"/>
                  </a:lnTo>
                  <a:lnTo>
                    <a:pt x="1470023" y="1607297"/>
                  </a:lnTo>
                  <a:lnTo>
                    <a:pt x="1473943" y="1607297"/>
                  </a:lnTo>
                  <a:lnTo>
                    <a:pt x="1477863" y="1607297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62" name="pg62"/>
            <p:cNvSpPr/>
            <p:nvPr/>
          </p:nvSpPr>
          <p:spPr>
            <a:xfrm>
              <a:off x="6559621" y="5421608"/>
              <a:ext cx="2003152" cy="869940"/>
            </a:xfrm>
            <a:custGeom>
              <a:avLst/>
              <a:gdLst/>
              <a:ahLst/>
              <a:cxnLst/>
              <a:rect l="0" t="0" r="0" b="0"/>
              <a:pathLst>
                <a:path w="2003152" h="869940">
                  <a:moveTo>
                    <a:pt x="0" y="869940"/>
                  </a:moveTo>
                  <a:lnTo>
                    <a:pt x="3920" y="869940"/>
                  </a:lnTo>
                  <a:lnTo>
                    <a:pt x="7840" y="869940"/>
                  </a:lnTo>
                  <a:lnTo>
                    <a:pt x="11760" y="869940"/>
                  </a:lnTo>
                  <a:lnTo>
                    <a:pt x="15680" y="869940"/>
                  </a:lnTo>
                  <a:lnTo>
                    <a:pt x="19600" y="869940"/>
                  </a:lnTo>
                  <a:lnTo>
                    <a:pt x="23520" y="869940"/>
                  </a:lnTo>
                  <a:lnTo>
                    <a:pt x="27440" y="869940"/>
                  </a:lnTo>
                  <a:lnTo>
                    <a:pt x="31360" y="869940"/>
                  </a:lnTo>
                  <a:lnTo>
                    <a:pt x="35280" y="869940"/>
                  </a:lnTo>
                  <a:lnTo>
                    <a:pt x="39200" y="869940"/>
                  </a:lnTo>
                  <a:lnTo>
                    <a:pt x="43120" y="869940"/>
                  </a:lnTo>
                  <a:lnTo>
                    <a:pt x="47040" y="869940"/>
                  </a:lnTo>
                  <a:lnTo>
                    <a:pt x="50960" y="869940"/>
                  </a:lnTo>
                  <a:lnTo>
                    <a:pt x="54880" y="869940"/>
                  </a:lnTo>
                  <a:lnTo>
                    <a:pt x="58800" y="869940"/>
                  </a:lnTo>
                  <a:lnTo>
                    <a:pt x="62721" y="869940"/>
                  </a:lnTo>
                  <a:lnTo>
                    <a:pt x="66641" y="869940"/>
                  </a:lnTo>
                  <a:lnTo>
                    <a:pt x="70561" y="869940"/>
                  </a:lnTo>
                  <a:lnTo>
                    <a:pt x="74481" y="869940"/>
                  </a:lnTo>
                  <a:lnTo>
                    <a:pt x="78401" y="869940"/>
                  </a:lnTo>
                  <a:lnTo>
                    <a:pt x="82321" y="869940"/>
                  </a:lnTo>
                  <a:lnTo>
                    <a:pt x="86241" y="869940"/>
                  </a:lnTo>
                  <a:lnTo>
                    <a:pt x="90161" y="869940"/>
                  </a:lnTo>
                  <a:lnTo>
                    <a:pt x="94081" y="869940"/>
                  </a:lnTo>
                  <a:lnTo>
                    <a:pt x="98001" y="869940"/>
                  </a:lnTo>
                  <a:lnTo>
                    <a:pt x="101921" y="869940"/>
                  </a:lnTo>
                  <a:lnTo>
                    <a:pt x="105841" y="869940"/>
                  </a:lnTo>
                  <a:lnTo>
                    <a:pt x="109761" y="869940"/>
                  </a:lnTo>
                  <a:lnTo>
                    <a:pt x="113681" y="869940"/>
                  </a:lnTo>
                  <a:lnTo>
                    <a:pt x="117601" y="869940"/>
                  </a:lnTo>
                  <a:lnTo>
                    <a:pt x="121521" y="869940"/>
                  </a:lnTo>
                  <a:lnTo>
                    <a:pt x="125442" y="869940"/>
                  </a:lnTo>
                  <a:lnTo>
                    <a:pt x="129362" y="869940"/>
                  </a:lnTo>
                  <a:lnTo>
                    <a:pt x="133282" y="869940"/>
                  </a:lnTo>
                  <a:lnTo>
                    <a:pt x="137202" y="869940"/>
                  </a:lnTo>
                  <a:lnTo>
                    <a:pt x="141122" y="869940"/>
                  </a:lnTo>
                  <a:lnTo>
                    <a:pt x="145042" y="869940"/>
                  </a:lnTo>
                  <a:lnTo>
                    <a:pt x="148962" y="869940"/>
                  </a:lnTo>
                  <a:lnTo>
                    <a:pt x="152882" y="869940"/>
                  </a:lnTo>
                  <a:lnTo>
                    <a:pt x="156802" y="869940"/>
                  </a:lnTo>
                  <a:lnTo>
                    <a:pt x="160722" y="869940"/>
                  </a:lnTo>
                  <a:lnTo>
                    <a:pt x="164642" y="869940"/>
                  </a:lnTo>
                  <a:lnTo>
                    <a:pt x="168562" y="869940"/>
                  </a:lnTo>
                  <a:lnTo>
                    <a:pt x="172482" y="869940"/>
                  </a:lnTo>
                  <a:lnTo>
                    <a:pt x="176402" y="869940"/>
                  </a:lnTo>
                  <a:lnTo>
                    <a:pt x="180322" y="869940"/>
                  </a:lnTo>
                  <a:lnTo>
                    <a:pt x="184242" y="869940"/>
                  </a:lnTo>
                  <a:lnTo>
                    <a:pt x="188163" y="869940"/>
                  </a:lnTo>
                  <a:lnTo>
                    <a:pt x="192083" y="869940"/>
                  </a:lnTo>
                  <a:lnTo>
                    <a:pt x="196003" y="869940"/>
                  </a:lnTo>
                  <a:lnTo>
                    <a:pt x="199923" y="869940"/>
                  </a:lnTo>
                  <a:lnTo>
                    <a:pt x="203843" y="869940"/>
                  </a:lnTo>
                  <a:lnTo>
                    <a:pt x="207763" y="869940"/>
                  </a:lnTo>
                  <a:lnTo>
                    <a:pt x="211683" y="869940"/>
                  </a:lnTo>
                  <a:lnTo>
                    <a:pt x="215603" y="869940"/>
                  </a:lnTo>
                  <a:lnTo>
                    <a:pt x="219523" y="869940"/>
                  </a:lnTo>
                  <a:lnTo>
                    <a:pt x="223443" y="869940"/>
                  </a:lnTo>
                  <a:lnTo>
                    <a:pt x="227363" y="869940"/>
                  </a:lnTo>
                  <a:lnTo>
                    <a:pt x="231283" y="869940"/>
                  </a:lnTo>
                  <a:lnTo>
                    <a:pt x="235203" y="869940"/>
                  </a:lnTo>
                  <a:lnTo>
                    <a:pt x="239123" y="869940"/>
                  </a:lnTo>
                  <a:lnTo>
                    <a:pt x="243043" y="869940"/>
                  </a:lnTo>
                  <a:lnTo>
                    <a:pt x="246963" y="869940"/>
                  </a:lnTo>
                  <a:lnTo>
                    <a:pt x="250884" y="869940"/>
                  </a:lnTo>
                  <a:lnTo>
                    <a:pt x="254804" y="869940"/>
                  </a:lnTo>
                  <a:lnTo>
                    <a:pt x="258724" y="869940"/>
                  </a:lnTo>
                  <a:lnTo>
                    <a:pt x="262644" y="869940"/>
                  </a:lnTo>
                  <a:lnTo>
                    <a:pt x="266564" y="869940"/>
                  </a:lnTo>
                  <a:lnTo>
                    <a:pt x="270484" y="869940"/>
                  </a:lnTo>
                  <a:lnTo>
                    <a:pt x="274404" y="869940"/>
                  </a:lnTo>
                  <a:lnTo>
                    <a:pt x="278324" y="869940"/>
                  </a:lnTo>
                  <a:lnTo>
                    <a:pt x="282244" y="869940"/>
                  </a:lnTo>
                  <a:lnTo>
                    <a:pt x="286164" y="869940"/>
                  </a:lnTo>
                  <a:lnTo>
                    <a:pt x="290084" y="869940"/>
                  </a:lnTo>
                  <a:lnTo>
                    <a:pt x="294004" y="869940"/>
                  </a:lnTo>
                  <a:lnTo>
                    <a:pt x="297924" y="869940"/>
                  </a:lnTo>
                  <a:lnTo>
                    <a:pt x="301844" y="869940"/>
                  </a:lnTo>
                  <a:lnTo>
                    <a:pt x="305764" y="869940"/>
                  </a:lnTo>
                  <a:lnTo>
                    <a:pt x="309684" y="869940"/>
                  </a:lnTo>
                  <a:lnTo>
                    <a:pt x="313605" y="869940"/>
                  </a:lnTo>
                  <a:lnTo>
                    <a:pt x="317525" y="869940"/>
                  </a:lnTo>
                  <a:lnTo>
                    <a:pt x="321445" y="869940"/>
                  </a:lnTo>
                  <a:lnTo>
                    <a:pt x="325365" y="869939"/>
                  </a:lnTo>
                  <a:lnTo>
                    <a:pt x="329285" y="869936"/>
                  </a:lnTo>
                  <a:lnTo>
                    <a:pt x="333205" y="869930"/>
                  </a:lnTo>
                  <a:lnTo>
                    <a:pt x="337125" y="869918"/>
                  </a:lnTo>
                  <a:lnTo>
                    <a:pt x="341045" y="869892"/>
                  </a:lnTo>
                  <a:lnTo>
                    <a:pt x="344965" y="869845"/>
                  </a:lnTo>
                  <a:lnTo>
                    <a:pt x="348885" y="869763"/>
                  </a:lnTo>
                  <a:lnTo>
                    <a:pt x="352805" y="869630"/>
                  </a:lnTo>
                  <a:lnTo>
                    <a:pt x="356725" y="869428"/>
                  </a:lnTo>
                  <a:lnTo>
                    <a:pt x="360645" y="869142"/>
                  </a:lnTo>
                  <a:lnTo>
                    <a:pt x="364565" y="868760"/>
                  </a:lnTo>
                  <a:lnTo>
                    <a:pt x="368485" y="868281"/>
                  </a:lnTo>
                  <a:lnTo>
                    <a:pt x="372405" y="867717"/>
                  </a:lnTo>
                  <a:lnTo>
                    <a:pt x="376326" y="867090"/>
                  </a:lnTo>
                  <a:lnTo>
                    <a:pt x="380246" y="866439"/>
                  </a:lnTo>
                  <a:lnTo>
                    <a:pt x="384166" y="865815"/>
                  </a:lnTo>
                  <a:lnTo>
                    <a:pt x="388086" y="865271"/>
                  </a:lnTo>
                  <a:lnTo>
                    <a:pt x="392006" y="864865"/>
                  </a:lnTo>
                  <a:lnTo>
                    <a:pt x="395926" y="864646"/>
                  </a:lnTo>
                  <a:lnTo>
                    <a:pt x="399846" y="864639"/>
                  </a:lnTo>
                  <a:lnTo>
                    <a:pt x="403766" y="864836"/>
                  </a:lnTo>
                  <a:lnTo>
                    <a:pt x="407686" y="865183"/>
                  </a:lnTo>
                  <a:lnTo>
                    <a:pt x="411606" y="865586"/>
                  </a:lnTo>
                  <a:lnTo>
                    <a:pt x="415526" y="865922"/>
                  </a:lnTo>
                  <a:lnTo>
                    <a:pt x="419446" y="866069"/>
                  </a:lnTo>
                  <a:lnTo>
                    <a:pt x="423366" y="865932"/>
                  </a:lnTo>
                  <a:lnTo>
                    <a:pt x="427286" y="865469"/>
                  </a:lnTo>
                  <a:lnTo>
                    <a:pt x="431206" y="864700"/>
                  </a:lnTo>
                  <a:lnTo>
                    <a:pt x="435126" y="863710"/>
                  </a:lnTo>
                  <a:lnTo>
                    <a:pt x="439047" y="862633"/>
                  </a:lnTo>
                  <a:lnTo>
                    <a:pt x="442967" y="861622"/>
                  </a:lnTo>
                  <a:lnTo>
                    <a:pt x="446887" y="860828"/>
                  </a:lnTo>
                  <a:lnTo>
                    <a:pt x="450807" y="860349"/>
                  </a:lnTo>
                  <a:lnTo>
                    <a:pt x="454727" y="860191"/>
                  </a:lnTo>
                  <a:lnTo>
                    <a:pt x="458647" y="860295"/>
                  </a:lnTo>
                  <a:lnTo>
                    <a:pt x="462567" y="860546"/>
                  </a:lnTo>
                  <a:lnTo>
                    <a:pt x="466487" y="860797"/>
                  </a:lnTo>
                  <a:lnTo>
                    <a:pt x="470407" y="860904"/>
                  </a:lnTo>
                  <a:lnTo>
                    <a:pt x="474327" y="860752"/>
                  </a:lnTo>
                  <a:lnTo>
                    <a:pt x="478247" y="860271"/>
                  </a:lnTo>
                  <a:lnTo>
                    <a:pt x="482167" y="859445"/>
                  </a:lnTo>
                  <a:lnTo>
                    <a:pt x="486087" y="858306"/>
                  </a:lnTo>
                  <a:lnTo>
                    <a:pt x="490007" y="856930"/>
                  </a:lnTo>
                  <a:lnTo>
                    <a:pt x="493927" y="855422"/>
                  </a:lnTo>
                  <a:lnTo>
                    <a:pt x="497847" y="853907"/>
                  </a:lnTo>
                  <a:lnTo>
                    <a:pt x="501768" y="852499"/>
                  </a:lnTo>
                  <a:lnTo>
                    <a:pt x="505688" y="851282"/>
                  </a:lnTo>
                  <a:lnTo>
                    <a:pt x="509608" y="850279"/>
                  </a:lnTo>
                  <a:lnTo>
                    <a:pt x="513528" y="849442"/>
                  </a:lnTo>
                  <a:lnTo>
                    <a:pt x="517448" y="848650"/>
                  </a:lnTo>
                  <a:lnTo>
                    <a:pt x="521368" y="847739"/>
                  </a:lnTo>
                  <a:lnTo>
                    <a:pt x="525288" y="846567"/>
                  </a:lnTo>
                  <a:lnTo>
                    <a:pt x="529208" y="845039"/>
                  </a:lnTo>
                  <a:lnTo>
                    <a:pt x="533128" y="843112"/>
                  </a:lnTo>
                  <a:lnTo>
                    <a:pt x="537048" y="840787"/>
                  </a:lnTo>
                  <a:lnTo>
                    <a:pt x="540968" y="838085"/>
                  </a:lnTo>
                  <a:lnTo>
                    <a:pt x="544888" y="835021"/>
                  </a:lnTo>
                  <a:lnTo>
                    <a:pt x="548808" y="831593"/>
                  </a:lnTo>
                  <a:lnTo>
                    <a:pt x="552728" y="827767"/>
                  </a:lnTo>
                  <a:lnTo>
                    <a:pt x="556648" y="823466"/>
                  </a:lnTo>
                  <a:lnTo>
                    <a:pt x="560569" y="818554"/>
                  </a:lnTo>
                  <a:lnTo>
                    <a:pt x="564489" y="812817"/>
                  </a:lnTo>
                  <a:lnTo>
                    <a:pt x="568409" y="805946"/>
                  </a:lnTo>
                  <a:lnTo>
                    <a:pt x="572329" y="797536"/>
                  </a:lnTo>
                  <a:lnTo>
                    <a:pt x="576249" y="787112"/>
                  </a:lnTo>
                  <a:lnTo>
                    <a:pt x="580169" y="774167"/>
                  </a:lnTo>
                  <a:lnTo>
                    <a:pt x="584089" y="758201"/>
                  </a:lnTo>
                  <a:lnTo>
                    <a:pt x="588009" y="738515"/>
                  </a:lnTo>
                  <a:lnTo>
                    <a:pt x="591929" y="714899"/>
                  </a:lnTo>
                  <a:lnTo>
                    <a:pt x="595849" y="686991"/>
                  </a:lnTo>
                  <a:lnTo>
                    <a:pt x="599769" y="654467"/>
                  </a:lnTo>
                  <a:lnTo>
                    <a:pt x="603689" y="617055"/>
                  </a:lnTo>
                  <a:lnTo>
                    <a:pt x="607609" y="574568"/>
                  </a:lnTo>
                  <a:lnTo>
                    <a:pt x="611529" y="526955"/>
                  </a:lnTo>
                  <a:lnTo>
                    <a:pt x="615449" y="474361"/>
                  </a:lnTo>
                  <a:lnTo>
                    <a:pt x="619369" y="417214"/>
                  </a:lnTo>
                  <a:lnTo>
                    <a:pt x="623290" y="356329"/>
                  </a:lnTo>
                  <a:lnTo>
                    <a:pt x="627210" y="293018"/>
                  </a:lnTo>
                  <a:lnTo>
                    <a:pt x="631130" y="229184"/>
                  </a:lnTo>
                  <a:lnTo>
                    <a:pt x="635050" y="167346"/>
                  </a:lnTo>
                  <a:lnTo>
                    <a:pt x="638970" y="110558"/>
                  </a:lnTo>
                  <a:lnTo>
                    <a:pt x="642890" y="62212"/>
                  </a:lnTo>
                  <a:lnTo>
                    <a:pt x="646810" y="25717"/>
                  </a:lnTo>
                  <a:lnTo>
                    <a:pt x="650730" y="4119"/>
                  </a:lnTo>
                  <a:lnTo>
                    <a:pt x="654650" y="0"/>
                  </a:lnTo>
                  <a:lnTo>
                    <a:pt x="658570" y="15007"/>
                  </a:lnTo>
                  <a:lnTo>
                    <a:pt x="662490" y="47800"/>
                  </a:lnTo>
                  <a:lnTo>
                    <a:pt x="666410" y="96422"/>
                  </a:lnTo>
                  <a:lnTo>
                    <a:pt x="670330" y="157710"/>
                  </a:lnTo>
                  <a:lnTo>
                    <a:pt x="674250" y="227694"/>
                  </a:lnTo>
                  <a:lnTo>
                    <a:pt x="678170" y="302133"/>
                  </a:lnTo>
                  <a:lnTo>
                    <a:pt x="682090" y="377057"/>
                  </a:lnTo>
                  <a:lnTo>
                    <a:pt x="686011" y="449215"/>
                  </a:lnTo>
                  <a:lnTo>
                    <a:pt x="689931" y="516322"/>
                  </a:lnTo>
                  <a:lnTo>
                    <a:pt x="693851" y="577078"/>
                  </a:lnTo>
                  <a:lnTo>
                    <a:pt x="697771" y="630991"/>
                  </a:lnTo>
                  <a:lnTo>
                    <a:pt x="701691" y="678106"/>
                  </a:lnTo>
                  <a:lnTo>
                    <a:pt x="705611" y="718724"/>
                  </a:lnTo>
                  <a:lnTo>
                    <a:pt x="709531" y="753217"/>
                  </a:lnTo>
                  <a:lnTo>
                    <a:pt x="713451" y="781945"/>
                  </a:lnTo>
                  <a:lnTo>
                    <a:pt x="717371" y="805274"/>
                  </a:lnTo>
                  <a:lnTo>
                    <a:pt x="721291" y="823634"/>
                  </a:lnTo>
                  <a:lnTo>
                    <a:pt x="725211" y="837450"/>
                  </a:lnTo>
                  <a:lnTo>
                    <a:pt x="729131" y="847462"/>
                  </a:lnTo>
                  <a:lnTo>
                    <a:pt x="733051" y="854540"/>
                  </a:lnTo>
                  <a:lnTo>
                    <a:pt x="736971" y="859399"/>
                  </a:lnTo>
                  <a:lnTo>
                    <a:pt x="740891" y="862673"/>
                  </a:lnTo>
                  <a:lnTo>
                    <a:pt x="744811" y="864871"/>
                  </a:lnTo>
                  <a:lnTo>
                    <a:pt x="748732" y="866370"/>
                  </a:lnTo>
                  <a:lnTo>
                    <a:pt x="752652" y="867424"/>
                  </a:lnTo>
                  <a:lnTo>
                    <a:pt x="756572" y="868188"/>
                  </a:lnTo>
                  <a:lnTo>
                    <a:pt x="760492" y="868750"/>
                  </a:lnTo>
                  <a:lnTo>
                    <a:pt x="764412" y="869162"/>
                  </a:lnTo>
                  <a:lnTo>
                    <a:pt x="768332" y="869455"/>
                  </a:lnTo>
                  <a:lnTo>
                    <a:pt x="772252" y="869654"/>
                  </a:lnTo>
                  <a:lnTo>
                    <a:pt x="776172" y="869781"/>
                  </a:lnTo>
                  <a:lnTo>
                    <a:pt x="780092" y="869858"/>
                  </a:lnTo>
                  <a:lnTo>
                    <a:pt x="784012" y="869900"/>
                  </a:lnTo>
                  <a:lnTo>
                    <a:pt x="787932" y="869922"/>
                  </a:lnTo>
                  <a:lnTo>
                    <a:pt x="791852" y="869933"/>
                  </a:lnTo>
                  <a:lnTo>
                    <a:pt x="795772" y="869937"/>
                  </a:lnTo>
                  <a:lnTo>
                    <a:pt x="799692" y="869939"/>
                  </a:lnTo>
                  <a:lnTo>
                    <a:pt x="803612" y="869940"/>
                  </a:lnTo>
                  <a:lnTo>
                    <a:pt x="807532" y="869940"/>
                  </a:lnTo>
                  <a:lnTo>
                    <a:pt x="811453" y="869940"/>
                  </a:lnTo>
                  <a:lnTo>
                    <a:pt x="815373" y="869940"/>
                  </a:lnTo>
                  <a:lnTo>
                    <a:pt x="819293" y="869940"/>
                  </a:lnTo>
                  <a:lnTo>
                    <a:pt x="823213" y="869939"/>
                  </a:lnTo>
                  <a:lnTo>
                    <a:pt x="827133" y="869938"/>
                  </a:lnTo>
                  <a:lnTo>
                    <a:pt x="831053" y="869933"/>
                  </a:lnTo>
                  <a:lnTo>
                    <a:pt x="834973" y="869924"/>
                  </a:lnTo>
                  <a:lnTo>
                    <a:pt x="838893" y="869906"/>
                  </a:lnTo>
                  <a:lnTo>
                    <a:pt x="842813" y="869870"/>
                  </a:lnTo>
                  <a:lnTo>
                    <a:pt x="846733" y="869808"/>
                  </a:lnTo>
                  <a:lnTo>
                    <a:pt x="850653" y="869707"/>
                  </a:lnTo>
                  <a:lnTo>
                    <a:pt x="854573" y="869554"/>
                  </a:lnTo>
                  <a:lnTo>
                    <a:pt x="858493" y="869340"/>
                  </a:lnTo>
                  <a:lnTo>
                    <a:pt x="862413" y="869066"/>
                  </a:lnTo>
                  <a:lnTo>
                    <a:pt x="866333" y="868743"/>
                  </a:lnTo>
                  <a:lnTo>
                    <a:pt x="870253" y="868407"/>
                  </a:lnTo>
                  <a:lnTo>
                    <a:pt x="874174" y="868097"/>
                  </a:lnTo>
                  <a:lnTo>
                    <a:pt x="878094" y="867850"/>
                  </a:lnTo>
                  <a:lnTo>
                    <a:pt x="882014" y="867686"/>
                  </a:lnTo>
                  <a:lnTo>
                    <a:pt x="885934" y="867598"/>
                  </a:lnTo>
                  <a:lnTo>
                    <a:pt x="889854" y="867553"/>
                  </a:lnTo>
                  <a:lnTo>
                    <a:pt x="893774" y="867497"/>
                  </a:lnTo>
                  <a:lnTo>
                    <a:pt x="897694" y="867378"/>
                  </a:lnTo>
                  <a:lnTo>
                    <a:pt x="901614" y="867161"/>
                  </a:lnTo>
                  <a:lnTo>
                    <a:pt x="905534" y="866843"/>
                  </a:lnTo>
                  <a:lnTo>
                    <a:pt x="909454" y="866456"/>
                  </a:lnTo>
                  <a:lnTo>
                    <a:pt x="913374" y="866055"/>
                  </a:lnTo>
                  <a:lnTo>
                    <a:pt x="917294" y="865702"/>
                  </a:lnTo>
                  <a:lnTo>
                    <a:pt x="921214" y="865436"/>
                  </a:lnTo>
                  <a:lnTo>
                    <a:pt x="925134" y="865260"/>
                  </a:lnTo>
                  <a:lnTo>
                    <a:pt x="929054" y="865133"/>
                  </a:lnTo>
                  <a:lnTo>
                    <a:pt x="932974" y="864976"/>
                  </a:lnTo>
                  <a:lnTo>
                    <a:pt x="936895" y="864693"/>
                  </a:lnTo>
                  <a:lnTo>
                    <a:pt x="940815" y="864213"/>
                  </a:lnTo>
                  <a:lnTo>
                    <a:pt x="944735" y="863503"/>
                  </a:lnTo>
                  <a:lnTo>
                    <a:pt x="948655" y="862564"/>
                  </a:lnTo>
                  <a:lnTo>
                    <a:pt x="952575" y="861424"/>
                  </a:lnTo>
                  <a:lnTo>
                    <a:pt x="956495" y="860119"/>
                  </a:lnTo>
                  <a:lnTo>
                    <a:pt x="960415" y="858672"/>
                  </a:lnTo>
                  <a:lnTo>
                    <a:pt x="964335" y="857079"/>
                  </a:lnTo>
                  <a:lnTo>
                    <a:pt x="968255" y="855312"/>
                  </a:lnTo>
                  <a:lnTo>
                    <a:pt x="972175" y="853321"/>
                  </a:lnTo>
                  <a:lnTo>
                    <a:pt x="976095" y="851057"/>
                  </a:lnTo>
                  <a:lnTo>
                    <a:pt x="980015" y="848485"/>
                  </a:lnTo>
                  <a:lnTo>
                    <a:pt x="983935" y="845591"/>
                  </a:lnTo>
                  <a:lnTo>
                    <a:pt x="987855" y="842380"/>
                  </a:lnTo>
                  <a:lnTo>
                    <a:pt x="991775" y="838862"/>
                  </a:lnTo>
                  <a:lnTo>
                    <a:pt x="995695" y="835036"/>
                  </a:lnTo>
                  <a:lnTo>
                    <a:pt x="999616" y="830883"/>
                  </a:lnTo>
                  <a:lnTo>
                    <a:pt x="1003536" y="826354"/>
                  </a:lnTo>
                  <a:lnTo>
                    <a:pt x="1007456" y="821416"/>
                  </a:lnTo>
                  <a:lnTo>
                    <a:pt x="1011376" y="816083"/>
                  </a:lnTo>
                  <a:lnTo>
                    <a:pt x="1015296" y="810386"/>
                  </a:lnTo>
                  <a:lnTo>
                    <a:pt x="1019216" y="804373"/>
                  </a:lnTo>
                  <a:lnTo>
                    <a:pt x="1023136" y="798077"/>
                  </a:lnTo>
                  <a:lnTo>
                    <a:pt x="1027056" y="791495"/>
                  </a:lnTo>
                  <a:lnTo>
                    <a:pt x="1030976" y="784601"/>
                  </a:lnTo>
                  <a:lnTo>
                    <a:pt x="1034896" y="777386"/>
                  </a:lnTo>
                  <a:lnTo>
                    <a:pt x="1038816" y="769937"/>
                  </a:lnTo>
                  <a:lnTo>
                    <a:pt x="1042736" y="762506"/>
                  </a:lnTo>
                  <a:lnTo>
                    <a:pt x="1046656" y="755528"/>
                  </a:lnTo>
                  <a:lnTo>
                    <a:pt x="1050576" y="749584"/>
                  </a:lnTo>
                  <a:lnTo>
                    <a:pt x="1054496" y="745292"/>
                  </a:lnTo>
                  <a:lnTo>
                    <a:pt x="1058417" y="743160"/>
                  </a:lnTo>
                  <a:lnTo>
                    <a:pt x="1062337" y="743468"/>
                  </a:lnTo>
                  <a:lnTo>
                    <a:pt x="1066257" y="746199"/>
                  </a:lnTo>
                  <a:lnTo>
                    <a:pt x="1070177" y="751068"/>
                  </a:lnTo>
                  <a:lnTo>
                    <a:pt x="1074097" y="757687"/>
                  </a:lnTo>
                  <a:lnTo>
                    <a:pt x="1078017" y="765498"/>
                  </a:lnTo>
                  <a:lnTo>
                    <a:pt x="1081937" y="774096"/>
                  </a:lnTo>
                  <a:lnTo>
                    <a:pt x="1085857" y="783198"/>
                  </a:lnTo>
                  <a:lnTo>
                    <a:pt x="1089777" y="792562"/>
                  </a:lnTo>
                  <a:lnTo>
                    <a:pt x="1093697" y="801935"/>
                  </a:lnTo>
                  <a:lnTo>
                    <a:pt x="1097617" y="811021"/>
                  </a:lnTo>
                  <a:lnTo>
                    <a:pt x="1101537" y="819505"/>
                  </a:lnTo>
                  <a:lnTo>
                    <a:pt x="1105457" y="827114"/>
                  </a:lnTo>
                  <a:lnTo>
                    <a:pt x="1109377" y="833680"/>
                  </a:lnTo>
                  <a:lnTo>
                    <a:pt x="1113297" y="839177"/>
                  </a:lnTo>
                  <a:lnTo>
                    <a:pt x="1117217" y="843719"/>
                  </a:lnTo>
                  <a:lnTo>
                    <a:pt x="1121138" y="847510"/>
                  </a:lnTo>
                  <a:lnTo>
                    <a:pt x="1125058" y="850782"/>
                  </a:lnTo>
                  <a:lnTo>
                    <a:pt x="1128978" y="853728"/>
                  </a:lnTo>
                  <a:lnTo>
                    <a:pt x="1132898" y="856462"/>
                  </a:lnTo>
                  <a:lnTo>
                    <a:pt x="1136818" y="859008"/>
                  </a:lnTo>
                  <a:lnTo>
                    <a:pt x="1140738" y="861314"/>
                  </a:lnTo>
                  <a:lnTo>
                    <a:pt x="1144658" y="863267"/>
                  </a:lnTo>
                  <a:lnTo>
                    <a:pt x="1148578" y="864814"/>
                  </a:lnTo>
                  <a:lnTo>
                    <a:pt x="1152498" y="865935"/>
                  </a:lnTo>
                  <a:lnTo>
                    <a:pt x="1156418" y="866669"/>
                  </a:lnTo>
                  <a:lnTo>
                    <a:pt x="1160338" y="867106"/>
                  </a:lnTo>
                  <a:lnTo>
                    <a:pt x="1164258" y="867358"/>
                  </a:lnTo>
                  <a:lnTo>
                    <a:pt x="1168178" y="867537"/>
                  </a:lnTo>
                  <a:lnTo>
                    <a:pt x="1172098" y="867723"/>
                  </a:lnTo>
                  <a:lnTo>
                    <a:pt x="1176018" y="867963"/>
                  </a:lnTo>
                  <a:lnTo>
                    <a:pt x="1179938" y="868260"/>
                  </a:lnTo>
                  <a:lnTo>
                    <a:pt x="1183859" y="868593"/>
                  </a:lnTo>
                  <a:lnTo>
                    <a:pt x="1187779" y="868926"/>
                  </a:lnTo>
                  <a:lnTo>
                    <a:pt x="1191699" y="869226"/>
                  </a:lnTo>
                  <a:lnTo>
                    <a:pt x="1195619" y="869470"/>
                  </a:lnTo>
                  <a:lnTo>
                    <a:pt x="1199539" y="869652"/>
                  </a:lnTo>
                  <a:lnTo>
                    <a:pt x="1203459" y="869776"/>
                  </a:lnTo>
                  <a:lnTo>
                    <a:pt x="1207379" y="869853"/>
                  </a:lnTo>
                  <a:lnTo>
                    <a:pt x="1211299" y="869897"/>
                  </a:lnTo>
                  <a:lnTo>
                    <a:pt x="1215219" y="869920"/>
                  </a:lnTo>
                  <a:lnTo>
                    <a:pt x="1219139" y="869931"/>
                  </a:lnTo>
                  <a:lnTo>
                    <a:pt x="1223059" y="869936"/>
                  </a:lnTo>
                  <a:lnTo>
                    <a:pt x="1226979" y="869939"/>
                  </a:lnTo>
                  <a:lnTo>
                    <a:pt x="1230899" y="869940"/>
                  </a:lnTo>
                  <a:lnTo>
                    <a:pt x="1234819" y="869940"/>
                  </a:lnTo>
                  <a:lnTo>
                    <a:pt x="1238739" y="869940"/>
                  </a:lnTo>
                  <a:lnTo>
                    <a:pt x="1242659" y="869940"/>
                  </a:lnTo>
                  <a:lnTo>
                    <a:pt x="1246580" y="869940"/>
                  </a:lnTo>
                  <a:lnTo>
                    <a:pt x="1250500" y="869940"/>
                  </a:lnTo>
                  <a:lnTo>
                    <a:pt x="1254420" y="869940"/>
                  </a:lnTo>
                  <a:lnTo>
                    <a:pt x="1258340" y="869940"/>
                  </a:lnTo>
                  <a:lnTo>
                    <a:pt x="1262260" y="869940"/>
                  </a:lnTo>
                  <a:lnTo>
                    <a:pt x="1266180" y="869940"/>
                  </a:lnTo>
                  <a:lnTo>
                    <a:pt x="1270100" y="869940"/>
                  </a:lnTo>
                  <a:lnTo>
                    <a:pt x="1274020" y="869940"/>
                  </a:lnTo>
                  <a:lnTo>
                    <a:pt x="1277940" y="869940"/>
                  </a:lnTo>
                  <a:lnTo>
                    <a:pt x="1281860" y="869940"/>
                  </a:lnTo>
                  <a:lnTo>
                    <a:pt x="1285780" y="869940"/>
                  </a:lnTo>
                  <a:lnTo>
                    <a:pt x="1289700" y="869940"/>
                  </a:lnTo>
                  <a:lnTo>
                    <a:pt x="1293620" y="869940"/>
                  </a:lnTo>
                  <a:lnTo>
                    <a:pt x="1297540" y="869940"/>
                  </a:lnTo>
                  <a:lnTo>
                    <a:pt x="1301460" y="869940"/>
                  </a:lnTo>
                  <a:lnTo>
                    <a:pt x="1305380" y="869940"/>
                  </a:lnTo>
                  <a:lnTo>
                    <a:pt x="1309301" y="869940"/>
                  </a:lnTo>
                  <a:lnTo>
                    <a:pt x="1313221" y="869940"/>
                  </a:lnTo>
                  <a:lnTo>
                    <a:pt x="1317141" y="869940"/>
                  </a:lnTo>
                  <a:lnTo>
                    <a:pt x="1321061" y="869940"/>
                  </a:lnTo>
                  <a:lnTo>
                    <a:pt x="1324981" y="869940"/>
                  </a:lnTo>
                  <a:lnTo>
                    <a:pt x="1328901" y="869940"/>
                  </a:lnTo>
                  <a:lnTo>
                    <a:pt x="1332821" y="869940"/>
                  </a:lnTo>
                  <a:lnTo>
                    <a:pt x="1336741" y="869940"/>
                  </a:lnTo>
                  <a:lnTo>
                    <a:pt x="1340661" y="869940"/>
                  </a:lnTo>
                  <a:lnTo>
                    <a:pt x="1344581" y="869940"/>
                  </a:lnTo>
                  <a:lnTo>
                    <a:pt x="1348501" y="869940"/>
                  </a:lnTo>
                  <a:lnTo>
                    <a:pt x="1352421" y="869940"/>
                  </a:lnTo>
                  <a:lnTo>
                    <a:pt x="1356341" y="869940"/>
                  </a:lnTo>
                  <a:lnTo>
                    <a:pt x="1360261" y="869940"/>
                  </a:lnTo>
                  <a:lnTo>
                    <a:pt x="1364181" y="869940"/>
                  </a:lnTo>
                  <a:lnTo>
                    <a:pt x="1368101" y="869940"/>
                  </a:lnTo>
                  <a:lnTo>
                    <a:pt x="1372022" y="869940"/>
                  </a:lnTo>
                  <a:lnTo>
                    <a:pt x="1375942" y="869940"/>
                  </a:lnTo>
                  <a:lnTo>
                    <a:pt x="1379862" y="869940"/>
                  </a:lnTo>
                  <a:lnTo>
                    <a:pt x="1383782" y="869940"/>
                  </a:lnTo>
                  <a:lnTo>
                    <a:pt x="1387702" y="869940"/>
                  </a:lnTo>
                  <a:lnTo>
                    <a:pt x="1391622" y="869940"/>
                  </a:lnTo>
                  <a:lnTo>
                    <a:pt x="1395542" y="869940"/>
                  </a:lnTo>
                  <a:lnTo>
                    <a:pt x="1399462" y="869940"/>
                  </a:lnTo>
                  <a:lnTo>
                    <a:pt x="1403382" y="869940"/>
                  </a:lnTo>
                  <a:lnTo>
                    <a:pt x="1407302" y="869940"/>
                  </a:lnTo>
                  <a:lnTo>
                    <a:pt x="1411222" y="869940"/>
                  </a:lnTo>
                  <a:lnTo>
                    <a:pt x="1415142" y="869940"/>
                  </a:lnTo>
                  <a:lnTo>
                    <a:pt x="1419062" y="869940"/>
                  </a:lnTo>
                  <a:lnTo>
                    <a:pt x="1422982" y="869940"/>
                  </a:lnTo>
                  <a:lnTo>
                    <a:pt x="1426902" y="869940"/>
                  </a:lnTo>
                  <a:lnTo>
                    <a:pt x="1430822" y="869940"/>
                  </a:lnTo>
                  <a:lnTo>
                    <a:pt x="1434743" y="869940"/>
                  </a:lnTo>
                  <a:lnTo>
                    <a:pt x="1438663" y="869940"/>
                  </a:lnTo>
                  <a:lnTo>
                    <a:pt x="1442583" y="869940"/>
                  </a:lnTo>
                  <a:lnTo>
                    <a:pt x="1446503" y="869940"/>
                  </a:lnTo>
                  <a:lnTo>
                    <a:pt x="1450423" y="869940"/>
                  </a:lnTo>
                  <a:lnTo>
                    <a:pt x="1454343" y="869940"/>
                  </a:lnTo>
                  <a:lnTo>
                    <a:pt x="1458263" y="869940"/>
                  </a:lnTo>
                  <a:lnTo>
                    <a:pt x="1462183" y="869940"/>
                  </a:lnTo>
                  <a:lnTo>
                    <a:pt x="1466103" y="869940"/>
                  </a:lnTo>
                  <a:lnTo>
                    <a:pt x="1470023" y="869940"/>
                  </a:lnTo>
                  <a:lnTo>
                    <a:pt x="1473943" y="869940"/>
                  </a:lnTo>
                  <a:lnTo>
                    <a:pt x="1477863" y="869940"/>
                  </a:lnTo>
                  <a:lnTo>
                    <a:pt x="1481783" y="869940"/>
                  </a:lnTo>
                  <a:lnTo>
                    <a:pt x="1485703" y="869940"/>
                  </a:lnTo>
                  <a:lnTo>
                    <a:pt x="1489623" y="869940"/>
                  </a:lnTo>
                  <a:lnTo>
                    <a:pt x="1493543" y="869940"/>
                  </a:lnTo>
                  <a:lnTo>
                    <a:pt x="1497464" y="869940"/>
                  </a:lnTo>
                  <a:lnTo>
                    <a:pt x="1501384" y="869940"/>
                  </a:lnTo>
                  <a:lnTo>
                    <a:pt x="1505304" y="869940"/>
                  </a:lnTo>
                  <a:lnTo>
                    <a:pt x="1509224" y="869940"/>
                  </a:lnTo>
                  <a:lnTo>
                    <a:pt x="1513144" y="869940"/>
                  </a:lnTo>
                  <a:lnTo>
                    <a:pt x="1517064" y="869940"/>
                  </a:lnTo>
                  <a:lnTo>
                    <a:pt x="1520984" y="869940"/>
                  </a:lnTo>
                  <a:lnTo>
                    <a:pt x="1524904" y="869940"/>
                  </a:lnTo>
                  <a:lnTo>
                    <a:pt x="1528824" y="869940"/>
                  </a:lnTo>
                  <a:lnTo>
                    <a:pt x="1532744" y="869940"/>
                  </a:lnTo>
                  <a:lnTo>
                    <a:pt x="1536664" y="869940"/>
                  </a:lnTo>
                  <a:lnTo>
                    <a:pt x="1540584" y="869940"/>
                  </a:lnTo>
                  <a:lnTo>
                    <a:pt x="1544504" y="869940"/>
                  </a:lnTo>
                  <a:lnTo>
                    <a:pt x="1548424" y="869940"/>
                  </a:lnTo>
                  <a:lnTo>
                    <a:pt x="1552344" y="869940"/>
                  </a:lnTo>
                  <a:lnTo>
                    <a:pt x="1556265" y="869940"/>
                  </a:lnTo>
                  <a:lnTo>
                    <a:pt x="1560185" y="869940"/>
                  </a:lnTo>
                  <a:lnTo>
                    <a:pt x="1564105" y="869940"/>
                  </a:lnTo>
                  <a:lnTo>
                    <a:pt x="1568025" y="869940"/>
                  </a:lnTo>
                  <a:lnTo>
                    <a:pt x="1571945" y="869940"/>
                  </a:lnTo>
                  <a:lnTo>
                    <a:pt x="1575865" y="869940"/>
                  </a:lnTo>
                  <a:lnTo>
                    <a:pt x="1579785" y="869940"/>
                  </a:lnTo>
                  <a:lnTo>
                    <a:pt x="1583705" y="869940"/>
                  </a:lnTo>
                  <a:lnTo>
                    <a:pt x="1587625" y="869940"/>
                  </a:lnTo>
                  <a:lnTo>
                    <a:pt x="1591545" y="869940"/>
                  </a:lnTo>
                  <a:lnTo>
                    <a:pt x="1595465" y="869940"/>
                  </a:lnTo>
                  <a:lnTo>
                    <a:pt x="1599385" y="869940"/>
                  </a:lnTo>
                  <a:lnTo>
                    <a:pt x="1603305" y="869940"/>
                  </a:lnTo>
                  <a:lnTo>
                    <a:pt x="1607225" y="869940"/>
                  </a:lnTo>
                  <a:lnTo>
                    <a:pt x="1611145" y="869940"/>
                  </a:lnTo>
                  <a:lnTo>
                    <a:pt x="1615065" y="869940"/>
                  </a:lnTo>
                  <a:lnTo>
                    <a:pt x="1618986" y="869940"/>
                  </a:lnTo>
                  <a:lnTo>
                    <a:pt x="1622906" y="869940"/>
                  </a:lnTo>
                  <a:lnTo>
                    <a:pt x="1626826" y="869940"/>
                  </a:lnTo>
                  <a:lnTo>
                    <a:pt x="1630746" y="869940"/>
                  </a:lnTo>
                  <a:lnTo>
                    <a:pt x="1634666" y="869940"/>
                  </a:lnTo>
                  <a:lnTo>
                    <a:pt x="1638586" y="869940"/>
                  </a:lnTo>
                  <a:lnTo>
                    <a:pt x="1642506" y="869940"/>
                  </a:lnTo>
                  <a:lnTo>
                    <a:pt x="1646426" y="869940"/>
                  </a:lnTo>
                  <a:lnTo>
                    <a:pt x="1650346" y="869940"/>
                  </a:lnTo>
                  <a:lnTo>
                    <a:pt x="1654266" y="869940"/>
                  </a:lnTo>
                  <a:lnTo>
                    <a:pt x="1658186" y="869940"/>
                  </a:lnTo>
                  <a:lnTo>
                    <a:pt x="1662106" y="869940"/>
                  </a:lnTo>
                  <a:lnTo>
                    <a:pt x="1666026" y="869940"/>
                  </a:lnTo>
                  <a:lnTo>
                    <a:pt x="1669946" y="869940"/>
                  </a:lnTo>
                  <a:lnTo>
                    <a:pt x="1673866" y="869940"/>
                  </a:lnTo>
                  <a:lnTo>
                    <a:pt x="1677786" y="869940"/>
                  </a:lnTo>
                  <a:lnTo>
                    <a:pt x="1681707" y="869940"/>
                  </a:lnTo>
                  <a:lnTo>
                    <a:pt x="1685627" y="869940"/>
                  </a:lnTo>
                  <a:lnTo>
                    <a:pt x="1689547" y="869940"/>
                  </a:lnTo>
                  <a:lnTo>
                    <a:pt x="1693467" y="869940"/>
                  </a:lnTo>
                  <a:lnTo>
                    <a:pt x="1697387" y="869940"/>
                  </a:lnTo>
                  <a:lnTo>
                    <a:pt x="1701307" y="869940"/>
                  </a:lnTo>
                  <a:lnTo>
                    <a:pt x="1705227" y="869940"/>
                  </a:lnTo>
                  <a:lnTo>
                    <a:pt x="1709147" y="869940"/>
                  </a:lnTo>
                  <a:lnTo>
                    <a:pt x="1713067" y="869940"/>
                  </a:lnTo>
                  <a:lnTo>
                    <a:pt x="1716987" y="869940"/>
                  </a:lnTo>
                  <a:lnTo>
                    <a:pt x="1720907" y="869940"/>
                  </a:lnTo>
                  <a:lnTo>
                    <a:pt x="1724827" y="869940"/>
                  </a:lnTo>
                  <a:lnTo>
                    <a:pt x="1728747" y="869940"/>
                  </a:lnTo>
                  <a:lnTo>
                    <a:pt x="1732667" y="869940"/>
                  </a:lnTo>
                  <a:lnTo>
                    <a:pt x="1736587" y="869940"/>
                  </a:lnTo>
                  <a:lnTo>
                    <a:pt x="1740507" y="869940"/>
                  </a:lnTo>
                  <a:lnTo>
                    <a:pt x="1744428" y="869940"/>
                  </a:lnTo>
                  <a:lnTo>
                    <a:pt x="1748348" y="869940"/>
                  </a:lnTo>
                  <a:lnTo>
                    <a:pt x="1752268" y="869940"/>
                  </a:lnTo>
                  <a:lnTo>
                    <a:pt x="1756188" y="869940"/>
                  </a:lnTo>
                  <a:lnTo>
                    <a:pt x="1760108" y="869940"/>
                  </a:lnTo>
                  <a:lnTo>
                    <a:pt x="1764028" y="869940"/>
                  </a:lnTo>
                  <a:lnTo>
                    <a:pt x="1767948" y="869940"/>
                  </a:lnTo>
                  <a:lnTo>
                    <a:pt x="1771868" y="869940"/>
                  </a:lnTo>
                  <a:lnTo>
                    <a:pt x="1775788" y="869940"/>
                  </a:lnTo>
                  <a:lnTo>
                    <a:pt x="1779708" y="869940"/>
                  </a:lnTo>
                  <a:lnTo>
                    <a:pt x="1783628" y="869940"/>
                  </a:lnTo>
                  <a:lnTo>
                    <a:pt x="1787548" y="869940"/>
                  </a:lnTo>
                  <a:lnTo>
                    <a:pt x="1791468" y="869940"/>
                  </a:lnTo>
                  <a:lnTo>
                    <a:pt x="1795388" y="869940"/>
                  </a:lnTo>
                  <a:lnTo>
                    <a:pt x="1799308" y="869940"/>
                  </a:lnTo>
                  <a:lnTo>
                    <a:pt x="1803228" y="869940"/>
                  </a:lnTo>
                  <a:lnTo>
                    <a:pt x="1807149" y="869940"/>
                  </a:lnTo>
                  <a:lnTo>
                    <a:pt x="1811069" y="869940"/>
                  </a:lnTo>
                  <a:lnTo>
                    <a:pt x="1814989" y="869940"/>
                  </a:lnTo>
                  <a:lnTo>
                    <a:pt x="1818909" y="869940"/>
                  </a:lnTo>
                  <a:lnTo>
                    <a:pt x="1822829" y="869940"/>
                  </a:lnTo>
                  <a:lnTo>
                    <a:pt x="1826749" y="869940"/>
                  </a:lnTo>
                  <a:lnTo>
                    <a:pt x="1830669" y="869940"/>
                  </a:lnTo>
                  <a:lnTo>
                    <a:pt x="1834589" y="869940"/>
                  </a:lnTo>
                  <a:lnTo>
                    <a:pt x="1838509" y="869940"/>
                  </a:lnTo>
                  <a:lnTo>
                    <a:pt x="1842429" y="869940"/>
                  </a:lnTo>
                  <a:lnTo>
                    <a:pt x="1846349" y="869940"/>
                  </a:lnTo>
                  <a:lnTo>
                    <a:pt x="1850269" y="869940"/>
                  </a:lnTo>
                  <a:lnTo>
                    <a:pt x="1854189" y="869940"/>
                  </a:lnTo>
                  <a:lnTo>
                    <a:pt x="1858109" y="869940"/>
                  </a:lnTo>
                  <a:lnTo>
                    <a:pt x="1862029" y="869940"/>
                  </a:lnTo>
                  <a:lnTo>
                    <a:pt x="1865949" y="869940"/>
                  </a:lnTo>
                  <a:lnTo>
                    <a:pt x="1869870" y="869940"/>
                  </a:lnTo>
                  <a:lnTo>
                    <a:pt x="1873790" y="869940"/>
                  </a:lnTo>
                  <a:lnTo>
                    <a:pt x="1877710" y="869940"/>
                  </a:lnTo>
                  <a:lnTo>
                    <a:pt x="1881630" y="869940"/>
                  </a:lnTo>
                  <a:lnTo>
                    <a:pt x="1885550" y="869940"/>
                  </a:lnTo>
                  <a:lnTo>
                    <a:pt x="1889470" y="869940"/>
                  </a:lnTo>
                  <a:lnTo>
                    <a:pt x="1893390" y="869940"/>
                  </a:lnTo>
                  <a:lnTo>
                    <a:pt x="1897310" y="869940"/>
                  </a:lnTo>
                  <a:lnTo>
                    <a:pt x="1901230" y="869940"/>
                  </a:lnTo>
                  <a:lnTo>
                    <a:pt x="1905150" y="869940"/>
                  </a:lnTo>
                  <a:lnTo>
                    <a:pt x="1909070" y="869940"/>
                  </a:lnTo>
                  <a:lnTo>
                    <a:pt x="1912990" y="869940"/>
                  </a:lnTo>
                  <a:lnTo>
                    <a:pt x="1916910" y="869940"/>
                  </a:lnTo>
                  <a:lnTo>
                    <a:pt x="1920830" y="869940"/>
                  </a:lnTo>
                  <a:lnTo>
                    <a:pt x="1924750" y="869940"/>
                  </a:lnTo>
                  <a:lnTo>
                    <a:pt x="1928670" y="869940"/>
                  </a:lnTo>
                  <a:lnTo>
                    <a:pt x="1932591" y="869940"/>
                  </a:lnTo>
                  <a:lnTo>
                    <a:pt x="1936511" y="869940"/>
                  </a:lnTo>
                  <a:lnTo>
                    <a:pt x="1940431" y="869940"/>
                  </a:lnTo>
                  <a:lnTo>
                    <a:pt x="1944351" y="869940"/>
                  </a:lnTo>
                  <a:lnTo>
                    <a:pt x="1948271" y="869940"/>
                  </a:lnTo>
                  <a:lnTo>
                    <a:pt x="1952191" y="869940"/>
                  </a:lnTo>
                  <a:lnTo>
                    <a:pt x="1956111" y="869940"/>
                  </a:lnTo>
                  <a:lnTo>
                    <a:pt x="1960031" y="869940"/>
                  </a:lnTo>
                  <a:lnTo>
                    <a:pt x="1963951" y="869940"/>
                  </a:lnTo>
                  <a:lnTo>
                    <a:pt x="1967871" y="869940"/>
                  </a:lnTo>
                  <a:lnTo>
                    <a:pt x="1971791" y="869940"/>
                  </a:lnTo>
                  <a:lnTo>
                    <a:pt x="1975711" y="869940"/>
                  </a:lnTo>
                  <a:lnTo>
                    <a:pt x="1979631" y="869940"/>
                  </a:lnTo>
                  <a:lnTo>
                    <a:pt x="1983551" y="869940"/>
                  </a:lnTo>
                  <a:lnTo>
                    <a:pt x="1987471" y="869940"/>
                  </a:lnTo>
                  <a:lnTo>
                    <a:pt x="1991391" y="869940"/>
                  </a:lnTo>
                  <a:lnTo>
                    <a:pt x="1995312" y="869940"/>
                  </a:lnTo>
                  <a:lnTo>
                    <a:pt x="1999232" y="869940"/>
                  </a:lnTo>
                  <a:lnTo>
                    <a:pt x="2003152" y="869940"/>
                  </a:lnTo>
                  <a:lnTo>
                    <a:pt x="1999232" y="869940"/>
                  </a:lnTo>
                  <a:lnTo>
                    <a:pt x="1995312" y="869940"/>
                  </a:lnTo>
                  <a:lnTo>
                    <a:pt x="1991391" y="869940"/>
                  </a:lnTo>
                  <a:lnTo>
                    <a:pt x="1987471" y="869940"/>
                  </a:lnTo>
                  <a:lnTo>
                    <a:pt x="1983551" y="869940"/>
                  </a:lnTo>
                  <a:lnTo>
                    <a:pt x="1979631" y="869940"/>
                  </a:lnTo>
                  <a:lnTo>
                    <a:pt x="1975711" y="869940"/>
                  </a:lnTo>
                  <a:lnTo>
                    <a:pt x="1971791" y="869940"/>
                  </a:lnTo>
                  <a:lnTo>
                    <a:pt x="1967871" y="869940"/>
                  </a:lnTo>
                  <a:lnTo>
                    <a:pt x="1963951" y="869940"/>
                  </a:lnTo>
                  <a:lnTo>
                    <a:pt x="1960031" y="869940"/>
                  </a:lnTo>
                  <a:lnTo>
                    <a:pt x="1956111" y="869940"/>
                  </a:lnTo>
                  <a:lnTo>
                    <a:pt x="1952191" y="869940"/>
                  </a:lnTo>
                  <a:lnTo>
                    <a:pt x="1948271" y="869940"/>
                  </a:lnTo>
                  <a:lnTo>
                    <a:pt x="1944351" y="869940"/>
                  </a:lnTo>
                  <a:lnTo>
                    <a:pt x="1940431" y="869940"/>
                  </a:lnTo>
                  <a:lnTo>
                    <a:pt x="1936511" y="869940"/>
                  </a:lnTo>
                  <a:lnTo>
                    <a:pt x="1932591" y="869940"/>
                  </a:lnTo>
                  <a:lnTo>
                    <a:pt x="1928670" y="869940"/>
                  </a:lnTo>
                  <a:lnTo>
                    <a:pt x="1924750" y="869940"/>
                  </a:lnTo>
                  <a:lnTo>
                    <a:pt x="1920830" y="869940"/>
                  </a:lnTo>
                  <a:lnTo>
                    <a:pt x="1916910" y="869940"/>
                  </a:lnTo>
                  <a:lnTo>
                    <a:pt x="1912990" y="869940"/>
                  </a:lnTo>
                  <a:lnTo>
                    <a:pt x="1909070" y="869940"/>
                  </a:lnTo>
                  <a:lnTo>
                    <a:pt x="1905150" y="869940"/>
                  </a:lnTo>
                  <a:lnTo>
                    <a:pt x="1901230" y="869940"/>
                  </a:lnTo>
                  <a:lnTo>
                    <a:pt x="1897310" y="869940"/>
                  </a:lnTo>
                  <a:lnTo>
                    <a:pt x="1893390" y="869940"/>
                  </a:lnTo>
                  <a:lnTo>
                    <a:pt x="1889470" y="869940"/>
                  </a:lnTo>
                  <a:lnTo>
                    <a:pt x="1885550" y="869940"/>
                  </a:lnTo>
                  <a:lnTo>
                    <a:pt x="1881630" y="869940"/>
                  </a:lnTo>
                  <a:lnTo>
                    <a:pt x="1877710" y="869940"/>
                  </a:lnTo>
                  <a:lnTo>
                    <a:pt x="1873790" y="869940"/>
                  </a:lnTo>
                  <a:lnTo>
                    <a:pt x="1869870" y="869940"/>
                  </a:lnTo>
                  <a:lnTo>
                    <a:pt x="1865949" y="869940"/>
                  </a:lnTo>
                  <a:lnTo>
                    <a:pt x="1862029" y="869940"/>
                  </a:lnTo>
                  <a:lnTo>
                    <a:pt x="1858109" y="869940"/>
                  </a:lnTo>
                  <a:lnTo>
                    <a:pt x="1854189" y="869940"/>
                  </a:lnTo>
                  <a:lnTo>
                    <a:pt x="1850269" y="869940"/>
                  </a:lnTo>
                  <a:lnTo>
                    <a:pt x="1846349" y="869940"/>
                  </a:lnTo>
                  <a:lnTo>
                    <a:pt x="1842429" y="869940"/>
                  </a:lnTo>
                  <a:lnTo>
                    <a:pt x="1838509" y="869940"/>
                  </a:lnTo>
                  <a:lnTo>
                    <a:pt x="1834589" y="869940"/>
                  </a:lnTo>
                  <a:lnTo>
                    <a:pt x="1830669" y="869940"/>
                  </a:lnTo>
                  <a:lnTo>
                    <a:pt x="1826749" y="869940"/>
                  </a:lnTo>
                  <a:lnTo>
                    <a:pt x="1822829" y="869940"/>
                  </a:lnTo>
                  <a:lnTo>
                    <a:pt x="1818909" y="869940"/>
                  </a:lnTo>
                  <a:lnTo>
                    <a:pt x="1814989" y="869940"/>
                  </a:lnTo>
                  <a:lnTo>
                    <a:pt x="1811069" y="869940"/>
                  </a:lnTo>
                  <a:lnTo>
                    <a:pt x="1807149" y="869940"/>
                  </a:lnTo>
                  <a:lnTo>
                    <a:pt x="1803228" y="869940"/>
                  </a:lnTo>
                  <a:lnTo>
                    <a:pt x="1799308" y="869940"/>
                  </a:lnTo>
                  <a:lnTo>
                    <a:pt x="1795388" y="869940"/>
                  </a:lnTo>
                  <a:lnTo>
                    <a:pt x="1791468" y="869940"/>
                  </a:lnTo>
                  <a:lnTo>
                    <a:pt x="1787548" y="869940"/>
                  </a:lnTo>
                  <a:lnTo>
                    <a:pt x="1783628" y="869940"/>
                  </a:lnTo>
                  <a:lnTo>
                    <a:pt x="1779708" y="869940"/>
                  </a:lnTo>
                  <a:lnTo>
                    <a:pt x="1775788" y="869940"/>
                  </a:lnTo>
                  <a:lnTo>
                    <a:pt x="1771868" y="869940"/>
                  </a:lnTo>
                  <a:lnTo>
                    <a:pt x="1767948" y="869940"/>
                  </a:lnTo>
                  <a:lnTo>
                    <a:pt x="1764028" y="869940"/>
                  </a:lnTo>
                  <a:lnTo>
                    <a:pt x="1760108" y="869940"/>
                  </a:lnTo>
                  <a:lnTo>
                    <a:pt x="1756188" y="869940"/>
                  </a:lnTo>
                  <a:lnTo>
                    <a:pt x="1752268" y="869940"/>
                  </a:lnTo>
                  <a:lnTo>
                    <a:pt x="1748348" y="869940"/>
                  </a:lnTo>
                  <a:lnTo>
                    <a:pt x="1744428" y="869940"/>
                  </a:lnTo>
                  <a:lnTo>
                    <a:pt x="1740507" y="869940"/>
                  </a:lnTo>
                  <a:lnTo>
                    <a:pt x="1736587" y="869940"/>
                  </a:lnTo>
                  <a:lnTo>
                    <a:pt x="1732667" y="869940"/>
                  </a:lnTo>
                  <a:lnTo>
                    <a:pt x="1728747" y="869940"/>
                  </a:lnTo>
                  <a:lnTo>
                    <a:pt x="1724827" y="869940"/>
                  </a:lnTo>
                  <a:lnTo>
                    <a:pt x="1720907" y="869940"/>
                  </a:lnTo>
                  <a:lnTo>
                    <a:pt x="1716987" y="869940"/>
                  </a:lnTo>
                  <a:lnTo>
                    <a:pt x="1713067" y="869940"/>
                  </a:lnTo>
                  <a:lnTo>
                    <a:pt x="1709147" y="869940"/>
                  </a:lnTo>
                  <a:lnTo>
                    <a:pt x="1705227" y="869940"/>
                  </a:lnTo>
                  <a:lnTo>
                    <a:pt x="1701307" y="869940"/>
                  </a:lnTo>
                  <a:lnTo>
                    <a:pt x="1697387" y="869940"/>
                  </a:lnTo>
                  <a:lnTo>
                    <a:pt x="1693467" y="869940"/>
                  </a:lnTo>
                  <a:lnTo>
                    <a:pt x="1689547" y="869940"/>
                  </a:lnTo>
                  <a:lnTo>
                    <a:pt x="1685627" y="869940"/>
                  </a:lnTo>
                  <a:lnTo>
                    <a:pt x="1681707" y="869940"/>
                  </a:lnTo>
                  <a:lnTo>
                    <a:pt x="1677786" y="869940"/>
                  </a:lnTo>
                  <a:lnTo>
                    <a:pt x="1673866" y="869940"/>
                  </a:lnTo>
                  <a:lnTo>
                    <a:pt x="1669946" y="869940"/>
                  </a:lnTo>
                  <a:lnTo>
                    <a:pt x="1666026" y="869940"/>
                  </a:lnTo>
                  <a:lnTo>
                    <a:pt x="1662106" y="869940"/>
                  </a:lnTo>
                  <a:lnTo>
                    <a:pt x="1658186" y="869940"/>
                  </a:lnTo>
                  <a:lnTo>
                    <a:pt x="1654266" y="869940"/>
                  </a:lnTo>
                  <a:lnTo>
                    <a:pt x="1650346" y="869940"/>
                  </a:lnTo>
                  <a:lnTo>
                    <a:pt x="1646426" y="869940"/>
                  </a:lnTo>
                  <a:lnTo>
                    <a:pt x="1642506" y="869940"/>
                  </a:lnTo>
                  <a:lnTo>
                    <a:pt x="1638586" y="869940"/>
                  </a:lnTo>
                  <a:lnTo>
                    <a:pt x="1634666" y="869940"/>
                  </a:lnTo>
                  <a:lnTo>
                    <a:pt x="1630746" y="869940"/>
                  </a:lnTo>
                  <a:lnTo>
                    <a:pt x="1626826" y="869940"/>
                  </a:lnTo>
                  <a:lnTo>
                    <a:pt x="1622906" y="869940"/>
                  </a:lnTo>
                  <a:lnTo>
                    <a:pt x="1618986" y="869940"/>
                  </a:lnTo>
                  <a:lnTo>
                    <a:pt x="1615065" y="869940"/>
                  </a:lnTo>
                  <a:lnTo>
                    <a:pt x="1611145" y="869940"/>
                  </a:lnTo>
                  <a:lnTo>
                    <a:pt x="1607225" y="869940"/>
                  </a:lnTo>
                  <a:lnTo>
                    <a:pt x="1603305" y="869940"/>
                  </a:lnTo>
                  <a:lnTo>
                    <a:pt x="1599385" y="869940"/>
                  </a:lnTo>
                  <a:lnTo>
                    <a:pt x="1595465" y="869940"/>
                  </a:lnTo>
                  <a:lnTo>
                    <a:pt x="1591545" y="869940"/>
                  </a:lnTo>
                  <a:lnTo>
                    <a:pt x="1587625" y="869940"/>
                  </a:lnTo>
                  <a:lnTo>
                    <a:pt x="1583705" y="869940"/>
                  </a:lnTo>
                  <a:lnTo>
                    <a:pt x="1579785" y="869940"/>
                  </a:lnTo>
                  <a:lnTo>
                    <a:pt x="1575865" y="869940"/>
                  </a:lnTo>
                  <a:lnTo>
                    <a:pt x="1571945" y="869940"/>
                  </a:lnTo>
                  <a:lnTo>
                    <a:pt x="1568025" y="869940"/>
                  </a:lnTo>
                  <a:lnTo>
                    <a:pt x="1564105" y="869940"/>
                  </a:lnTo>
                  <a:lnTo>
                    <a:pt x="1560185" y="869940"/>
                  </a:lnTo>
                  <a:lnTo>
                    <a:pt x="1556265" y="869940"/>
                  </a:lnTo>
                  <a:lnTo>
                    <a:pt x="1552344" y="869940"/>
                  </a:lnTo>
                  <a:lnTo>
                    <a:pt x="1548424" y="869940"/>
                  </a:lnTo>
                  <a:lnTo>
                    <a:pt x="1544504" y="869940"/>
                  </a:lnTo>
                  <a:lnTo>
                    <a:pt x="1540584" y="869940"/>
                  </a:lnTo>
                  <a:lnTo>
                    <a:pt x="1536664" y="869940"/>
                  </a:lnTo>
                  <a:lnTo>
                    <a:pt x="1532744" y="869940"/>
                  </a:lnTo>
                  <a:lnTo>
                    <a:pt x="1528824" y="869940"/>
                  </a:lnTo>
                  <a:lnTo>
                    <a:pt x="1524904" y="869940"/>
                  </a:lnTo>
                  <a:lnTo>
                    <a:pt x="1520984" y="869940"/>
                  </a:lnTo>
                  <a:lnTo>
                    <a:pt x="1517064" y="869940"/>
                  </a:lnTo>
                  <a:lnTo>
                    <a:pt x="1513144" y="869940"/>
                  </a:lnTo>
                  <a:lnTo>
                    <a:pt x="1509224" y="869940"/>
                  </a:lnTo>
                  <a:lnTo>
                    <a:pt x="1505304" y="869940"/>
                  </a:lnTo>
                  <a:lnTo>
                    <a:pt x="1501384" y="869940"/>
                  </a:lnTo>
                  <a:lnTo>
                    <a:pt x="1497464" y="869940"/>
                  </a:lnTo>
                  <a:lnTo>
                    <a:pt x="1493543" y="869940"/>
                  </a:lnTo>
                  <a:lnTo>
                    <a:pt x="1489623" y="869940"/>
                  </a:lnTo>
                  <a:lnTo>
                    <a:pt x="1485703" y="869940"/>
                  </a:lnTo>
                  <a:lnTo>
                    <a:pt x="1481783" y="869940"/>
                  </a:lnTo>
                  <a:lnTo>
                    <a:pt x="1477863" y="869940"/>
                  </a:lnTo>
                  <a:lnTo>
                    <a:pt x="1473943" y="869940"/>
                  </a:lnTo>
                  <a:lnTo>
                    <a:pt x="1470023" y="869940"/>
                  </a:lnTo>
                  <a:lnTo>
                    <a:pt x="1466103" y="869940"/>
                  </a:lnTo>
                  <a:lnTo>
                    <a:pt x="1462183" y="869940"/>
                  </a:lnTo>
                  <a:lnTo>
                    <a:pt x="1458263" y="869940"/>
                  </a:lnTo>
                  <a:lnTo>
                    <a:pt x="1454343" y="869940"/>
                  </a:lnTo>
                  <a:lnTo>
                    <a:pt x="1450423" y="869940"/>
                  </a:lnTo>
                  <a:lnTo>
                    <a:pt x="1446503" y="869940"/>
                  </a:lnTo>
                  <a:lnTo>
                    <a:pt x="1442583" y="869940"/>
                  </a:lnTo>
                  <a:lnTo>
                    <a:pt x="1438663" y="869940"/>
                  </a:lnTo>
                  <a:lnTo>
                    <a:pt x="1434743" y="869940"/>
                  </a:lnTo>
                  <a:lnTo>
                    <a:pt x="1430822" y="869940"/>
                  </a:lnTo>
                  <a:lnTo>
                    <a:pt x="1426902" y="869940"/>
                  </a:lnTo>
                  <a:lnTo>
                    <a:pt x="1422982" y="869940"/>
                  </a:lnTo>
                  <a:lnTo>
                    <a:pt x="1419062" y="869940"/>
                  </a:lnTo>
                  <a:lnTo>
                    <a:pt x="1415142" y="869940"/>
                  </a:lnTo>
                  <a:lnTo>
                    <a:pt x="1411222" y="869940"/>
                  </a:lnTo>
                  <a:lnTo>
                    <a:pt x="1407302" y="869940"/>
                  </a:lnTo>
                  <a:lnTo>
                    <a:pt x="1403382" y="869940"/>
                  </a:lnTo>
                  <a:lnTo>
                    <a:pt x="1399462" y="869940"/>
                  </a:lnTo>
                  <a:lnTo>
                    <a:pt x="1395542" y="869940"/>
                  </a:lnTo>
                  <a:lnTo>
                    <a:pt x="1391622" y="869940"/>
                  </a:lnTo>
                  <a:lnTo>
                    <a:pt x="1387702" y="869940"/>
                  </a:lnTo>
                  <a:lnTo>
                    <a:pt x="1383782" y="869940"/>
                  </a:lnTo>
                  <a:lnTo>
                    <a:pt x="1379862" y="869940"/>
                  </a:lnTo>
                  <a:lnTo>
                    <a:pt x="1375942" y="869940"/>
                  </a:lnTo>
                  <a:lnTo>
                    <a:pt x="1372022" y="869940"/>
                  </a:lnTo>
                  <a:lnTo>
                    <a:pt x="1368101" y="869940"/>
                  </a:lnTo>
                  <a:lnTo>
                    <a:pt x="1364181" y="869940"/>
                  </a:lnTo>
                  <a:lnTo>
                    <a:pt x="1360261" y="869940"/>
                  </a:lnTo>
                  <a:lnTo>
                    <a:pt x="1356341" y="869940"/>
                  </a:lnTo>
                  <a:lnTo>
                    <a:pt x="1352421" y="869940"/>
                  </a:lnTo>
                  <a:lnTo>
                    <a:pt x="1348501" y="869940"/>
                  </a:lnTo>
                  <a:lnTo>
                    <a:pt x="1344581" y="869940"/>
                  </a:lnTo>
                  <a:lnTo>
                    <a:pt x="1340661" y="869940"/>
                  </a:lnTo>
                  <a:lnTo>
                    <a:pt x="1336741" y="869940"/>
                  </a:lnTo>
                  <a:lnTo>
                    <a:pt x="1332821" y="869940"/>
                  </a:lnTo>
                  <a:lnTo>
                    <a:pt x="1328901" y="869940"/>
                  </a:lnTo>
                  <a:lnTo>
                    <a:pt x="1324981" y="869940"/>
                  </a:lnTo>
                  <a:lnTo>
                    <a:pt x="1321061" y="869940"/>
                  </a:lnTo>
                  <a:lnTo>
                    <a:pt x="1317141" y="869940"/>
                  </a:lnTo>
                  <a:lnTo>
                    <a:pt x="1313221" y="869940"/>
                  </a:lnTo>
                  <a:lnTo>
                    <a:pt x="1309301" y="869940"/>
                  </a:lnTo>
                  <a:lnTo>
                    <a:pt x="1305380" y="869940"/>
                  </a:lnTo>
                  <a:lnTo>
                    <a:pt x="1301460" y="869940"/>
                  </a:lnTo>
                  <a:lnTo>
                    <a:pt x="1297540" y="869940"/>
                  </a:lnTo>
                  <a:lnTo>
                    <a:pt x="1293620" y="869940"/>
                  </a:lnTo>
                  <a:lnTo>
                    <a:pt x="1289700" y="869940"/>
                  </a:lnTo>
                  <a:lnTo>
                    <a:pt x="1285780" y="869940"/>
                  </a:lnTo>
                  <a:lnTo>
                    <a:pt x="1281860" y="869940"/>
                  </a:lnTo>
                  <a:lnTo>
                    <a:pt x="1277940" y="869940"/>
                  </a:lnTo>
                  <a:lnTo>
                    <a:pt x="1274020" y="869940"/>
                  </a:lnTo>
                  <a:lnTo>
                    <a:pt x="1270100" y="869940"/>
                  </a:lnTo>
                  <a:lnTo>
                    <a:pt x="1266180" y="869940"/>
                  </a:lnTo>
                  <a:lnTo>
                    <a:pt x="1262260" y="869940"/>
                  </a:lnTo>
                  <a:lnTo>
                    <a:pt x="1258340" y="869940"/>
                  </a:lnTo>
                  <a:lnTo>
                    <a:pt x="1254420" y="869940"/>
                  </a:lnTo>
                  <a:lnTo>
                    <a:pt x="1250500" y="869940"/>
                  </a:lnTo>
                  <a:lnTo>
                    <a:pt x="1246580" y="869940"/>
                  </a:lnTo>
                  <a:lnTo>
                    <a:pt x="1242659" y="869940"/>
                  </a:lnTo>
                  <a:lnTo>
                    <a:pt x="1238739" y="869940"/>
                  </a:lnTo>
                  <a:lnTo>
                    <a:pt x="1234819" y="869940"/>
                  </a:lnTo>
                  <a:lnTo>
                    <a:pt x="1230899" y="869940"/>
                  </a:lnTo>
                  <a:lnTo>
                    <a:pt x="1226979" y="869940"/>
                  </a:lnTo>
                  <a:lnTo>
                    <a:pt x="1223059" y="869940"/>
                  </a:lnTo>
                  <a:lnTo>
                    <a:pt x="1219139" y="869940"/>
                  </a:lnTo>
                  <a:lnTo>
                    <a:pt x="1215219" y="869940"/>
                  </a:lnTo>
                  <a:lnTo>
                    <a:pt x="1211299" y="869940"/>
                  </a:lnTo>
                  <a:lnTo>
                    <a:pt x="1207379" y="869940"/>
                  </a:lnTo>
                  <a:lnTo>
                    <a:pt x="1203459" y="869940"/>
                  </a:lnTo>
                  <a:lnTo>
                    <a:pt x="1199539" y="869940"/>
                  </a:lnTo>
                  <a:lnTo>
                    <a:pt x="1195619" y="869940"/>
                  </a:lnTo>
                  <a:lnTo>
                    <a:pt x="1191699" y="869940"/>
                  </a:lnTo>
                  <a:lnTo>
                    <a:pt x="1187779" y="869940"/>
                  </a:lnTo>
                  <a:lnTo>
                    <a:pt x="1183859" y="869940"/>
                  </a:lnTo>
                  <a:lnTo>
                    <a:pt x="1179938" y="869940"/>
                  </a:lnTo>
                  <a:lnTo>
                    <a:pt x="1176018" y="869940"/>
                  </a:lnTo>
                  <a:lnTo>
                    <a:pt x="1172098" y="869940"/>
                  </a:lnTo>
                  <a:lnTo>
                    <a:pt x="1168178" y="869940"/>
                  </a:lnTo>
                  <a:lnTo>
                    <a:pt x="1164258" y="869940"/>
                  </a:lnTo>
                  <a:lnTo>
                    <a:pt x="1160338" y="869940"/>
                  </a:lnTo>
                  <a:lnTo>
                    <a:pt x="1156418" y="869940"/>
                  </a:lnTo>
                  <a:lnTo>
                    <a:pt x="1152498" y="869940"/>
                  </a:lnTo>
                  <a:lnTo>
                    <a:pt x="1148578" y="869940"/>
                  </a:lnTo>
                  <a:lnTo>
                    <a:pt x="1144658" y="869940"/>
                  </a:lnTo>
                  <a:lnTo>
                    <a:pt x="1140738" y="869940"/>
                  </a:lnTo>
                  <a:lnTo>
                    <a:pt x="1136818" y="869940"/>
                  </a:lnTo>
                  <a:lnTo>
                    <a:pt x="1132898" y="869940"/>
                  </a:lnTo>
                  <a:lnTo>
                    <a:pt x="1128978" y="869940"/>
                  </a:lnTo>
                  <a:lnTo>
                    <a:pt x="1125058" y="869940"/>
                  </a:lnTo>
                  <a:lnTo>
                    <a:pt x="1121138" y="869940"/>
                  </a:lnTo>
                  <a:lnTo>
                    <a:pt x="1117217" y="869940"/>
                  </a:lnTo>
                  <a:lnTo>
                    <a:pt x="1113297" y="869940"/>
                  </a:lnTo>
                  <a:lnTo>
                    <a:pt x="1109377" y="869940"/>
                  </a:lnTo>
                  <a:lnTo>
                    <a:pt x="1105457" y="869940"/>
                  </a:lnTo>
                  <a:lnTo>
                    <a:pt x="1101537" y="869940"/>
                  </a:lnTo>
                  <a:lnTo>
                    <a:pt x="1097617" y="869940"/>
                  </a:lnTo>
                  <a:lnTo>
                    <a:pt x="1093697" y="869940"/>
                  </a:lnTo>
                  <a:lnTo>
                    <a:pt x="1089777" y="869940"/>
                  </a:lnTo>
                  <a:lnTo>
                    <a:pt x="1085857" y="869940"/>
                  </a:lnTo>
                  <a:lnTo>
                    <a:pt x="1081937" y="869940"/>
                  </a:lnTo>
                  <a:lnTo>
                    <a:pt x="1078017" y="869940"/>
                  </a:lnTo>
                  <a:lnTo>
                    <a:pt x="1074097" y="869940"/>
                  </a:lnTo>
                  <a:lnTo>
                    <a:pt x="1070177" y="869940"/>
                  </a:lnTo>
                  <a:lnTo>
                    <a:pt x="1066257" y="869940"/>
                  </a:lnTo>
                  <a:lnTo>
                    <a:pt x="1062337" y="869940"/>
                  </a:lnTo>
                  <a:lnTo>
                    <a:pt x="1058417" y="869940"/>
                  </a:lnTo>
                  <a:lnTo>
                    <a:pt x="1054496" y="869940"/>
                  </a:lnTo>
                  <a:lnTo>
                    <a:pt x="1050576" y="869940"/>
                  </a:lnTo>
                  <a:lnTo>
                    <a:pt x="1046656" y="869940"/>
                  </a:lnTo>
                  <a:lnTo>
                    <a:pt x="1042736" y="869940"/>
                  </a:lnTo>
                  <a:lnTo>
                    <a:pt x="1038816" y="869940"/>
                  </a:lnTo>
                  <a:lnTo>
                    <a:pt x="1034896" y="869940"/>
                  </a:lnTo>
                  <a:lnTo>
                    <a:pt x="1030976" y="869940"/>
                  </a:lnTo>
                  <a:lnTo>
                    <a:pt x="1027056" y="869940"/>
                  </a:lnTo>
                  <a:lnTo>
                    <a:pt x="1023136" y="869940"/>
                  </a:lnTo>
                  <a:lnTo>
                    <a:pt x="1019216" y="869940"/>
                  </a:lnTo>
                  <a:lnTo>
                    <a:pt x="1015296" y="869940"/>
                  </a:lnTo>
                  <a:lnTo>
                    <a:pt x="1011376" y="869940"/>
                  </a:lnTo>
                  <a:lnTo>
                    <a:pt x="1007456" y="869940"/>
                  </a:lnTo>
                  <a:lnTo>
                    <a:pt x="1003536" y="869940"/>
                  </a:lnTo>
                  <a:lnTo>
                    <a:pt x="999616" y="869940"/>
                  </a:lnTo>
                  <a:lnTo>
                    <a:pt x="995695" y="869940"/>
                  </a:lnTo>
                  <a:lnTo>
                    <a:pt x="991775" y="869940"/>
                  </a:lnTo>
                  <a:lnTo>
                    <a:pt x="987855" y="869940"/>
                  </a:lnTo>
                  <a:lnTo>
                    <a:pt x="983935" y="869940"/>
                  </a:lnTo>
                  <a:lnTo>
                    <a:pt x="980015" y="869940"/>
                  </a:lnTo>
                  <a:lnTo>
                    <a:pt x="976095" y="869940"/>
                  </a:lnTo>
                  <a:lnTo>
                    <a:pt x="972175" y="869940"/>
                  </a:lnTo>
                  <a:lnTo>
                    <a:pt x="968255" y="869940"/>
                  </a:lnTo>
                  <a:lnTo>
                    <a:pt x="964335" y="869940"/>
                  </a:lnTo>
                  <a:lnTo>
                    <a:pt x="960415" y="869940"/>
                  </a:lnTo>
                  <a:lnTo>
                    <a:pt x="956495" y="869940"/>
                  </a:lnTo>
                  <a:lnTo>
                    <a:pt x="952575" y="869940"/>
                  </a:lnTo>
                  <a:lnTo>
                    <a:pt x="948655" y="869940"/>
                  </a:lnTo>
                  <a:lnTo>
                    <a:pt x="944735" y="869940"/>
                  </a:lnTo>
                  <a:lnTo>
                    <a:pt x="940815" y="869940"/>
                  </a:lnTo>
                  <a:lnTo>
                    <a:pt x="936895" y="869940"/>
                  </a:lnTo>
                  <a:lnTo>
                    <a:pt x="932974" y="869940"/>
                  </a:lnTo>
                  <a:lnTo>
                    <a:pt x="929054" y="869940"/>
                  </a:lnTo>
                  <a:lnTo>
                    <a:pt x="925134" y="869940"/>
                  </a:lnTo>
                  <a:lnTo>
                    <a:pt x="921214" y="869940"/>
                  </a:lnTo>
                  <a:lnTo>
                    <a:pt x="917294" y="869940"/>
                  </a:lnTo>
                  <a:lnTo>
                    <a:pt x="913374" y="869940"/>
                  </a:lnTo>
                  <a:lnTo>
                    <a:pt x="909454" y="869940"/>
                  </a:lnTo>
                  <a:lnTo>
                    <a:pt x="905534" y="869940"/>
                  </a:lnTo>
                  <a:lnTo>
                    <a:pt x="901614" y="869940"/>
                  </a:lnTo>
                  <a:lnTo>
                    <a:pt x="897694" y="869940"/>
                  </a:lnTo>
                  <a:lnTo>
                    <a:pt x="893774" y="869940"/>
                  </a:lnTo>
                  <a:lnTo>
                    <a:pt x="889854" y="869940"/>
                  </a:lnTo>
                  <a:lnTo>
                    <a:pt x="885934" y="869940"/>
                  </a:lnTo>
                  <a:lnTo>
                    <a:pt x="882014" y="869940"/>
                  </a:lnTo>
                  <a:lnTo>
                    <a:pt x="878094" y="869940"/>
                  </a:lnTo>
                  <a:lnTo>
                    <a:pt x="874174" y="869940"/>
                  </a:lnTo>
                  <a:lnTo>
                    <a:pt x="870253" y="869940"/>
                  </a:lnTo>
                  <a:lnTo>
                    <a:pt x="866333" y="869940"/>
                  </a:lnTo>
                  <a:lnTo>
                    <a:pt x="862413" y="869940"/>
                  </a:lnTo>
                  <a:lnTo>
                    <a:pt x="858493" y="869940"/>
                  </a:lnTo>
                  <a:lnTo>
                    <a:pt x="854573" y="869940"/>
                  </a:lnTo>
                  <a:lnTo>
                    <a:pt x="850653" y="869940"/>
                  </a:lnTo>
                  <a:lnTo>
                    <a:pt x="846733" y="869940"/>
                  </a:lnTo>
                  <a:lnTo>
                    <a:pt x="842813" y="869940"/>
                  </a:lnTo>
                  <a:lnTo>
                    <a:pt x="838893" y="869940"/>
                  </a:lnTo>
                  <a:lnTo>
                    <a:pt x="834973" y="869940"/>
                  </a:lnTo>
                  <a:lnTo>
                    <a:pt x="831053" y="869940"/>
                  </a:lnTo>
                  <a:lnTo>
                    <a:pt x="827133" y="869940"/>
                  </a:lnTo>
                  <a:lnTo>
                    <a:pt x="823213" y="869940"/>
                  </a:lnTo>
                  <a:lnTo>
                    <a:pt x="819293" y="869940"/>
                  </a:lnTo>
                  <a:lnTo>
                    <a:pt x="815373" y="869940"/>
                  </a:lnTo>
                  <a:lnTo>
                    <a:pt x="811453" y="869940"/>
                  </a:lnTo>
                  <a:lnTo>
                    <a:pt x="807532" y="869940"/>
                  </a:lnTo>
                  <a:lnTo>
                    <a:pt x="803612" y="869940"/>
                  </a:lnTo>
                  <a:lnTo>
                    <a:pt x="799692" y="869940"/>
                  </a:lnTo>
                  <a:lnTo>
                    <a:pt x="795772" y="869940"/>
                  </a:lnTo>
                  <a:lnTo>
                    <a:pt x="791852" y="869940"/>
                  </a:lnTo>
                  <a:lnTo>
                    <a:pt x="787932" y="869940"/>
                  </a:lnTo>
                  <a:lnTo>
                    <a:pt x="784012" y="869940"/>
                  </a:lnTo>
                  <a:lnTo>
                    <a:pt x="780092" y="869940"/>
                  </a:lnTo>
                  <a:lnTo>
                    <a:pt x="776172" y="869940"/>
                  </a:lnTo>
                  <a:lnTo>
                    <a:pt x="772252" y="869940"/>
                  </a:lnTo>
                  <a:lnTo>
                    <a:pt x="768332" y="869940"/>
                  </a:lnTo>
                  <a:lnTo>
                    <a:pt x="764412" y="869940"/>
                  </a:lnTo>
                  <a:lnTo>
                    <a:pt x="760492" y="869940"/>
                  </a:lnTo>
                  <a:lnTo>
                    <a:pt x="756572" y="869940"/>
                  </a:lnTo>
                  <a:lnTo>
                    <a:pt x="752652" y="869940"/>
                  </a:lnTo>
                  <a:lnTo>
                    <a:pt x="748732" y="869940"/>
                  </a:lnTo>
                  <a:lnTo>
                    <a:pt x="744811" y="869940"/>
                  </a:lnTo>
                  <a:lnTo>
                    <a:pt x="740891" y="869940"/>
                  </a:lnTo>
                  <a:lnTo>
                    <a:pt x="736971" y="869940"/>
                  </a:lnTo>
                  <a:lnTo>
                    <a:pt x="733051" y="869940"/>
                  </a:lnTo>
                  <a:lnTo>
                    <a:pt x="729131" y="869940"/>
                  </a:lnTo>
                  <a:lnTo>
                    <a:pt x="725211" y="869940"/>
                  </a:lnTo>
                  <a:lnTo>
                    <a:pt x="721291" y="869940"/>
                  </a:lnTo>
                  <a:lnTo>
                    <a:pt x="717371" y="869940"/>
                  </a:lnTo>
                  <a:lnTo>
                    <a:pt x="713451" y="869940"/>
                  </a:lnTo>
                  <a:lnTo>
                    <a:pt x="709531" y="869940"/>
                  </a:lnTo>
                  <a:lnTo>
                    <a:pt x="705611" y="869940"/>
                  </a:lnTo>
                  <a:lnTo>
                    <a:pt x="701691" y="869940"/>
                  </a:lnTo>
                  <a:lnTo>
                    <a:pt x="697771" y="869940"/>
                  </a:lnTo>
                  <a:lnTo>
                    <a:pt x="693851" y="869940"/>
                  </a:lnTo>
                  <a:lnTo>
                    <a:pt x="689931" y="869940"/>
                  </a:lnTo>
                  <a:lnTo>
                    <a:pt x="686011" y="869940"/>
                  </a:lnTo>
                  <a:lnTo>
                    <a:pt x="682090" y="869940"/>
                  </a:lnTo>
                  <a:lnTo>
                    <a:pt x="678170" y="869940"/>
                  </a:lnTo>
                  <a:lnTo>
                    <a:pt x="674250" y="869940"/>
                  </a:lnTo>
                  <a:lnTo>
                    <a:pt x="670330" y="869940"/>
                  </a:lnTo>
                  <a:lnTo>
                    <a:pt x="666410" y="869940"/>
                  </a:lnTo>
                  <a:lnTo>
                    <a:pt x="662490" y="869940"/>
                  </a:lnTo>
                  <a:lnTo>
                    <a:pt x="658570" y="869940"/>
                  </a:lnTo>
                  <a:lnTo>
                    <a:pt x="654650" y="869940"/>
                  </a:lnTo>
                  <a:lnTo>
                    <a:pt x="650730" y="869940"/>
                  </a:lnTo>
                  <a:lnTo>
                    <a:pt x="646810" y="869940"/>
                  </a:lnTo>
                  <a:lnTo>
                    <a:pt x="642890" y="869940"/>
                  </a:lnTo>
                  <a:lnTo>
                    <a:pt x="638970" y="869940"/>
                  </a:lnTo>
                  <a:lnTo>
                    <a:pt x="635050" y="869940"/>
                  </a:lnTo>
                  <a:lnTo>
                    <a:pt x="631130" y="869940"/>
                  </a:lnTo>
                  <a:lnTo>
                    <a:pt x="627210" y="869940"/>
                  </a:lnTo>
                  <a:lnTo>
                    <a:pt x="623290" y="869940"/>
                  </a:lnTo>
                  <a:lnTo>
                    <a:pt x="619369" y="869940"/>
                  </a:lnTo>
                  <a:lnTo>
                    <a:pt x="615449" y="869940"/>
                  </a:lnTo>
                  <a:lnTo>
                    <a:pt x="611529" y="869940"/>
                  </a:lnTo>
                  <a:lnTo>
                    <a:pt x="607609" y="869940"/>
                  </a:lnTo>
                  <a:lnTo>
                    <a:pt x="603689" y="869940"/>
                  </a:lnTo>
                  <a:lnTo>
                    <a:pt x="599769" y="869940"/>
                  </a:lnTo>
                  <a:lnTo>
                    <a:pt x="595849" y="869940"/>
                  </a:lnTo>
                  <a:lnTo>
                    <a:pt x="591929" y="869940"/>
                  </a:lnTo>
                  <a:lnTo>
                    <a:pt x="588009" y="869940"/>
                  </a:lnTo>
                  <a:lnTo>
                    <a:pt x="584089" y="869940"/>
                  </a:lnTo>
                  <a:lnTo>
                    <a:pt x="580169" y="869940"/>
                  </a:lnTo>
                  <a:lnTo>
                    <a:pt x="576249" y="869940"/>
                  </a:lnTo>
                  <a:lnTo>
                    <a:pt x="572329" y="869940"/>
                  </a:lnTo>
                  <a:lnTo>
                    <a:pt x="568409" y="869940"/>
                  </a:lnTo>
                  <a:lnTo>
                    <a:pt x="564489" y="869940"/>
                  </a:lnTo>
                  <a:lnTo>
                    <a:pt x="560569" y="869940"/>
                  </a:lnTo>
                  <a:lnTo>
                    <a:pt x="556648" y="869940"/>
                  </a:lnTo>
                  <a:lnTo>
                    <a:pt x="552728" y="869940"/>
                  </a:lnTo>
                  <a:lnTo>
                    <a:pt x="548808" y="869940"/>
                  </a:lnTo>
                  <a:lnTo>
                    <a:pt x="544888" y="869940"/>
                  </a:lnTo>
                  <a:lnTo>
                    <a:pt x="540968" y="869940"/>
                  </a:lnTo>
                  <a:lnTo>
                    <a:pt x="537048" y="869940"/>
                  </a:lnTo>
                  <a:lnTo>
                    <a:pt x="533128" y="869940"/>
                  </a:lnTo>
                  <a:lnTo>
                    <a:pt x="529208" y="869940"/>
                  </a:lnTo>
                  <a:lnTo>
                    <a:pt x="525288" y="869940"/>
                  </a:lnTo>
                  <a:lnTo>
                    <a:pt x="521368" y="869940"/>
                  </a:lnTo>
                  <a:lnTo>
                    <a:pt x="517448" y="869940"/>
                  </a:lnTo>
                  <a:lnTo>
                    <a:pt x="513528" y="869940"/>
                  </a:lnTo>
                  <a:lnTo>
                    <a:pt x="509608" y="869940"/>
                  </a:lnTo>
                  <a:lnTo>
                    <a:pt x="505688" y="869940"/>
                  </a:lnTo>
                  <a:lnTo>
                    <a:pt x="501768" y="869940"/>
                  </a:lnTo>
                  <a:lnTo>
                    <a:pt x="497847" y="869940"/>
                  </a:lnTo>
                  <a:lnTo>
                    <a:pt x="493927" y="869940"/>
                  </a:lnTo>
                  <a:lnTo>
                    <a:pt x="490007" y="869940"/>
                  </a:lnTo>
                  <a:lnTo>
                    <a:pt x="486087" y="869940"/>
                  </a:lnTo>
                  <a:lnTo>
                    <a:pt x="482167" y="869940"/>
                  </a:lnTo>
                  <a:lnTo>
                    <a:pt x="478247" y="869940"/>
                  </a:lnTo>
                  <a:lnTo>
                    <a:pt x="474327" y="869940"/>
                  </a:lnTo>
                  <a:lnTo>
                    <a:pt x="470407" y="869940"/>
                  </a:lnTo>
                  <a:lnTo>
                    <a:pt x="466487" y="869940"/>
                  </a:lnTo>
                  <a:lnTo>
                    <a:pt x="462567" y="869940"/>
                  </a:lnTo>
                  <a:lnTo>
                    <a:pt x="458647" y="869940"/>
                  </a:lnTo>
                  <a:lnTo>
                    <a:pt x="454727" y="869940"/>
                  </a:lnTo>
                  <a:lnTo>
                    <a:pt x="450807" y="869940"/>
                  </a:lnTo>
                  <a:lnTo>
                    <a:pt x="446887" y="869940"/>
                  </a:lnTo>
                  <a:lnTo>
                    <a:pt x="442967" y="869940"/>
                  </a:lnTo>
                  <a:lnTo>
                    <a:pt x="439047" y="869940"/>
                  </a:lnTo>
                  <a:lnTo>
                    <a:pt x="435126" y="869940"/>
                  </a:lnTo>
                  <a:lnTo>
                    <a:pt x="431206" y="869940"/>
                  </a:lnTo>
                  <a:lnTo>
                    <a:pt x="427286" y="869940"/>
                  </a:lnTo>
                  <a:lnTo>
                    <a:pt x="423366" y="869940"/>
                  </a:lnTo>
                  <a:lnTo>
                    <a:pt x="419446" y="869940"/>
                  </a:lnTo>
                  <a:lnTo>
                    <a:pt x="415526" y="869940"/>
                  </a:lnTo>
                  <a:lnTo>
                    <a:pt x="411606" y="869940"/>
                  </a:lnTo>
                  <a:lnTo>
                    <a:pt x="407686" y="869940"/>
                  </a:lnTo>
                  <a:lnTo>
                    <a:pt x="403766" y="869940"/>
                  </a:lnTo>
                  <a:lnTo>
                    <a:pt x="399846" y="869940"/>
                  </a:lnTo>
                  <a:lnTo>
                    <a:pt x="395926" y="869940"/>
                  </a:lnTo>
                  <a:lnTo>
                    <a:pt x="392006" y="869940"/>
                  </a:lnTo>
                  <a:lnTo>
                    <a:pt x="388086" y="869940"/>
                  </a:lnTo>
                  <a:lnTo>
                    <a:pt x="384166" y="869940"/>
                  </a:lnTo>
                  <a:lnTo>
                    <a:pt x="380246" y="869940"/>
                  </a:lnTo>
                  <a:lnTo>
                    <a:pt x="376326" y="869940"/>
                  </a:lnTo>
                  <a:lnTo>
                    <a:pt x="372405" y="869940"/>
                  </a:lnTo>
                  <a:lnTo>
                    <a:pt x="368485" y="869940"/>
                  </a:lnTo>
                  <a:lnTo>
                    <a:pt x="364565" y="869940"/>
                  </a:lnTo>
                  <a:lnTo>
                    <a:pt x="360645" y="869940"/>
                  </a:lnTo>
                  <a:lnTo>
                    <a:pt x="356725" y="869940"/>
                  </a:lnTo>
                  <a:lnTo>
                    <a:pt x="352805" y="869940"/>
                  </a:lnTo>
                  <a:lnTo>
                    <a:pt x="348885" y="869940"/>
                  </a:lnTo>
                  <a:lnTo>
                    <a:pt x="344965" y="869940"/>
                  </a:lnTo>
                  <a:lnTo>
                    <a:pt x="341045" y="869940"/>
                  </a:lnTo>
                  <a:lnTo>
                    <a:pt x="337125" y="869940"/>
                  </a:lnTo>
                  <a:lnTo>
                    <a:pt x="333205" y="869940"/>
                  </a:lnTo>
                  <a:lnTo>
                    <a:pt x="329285" y="869940"/>
                  </a:lnTo>
                  <a:lnTo>
                    <a:pt x="325365" y="869940"/>
                  </a:lnTo>
                  <a:lnTo>
                    <a:pt x="321445" y="869940"/>
                  </a:lnTo>
                  <a:lnTo>
                    <a:pt x="317525" y="869940"/>
                  </a:lnTo>
                  <a:lnTo>
                    <a:pt x="313605" y="869940"/>
                  </a:lnTo>
                  <a:lnTo>
                    <a:pt x="309684" y="869940"/>
                  </a:lnTo>
                  <a:lnTo>
                    <a:pt x="305764" y="869940"/>
                  </a:lnTo>
                  <a:lnTo>
                    <a:pt x="301844" y="869940"/>
                  </a:lnTo>
                  <a:lnTo>
                    <a:pt x="297924" y="869940"/>
                  </a:lnTo>
                  <a:lnTo>
                    <a:pt x="294004" y="869940"/>
                  </a:lnTo>
                  <a:lnTo>
                    <a:pt x="290084" y="869940"/>
                  </a:lnTo>
                  <a:lnTo>
                    <a:pt x="286164" y="869940"/>
                  </a:lnTo>
                  <a:lnTo>
                    <a:pt x="282244" y="869940"/>
                  </a:lnTo>
                  <a:lnTo>
                    <a:pt x="278324" y="869940"/>
                  </a:lnTo>
                  <a:lnTo>
                    <a:pt x="274404" y="869940"/>
                  </a:lnTo>
                  <a:lnTo>
                    <a:pt x="270484" y="869940"/>
                  </a:lnTo>
                  <a:lnTo>
                    <a:pt x="266564" y="869940"/>
                  </a:lnTo>
                  <a:lnTo>
                    <a:pt x="262644" y="869940"/>
                  </a:lnTo>
                  <a:lnTo>
                    <a:pt x="258724" y="869940"/>
                  </a:lnTo>
                  <a:lnTo>
                    <a:pt x="254804" y="869940"/>
                  </a:lnTo>
                  <a:lnTo>
                    <a:pt x="250884" y="869940"/>
                  </a:lnTo>
                  <a:lnTo>
                    <a:pt x="246963" y="869940"/>
                  </a:lnTo>
                  <a:lnTo>
                    <a:pt x="243043" y="869940"/>
                  </a:lnTo>
                  <a:lnTo>
                    <a:pt x="239123" y="869940"/>
                  </a:lnTo>
                  <a:lnTo>
                    <a:pt x="235203" y="869940"/>
                  </a:lnTo>
                  <a:lnTo>
                    <a:pt x="231283" y="869940"/>
                  </a:lnTo>
                  <a:lnTo>
                    <a:pt x="227363" y="869940"/>
                  </a:lnTo>
                  <a:lnTo>
                    <a:pt x="223443" y="869940"/>
                  </a:lnTo>
                  <a:lnTo>
                    <a:pt x="219523" y="869940"/>
                  </a:lnTo>
                  <a:lnTo>
                    <a:pt x="215603" y="869940"/>
                  </a:lnTo>
                  <a:lnTo>
                    <a:pt x="211683" y="869940"/>
                  </a:lnTo>
                  <a:lnTo>
                    <a:pt x="207763" y="869940"/>
                  </a:lnTo>
                  <a:lnTo>
                    <a:pt x="203843" y="869940"/>
                  </a:lnTo>
                  <a:lnTo>
                    <a:pt x="199923" y="869940"/>
                  </a:lnTo>
                  <a:lnTo>
                    <a:pt x="196003" y="869940"/>
                  </a:lnTo>
                  <a:lnTo>
                    <a:pt x="192083" y="869940"/>
                  </a:lnTo>
                  <a:lnTo>
                    <a:pt x="188163" y="869940"/>
                  </a:lnTo>
                  <a:lnTo>
                    <a:pt x="184242" y="869940"/>
                  </a:lnTo>
                  <a:lnTo>
                    <a:pt x="180322" y="869940"/>
                  </a:lnTo>
                  <a:lnTo>
                    <a:pt x="176402" y="869940"/>
                  </a:lnTo>
                  <a:lnTo>
                    <a:pt x="172482" y="869940"/>
                  </a:lnTo>
                  <a:lnTo>
                    <a:pt x="168562" y="869940"/>
                  </a:lnTo>
                  <a:lnTo>
                    <a:pt x="164642" y="869940"/>
                  </a:lnTo>
                  <a:lnTo>
                    <a:pt x="160722" y="869940"/>
                  </a:lnTo>
                  <a:lnTo>
                    <a:pt x="156802" y="869940"/>
                  </a:lnTo>
                  <a:lnTo>
                    <a:pt x="152882" y="869940"/>
                  </a:lnTo>
                  <a:lnTo>
                    <a:pt x="148962" y="869940"/>
                  </a:lnTo>
                  <a:lnTo>
                    <a:pt x="145042" y="869940"/>
                  </a:lnTo>
                  <a:lnTo>
                    <a:pt x="141122" y="869940"/>
                  </a:lnTo>
                  <a:lnTo>
                    <a:pt x="137202" y="869940"/>
                  </a:lnTo>
                  <a:lnTo>
                    <a:pt x="133282" y="869940"/>
                  </a:lnTo>
                  <a:lnTo>
                    <a:pt x="129362" y="869940"/>
                  </a:lnTo>
                  <a:lnTo>
                    <a:pt x="125442" y="869940"/>
                  </a:lnTo>
                  <a:lnTo>
                    <a:pt x="121521" y="869940"/>
                  </a:lnTo>
                  <a:lnTo>
                    <a:pt x="117601" y="869940"/>
                  </a:lnTo>
                  <a:lnTo>
                    <a:pt x="113681" y="869940"/>
                  </a:lnTo>
                  <a:lnTo>
                    <a:pt x="109761" y="869940"/>
                  </a:lnTo>
                  <a:lnTo>
                    <a:pt x="105841" y="869940"/>
                  </a:lnTo>
                  <a:lnTo>
                    <a:pt x="101921" y="869940"/>
                  </a:lnTo>
                  <a:lnTo>
                    <a:pt x="98001" y="869940"/>
                  </a:lnTo>
                  <a:lnTo>
                    <a:pt x="94081" y="869940"/>
                  </a:lnTo>
                  <a:lnTo>
                    <a:pt x="90161" y="869940"/>
                  </a:lnTo>
                  <a:lnTo>
                    <a:pt x="86241" y="869940"/>
                  </a:lnTo>
                  <a:lnTo>
                    <a:pt x="82321" y="869940"/>
                  </a:lnTo>
                  <a:lnTo>
                    <a:pt x="78401" y="869940"/>
                  </a:lnTo>
                  <a:lnTo>
                    <a:pt x="74481" y="869940"/>
                  </a:lnTo>
                  <a:lnTo>
                    <a:pt x="70561" y="869940"/>
                  </a:lnTo>
                  <a:lnTo>
                    <a:pt x="66641" y="869940"/>
                  </a:lnTo>
                  <a:lnTo>
                    <a:pt x="62721" y="869940"/>
                  </a:lnTo>
                  <a:lnTo>
                    <a:pt x="58800" y="869940"/>
                  </a:lnTo>
                  <a:lnTo>
                    <a:pt x="54880" y="869940"/>
                  </a:lnTo>
                  <a:lnTo>
                    <a:pt x="50960" y="869940"/>
                  </a:lnTo>
                  <a:lnTo>
                    <a:pt x="47040" y="869940"/>
                  </a:lnTo>
                  <a:lnTo>
                    <a:pt x="43120" y="869940"/>
                  </a:lnTo>
                  <a:lnTo>
                    <a:pt x="39200" y="869940"/>
                  </a:lnTo>
                  <a:lnTo>
                    <a:pt x="35280" y="869940"/>
                  </a:lnTo>
                  <a:lnTo>
                    <a:pt x="31360" y="869940"/>
                  </a:lnTo>
                  <a:lnTo>
                    <a:pt x="27440" y="869940"/>
                  </a:lnTo>
                  <a:lnTo>
                    <a:pt x="23520" y="869940"/>
                  </a:lnTo>
                  <a:lnTo>
                    <a:pt x="19600" y="869940"/>
                  </a:lnTo>
                  <a:lnTo>
                    <a:pt x="15680" y="869940"/>
                  </a:lnTo>
                  <a:lnTo>
                    <a:pt x="11760" y="869940"/>
                  </a:lnTo>
                  <a:lnTo>
                    <a:pt x="7840" y="869940"/>
                  </a:lnTo>
                  <a:lnTo>
                    <a:pt x="3920" y="869940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63" name="pl63"/>
            <p:cNvSpPr/>
            <p:nvPr/>
          </p:nvSpPr>
          <p:spPr>
            <a:xfrm>
              <a:off x="6559621" y="5421608"/>
              <a:ext cx="2003152" cy="869940"/>
            </a:xfrm>
            <a:custGeom>
              <a:avLst/>
              <a:gdLst/>
              <a:ahLst/>
              <a:cxnLst/>
              <a:rect l="0" t="0" r="0" b="0"/>
              <a:pathLst>
                <a:path w="2003152" h="869940">
                  <a:moveTo>
                    <a:pt x="0" y="869940"/>
                  </a:moveTo>
                  <a:lnTo>
                    <a:pt x="3920" y="869940"/>
                  </a:lnTo>
                  <a:lnTo>
                    <a:pt x="7840" y="869940"/>
                  </a:lnTo>
                  <a:lnTo>
                    <a:pt x="11760" y="869940"/>
                  </a:lnTo>
                  <a:lnTo>
                    <a:pt x="15680" y="869940"/>
                  </a:lnTo>
                  <a:lnTo>
                    <a:pt x="19600" y="869940"/>
                  </a:lnTo>
                  <a:lnTo>
                    <a:pt x="23520" y="869940"/>
                  </a:lnTo>
                  <a:lnTo>
                    <a:pt x="27440" y="869940"/>
                  </a:lnTo>
                  <a:lnTo>
                    <a:pt x="31360" y="869940"/>
                  </a:lnTo>
                  <a:lnTo>
                    <a:pt x="35280" y="869940"/>
                  </a:lnTo>
                  <a:lnTo>
                    <a:pt x="39200" y="869940"/>
                  </a:lnTo>
                  <a:lnTo>
                    <a:pt x="43120" y="869940"/>
                  </a:lnTo>
                  <a:lnTo>
                    <a:pt x="47040" y="869940"/>
                  </a:lnTo>
                  <a:lnTo>
                    <a:pt x="50960" y="869940"/>
                  </a:lnTo>
                  <a:lnTo>
                    <a:pt x="54880" y="869940"/>
                  </a:lnTo>
                  <a:lnTo>
                    <a:pt x="58800" y="869940"/>
                  </a:lnTo>
                  <a:lnTo>
                    <a:pt x="62721" y="869940"/>
                  </a:lnTo>
                  <a:lnTo>
                    <a:pt x="66641" y="869940"/>
                  </a:lnTo>
                  <a:lnTo>
                    <a:pt x="70561" y="869940"/>
                  </a:lnTo>
                  <a:lnTo>
                    <a:pt x="74481" y="869940"/>
                  </a:lnTo>
                  <a:lnTo>
                    <a:pt x="78401" y="869940"/>
                  </a:lnTo>
                  <a:lnTo>
                    <a:pt x="82321" y="869940"/>
                  </a:lnTo>
                  <a:lnTo>
                    <a:pt x="86241" y="869940"/>
                  </a:lnTo>
                  <a:lnTo>
                    <a:pt x="90161" y="869940"/>
                  </a:lnTo>
                  <a:lnTo>
                    <a:pt x="94081" y="869940"/>
                  </a:lnTo>
                  <a:lnTo>
                    <a:pt x="98001" y="869940"/>
                  </a:lnTo>
                  <a:lnTo>
                    <a:pt x="101921" y="869940"/>
                  </a:lnTo>
                  <a:lnTo>
                    <a:pt x="105841" y="869940"/>
                  </a:lnTo>
                  <a:lnTo>
                    <a:pt x="109761" y="869940"/>
                  </a:lnTo>
                  <a:lnTo>
                    <a:pt x="113681" y="869940"/>
                  </a:lnTo>
                  <a:lnTo>
                    <a:pt x="117601" y="869940"/>
                  </a:lnTo>
                  <a:lnTo>
                    <a:pt x="121521" y="869940"/>
                  </a:lnTo>
                  <a:lnTo>
                    <a:pt x="125442" y="869940"/>
                  </a:lnTo>
                  <a:lnTo>
                    <a:pt x="129362" y="869940"/>
                  </a:lnTo>
                  <a:lnTo>
                    <a:pt x="133282" y="869940"/>
                  </a:lnTo>
                  <a:lnTo>
                    <a:pt x="137202" y="869940"/>
                  </a:lnTo>
                  <a:lnTo>
                    <a:pt x="141122" y="869940"/>
                  </a:lnTo>
                  <a:lnTo>
                    <a:pt x="145042" y="869940"/>
                  </a:lnTo>
                  <a:lnTo>
                    <a:pt x="148962" y="869940"/>
                  </a:lnTo>
                  <a:lnTo>
                    <a:pt x="152882" y="869940"/>
                  </a:lnTo>
                  <a:lnTo>
                    <a:pt x="156802" y="869940"/>
                  </a:lnTo>
                  <a:lnTo>
                    <a:pt x="160722" y="869940"/>
                  </a:lnTo>
                  <a:lnTo>
                    <a:pt x="164642" y="869940"/>
                  </a:lnTo>
                  <a:lnTo>
                    <a:pt x="168562" y="869940"/>
                  </a:lnTo>
                  <a:lnTo>
                    <a:pt x="172482" y="869940"/>
                  </a:lnTo>
                  <a:lnTo>
                    <a:pt x="176402" y="869940"/>
                  </a:lnTo>
                  <a:lnTo>
                    <a:pt x="180322" y="869940"/>
                  </a:lnTo>
                  <a:lnTo>
                    <a:pt x="184242" y="869940"/>
                  </a:lnTo>
                  <a:lnTo>
                    <a:pt x="188163" y="869940"/>
                  </a:lnTo>
                  <a:lnTo>
                    <a:pt x="192083" y="869940"/>
                  </a:lnTo>
                  <a:lnTo>
                    <a:pt x="196003" y="869940"/>
                  </a:lnTo>
                  <a:lnTo>
                    <a:pt x="199923" y="869940"/>
                  </a:lnTo>
                  <a:lnTo>
                    <a:pt x="203843" y="869940"/>
                  </a:lnTo>
                  <a:lnTo>
                    <a:pt x="207763" y="869940"/>
                  </a:lnTo>
                  <a:lnTo>
                    <a:pt x="211683" y="869940"/>
                  </a:lnTo>
                  <a:lnTo>
                    <a:pt x="215603" y="869940"/>
                  </a:lnTo>
                  <a:lnTo>
                    <a:pt x="219523" y="869940"/>
                  </a:lnTo>
                  <a:lnTo>
                    <a:pt x="223443" y="869940"/>
                  </a:lnTo>
                  <a:lnTo>
                    <a:pt x="227363" y="869940"/>
                  </a:lnTo>
                  <a:lnTo>
                    <a:pt x="231283" y="869940"/>
                  </a:lnTo>
                  <a:lnTo>
                    <a:pt x="235203" y="869940"/>
                  </a:lnTo>
                  <a:lnTo>
                    <a:pt x="239123" y="869940"/>
                  </a:lnTo>
                  <a:lnTo>
                    <a:pt x="243043" y="869940"/>
                  </a:lnTo>
                  <a:lnTo>
                    <a:pt x="246963" y="869940"/>
                  </a:lnTo>
                  <a:lnTo>
                    <a:pt x="250884" y="869940"/>
                  </a:lnTo>
                  <a:lnTo>
                    <a:pt x="254804" y="869940"/>
                  </a:lnTo>
                  <a:lnTo>
                    <a:pt x="258724" y="869940"/>
                  </a:lnTo>
                  <a:lnTo>
                    <a:pt x="262644" y="869940"/>
                  </a:lnTo>
                  <a:lnTo>
                    <a:pt x="266564" y="869940"/>
                  </a:lnTo>
                  <a:lnTo>
                    <a:pt x="270484" y="869940"/>
                  </a:lnTo>
                  <a:lnTo>
                    <a:pt x="274404" y="869940"/>
                  </a:lnTo>
                  <a:lnTo>
                    <a:pt x="278324" y="869940"/>
                  </a:lnTo>
                  <a:lnTo>
                    <a:pt x="282244" y="869940"/>
                  </a:lnTo>
                  <a:lnTo>
                    <a:pt x="286164" y="869940"/>
                  </a:lnTo>
                  <a:lnTo>
                    <a:pt x="290084" y="869940"/>
                  </a:lnTo>
                  <a:lnTo>
                    <a:pt x="294004" y="869940"/>
                  </a:lnTo>
                  <a:lnTo>
                    <a:pt x="297924" y="869940"/>
                  </a:lnTo>
                  <a:lnTo>
                    <a:pt x="301844" y="869940"/>
                  </a:lnTo>
                  <a:lnTo>
                    <a:pt x="305764" y="869940"/>
                  </a:lnTo>
                  <a:lnTo>
                    <a:pt x="309684" y="869940"/>
                  </a:lnTo>
                  <a:lnTo>
                    <a:pt x="313605" y="869940"/>
                  </a:lnTo>
                  <a:lnTo>
                    <a:pt x="317525" y="869940"/>
                  </a:lnTo>
                  <a:lnTo>
                    <a:pt x="321445" y="869940"/>
                  </a:lnTo>
                  <a:lnTo>
                    <a:pt x="325365" y="869939"/>
                  </a:lnTo>
                  <a:lnTo>
                    <a:pt x="329285" y="869936"/>
                  </a:lnTo>
                  <a:lnTo>
                    <a:pt x="333205" y="869930"/>
                  </a:lnTo>
                  <a:lnTo>
                    <a:pt x="337125" y="869918"/>
                  </a:lnTo>
                  <a:lnTo>
                    <a:pt x="341045" y="869892"/>
                  </a:lnTo>
                  <a:lnTo>
                    <a:pt x="344965" y="869845"/>
                  </a:lnTo>
                  <a:lnTo>
                    <a:pt x="348885" y="869763"/>
                  </a:lnTo>
                  <a:lnTo>
                    <a:pt x="352805" y="869630"/>
                  </a:lnTo>
                  <a:lnTo>
                    <a:pt x="356725" y="869428"/>
                  </a:lnTo>
                  <a:lnTo>
                    <a:pt x="360645" y="869142"/>
                  </a:lnTo>
                  <a:lnTo>
                    <a:pt x="364565" y="868760"/>
                  </a:lnTo>
                  <a:lnTo>
                    <a:pt x="368485" y="868281"/>
                  </a:lnTo>
                  <a:lnTo>
                    <a:pt x="372405" y="867717"/>
                  </a:lnTo>
                  <a:lnTo>
                    <a:pt x="376326" y="867090"/>
                  </a:lnTo>
                  <a:lnTo>
                    <a:pt x="380246" y="866439"/>
                  </a:lnTo>
                  <a:lnTo>
                    <a:pt x="384166" y="865815"/>
                  </a:lnTo>
                  <a:lnTo>
                    <a:pt x="388086" y="865271"/>
                  </a:lnTo>
                  <a:lnTo>
                    <a:pt x="392006" y="864865"/>
                  </a:lnTo>
                  <a:lnTo>
                    <a:pt x="395926" y="864646"/>
                  </a:lnTo>
                  <a:lnTo>
                    <a:pt x="399846" y="864639"/>
                  </a:lnTo>
                  <a:lnTo>
                    <a:pt x="403766" y="864836"/>
                  </a:lnTo>
                  <a:lnTo>
                    <a:pt x="407686" y="865183"/>
                  </a:lnTo>
                  <a:lnTo>
                    <a:pt x="411606" y="865586"/>
                  </a:lnTo>
                  <a:lnTo>
                    <a:pt x="415526" y="865922"/>
                  </a:lnTo>
                  <a:lnTo>
                    <a:pt x="419446" y="866069"/>
                  </a:lnTo>
                  <a:lnTo>
                    <a:pt x="423366" y="865932"/>
                  </a:lnTo>
                  <a:lnTo>
                    <a:pt x="427286" y="865469"/>
                  </a:lnTo>
                  <a:lnTo>
                    <a:pt x="431206" y="864700"/>
                  </a:lnTo>
                  <a:lnTo>
                    <a:pt x="435126" y="863710"/>
                  </a:lnTo>
                  <a:lnTo>
                    <a:pt x="439047" y="862633"/>
                  </a:lnTo>
                  <a:lnTo>
                    <a:pt x="442967" y="861622"/>
                  </a:lnTo>
                  <a:lnTo>
                    <a:pt x="446887" y="860828"/>
                  </a:lnTo>
                  <a:lnTo>
                    <a:pt x="450807" y="860349"/>
                  </a:lnTo>
                  <a:lnTo>
                    <a:pt x="454727" y="860191"/>
                  </a:lnTo>
                  <a:lnTo>
                    <a:pt x="458647" y="860295"/>
                  </a:lnTo>
                  <a:lnTo>
                    <a:pt x="462567" y="860546"/>
                  </a:lnTo>
                  <a:lnTo>
                    <a:pt x="466487" y="860797"/>
                  </a:lnTo>
                  <a:lnTo>
                    <a:pt x="470407" y="860904"/>
                  </a:lnTo>
                  <a:lnTo>
                    <a:pt x="474327" y="860752"/>
                  </a:lnTo>
                  <a:lnTo>
                    <a:pt x="478247" y="860271"/>
                  </a:lnTo>
                  <a:lnTo>
                    <a:pt x="482167" y="859445"/>
                  </a:lnTo>
                  <a:lnTo>
                    <a:pt x="486087" y="858306"/>
                  </a:lnTo>
                  <a:lnTo>
                    <a:pt x="490007" y="856930"/>
                  </a:lnTo>
                  <a:lnTo>
                    <a:pt x="493927" y="855422"/>
                  </a:lnTo>
                  <a:lnTo>
                    <a:pt x="497847" y="853907"/>
                  </a:lnTo>
                  <a:lnTo>
                    <a:pt x="501768" y="852499"/>
                  </a:lnTo>
                  <a:lnTo>
                    <a:pt x="505688" y="851282"/>
                  </a:lnTo>
                  <a:lnTo>
                    <a:pt x="509608" y="850279"/>
                  </a:lnTo>
                  <a:lnTo>
                    <a:pt x="513528" y="849442"/>
                  </a:lnTo>
                  <a:lnTo>
                    <a:pt x="517448" y="848650"/>
                  </a:lnTo>
                  <a:lnTo>
                    <a:pt x="521368" y="847739"/>
                  </a:lnTo>
                  <a:lnTo>
                    <a:pt x="525288" y="846567"/>
                  </a:lnTo>
                  <a:lnTo>
                    <a:pt x="529208" y="845039"/>
                  </a:lnTo>
                  <a:lnTo>
                    <a:pt x="533128" y="843112"/>
                  </a:lnTo>
                  <a:lnTo>
                    <a:pt x="537048" y="840787"/>
                  </a:lnTo>
                  <a:lnTo>
                    <a:pt x="540968" y="838085"/>
                  </a:lnTo>
                  <a:lnTo>
                    <a:pt x="544888" y="835021"/>
                  </a:lnTo>
                  <a:lnTo>
                    <a:pt x="548808" y="831593"/>
                  </a:lnTo>
                  <a:lnTo>
                    <a:pt x="552728" y="827767"/>
                  </a:lnTo>
                  <a:lnTo>
                    <a:pt x="556648" y="823466"/>
                  </a:lnTo>
                  <a:lnTo>
                    <a:pt x="560569" y="818554"/>
                  </a:lnTo>
                  <a:lnTo>
                    <a:pt x="564489" y="812817"/>
                  </a:lnTo>
                  <a:lnTo>
                    <a:pt x="568409" y="805946"/>
                  </a:lnTo>
                  <a:lnTo>
                    <a:pt x="572329" y="797536"/>
                  </a:lnTo>
                  <a:lnTo>
                    <a:pt x="576249" y="787112"/>
                  </a:lnTo>
                  <a:lnTo>
                    <a:pt x="580169" y="774167"/>
                  </a:lnTo>
                  <a:lnTo>
                    <a:pt x="584089" y="758201"/>
                  </a:lnTo>
                  <a:lnTo>
                    <a:pt x="588009" y="738515"/>
                  </a:lnTo>
                  <a:lnTo>
                    <a:pt x="591929" y="714899"/>
                  </a:lnTo>
                  <a:lnTo>
                    <a:pt x="595849" y="686991"/>
                  </a:lnTo>
                  <a:lnTo>
                    <a:pt x="599769" y="654467"/>
                  </a:lnTo>
                  <a:lnTo>
                    <a:pt x="603689" y="617055"/>
                  </a:lnTo>
                  <a:lnTo>
                    <a:pt x="607609" y="574568"/>
                  </a:lnTo>
                  <a:lnTo>
                    <a:pt x="611529" y="526955"/>
                  </a:lnTo>
                  <a:lnTo>
                    <a:pt x="615449" y="474361"/>
                  </a:lnTo>
                  <a:lnTo>
                    <a:pt x="619369" y="417214"/>
                  </a:lnTo>
                  <a:lnTo>
                    <a:pt x="623290" y="356329"/>
                  </a:lnTo>
                  <a:lnTo>
                    <a:pt x="627210" y="293018"/>
                  </a:lnTo>
                  <a:lnTo>
                    <a:pt x="631130" y="229184"/>
                  </a:lnTo>
                  <a:lnTo>
                    <a:pt x="635050" y="167346"/>
                  </a:lnTo>
                  <a:lnTo>
                    <a:pt x="638970" y="110558"/>
                  </a:lnTo>
                  <a:lnTo>
                    <a:pt x="642890" y="62212"/>
                  </a:lnTo>
                  <a:lnTo>
                    <a:pt x="646810" y="25717"/>
                  </a:lnTo>
                  <a:lnTo>
                    <a:pt x="650730" y="4119"/>
                  </a:lnTo>
                  <a:lnTo>
                    <a:pt x="654650" y="0"/>
                  </a:lnTo>
                  <a:lnTo>
                    <a:pt x="658570" y="15007"/>
                  </a:lnTo>
                  <a:lnTo>
                    <a:pt x="662490" y="47800"/>
                  </a:lnTo>
                  <a:lnTo>
                    <a:pt x="666410" y="96422"/>
                  </a:lnTo>
                  <a:lnTo>
                    <a:pt x="670330" y="157710"/>
                  </a:lnTo>
                  <a:lnTo>
                    <a:pt x="674250" y="227694"/>
                  </a:lnTo>
                  <a:lnTo>
                    <a:pt x="678170" y="302133"/>
                  </a:lnTo>
                  <a:lnTo>
                    <a:pt x="682090" y="377057"/>
                  </a:lnTo>
                  <a:lnTo>
                    <a:pt x="686011" y="449215"/>
                  </a:lnTo>
                  <a:lnTo>
                    <a:pt x="689931" y="516322"/>
                  </a:lnTo>
                  <a:lnTo>
                    <a:pt x="693851" y="577078"/>
                  </a:lnTo>
                  <a:lnTo>
                    <a:pt x="697771" y="630991"/>
                  </a:lnTo>
                  <a:lnTo>
                    <a:pt x="701691" y="678106"/>
                  </a:lnTo>
                  <a:lnTo>
                    <a:pt x="705611" y="718724"/>
                  </a:lnTo>
                  <a:lnTo>
                    <a:pt x="709531" y="753217"/>
                  </a:lnTo>
                  <a:lnTo>
                    <a:pt x="713451" y="781945"/>
                  </a:lnTo>
                  <a:lnTo>
                    <a:pt x="717371" y="805274"/>
                  </a:lnTo>
                  <a:lnTo>
                    <a:pt x="721291" y="823634"/>
                  </a:lnTo>
                  <a:lnTo>
                    <a:pt x="725211" y="837450"/>
                  </a:lnTo>
                  <a:lnTo>
                    <a:pt x="729131" y="847462"/>
                  </a:lnTo>
                  <a:lnTo>
                    <a:pt x="733051" y="854540"/>
                  </a:lnTo>
                  <a:lnTo>
                    <a:pt x="736971" y="859399"/>
                  </a:lnTo>
                  <a:lnTo>
                    <a:pt x="740891" y="862673"/>
                  </a:lnTo>
                  <a:lnTo>
                    <a:pt x="744811" y="864871"/>
                  </a:lnTo>
                  <a:lnTo>
                    <a:pt x="748732" y="866370"/>
                  </a:lnTo>
                  <a:lnTo>
                    <a:pt x="752652" y="867424"/>
                  </a:lnTo>
                  <a:lnTo>
                    <a:pt x="756572" y="868188"/>
                  </a:lnTo>
                  <a:lnTo>
                    <a:pt x="760492" y="868750"/>
                  </a:lnTo>
                  <a:lnTo>
                    <a:pt x="764412" y="869162"/>
                  </a:lnTo>
                  <a:lnTo>
                    <a:pt x="768332" y="869455"/>
                  </a:lnTo>
                  <a:lnTo>
                    <a:pt x="772252" y="869654"/>
                  </a:lnTo>
                  <a:lnTo>
                    <a:pt x="776172" y="869781"/>
                  </a:lnTo>
                  <a:lnTo>
                    <a:pt x="780092" y="869858"/>
                  </a:lnTo>
                  <a:lnTo>
                    <a:pt x="784012" y="869900"/>
                  </a:lnTo>
                  <a:lnTo>
                    <a:pt x="787932" y="869922"/>
                  </a:lnTo>
                  <a:lnTo>
                    <a:pt x="791852" y="869933"/>
                  </a:lnTo>
                  <a:lnTo>
                    <a:pt x="795772" y="869937"/>
                  </a:lnTo>
                  <a:lnTo>
                    <a:pt x="799692" y="869939"/>
                  </a:lnTo>
                  <a:lnTo>
                    <a:pt x="803612" y="869940"/>
                  </a:lnTo>
                  <a:lnTo>
                    <a:pt x="807532" y="869940"/>
                  </a:lnTo>
                  <a:lnTo>
                    <a:pt x="811453" y="869940"/>
                  </a:lnTo>
                  <a:lnTo>
                    <a:pt x="815373" y="869940"/>
                  </a:lnTo>
                  <a:lnTo>
                    <a:pt x="819293" y="869940"/>
                  </a:lnTo>
                  <a:lnTo>
                    <a:pt x="823213" y="869939"/>
                  </a:lnTo>
                  <a:lnTo>
                    <a:pt x="827133" y="869938"/>
                  </a:lnTo>
                  <a:lnTo>
                    <a:pt x="831053" y="869933"/>
                  </a:lnTo>
                  <a:lnTo>
                    <a:pt x="834973" y="869924"/>
                  </a:lnTo>
                  <a:lnTo>
                    <a:pt x="838893" y="869906"/>
                  </a:lnTo>
                  <a:lnTo>
                    <a:pt x="842813" y="869870"/>
                  </a:lnTo>
                  <a:lnTo>
                    <a:pt x="846733" y="869808"/>
                  </a:lnTo>
                  <a:lnTo>
                    <a:pt x="850653" y="869707"/>
                  </a:lnTo>
                  <a:lnTo>
                    <a:pt x="854573" y="869554"/>
                  </a:lnTo>
                  <a:lnTo>
                    <a:pt x="858493" y="869340"/>
                  </a:lnTo>
                  <a:lnTo>
                    <a:pt x="862413" y="869066"/>
                  </a:lnTo>
                  <a:lnTo>
                    <a:pt x="866333" y="868743"/>
                  </a:lnTo>
                  <a:lnTo>
                    <a:pt x="870253" y="868407"/>
                  </a:lnTo>
                  <a:lnTo>
                    <a:pt x="874174" y="868097"/>
                  </a:lnTo>
                  <a:lnTo>
                    <a:pt x="878094" y="867850"/>
                  </a:lnTo>
                  <a:lnTo>
                    <a:pt x="882014" y="867686"/>
                  </a:lnTo>
                  <a:lnTo>
                    <a:pt x="885934" y="867598"/>
                  </a:lnTo>
                  <a:lnTo>
                    <a:pt x="889854" y="867553"/>
                  </a:lnTo>
                  <a:lnTo>
                    <a:pt x="893774" y="867497"/>
                  </a:lnTo>
                  <a:lnTo>
                    <a:pt x="897694" y="867378"/>
                  </a:lnTo>
                  <a:lnTo>
                    <a:pt x="901614" y="867161"/>
                  </a:lnTo>
                  <a:lnTo>
                    <a:pt x="905534" y="866843"/>
                  </a:lnTo>
                  <a:lnTo>
                    <a:pt x="909454" y="866456"/>
                  </a:lnTo>
                  <a:lnTo>
                    <a:pt x="913374" y="866055"/>
                  </a:lnTo>
                  <a:lnTo>
                    <a:pt x="917294" y="865702"/>
                  </a:lnTo>
                  <a:lnTo>
                    <a:pt x="921214" y="865436"/>
                  </a:lnTo>
                  <a:lnTo>
                    <a:pt x="925134" y="865260"/>
                  </a:lnTo>
                  <a:lnTo>
                    <a:pt x="929054" y="865133"/>
                  </a:lnTo>
                  <a:lnTo>
                    <a:pt x="932974" y="864976"/>
                  </a:lnTo>
                  <a:lnTo>
                    <a:pt x="936895" y="864693"/>
                  </a:lnTo>
                  <a:lnTo>
                    <a:pt x="940815" y="864213"/>
                  </a:lnTo>
                  <a:lnTo>
                    <a:pt x="944735" y="863503"/>
                  </a:lnTo>
                  <a:lnTo>
                    <a:pt x="948655" y="862564"/>
                  </a:lnTo>
                  <a:lnTo>
                    <a:pt x="952575" y="861424"/>
                  </a:lnTo>
                  <a:lnTo>
                    <a:pt x="956495" y="860119"/>
                  </a:lnTo>
                  <a:lnTo>
                    <a:pt x="960415" y="858672"/>
                  </a:lnTo>
                  <a:lnTo>
                    <a:pt x="964335" y="857079"/>
                  </a:lnTo>
                  <a:lnTo>
                    <a:pt x="968255" y="855312"/>
                  </a:lnTo>
                  <a:lnTo>
                    <a:pt x="972175" y="853321"/>
                  </a:lnTo>
                  <a:lnTo>
                    <a:pt x="976095" y="851057"/>
                  </a:lnTo>
                  <a:lnTo>
                    <a:pt x="980015" y="848485"/>
                  </a:lnTo>
                  <a:lnTo>
                    <a:pt x="983935" y="845591"/>
                  </a:lnTo>
                  <a:lnTo>
                    <a:pt x="987855" y="842380"/>
                  </a:lnTo>
                  <a:lnTo>
                    <a:pt x="991775" y="838862"/>
                  </a:lnTo>
                  <a:lnTo>
                    <a:pt x="995695" y="835036"/>
                  </a:lnTo>
                  <a:lnTo>
                    <a:pt x="999616" y="830883"/>
                  </a:lnTo>
                  <a:lnTo>
                    <a:pt x="1003536" y="826354"/>
                  </a:lnTo>
                  <a:lnTo>
                    <a:pt x="1007456" y="821416"/>
                  </a:lnTo>
                  <a:lnTo>
                    <a:pt x="1011376" y="816083"/>
                  </a:lnTo>
                  <a:lnTo>
                    <a:pt x="1015296" y="810386"/>
                  </a:lnTo>
                  <a:lnTo>
                    <a:pt x="1019216" y="804373"/>
                  </a:lnTo>
                  <a:lnTo>
                    <a:pt x="1023136" y="798077"/>
                  </a:lnTo>
                  <a:lnTo>
                    <a:pt x="1027056" y="791495"/>
                  </a:lnTo>
                  <a:lnTo>
                    <a:pt x="1030976" y="784601"/>
                  </a:lnTo>
                  <a:lnTo>
                    <a:pt x="1034896" y="777386"/>
                  </a:lnTo>
                  <a:lnTo>
                    <a:pt x="1038816" y="769937"/>
                  </a:lnTo>
                  <a:lnTo>
                    <a:pt x="1042736" y="762506"/>
                  </a:lnTo>
                  <a:lnTo>
                    <a:pt x="1046656" y="755528"/>
                  </a:lnTo>
                  <a:lnTo>
                    <a:pt x="1050576" y="749584"/>
                  </a:lnTo>
                  <a:lnTo>
                    <a:pt x="1054496" y="745292"/>
                  </a:lnTo>
                  <a:lnTo>
                    <a:pt x="1058417" y="743160"/>
                  </a:lnTo>
                  <a:lnTo>
                    <a:pt x="1062337" y="743468"/>
                  </a:lnTo>
                  <a:lnTo>
                    <a:pt x="1066257" y="746199"/>
                  </a:lnTo>
                  <a:lnTo>
                    <a:pt x="1070177" y="751068"/>
                  </a:lnTo>
                  <a:lnTo>
                    <a:pt x="1074097" y="757687"/>
                  </a:lnTo>
                  <a:lnTo>
                    <a:pt x="1078017" y="765498"/>
                  </a:lnTo>
                  <a:lnTo>
                    <a:pt x="1081937" y="774096"/>
                  </a:lnTo>
                  <a:lnTo>
                    <a:pt x="1085857" y="783198"/>
                  </a:lnTo>
                  <a:lnTo>
                    <a:pt x="1089777" y="792562"/>
                  </a:lnTo>
                  <a:lnTo>
                    <a:pt x="1093697" y="801935"/>
                  </a:lnTo>
                  <a:lnTo>
                    <a:pt x="1097617" y="811021"/>
                  </a:lnTo>
                  <a:lnTo>
                    <a:pt x="1101537" y="819505"/>
                  </a:lnTo>
                  <a:lnTo>
                    <a:pt x="1105457" y="827114"/>
                  </a:lnTo>
                  <a:lnTo>
                    <a:pt x="1109377" y="833680"/>
                  </a:lnTo>
                  <a:lnTo>
                    <a:pt x="1113297" y="839177"/>
                  </a:lnTo>
                  <a:lnTo>
                    <a:pt x="1117217" y="843719"/>
                  </a:lnTo>
                  <a:lnTo>
                    <a:pt x="1121138" y="847510"/>
                  </a:lnTo>
                  <a:lnTo>
                    <a:pt x="1125058" y="850782"/>
                  </a:lnTo>
                  <a:lnTo>
                    <a:pt x="1128978" y="853728"/>
                  </a:lnTo>
                  <a:lnTo>
                    <a:pt x="1132898" y="856462"/>
                  </a:lnTo>
                  <a:lnTo>
                    <a:pt x="1136818" y="859008"/>
                  </a:lnTo>
                  <a:lnTo>
                    <a:pt x="1140738" y="861314"/>
                  </a:lnTo>
                  <a:lnTo>
                    <a:pt x="1144658" y="863267"/>
                  </a:lnTo>
                  <a:lnTo>
                    <a:pt x="1148578" y="864814"/>
                  </a:lnTo>
                  <a:lnTo>
                    <a:pt x="1152498" y="865935"/>
                  </a:lnTo>
                  <a:lnTo>
                    <a:pt x="1156418" y="866669"/>
                  </a:lnTo>
                  <a:lnTo>
                    <a:pt x="1160338" y="867106"/>
                  </a:lnTo>
                  <a:lnTo>
                    <a:pt x="1164258" y="867358"/>
                  </a:lnTo>
                  <a:lnTo>
                    <a:pt x="1168178" y="867537"/>
                  </a:lnTo>
                  <a:lnTo>
                    <a:pt x="1172098" y="867723"/>
                  </a:lnTo>
                  <a:lnTo>
                    <a:pt x="1176018" y="867963"/>
                  </a:lnTo>
                  <a:lnTo>
                    <a:pt x="1179938" y="868260"/>
                  </a:lnTo>
                  <a:lnTo>
                    <a:pt x="1183859" y="868593"/>
                  </a:lnTo>
                  <a:lnTo>
                    <a:pt x="1187779" y="868926"/>
                  </a:lnTo>
                  <a:lnTo>
                    <a:pt x="1191699" y="869226"/>
                  </a:lnTo>
                  <a:lnTo>
                    <a:pt x="1195619" y="869470"/>
                  </a:lnTo>
                  <a:lnTo>
                    <a:pt x="1199539" y="869652"/>
                  </a:lnTo>
                  <a:lnTo>
                    <a:pt x="1203459" y="869776"/>
                  </a:lnTo>
                  <a:lnTo>
                    <a:pt x="1207379" y="869853"/>
                  </a:lnTo>
                  <a:lnTo>
                    <a:pt x="1211299" y="869897"/>
                  </a:lnTo>
                  <a:lnTo>
                    <a:pt x="1215219" y="869920"/>
                  </a:lnTo>
                  <a:lnTo>
                    <a:pt x="1219139" y="869931"/>
                  </a:lnTo>
                  <a:lnTo>
                    <a:pt x="1223059" y="869936"/>
                  </a:lnTo>
                  <a:lnTo>
                    <a:pt x="1226979" y="869939"/>
                  </a:lnTo>
                  <a:lnTo>
                    <a:pt x="1230899" y="869940"/>
                  </a:lnTo>
                  <a:lnTo>
                    <a:pt x="1234819" y="869940"/>
                  </a:lnTo>
                  <a:lnTo>
                    <a:pt x="1238739" y="869940"/>
                  </a:lnTo>
                  <a:lnTo>
                    <a:pt x="1242659" y="869940"/>
                  </a:lnTo>
                  <a:lnTo>
                    <a:pt x="1246580" y="869940"/>
                  </a:lnTo>
                  <a:lnTo>
                    <a:pt x="1250500" y="869940"/>
                  </a:lnTo>
                  <a:lnTo>
                    <a:pt x="1254420" y="869940"/>
                  </a:lnTo>
                  <a:lnTo>
                    <a:pt x="1258340" y="869940"/>
                  </a:lnTo>
                  <a:lnTo>
                    <a:pt x="1262260" y="869940"/>
                  </a:lnTo>
                  <a:lnTo>
                    <a:pt x="1266180" y="869940"/>
                  </a:lnTo>
                  <a:lnTo>
                    <a:pt x="1270100" y="869940"/>
                  </a:lnTo>
                  <a:lnTo>
                    <a:pt x="1274020" y="869940"/>
                  </a:lnTo>
                  <a:lnTo>
                    <a:pt x="1277940" y="869940"/>
                  </a:lnTo>
                  <a:lnTo>
                    <a:pt x="1281860" y="869940"/>
                  </a:lnTo>
                  <a:lnTo>
                    <a:pt x="1285780" y="869940"/>
                  </a:lnTo>
                  <a:lnTo>
                    <a:pt x="1289700" y="869940"/>
                  </a:lnTo>
                  <a:lnTo>
                    <a:pt x="1293620" y="869940"/>
                  </a:lnTo>
                  <a:lnTo>
                    <a:pt x="1297540" y="869940"/>
                  </a:lnTo>
                  <a:lnTo>
                    <a:pt x="1301460" y="869940"/>
                  </a:lnTo>
                  <a:lnTo>
                    <a:pt x="1305380" y="869940"/>
                  </a:lnTo>
                  <a:lnTo>
                    <a:pt x="1309301" y="869940"/>
                  </a:lnTo>
                  <a:lnTo>
                    <a:pt x="1313221" y="869940"/>
                  </a:lnTo>
                  <a:lnTo>
                    <a:pt x="1317141" y="869940"/>
                  </a:lnTo>
                  <a:lnTo>
                    <a:pt x="1321061" y="869940"/>
                  </a:lnTo>
                  <a:lnTo>
                    <a:pt x="1324981" y="869940"/>
                  </a:lnTo>
                  <a:lnTo>
                    <a:pt x="1328901" y="869940"/>
                  </a:lnTo>
                  <a:lnTo>
                    <a:pt x="1332821" y="869940"/>
                  </a:lnTo>
                  <a:lnTo>
                    <a:pt x="1336741" y="869940"/>
                  </a:lnTo>
                  <a:lnTo>
                    <a:pt x="1340661" y="869940"/>
                  </a:lnTo>
                  <a:lnTo>
                    <a:pt x="1344581" y="869940"/>
                  </a:lnTo>
                  <a:lnTo>
                    <a:pt x="1348501" y="869940"/>
                  </a:lnTo>
                  <a:lnTo>
                    <a:pt x="1352421" y="869940"/>
                  </a:lnTo>
                  <a:lnTo>
                    <a:pt x="1356341" y="869940"/>
                  </a:lnTo>
                  <a:lnTo>
                    <a:pt x="1360261" y="869940"/>
                  </a:lnTo>
                  <a:lnTo>
                    <a:pt x="1364181" y="869940"/>
                  </a:lnTo>
                  <a:lnTo>
                    <a:pt x="1368101" y="869940"/>
                  </a:lnTo>
                  <a:lnTo>
                    <a:pt x="1372022" y="869940"/>
                  </a:lnTo>
                  <a:lnTo>
                    <a:pt x="1375942" y="869940"/>
                  </a:lnTo>
                  <a:lnTo>
                    <a:pt x="1379862" y="869940"/>
                  </a:lnTo>
                  <a:lnTo>
                    <a:pt x="1383782" y="869940"/>
                  </a:lnTo>
                  <a:lnTo>
                    <a:pt x="1387702" y="869940"/>
                  </a:lnTo>
                  <a:lnTo>
                    <a:pt x="1391622" y="869940"/>
                  </a:lnTo>
                  <a:lnTo>
                    <a:pt x="1395542" y="869940"/>
                  </a:lnTo>
                  <a:lnTo>
                    <a:pt x="1399462" y="869940"/>
                  </a:lnTo>
                  <a:lnTo>
                    <a:pt x="1403382" y="869940"/>
                  </a:lnTo>
                  <a:lnTo>
                    <a:pt x="1407302" y="869940"/>
                  </a:lnTo>
                  <a:lnTo>
                    <a:pt x="1411222" y="869940"/>
                  </a:lnTo>
                  <a:lnTo>
                    <a:pt x="1415142" y="869940"/>
                  </a:lnTo>
                  <a:lnTo>
                    <a:pt x="1419062" y="869940"/>
                  </a:lnTo>
                  <a:lnTo>
                    <a:pt x="1422982" y="869940"/>
                  </a:lnTo>
                  <a:lnTo>
                    <a:pt x="1426902" y="869940"/>
                  </a:lnTo>
                  <a:lnTo>
                    <a:pt x="1430822" y="869940"/>
                  </a:lnTo>
                  <a:lnTo>
                    <a:pt x="1434743" y="869940"/>
                  </a:lnTo>
                  <a:lnTo>
                    <a:pt x="1438663" y="869940"/>
                  </a:lnTo>
                  <a:lnTo>
                    <a:pt x="1442583" y="869940"/>
                  </a:lnTo>
                  <a:lnTo>
                    <a:pt x="1446503" y="869940"/>
                  </a:lnTo>
                  <a:lnTo>
                    <a:pt x="1450423" y="869940"/>
                  </a:lnTo>
                  <a:lnTo>
                    <a:pt x="1454343" y="869940"/>
                  </a:lnTo>
                  <a:lnTo>
                    <a:pt x="1458263" y="869940"/>
                  </a:lnTo>
                  <a:lnTo>
                    <a:pt x="1462183" y="869940"/>
                  </a:lnTo>
                  <a:lnTo>
                    <a:pt x="1466103" y="869940"/>
                  </a:lnTo>
                  <a:lnTo>
                    <a:pt x="1470023" y="869940"/>
                  </a:lnTo>
                  <a:lnTo>
                    <a:pt x="1473943" y="869940"/>
                  </a:lnTo>
                  <a:lnTo>
                    <a:pt x="1477863" y="869940"/>
                  </a:lnTo>
                  <a:lnTo>
                    <a:pt x="1481783" y="869940"/>
                  </a:lnTo>
                  <a:lnTo>
                    <a:pt x="1485703" y="869940"/>
                  </a:lnTo>
                  <a:lnTo>
                    <a:pt x="1489623" y="869940"/>
                  </a:lnTo>
                  <a:lnTo>
                    <a:pt x="1493543" y="869940"/>
                  </a:lnTo>
                  <a:lnTo>
                    <a:pt x="1497464" y="869940"/>
                  </a:lnTo>
                  <a:lnTo>
                    <a:pt x="1501384" y="869940"/>
                  </a:lnTo>
                  <a:lnTo>
                    <a:pt x="1505304" y="869940"/>
                  </a:lnTo>
                  <a:lnTo>
                    <a:pt x="1509224" y="869940"/>
                  </a:lnTo>
                  <a:lnTo>
                    <a:pt x="1513144" y="869940"/>
                  </a:lnTo>
                  <a:lnTo>
                    <a:pt x="1517064" y="869940"/>
                  </a:lnTo>
                  <a:lnTo>
                    <a:pt x="1520984" y="869940"/>
                  </a:lnTo>
                  <a:lnTo>
                    <a:pt x="1524904" y="869940"/>
                  </a:lnTo>
                  <a:lnTo>
                    <a:pt x="1528824" y="869940"/>
                  </a:lnTo>
                  <a:lnTo>
                    <a:pt x="1532744" y="869940"/>
                  </a:lnTo>
                  <a:lnTo>
                    <a:pt x="1536664" y="869940"/>
                  </a:lnTo>
                  <a:lnTo>
                    <a:pt x="1540584" y="869940"/>
                  </a:lnTo>
                  <a:lnTo>
                    <a:pt x="1544504" y="869940"/>
                  </a:lnTo>
                  <a:lnTo>
                    <a:pt x="1548424" y="869940"/>
                  </a:lnTo>
                  <a:lnTo>
                    <a:pt x="1552344" y="869940"/>
                  </a:lnTo>
                  <a:lnTo>
                    <a:pt x="1556265" y="869940"/>
                  </a:lnTo>
                  <a:lnTo>
                    <a:pt x="1560185" y="869940"/>
                  </a:lnTo>
                  <a:lnTo>
                    <a:pt x="1564105" y="869940"/>
                  </a:lnTo>
                  <a:lnTo>
                    <a:pt x="1568025" y="869940"/>
                  </a:lnTo>
                  <a:lnTo>
                    <a:pt x="1571945" y="869940"/>
                  </a:lnTo>
                  <a:lnTo>
                    <a:pt x="1575865" y="869940"/>
                  </a:lnTo>
                  <a:lnTo>
                    <a:pt x="1579785" y="869940"/>
                  </a:lnTo>
                  <a:lnTo>
                    <a:pt x="1583705" y="869940"/>
                  </a:lnTo>
                  <a:lnTo>
                    <a:pt x="1587625" y="869940"/>
                  </a:lnTo>
                  <a:lnTo>
                    <a:pt x="1591545" y="869940"/>
                  </a:lnTo>
                  <a:lnTo>
                    <a:pt x="1595465" y="869940"/>
                  </a:lnTo>
                  <a:lnTo>
                    <a:pt x="1599385" y="869940"/>
                  </a:lnTo>
                  <a:lnTo>
                    <a:pt x="1603305" y="869940"/>
                  </a:lnTo>
                  <a:lnTo>
                    <a:pt x="1607225" y="869940"/>
                  </a:lnTo>
                  <a:lnTo>
                    <a:pt x="1611145" y="869940"/>
                  </a:lnTo>
                  <a:lnTo>
                    <a:pt x="1615065" y="869940"/>
                  </a:lnTo>
                  <a:lnTo>
                    <a:pt x="1618986" y="869940"/>
                  </a:lnTo>
                  <a:lnTo>
                    <a:pt x="1622906" y="869940"/>
                  </a:lnTo>
                  <a:lnTo>
                    <a:pt x="1626826" y="869940"/>
                  </a:lnTo>
                  <a:lnTo>
                    <a:pt x="1630746" y="869940"/>
                  </a:lnTo>
                  <a:lnTo>
                    <a:pt x="1634666" y="869940"/>
                  </a:lnTo>
                  <a:lnTo>
                    <a:pt x="1638586" y="869940"/>
                  </a:lnTo>
                  <a:lnTo>
                    <a:pt x="1642506" y="869940"/>
                  </a:lnTo>
                  <a:lnTo>
                    <a:pt x="1646426" y="869940"/>
                  </a:lnTo>
                  <a:lnTo>
                    <a:pt x="1650346" y="869940"/>
                  </a:lnTo>
                  <a:lnTo>
                    <a:pt x="1654266" y="869940"/>
                  </a:lnTo>
                  <a:lnTo>
                    <a:pt x="1658186" y="869940"/>
                  </a:lnTo>
                  <a:lnTo>
                    <a:pt x="1662106" y="869940"/>
                  </a:lnTo>
                  <a:lnTo>
                    <a:pt x="1666026" y="869940"/>
                  </a:lnTo>
                  <a:lnTo>
                    <a:pt x="1669946" y="869940"/>
                  </a:lnTo>
                  <a:lnTo>
                    <a:pt x="1673866" y="869940"/>
                  </a:lnTo>
                  <a:lnTo>
                    <a:pt x="1677786" y="869940"/>
                  </a:lnTo>
                  <a:lnTo>
                    <a:pt x="1681707" y="869940"/>
                  </a:lnTo>
                  <a:lnTo>
                    <a:pt x="1685627" y="869940"/>
                  </a:lnTo>
                  <a:lnTo>
                    <a:pt x="1689547" y="869940"/>
                  </a:lnTo>
                  <a:lnTo>
                    <a:pt x="1693467" y="869940"/>
                  </a:lnTo>
                  <a:lnTo>
                    <a:pt x="1697387" y="869940"/>
                  </a:lnTo>
                  <a:lnTo>
                    <a:pt x="1701307" y="869940"/>
                  </a:lnTo>
                  <a:lnTo>
                    <a:pt x="1705227" y="869940"/>
                  </a:lnTo>
                  <a:lnTo>
                    <a:pt x="1709147" y="869940"/>
                  </a:lnTo>
                  <a:lnTo>
                    <a:pt x="1713067" y="869940"/>
                  </a:lnTo>
                  <a:lnTo>
                    <a:pt x="1716987" y="869940"/>
                  </a:lnTo>
                  <a:lnTo>
                    <a:pt x="1720907" y="869940"/>
                  </a:lnTo>
                  <a:lnTo>
                    <a:pt x="1724827" y="869940"/>
                  </a:lnTo>
                  <a:lnTo>
                    <a:pt x="1728747" y="869940"/>
                  </a:lnTo>
                  <a:lnTo>
                    <a:pt x="1732667" y="869940"/>
                  </a:lnTo>
                  <a:lnTo>
                    <a:pt x="1736587" y="869940"/>
                  </a:lnTo>
                  <a:lnTo>
                    <a:pt x="1740507" y="869940"/>
                  </a:lnTo>
                  <a:lnTo>
                    <a:pt x="1744428" y="869940"/>
                  </a:lnTo>
                  <a:lnTo>
                    <a:pt x="1748348" y="869940"/>
                  </a:lnTo>
                  <a:lnTo>
                    <a:pt x="1752268" y="869940"/>
                  </a:lnTo>
                  <a:lnTo>
                    <a:pt x="1756188" y="869940"/>
                  </a:lnTo>
                  <a:lnTo>
                    <a:pt x="1760108" y="869940"/>
                  </a:lnTo>
                  <a:lnTo>
                    <a:pt x="1764028" y="869940"/>
                  </a:lnTo>
                  <a:lnTo>
                    <a:pt x="1767948" y="869940"/>
                  </a:lnTo>
                  <a:lnTo>
                    <a:pt x="1771868" y="869940"/>
                  </a:lnTo>
                  <a:lnTo>
                    <a:pt x="1775788" y="869940"/>
                  </a:lnTo>
                  <a:lnTo>
                    <a:pt x="1779708" y="869940"/>
                  </a:lnTo>
                  <a:lnTo>
                    <a:pt x="1783628" y="869940"/>
                  </a:lnTo>
                  <a:lnTo>
                    <a:pt x="1787548" y="869940"/>
                  </a:lnTo>
                  <a:lnTo>
                    <a:pt x="1791468" y="869940"/>
                  </a:lnTo>
                  <a:lnTo>
                    <a:pt x="1795388" y="869940"/>
                  </a:lnTo>
                  <a:lnTo>
                    <a:pt x="1799308" y="869940"/>
                  </a:lnTo>
                  <a:lnTo>
                    <a:pt x="1803228" y="869940"/>
                  </a:lnTo>
                  <a:lnTo>
                    <a:pt x="1807149" y="869940"/>
                  </a:lnTo>
                  <a:lnTo>
                    <a:pt x="1811069" y="869940"/>
                  </a:lnTo>
                  <a:lnTo>
                    <a:pt x="1814989" y="869940"/>
                  </a:lnTo>
                  <a:lnTo>
                    <a:pt x="1818909" y="869940"/>
                  </a:lnTo>
                  <a:lnTo>
                    <a:pt x="1822829" y="869940"/>
                  </a:lnTo>
                  <a:lnTo>
                    <a:pt x="1826749" y="869940"/>
                  </a:lnTo>
                  <a:lnTo>
                    <a:pt x="1830669" y="869940"/>
                  </a:lnTo>
                  <a:lnTo>
                    <a:pt x="1834589" y="869940"/>
                  </a:lnTo>
                  <a:lnTo>
                    <a:pt x="1838509" y="869940"/>
                  </a:lnTo>
                  <a:lnTo>
                    <a:pt x="1842429" y="869940"/>
                  </a:lnTo>
                  <a:lnTo>
                    <a:pt x="1846349" y="869940"/>
                  </a:lnTo>
                  <a:lnTo>
                    <a:pt x="1850269" y="869940"/>
                  </a:lnTo>
                  <a:lnTo>
                    <a:pt x="1854189" y="869940"/>
                  </a:lnTo>
                  <a:lnTo>
                    <a:pt x="1858109" y="869940"/>
                  </a:lnTo>
                  <a:lnTo>
                    <a:pt x="1862029" y="869940"/>
                  </a:lnTo>
                  <a:lnTo>
                    <a:pt x="1865949" y="869940"/>
                  </a:lnTo>
                  <a:lnTo>
                    <a:pt x="1869870" y="869940"/>
                  </a:lnTo>
                  <a:lnTo>
                    <a:pt x="1873790" y="869940"/>
                  </a:lnTo>
                  <a:lnTo>
                    <a:pt x="1877710" y="869940"/>
                  </a:lnTo>
                  <a:lnTo>
                    <a:pt x="1881630" y="869940"/>
                  </a:lnTo>
                  <a:lnTo>
                    <a:pt x="1885550" y="869940"/>
                  </a:lnTo>
                  <a:lnTo>
                    <a:pt x="1889470" y="869940"/>
                  </a:lnTo>
                  <a:lnTo>
                    <a:pt x="1893390" y="869940"/>
                  </a:lnTo>
                  <a:lnTo>
                    <a:pt x="1897310" y="869940"/>
                  </a:lnTo>
                  <a:lnTo>
                    <a:pt x="1901230" y="869940"/>
                  </a:lnTo>
                  <a:lnTo>
                    <a:pt x="1905150" y="869940"/>
                  </a:lnTo>
                  <a:lnTo>
                    <a:pt x="1909070" y="869940"/>
                  </a:lnTo>
                  <a:lnTo>
                    <a:pt x="1912990" y="869940"/>
                  </a:lnTo>
                  <a:lnTo>
                    <a:pt x="1916910" y="869940"/>
                  </a:lnTo>
                  <a:lnTo>
                    <a:pt x="1920830" y="869940"/>
                  </a:lnTo>
                  <a:lnTo>
                    <a:pt x="1924750" y="869940"/>
                  </a:lnTo>
                  <a:lnTo>
                    <a:pt x="1928670" y="869940"/>
                  </a:lnTo>
                  <a:lnTo>
                    <a:pt x="1932591" y="869940"/>
                  </a:lnTo>
                  <a:lnTo>
                    <a:pt x="1936511" y="869940"/>
                  </a:lnTo>
                  <a:lnTo>
                    <a:pt x="1940431" y="869940"/>
                  </a:lnTo>
                  <a:lnTo>
                    <a:pt x="1944351" y="869940"/>
                  </a:lnTo>
                  <a:lnTo>
                    <a:pt x="1948271" y="869940"/>
                  </a:lnTo>
                  <a:lnTo>
                    <a:pt x="1952191" y="869940"/>
                  </a:lnTo>
                  <a:lnTo>
                    <a:pt x="1956111" y="869940"/>
                  </a:lnTo>
                  <a:lnTo>
                    <a:pt x="1960031" y="869940"/>
                  </a:lnTo>
                  <a:lnTo>
                    <a:pt x="1963951" y="869940"/>
                  </a:lnTo>
                  <a:lnTo>
                    <a:pt x="1967871" y="869940"/>
                  </a:lnTo>
                  <a:lnTo>
                    <a:pt x="1971791" y="869940"/>
                  </a:lnTo>
                  <a:lnTo>
                    <a:pt x="1975711" y="869940"/>
                  </a:lnTo>
                  <a:lnTo>
                    <a:pt x="1979631" y="869940"/>
                  </a:lnTo>
                  <a:lnTo>
                    <a:pt x="1983551" y="869940"/>
                  </a:lnTo>
                  <a:lnTo>
                    <a:pt x="1987471" y="869940"/>
                  </a:lnTo>
                  <a:lnTo>
                    <a:pt x="1991391" y="869940"/>
                  </a:lnTo>
                  <a:lnTo>
                    <a:pt x="1995312" y="869940"/>
                  </a:lnTo>
                  <a:lnTo>
                    <a:pt x="1999232" y="869940"/>
                  </a:lnTo>
                  <a:lnTo>
                    <a:pt x="2003152" y="869940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64" name="pg64"/>
            <p:cNvSpPr/>
            <p:nvPr/>
          </p:nvSpPr>
          <p:spPr>
            <a:xfrm>
              <a:off x="6559621" y="5898987"/>
              <a:ext cx="2003152" cy="392562"/>
            </a:xfrm>
            <a:custGeom>
              <a:avLst/>
              <a:gdLst/>
              <a:ahLst/>
              <a:cxnLst/>
              <a:rect l="0" t="0" r="0" b="0"/>
              <a:pathLst>
                <a:path w="2003152" h="392562">
                  <a:moveTo>
                    <a:pt x="0" y="392562"/>
                  </a:moveTo>
                  <a:lnTo>
                    <a:pt x="3920" y="392562"/>
                  </a:lnTo>
                  <a:lnTo>
                    <a:pt x="7840" y="392562"/>
                  </a:lnTo>
                  <a:lnTo>
                    <a:pt x="11760" y="392562"/>
                  </a:lnTo>
                  <a:lnTo>
                    <a:pt x="15680" y="392562"/>
                  </a:lnTo>
                  <a:lnTo>
                    <a:pt x="19600" y="392562"/>
                  </a:lnTo>
                  <a:lnTo>
                    <a:pt x="23520" y="392562"/>
                  </a:lnTo>
                  <a:lnTo>
                    <a:pt x="27440" y="392562"/>
                  </a:lnTo>
                  <a:lnTo>
                    <a:pt x="31360" y="392562"/>
                  </a:lnTo>
                  <a:lnTo>
                    <a:pt x="35280" y="392562"/>
                  </a:lnTo>
                  <a:lnTo>
                    <a:pt x="39200" y="392562"/>
                  </a:lnTo>
                  <a:lnTo>
                    <a:pt x="43120" y="392562"/>
                  </a:lnTo>
                  <a:lnTo>
                    <a:pt x="47040" y="392562"/>
                  </a:lnTo>
                  <a:lnTo>
                    <a:pt x="50960" y="392562"/>
                  </a:lnTo>
                  <a:lnTo>
                    <a:pt x="54880" y="392562"/>
                  </a:lnTo>
                  <a:lnTo>
                    <a:pt x="58800" y="392562"/>
                  </a:lnTo>
                  <a:lnTo>
                    <a:pt x="62721" y="392562"/>
                  </a:lnTo>
                  <a:lnTo>
                    <a:pt x="66641" y="392562"/>
                  </a:lnTo>
                  <a:lnTo>
                    <a:pt x="70561" y="392562"/>
                  </a:lnTo>
                  <a:lnTo>
                    <a:pt x="74481" y="392562"/>
                  </a:lnTo>
                  <a:lnTo>
                    <a:pt x="78401" y="392562"/>
                  </a:lnTo>
                  <a:lnTo>
                    <a:pt x="82321" y="392562"/>
                  </a:lnTo>
                  <a:lnTo>
                    <a:pt x="86241" y="392562"/>
                  </a:lnTo>
                  <a:lnTo>
                    <a:pt x="90161" y="392562"/>
                  </a:lnTo>
                  <a:lnTo>
                    <a:pt x="94081" y="392562"/>
                  </a:lnTo>
                  <a:lnTo>
                    <a:pt x="98001" y="392562"/>
                  </a:lnTo>
                  <a:lnTo>
                    <a:pt x="101921" y="392562"/>
                  </a:lnTo>
                  <a:lnTo>
                    <a:pt x="105841" y="392562"/>
                  </a:lnTo>
                  <a:lnTo>
                    <a:pt x="109761" y="392562"/>
                  </a:lnTo>
                  <a:lnTo>
                    <a:pt x="113681" y="392562"/>
                  </a:lnTo>
                  <a:lnTo>
                    <a:pt x="117601" y="392562"/>
                  </a:lnTo>
                  <a:lnTo>
                    <a:pt x="121521" y="392562"/>
                  </a:lnTo>
                  <a:lnTo>
                    <a:pt x="125442" y="392562"/>
                  </a:lnTo>
                  <a:lnTo>
                    <a:pt x="129362" y="392562"/>
                  </a:lnTo>
                  <a:lnTo>
                    <a:pt x="133282" y="392562"/>
                  </a:lnTo>
                  <a:lnTo>
                    <a:pt x="137202" y="392562"/>
                  </a:lnTo>
                  <a:lnTo>
                    <a:pt x="141122" y="392562"/>
                  </a:lnTo>
                  <a:lnTo>
                    <a:pt x="145042" y="392562"/>
                  </a:lnTo>
                  <a:lnTo>
                    <a:pt x="148962" y="392562"/>
                  </a:lnTo>
                  <a:lnTo>
                    <a:pt x="152882" y="392562"/>
                  </a:lnTo>
                  <a:lnTo>
                    <a:pt x="156802" y="392562"/>
                  </a:lnTo>
                  <a:lnTo>
                    <a:pt x="160722" y="392562"/>
                  </a:lnTo>
                  <a:lnTo>
                    <a:pt x="164642" y="392562"/>
                  </a:lnTo>
                  <a:lnTo>
                    <a:pt x="168562" y="392562"/>
                  </a:lnTo>
                  <a:lnTo>
                    <a:pt x="172482" y="392562"/>
                  </a:lnTo>
                  <a:lnTo>
                    <a:pt x="176402" y="392562"/>
                  </a:lnTo>
                  <a:lnTo>
                    <a:pt x="180322" y="392562"/>
                  </a:lnTo>
                  <a:lnTo>
                    <a:pt x="184242" y="392562"/>
                  </a:lnTo>
                  <a:lnTo>
                    <a:pt x="188163" y="392562"/>
                  </a:lnTo>
                  <a:lnTo>
                    <a:pt x="192083" y="392562"/>
                  </a:lnTo>
                  <a:lnTo>
                    <a:pt x="196003" y="392562"/>
                  </a:lnTo>
                  <a:lnTo>
                    <a:pt x="199923" y="392562"/>
                  </a:lnTo>
                  <a:lnTo>
                    <a:pt x="203843" y="392562"/>
                  </a:lnTo>
                  <a:lnTo>
                    <a:pt x="207763" y="392562"/>
                  </a:lnTo>
                  <a:lnTo>
                    <a:pt x="211683" y="392562"/>
                  </a:lnTo>
                  <a:lnTo>
                    <a:pt x="215603" y="392562"/>
                  </a:lnTo>
                  <a:lnTo>
                    <a:pt x="219523" y="392562"/>
                  </a:lnTo>
                  <a:lnTo>
                    <a:pt x="223443" y="392562"/>
                  </a:lnTo>
                  <a:lnTo>
                    <a:pt x="227363" y="392562"/>
                  </a:lnTo>
                  <a:lnTo>
                    <a:pt x="231283" y="392562"/>
                  </a:lnTo>
                  <a:lnTo>
                    <a:pt x="235203" y="392562"/>
                  </a:lnTo>
                  <a:lnTo>
                    <a:pt x="239123" y="392562"/>
                  </a:lnTo>
                  <a:lnTo>
                    <a:pt x="243043" y="392562"/>
                  </a:lnTo>
                  <a:lnTo>
                    <a:pt x="246963" y="392562"/>
                  </a:lnTo>
                  <a:lnTo>
                    <a:pt x="250884" y="392562"/>
                  </a:lnTo>
                  <a:lnTo>
                    <a:pt x="254804" y="392562"/>
                  </a:lnTo>
                  <a:lnTo>
                    <a:pt x="258724" y="392562"/>
                  </a:lnTo>
                  <a:lnTo>
                    <a:pt x="262644" y="392562"/>
                  </a:lnTo>
                  <a:lnTo>
                    <a:pt x="266564" y="392562"/>
                  </a:lnTo>
                  <a:lnTo>
                    <a:pt x="270484" y="392562"/>
                  </a:lnTo>
                  <a:lnTo>
                    <a:pt x="274404" y="392562"/>
                  </a:lnTo>
                  <a:lnTo>
                    <a:pt x="278324" y="392562"/>
                  </a:lnTo>
                  <a:lnTo>
                    <a:pt x="282244" y="392562"/>
                  </a:lnTo>
                  <a:lnTo>
                    <a:pt x="286164" y="392562"/>
                  </a:lnTo>
                  <a:lnTo>
                    <a:pt x="290084" y="392562"/>
                  </a:lnTo>
                  <a:lnTo>
                    <a:pt x="294004" y="392562"/>
                  </a:lnTo>
                  <a:lnTo>
                    <a:pt x="297924" y="392562"/>
                  </a:lnTo>
                  <a:lnTo>
                    <a:pt x="301844" y="392562"/>
                  </a:lnTo>
                  <a:lnTo>
                    <a:pt x="305764" y="392562"/>
                  </a:lnTo>
                  <a:lnTo>
                    <a:pt x="309684" y="392562"/>
                  </a:lnTo>
                  <a:lnTo>
                    <a:pt x="313605" y="392562"/>
                  </a:lnTo>
                  <a:lnTo>
                    <a:pt x="317525" y="392562"/>
                  </a:lnTo>
                  <a:lnTo>
                    <a:pt x="321445" y="392562"/>
                  </a:lnTo>
                  <a:lnTo>
                    <a:pt x="325365" y="392562"/>
                  </a:lnTo>
                  <a:lnTo>
                    <a:pt x="329285" y="392561"/>
                  </a:lnTo>
                  <a:lnTo>
                    <a:pt x="333205" y="392561"/>
                  </a:lnTo>
                  <a:lnTo>
                    <a:pt x="337125" y="392561"/>
                  </a:lnTo>
                  <a:lnTo>
                    <a:pt x="341045" y="392561"/>
                  </a:lnTo>
                  <a:lnTo>
                    <a:pt x="344965" y="392560"/>
                  </a:lnTo>
                  <a:lnTo>
                    <a:pt x="348885" y="392559"/>
                  </a:lnTo>
                  <a:lnTo>
                    <a:pt x="352805" y="392558"/>
                  </a:lnTo>
                  <a:lnTo>
                    <a:pt x="356725" y="392557"/>
                  </a:lnTo>
                  <a:lnTo>
                    <a:pt x="360645" y="392554"/>
                  </a:lnTo>
                  <a:lnTo>
                    <a:pt x="364565" y="392551"/>
                  </a:lnTo>
                  <a:lnTo>
                    <a:pt x="368485" y="392547"/>
                  </a:lnTo>
                  <a:lnTo>
                    <a:pt x="372405" y="392541"/>
                  </a:lnTo>
                  <a:lnTo>
                    <a:pt x="376326" y="392534"/>
                  </a:lnTo>
                  <a:lnTo>
                    <a:pt x="380246" y="392524"/>
                  </a:lnTo>
                  <a:lnTo>
                    <a:pt x="384166" y="392511"/>
                  </a:lnTo>
                  <a:lnTo>
                    <a:pt x="388086" y="392494"/>
                  </a:lnTo>
                  <a:lnTo>
                    <a:pt x="392006" y="392473"/>
                  </a:lnTo>
                  <a:lnTo>
                    <a:pt x="395926" y="392447"/>
                  </a:lnTo>
                  <a:lnTo>
                    <a:pt x="399846" y="392414"/>
                  </a:lnTo>
                  <a:lnTo>
                    <a:pt x="403766" y="392374"/>
                  </a:lnTo>
                  <a:lnTo>
                    <a:pt x="407686" y="392327"/>
                  </a:lnTo>
                  <a:lnTo>
                    <a:pt x="411606" y="392272"/>
                  </a:lnTo>
                  <a:lnTo>
                    <a:pt x="415526" y="392207"/>
                  </a:lnTo>
                  <a:lnTo>
                    <a:pt x="419446" y="392133"/>
                  </a:lnTo>
                  <a:lnTo>
                    <a:pt x="423366" y="392046"/>
                  </a:lnTo>
                  <a:lnTo>
                    <a:pt x="427286" y="391950"/>
                  </a:lnTo>
                  <a:lnTo>
                    <a:pt x="431206" y="391842"/>
                  </a:lnTo>
                  <a:lnTo>
                    <a:pt x="435126" y="391725"/>
                  </a:lnTo>
                  <a:lnTo>
                    <a:pt x="439047" y="391598"/>
                  </a:lnTo>
                  <a:lnTo>
                    <a:pt x="442967" y="391462"/>
                  </a:lnTo>
                  <a:lnTo>
                    <a:pt x="446887" y="391319"/>
                  </a:lnTo>
                  <a:lnTo>
                    <a:pt x="450807" y="391169"/>
                  </a:lnTo>
                  <a:lnTo>
                    <a:pt x="454727" y="391013"/>
                  </a:lnTo>
                  <a:lnTo>
                    <a:pt x="458647" y="390853"/>
                  </a:lnTo>
                  <a:lnTo>
                    <a:pt x="462567" y="390691"/>
                  </a:lnTo>
                  <a:lnTo>
                    <a:pt x="466487" y="390528"/>
                  </a:lnTo>
                  <a:lnTo>
                    <a:pt x="470407" y="390365"/>
                  </a:lnTo>
                  <a:lnTo>
                    <a:pt x="474327" y="390204"/>
                  </a:lnTo>
                  <a:lnTo>
                    <a:pt x="478247" y="390044"/>
                  </a:lnTo>
                  <a:lnTo>
                    <a:pt x="482167" y="389888"/>
                  </a:lnTo>
                  <a:lnTo>
                    <a:pt x="486087" y="389734"/>
                  </a:lnTo>
                  <a:lnTo>
                    <a:pt x="490007" y="389584"/>
                  </a:lnTo>
                  <a:lnTo>
                    <a:pt x="493927" y="389437"/>
                  </a:lnTo>
                  <a:lnTo>
                    <a:pt x="497847" y="389291"/>
                  </a:lnTo>
                  <a:lnTo>
                    <a:pt x="501768" y="389148"/>
                  </a:lnTo>
                  <a:lnTo>
                    <a:pt x="505688" y="389006"/>
                  </a:lnTo>
                  <a:lnTo>
                    <a:pt x="509608" y="388863"/>
                  </a:lnTo>
                  <a:lnTo>
                    <a:pt x="513528" y="388720"/>
                  </a:lnTo>
                  <a:lnTo>
                    <a:pt x="517448" y="388575"/>
                  </a:lnTo>
                  <a:lnTo>
                    <a:pt x="521368" y="388425"/>
                  </a:lnTo>
                  <a:lnTo>
                    <a:pt x="525288" y="388270"/>
                  </a:lnTo>
                  <a:lnTo>
                    <a:pt x="529208" y="388107"/>
                  </a:lnTo>
                  <a:lnTo>
                    <a:pt x="533128" y="387936"/>
                  </a:lnTo>
                  <a:lnTo>
                    <a:pt x="537048" y="387755"/>
                  </a:lnTo>
                  <a:lnTo>
                    <a:pt x="540968" y="387560"/>
                  </a:lnTo>
                  <a:lnTo>
                    <a:pt x="544888" y="387351"/>
                  </a:lnTo>
                  <a:lnTo>
                    <a:pt x="548808" y="387125"/>
                  </a:lnTo>
                  <a:lnTo>
                    <a:pt x="552728" y="386877"/>
                  </a:lnTo>
                  <a:lnTo>
                    <a:pt x="556648" y="386606"/>
                  </a:lnTo>
                  <a:lnTo>
                    <a:pt x="560569" y="386311"/>
                  </a:lnTo>
                  <a:lnTo>
                    <a:pt x="564489" y="385990"/>
                  </a:lnTo>
                  <a:lnTo>
                    <a:pt x="568409" y="385641"/>
                  </a:lnTo>
                  <a:lnTo>
                    <a:pt x="572329" y="385263"/>
                  </a:lnTo>
                  <a:lnTo>
                    <a:pt x="576249" y="384854"/>
                  </a:lnTo>
                  <a:lnTo>
                    <a:pt x="580169" y="384412"/>
                  </a:lnTo>
                  <a:lnTo>
                    <a:pt x="584089" y="383934"/>
                  </a:lnTo>
                  <a:lnTo>
                    <a:pt x="588009" y="383417"/>
                  </a:lnTo>
                  <a:lnTo>
                    <a:pt x="591929" y="382860"/>
                  </a:lnTo>
                  <a:lnTo>
                    <a:pt x="595849" y="382259"/>
                  </a:lnTo>
                  <a:lnTo>
                    <a:pt x="599769" y="381609"/>
                  </a:lnTo>
                  <a:lnTo>
                    <a:pt x="603689" y="380903"/>
                  </a:lnTo>
                  <a:lnTo>
                    <a:pt x="607609" y="380132"/>
                  </a:lnTo>
                  <a:lnTo>
                    <a:pt x="611529" y="379285"/>
                  </a:lnTo>
                  <a:lnTo>
                    <a:pt x="615449" y="378344"/>
                  </a:lnTo>
                  <a:lnTo>
                    <a:pt x="619369" y="377284"/>
                  </a:lnTo>
                  <a:lnTo>
                    <a:pt x="623290" y="376098"/>
                  </a:lnTo>
                  <a:lnTo>
                    <a:pt x="627210" y="374766"/>
                  </a:lnTo>
                  <a:lnTo>
                    <a:pt x="631130" y="373270"/>
                  </a:lnTo>
                  <a:lnTo>
                    <a:pt x="635050" y="371589"/>
                  </a:lnTo>
                  <a:lnTo>
                    <a:pt x="638970" y="369704"/>
                  </a:lnTo>
                  <a:lnTo>
                    <a:pt x="642890" y="367596"/>
                  </a:lnTo>
                  <a:lnTo>
                    <a:pt x="646810" y="365241"/>
                  </a:lnTo>
                  <a:lnTo>
                    <a:pt x="650730" y="362586"/>
                  </a:lnTo>
                  <a:lnTo>
                    <a:pt x="654650" y="359650"/>
                  </a:lnTo>
                  <a:lnTo>
                    <a:pt x="658570" y="356419"/>
                  </a:lnTo>
                  <a:lnTo>
                    <a:pt x="662490" y="352880"/>
                  </a:lnTo>
                  <a:lnTo>
                    <a:pt x="666410" y="349019"/>
                  </a:lnTo>
                  <a:lnTo>
                    <a:pt x="670330" y="344825"/>
                  </a:lnTo>
                  <a:lnTo>
                    <a:pt x="674250" y="340283"/>
                  </a:lnTo>
                  <a:lnTo>
                    <a:pt x="678170" y="335381"/>
                  </a:lnTo>
                  <a:lnTo>
                    <a:pt x="682090" y="330048"/>
                  </a:lnTo>
                  <a:lnTo>
                    <a:pt x="686011" y="324310"/>
                  </a:lnTo>
                  <a:lnTo>
                    <a:pt x="689931" y="318159"/>
                  </a:lnTo>
                  <a:lnTo>
                    <a:pt x="693851" y="311575"/>
                  </a:lnTo>
                  <a:lnTo>
                    <a:pt x="697771" y="304541"/>
                  </a:lnTo>
                  <a:lnTo>
                    <a:pt x="701691" y="297040"/>
                  </a:lnTo>
                  <a:lnTo>
                    <a:pt x="705611" y="289055"/>
                  </a:lnTo>
                  <a:lnTo>
                    <a:pt x="709531" y="280572"/>
                  </a:lnTo>
                  <a:lnTo>
                    <a:pt x="713451" y="271528"/>
                  </a:lnTo>
                  <a:lnTo>
                    <a:pt x="717371" y="261941"/>
                  </a:lnTo>
                  <a:lnTo>
                    <a:pt x="721291" y="251844"/>
                  </a:lnTo>
                  <a:lnTo>
                    <a:pt x="725211" y="241245"/>
                  </a:lnTo>
                  <a:lnTo>
                    <a:pt x="729131" y="230163"/>
                  </a:lnTo>
                  <a:lnTo>
                    <a:pt x="733051" y="218621"/>
                  </a:lnTo>
                  <a:lnTo>
                    <a:pt x="736971" y="206653"/>
                  </a:lnTo>
                  <a:lnTo>
                    <a:pt x="740891" y="194301"/>
                  </a:lnTo>
                  <a:lnTo>
                    <a:pt x="744811" y="181597"/>
                  </a:lnTo>
                  <a:lnTo>
                    <a:pt x="748732" y="168609"/>
                  </a:lnTo>
                  <a:lnTo>
                    <a:pt x="752652" y="155441"/>
                  </a:lnTo>
                  <a:lnTo>
                    <a:pt x="756572" y="142171"/>
                  </a:lnTo>
                  <a:lnTo>
                    <a:pt x="760492" y="128885"/>
                  </a:lnTo>
                  <a:lnTo>
                    <a:pt x="764412" y="115674"/>
                  </a:lnTo>
                  <a:lnTo>
                    <a:pt x="768332" y="102635"/>
                  </a:lnTo>
                  <a:lnTo>
                    <a:pt x="772252" y="89869"/>
                  </a:lnTo>
                  <a:lnTo>
                    <a:pt x="776172" y="77495"/>
                  </a:lnTo>
                  <a:lnTo>
                    <a:pt x="780092" y="65699"/>
                  </a:lnTo>
                  <a:lnTo>
                    <a:pt x="784012" y="54539"/>
                  </a:lnTo>
                  <a:lnTo>
                    <a:pt x="787932" y="44124"/>
                  </a:lnTo>
                  <a:lnTo>
                    <a:pt x="791852" y="34560"/>
                  </a:lnTo>
                  <a:lnTo>
                    <a:pt x="795772" y="25950"/>
                  </a:lnTo>
                  <a:lnTo>
                    <a:pt x="799692" y="18392"/>
                  </a:lnTo>
                  <a:lnTo>
                    <a:pt x="803612" y="11978"/>
                  </a:lnTo>
                  <a:lnTo>
                    <a:pt x="807532" y="6792"/>
                  </a:lnTo>
                  <a:lnTo>
                    <a:pt x="811453" y="3118"/>
                  </a:lnTo>
                  <a:lnTo>
                    <a:pt x="815373" y="845"/>
                  </a:lnTo>
                  <a:lnTo>
                    <a:pt x="819293" y="0"/>
                  </a:lnTo>
                  <a:lnTo>
                    <a:pt x="823213" y="611"/>
                  </a:lnTo>
                  <a:lnTo>
                    <a:pt x="827133" y="2689"/>
                  </a:lnTo>
                  <a:lnTo>
                    <a:pt x="831053" y="6229"/>
                  </a:lnTo>
                  <a:lnTo>
                    <a:pt x="834973" y="11206"/>
                  </a:lnTo>
                  <a:lnTo>
                    <a:pt x="838893" y="17577"/>
                  </a:lnTo>
                  <a:lnTo>
                    <a:pt x="842813" y="25419"/>
                  </a:lnTo>
                  <a:lnTo>
                    <a:pt x="846733" y="34541"/>
                  </a:lnTo>
                  <a:lnTo>
                    <a:pt x="850653" y="44773"/>
                  </a:lnTo>
                  <a:lnTo>
                    <a:pt x="854573" y="55997"/>
                  </a:lnTo>
                  <a:lnTo>
                    <a:pt x="858493" y="68082"/>
                  </a:lnTo>
                  <a:lnTo>
                    <a:pt x="862413" y="80893"/>
                  </a:lnTo>
                  <a:lnTo>
                    <a:pt x="866333" y="94287"/>
                  </a:lnTo>
                  <a:lnTo>
                    <a:pt x="870253" y="108123"/>
                  </a:lnTo>
                  <a:lnTo>
                    <a:pt x="874174" y="122268"/>
                  </a:lnTo>
                  <a:lnTo>
                    <a:pt x="878094" y="136554"/>
                  </a:lnTo>
                  <a:lnTo>
                    <a:pt x="882014" y="150836"/>
                  </a:lnTo>
                  <a:lnTo>
                    <a:pt x="885934" y="165003"/>
                  </a:lnTo>
                  <a:lnTo>
                    <a:pt x="889854" y="178961"/>
                  </a:lnTo>
                  <a:lnTo>
                    <a:pt x="893774" y="192626"/>
                  </a:lnTo>
                  <a:lnTo>
                    <a:pt x="897694" y="205929"/>
                  </a:lnTo>
                  <a:lnTo>
                    <a:pt x="901614" y="218814"/>
                  </a:lnTo>
                  <a:lnTo>
                    <a:pt x="905534" y="231221"/>
                  </a:lnTo>
                  <a:lnTo>
                    <a:pt x="909454" y="243067"/>
                  </a:lnTo>
                  <a:lnTo>
                    <a:pt x="913374" y="254396"/>
                  </a:lnTo>
                  <a:lnTo>
                    <a:pt x="917294" y="265199"/>
                  </a:lnTo>
                  <a:lnTo>
                    <a:pt x="921214" y="275473"/>
                  </a:lnTo>
                  <a:lnTo>
                    <a:pt x="925134" y="285219"/>
                  </a:lnTo>
                  <a:lnTo>
                    <a:pt x="929054" y="294443"/>
                  </a:lnTo>
                  <a:lnTo>
                    <a:pt x="932974" y="303152"/>
                  </a:lnTo>
                  <a:lnTo>
                    <a:pt x="936895" y="311355"/>
                  </a:lnTo>
                  <a:lnTo>
                    <a:pt x="940815" y="318987"/>
                  </a:lnTo>
                  <a:lnTo>
                    <a:pt x="944735" y="326137"/>
                  </a:lnTo>
                  <a:lnTo>
                    <a:pt x="948655" y="332818"/>
                  </a:lnTo>
                  <a:lnTo>
                    <a:pt x="952575" y="339041"/>
                  </a:lnTo>
                  <a:lnTo>
                    <a:pt x="956495" y="344818"/>
                  </a:lnTo>
                  <a:lnTo>
                    <a:pt x="960415" y="350160"/>
                  </a:lnTo>
                  <a:lnTo>
                    <a:pt x="964335" y="355081"/>
                  </a:lnTo>
                  <a:lnTo>
                    <a:pt x="968255" y="359592"/>
                  </a:lnTo>
                  <a:lnTo>
                    <a:pt x="972175" y="363664"/>
                  </a:lnTo>
                  <a:lnTo>
                    <a:pt x="976095" y="367344"/>
                  </a:lnTo>
                  <a:lnTo>
                    <a:pt x="980015" y="370665"/>
                  </a:lnTo>
                  <a:lnTo>
                    <a:pt x="983935" y="373644"/>
                  </a:lnTo>
                  <a:lnTo>
                    <a:pt x="987855" y="376299"/>
                  </a:lnTo>
                  <a:lnTo>
                    <a:pt x="991775" y="378651"/>
                  </a:lnTo>
                  <a:lnTo>
                    <a:pt x="995695" y="380718"/>
                  </a:lnTo>
                  <a:lnTo>
                    <a:pt x="999616" y="382522"/>
                  </a:lnTo>
                  <a:lnTo>
                    <a:pt x="1003536" y="384067"/>
                  </a:lnTo>
                  <a:lnTo>
                    <a:pt x="1007456" y="385381"/>
                  </a:lnTo>
                  <a:lnTo>
                    <a:pt x="1011376" y="386504"/>
                  </a:lnTo>
                  <a:lnTo>
                    <a:pt x="1015296" y="387459"/>
                  </a:lnTo>
                  <a:lnTo>
                    <a:pt x="1019216" y="388265"/>
                  </a:lnTo>
                  <a:lnTo>
                    <a:pt x="1023136" y="388942"/>
                  </a:lnTo>
                  <a:lnTo>
                    <a:pt x="1027056" y="389508"/>
                  </a:lnTo>
                  <a:lnTo>
                    <a:pt x="1030976" y="389980"/>
                  </a:lnTo>
                  <a:lnTo>
                    <a:pt x="1034896" y="390370"/>
                  </a:lnTo>
                  <a:lnTo>
                    <a:pt x="1038816" y="390689"/>
                  </a:lnTo>
                  <a:lnTo>
                    <a:pt x="1042736" y="390959"/>
                  </a:lnTo>
                  <a:lnTo>
                    <a:pt x="1046656" y="391186"/>
                  </a:lnTo>
                  <a:lnTo>
                    <a:pt x="1050576" y="391381"/>
                  </a:lnTo>
                  <a:lnTo>
                    <a:pt x="1054496" y="391547"/>
                  </a:lnTo>
                  <a:lnTo>
                    <a:pt x="1058417" y="391692"/>
                  </a:lnTo>
                  <a:lnTo>
                    <a:pt x="1062337" y="391817"/>
                  </a:lnTo>
                  <a:lnTo>
                    <a:pt x="1066257" y="391927"/>
                  </a:lnTo>
                  <a:lnTo>
                    <a:pt x="1070177" y="392022"/>
                  </a:lnTo>
                  <a:lnTo>
                    <a:pt x="1074097" y="392106"/>
                  </a:lnTo>
                  <a:lnTo>
                    <a:pt x="1078017" y="392179"/>
                  </a:lnTo>
                  <a:lnTo>
                    <a:pt x="1081937" y="392244"/>
                  </a:lnTo>
                  <a:lnTo>
                    <a:pt x="1085857" y="392300"/>
                  </a:lnTo>
                  <a:lnTo>
                    <a:pt x="1089777" y="392348"/>
                  </a:lnTo>
                  <a:lnTo>
                    <a:pt x="1093697" y="392389"/>
                  </a:lnTo>
                  <a:lnTo>
                    <a:pt x="1097617" y="392424"/>
                  </a:lnTo>
                  <a:lnTo>
                    <a:pt x="1101537" y="392453"/>
                  </a:lnTo>
                  <a:lnTo>
                    <a:pt x="1105457" y="392477"/>
                  </a:lnTo>
                  <a:lnTo>
                    <a:pt x="1109377" y="392496"/>
                  </a:lnTo>
                  <a:lnTo>
                    <a:pt x="1113297" y="392511"/>
                  </a:lnTo>
                  <a:lnTo>
                    <a:pt x="1117217" y="392524"/>
                  </a:lnTo>
                  <a:lnTo>
                    <a:pt x="1121138" y="392534"/>
                  </a:lnTo>
                  <a:lnTo>
                    <a:pt x="1125058" y="392541"/>
                  </a:lnTo>
                  <a:lnTo>
                    <a:pt x="1128978" y="392547"/>
                  </a:lnTo>
                  <a:lnTo>
                    <a:pt x="1132898" y="392551"/>
                  </a:lnTo>
                  <a:lnTo>
                    <a:pt x="1136818" y="392554"/>
                  </a:lnTo>
                  <a:lnTo>
                    <a:pt x="1140738" y="392556"/>
                  </a:lnTo>
                  <a:lnTo>
                    <a:pt x="1144658" y="392558"/>
                  </a:lnTo>
                  <a:lnTo>
                    <a:pt x="1148578" y="392559"/>
                  </a:lnTo>
                  <a:lnTo>
                    <a:pt x="1152498" y="392560"/>
                  </a:lnTo>
                  <a:lnTo>
                    <a:pt x="1156418" y="392561"/>
                  </a:lnTo>
                  <a:lnTo>
                    <a:pt x="1160338" y="392561"/>
                  </a:lnTo>
                  <a:lnTo>
                    <a:pt x="1164258" y="392561"/>
                  </a:lnTo>
                  <a:lnTo>
                    <a:pt x="1168178" y="392561"/>
                  </a:lnTo>
                  <a:lnTo>
                    <a:pt x="1172098" y="392562"/>
                  </a:lnTo>
                  <a:lnTo>
                    <a:pt x="1176018" y="392562"/>
                  </a:lnTo>
                  <a:lnTo>
                    <a:pt x="1179938" y="392562"/>
                  </a:lnTo>
                  <a:lnTo>
                    <a:pt x="1183859" y="392562"/>
                  </a:lnTo>
                  <a:lnTo>
                    <a:pt x="1187779" y="392562"/>
                  </a:lnTo>
                  <a:lnTo>
                    <a:pt x="1191699" y="392562"/>
                  </a:lnTo>
                  <a:lnTo>
                    <a:pt x="1195619" y="392562"/>
                  </a:lnTo>
                  <a:lnTo>
                    <a:pt x="1199539" y="392562"/>
                  </a:lnTo>
                  <a:lnTo>
                    <a:pt x="1203459" y="392562"/>
                  </a:lnTo>
                  <a:lnTo>
                    <a:pt x="1207379" y="392562"/>
                  </a:lnTo>
                  <a:lnTo>
                    <a:pt x="1211299" y="392562"/>
                  </a:lnTo>
                  <a:lnTo>
                    <a:pt x="1215219" y="392562"/>
                  </a:lnTo>
                  <a:lnTo>
                    <a:pt x="1219139" y="392562"/>
                  </a:lnTo>
                  <a:lnTo>
                    <a:pt x="1223059" y="392562"/>
                  </a:lnTo>
                  <a:lnTo>
                    <a:pt x="1226979" y="392562"/>
                  </a:lnTo>
                  <a:lnTo>
                    <a:pt x="1230899" y="392562"/>
                  </a:lnTo>
                  <a:lnTo>
                    <a:pt x="1234819" y="392562"/>
                  </a:lnTo>
                  <a:lnTo>
                    <a:pt x="1238739" y="392562"/>
                  </a:lnTo>
                  <a:lnTo>
                    <a:pt x="1242659" y="392562"/>
                  </a:lnTo>
                  <a:lnTo>
                    <a:pt x="1246580" y="392561"/>
                  </a:lnTo>
                  <a:lnTo>
                    <a:pt x="1250500" y="392561"/>
                  </a:lnTo>
                  <a:lnTo>
                    <a:pt x="1254420" y="392561"/>
                  </a:lnTo>
                  <a:lnTo>
                    <a:pt x="1258340" y="392560"/>
                  </a:lnTo>
                  <a:lnTo>
                    <a:pt x="1262260" y="392559"/>
                  </a:lnTo>
                  <a:lnTo>
                    <a:pt x="1266180" y="392558"/>
                  </a:lnTo>
                  <a:lnTo>
                    <a:pt x="1270100" y="392557"/>
                  </a:lnTo>
                  <a:lnTo>
                    <a:pt x="1274020" y="392554"/>
                  </a:lnTo>
                  <a:lnTo>
                    <a:pt x="1277940" y="392551"/>
                  </a:lnTo>
                  <a:lnTo>
                    <a:pt x="1281860" y="392546"/>
                  </a:lnTo>
                  <a:lnTo>
                    <a:pt x="1285780" y="392540"/>
                  </a:lnTo>
                  <a:lnTo>
                    <a:pt x="1289700" y="392532"/>
                  </a:lnTo>
                  <a:lnTo>
                    <a:pt x="1293620" y="392520"/>
                  </a:lnTo>
                  <a:lnTo>
                    <a:pt x="1297540" y="392505"/>
                  </a:lnTo>
                  <a:lnTo>
                    <a:pt x="1301460" y="392485"/>
                  </a:lnTo>
                  <a:lnTo>
                    <a:pt x="1305380" y="392459"/>
                  </a:lnTo>
                  <a:lnTo>
                    <a:pt x="1309301" y="392427"/>
                  </a:lnTo>
                  <a:lnTo>
                    <a:pt x="1313221" y="392385"/>
                  </a:lnTo>
                  <a:lnTo>
                    <a:pt x="1317141" y="392334"/>
                  </a:lnTo>
                  <a:lnTo>
                    <a:pt x="1321061" y="392271"/>
                  </a:lnTo>
                  <a:lnTo>
                    <a:pt x="1324981" y="392195"/>
                  </a:lnTo>
                  <a:lnTo>
                    <a:pt x="1328901" y="392100"/>
                  </a:lnTo>
                  <a:lnTo>
                    <a:pt x="1332821" y="391987"/>
                  </a:lnTo>
                  <a:lnTo>
                    <a:pt x="1336741" y="391854"/>
                  </a:lnTo>
                  <a:lnTo>
                    <a:pt x="1340661" y="391699"/>
                  </a:lnTo>
                  <a:lnTo>
                    <a:pt x="1344581" y="391519"/>
                  </a:lnTo>
                  <a:lnTo>
                    <a:pt x="1348501" y="391313"/>
                  </a:lnTo>
                  <a:lnTo>
                    <a:pt x="1352421" y="391080"/>
                  </a:lnTo>
                  <a:lnTo>
                    <a:pt x="1356341" y="390817"/>
                  </a:lnTo>
                  <a:lnTo>
                    <a:pt x="1360261" y="390521"/>
                  </a:lnTo>
                  <a:lnTo>
                    <a:pt x="1364181" y="390194"/>
                  </a:lnTo>
                  <a:lnTo>
                    <a:pt x="1368101" y="389836"/>
                  </a:lnTo>
                  <a:lnTo>
                    <a:pt x="1372022" y="389449"/>
                  </a:lnTo>
                  <a:lnTo>
                    <a:pt x="1375942" y="389034"/>
                  </a:lnTo>
                  <a:lnTo>
                    <a:pt x="1379862" y="388592"/>
                  </a:lnTo>
                  <a:lnTo>
                    <a:pt x="1383782" y="388126"/>
                  </a:lnTo>
                  <a:lnTo>
                    <a:pt x="1387702" y="387639"/>
                  </a:lnTo>
                  <a:lnTo>
                    <a:pt x="1391622" y="387132"/>
                  </a:lnTo>
                  <a:lnTo>
                    <a:pt x="1395542" y="386610"/>
                  </a:lnTo>
                  <a:lnTo>
                    <a:pt x="1399462" y="386077"/>
                  </a:lnTo>
                  <a:lnTo>
                    <a:pt x="1403382" y="385535"/>
                  </a:lnTo>
                  <a:lnTo>
                    <a:pt x="1407302" y="384988"/>
                  </a:lnTo>
                  <a:lnTo>
                    <a:pt x="1411222" y="384435"/>
                  </a:lnTo>
                  <a:lnTo>
                    <a:pt x="1415142" y="383877"/>
                  </a:lnTo>
                  <a:lnTo>
                    <a:pt x="1419062" y="383314"/>
                  </a:lnTo>
                  <a:lnTo>
                    <a:pt x="1422982" y="382741"/>
                  </a:lnTo>
                  <a:lnTo>
                    <a:pt x="1426902" y="382153"/>
                  </a:lnTo>
                  <a:lnTo>
                    <a:pt x="1430822" y="381544"/>
                  </a:lnTo>
                  <a:lnTo>
                    <a:pt x="1434743" y="380907"/>
                  </a:lnTo>
                  <a:lnTo>
                    <a:pt x="1438663" y="380234"/>
                  </a:lnTo>
                  <a:lnTo>
                    <a:pt x="1442583" y="379514"/>
                  </a:lnTo>
                  <a:lnTo>
                    <a:pt x="1446503" y="378738"/>
                  </a:lnTo>
                  <a:lnTo>
                    <a:pt x="1450423" y="377897"/>
                  </a:lnTo>
                  <a:lnTo>
                    <a:pt x="1454343" y="376979"/>
                  </a:lnTo>
                  <a:lnTo>
                    <a:pt x="1458263" y="375964"/>
                  </a:lnTo>
                  <a:lnTo>
                    <a:pt x="1462183" y="374857"/>
                  </a:lnTo>
                  <a:lnTo>
                    <a:pt x="1466103" y="373651"/>
                  </a:lnTo>
                  <a:lnTo>
                    <a:pt x="1470023" y="372344"/>
                  </a:lnTo>
                  <a:lnTo>
                    <a:pt x="1473943" y="370936"/>
                  </a:lnTo>
                  <a:lnTo>
                    <a:pt x="1477863" y="369426"/>
                  </a:lnTo>
                  <a:lnTo>
                    <a:pt x="1481783" y="367817"/>
                  </a:lnTo>
                  <a:lnTo>
                    <a:pt x="1485703" y="366116"/>
                  </a:lnTo>
                  <a:lnTo>
                    <a:pt x="1489623" y="364318"/>
                  </a:lnTo>
                  <a:lnTo>
                    <a:pt x="1493543" y="362446"/>
                  </a:lnTo>
                  <a:lnTo>
                    <a:pt x="1497464" y="360514"/>
                  </a:lnTo>
                  <a:lnTo>
                    <a:pt x="1501384" y="358535"/>
                  </a:lnTo>
                  <a:lnTo>
                    <a:pt x="1505304" y="356525"/>
                  </a:lnTo>
                  <a:lnTo>
                    <a:pt x="1509224" y="354497"/>
                  </a:lnTo>
                  <a:lnTo>
                    <a:pt x="1513144" y="352470"/>
                  </a:lnTo>
                  <a:lnTo>
                    <a:pt x="1517064" y="350461"/>
                  </a:lnTo>
                  <a:lnTo>
                    <a:pt x="1520984" y="348494"/>
                  </a:lnTo>
                  <a:lnTo>
                    <a:pt x="1524904" y="346587"/>
                  </a:lnTo>
                  <a:lnTo>
                    <a:pt x="1528824" y="344756"/>
                  </a:lnTo>
                  <a:lnTo>
                    <a:pt x="1532744" y="343017"/>
                  </a:lnTo>
                  <a:lnTo>
                    <a:pt x="1536664" y="341384"/>
                  </a:lnTo>
                  <a:lnTo>
                    <a:pt x="1540584" y="339868"/>
                  </a:lnTo>
                  <a:lnTo>
                    <a:pt x="1544504" y="338483"/>
                  </a:lnTo>
                  <a:lnTo>
                    <a:pt x="1548424" y="337235"/>
                  </a:lnTo>
                  <a:lnTo>
                    <a:pt x="1552344" y="336144"/>
                  </a:lnTo>
                  <a:lnTo>
                    <a:pt x="1556265" y="335216"/>
                  </a:lnTo>
                  <a:lnTo>
                    <a:pt x="1560185" y="334441"/>
                  </a:lnTo>
                  <a:lnTo>
                    <a:pt x="1564105" y="333817"/>
                  </a:lnTo>
                  <a:lnTo>
                    <a:pt x="1568025" y="333342"/>
                  </a:lnTo>
                  <a:lnTo>
                    <a:pt x="1571945" y="333014"/>
                  </a:lnTo>
                  <a:lnTo>
                    <a:pt x="1575865" y="332829"/>
                  </a:lnTo>
                  <a:lnTo>
                    <a:pt x="1579785" y="332782"/>
                  </a:lnTo>
                  <a:lnTo>
                    <a:pt x="1583705" y="332874"/>
                  </a:lnTo>
                  <a:lnTo>
                    <a:pt x="1587625" y="333112"/>
                  </a:lnTo>
                  <a:lnTo>
                    <a:pt x="1591545" y="333477"/>
                  </a:lnTo>
                  <a:lnTo>
                    <a:pt x="1595465" y="333967"/>
                  </a:lnTo>
                  <a:lnTo>
                    <a:pt x="1599385" y="334583"/>
                  </a:lnTo>
                  <a:lnTo>
                    <a:pt x="1603305" y="335326"/>
                  </a:lnTo>
                  <a:lnTo>
                    <a:pt x="1607225" y="336197"/>
                  </a:lnTo>
                  <a:lnTo>
                    <a:pt x="1611145" y="337198"/>
                  </a:lnTo>
                  <a:lnTo>
                    <a:pt x="1615065" y="338331"/>
                  </a:lnTo>
                  <a:lnTo>
                    <a:pt x="1618986" y="339619"/>
                  </a:lnTo>
                  <a:lnTo>
                    <a:pt x="1622906" y="341042"/>
                  </a:lnTo>
                  <a:lnTo>
                    <a:pt x="1626826" y="342596"/>
                  </a:lnTo>
                  <a:lnTo>
                    <a:pt x="1630746" y="344277"/>
                  </a:lnTo>
                  <a:lnTo>
                    <a:pt x="1634666" y="346077"/>
                  </a:lnTo>
                  <a:lnTo>
                    <a:pt x="1638586" y="347985"/>
                  </a:lnTo>
                  <a:lnTo>
                    <a:pt x="1642506" y="349989"/>
                  </a:lnTo>
                  <a:lnTo>
                    <a:pt x="1646426" y="352072"/>
                  </a:lnTo>
                  <a:lnTo>
                    <a:pt x="1650346" y="354219"/>
                  </a:lnTo>
                  <a:lnTo>
                    <a:pt x="1654266" y="356401"/>
                  </a:lnTo>
                  <a:lnTo>
                    <a:pt x="1658186" y="358592"/>
                  </a:lnTo>
                  <a:lnTo>
                    <a:pt x="1662106" y="360770"/>
                  </a:lnTo>
                  <a:lnTo>
                    <a:pt x="1666026" y="362915"/>
                  </a:lnTo>
                  <a:lnTo>
                    <a:pt x="1669946" y="365006"/>
                  </a:lnTo>
                  <a:lnTo>
                    <a:pt x="1673866" y="367025"/>
                  </a:lnTo>
                  <a:lnTo>
                    <a:pt x="1677786" y="368958"/>
                  </a:lnTo>
                  <a:lnTo>
                    <a:pt x="1681707" y="370783"/>
                  </a:lnTo>
                  <a:lnTo>
                    <a:pt x="1685627" y="372491"/>
                  </a:lnTo>
                  <a:lnTo>
                    <a:pt x="1689547" y="374086"/>
                  </a:lnTo>
                  <a:lnTo>
                    <a:pt x="1693467" y="375568"/>
                  </a:lnTo>
                  <a:lnTo>
                    <a:pt x="1697387" y="376940"/>
                  </a:lnTo>
                  <a:lnTo>
                    <a:pt x="1701307" y="378206"/>
                  </a:lnTo>
                  <a:lnTo>
                    <a:pt x="1705227" y="379371"/>
                  </a:lnTo>
                  <a:lnTo>
                    <a:pt x="1709147" y="380444"/>
                  </a:lnTo>
                  <a:lnTo>
                    <a:pt x="1713067" y="381428"/>
                  </a:lnTo>
                  <a:lnTo>
                    <a:pt x="1716987" y="382328"/>
                  </a:lnTo>
                  <a:lnTo>
                    <a:pt x="1720907" y="383161"/>
                  </a:lnTo>
                  <a:lnTo>
                    <a:pt x="1724827" y="383932"/>
                  </a:lnTo>
                  <a:lnTo>
                    <a:pt x="1728747" y="384646"/>
                  </a:lnTo>
                  <a:lnTo>
                    <a:pt x="1732667" y="385308"/>
                  </a:lnTo>
                  <a:lnTo>
                    <a:pt x="1736587" y="385921"/>
                  </a:lnTo>
                  <a:lnTo>
                    <a:pt x="1740507" y="386488"/>
                  </a:lnTo>
                  <a:lnTo>
                    <a:pt x="1744428" y="387009"/>
                  </a:lnTo>
                  <a:lnTo>
                    <a:pt x="1748348" y="387480"/>
                  </a:lnTo>
                  <a:lnTo>
                    <a:pt x="1752268" y="387909"/>
                  </a:lnTo>
                  <a:lnTo>
                    <a:pt x="1756188" y="388299"/>
                  </a:lnTo>
                  <a:lnTo>
                    <a:pt x="1760108" y="388650"/>
                  </a:lnTo>
                  <a:lnTo>
                    <a:pt x="1764028" y="388966"/>
                  </a:lnTo>
                  <a:lnTo>
                    <a:pt x="1767948" y="389248"/>
                  </a:lnTo>
                  <a:lnTo>
                    <a:pt x="1771868" y="389500"/>
                  </a:lnTo>
                  <a:lnTo>
                    <a:pt x="1775788" y="389726"/>
                  </a:lnTo>
                  <a:lnTo>
                    <a:pt x="1779708" y="389926"/>
                  </a:lnTo>
                  <a:lnTo>
                    <a:pt x="1783628" y="390108"/>
                  </a:lnTo>
                  <a:lnTo>
                    <a:pt x="1787548" y="390275"/>
                  </a:lnTo>
                  <a:lnTo>
                    <a:pt x="1791468" y="390431"/>
                  </a:lnTo>
                  <a:lnTo>
                    <a:pt x="1795388" y="390578"/>
                  </a:lnTo>
                  <a:lnTo>
                    <a:pt x="1799308" y="390719"/>
                  </a:lnTo>
                  <a:lnTo>
                    <a:pt x="1803228" y="390855"/>
                  </a:lnTo>
                  <a:lnTo>
                    <a:pt x="1807149" y="390988"/>
                  </a:lnTo>
                  <a:lnTo>
                    <a:pt x="1811069" y="391119"/>
                  </a:lnTo>
                  <a:lnTo>
                    <a:pt x="1814989" y="391246"/>
                  </a:lnTo>
                  <a:lnTo>
                    <a:pt x="1818909" y="391371"/>
                  </a:lnTo>
                  <a:lnTo>
                    <a:pt x="1822829" y="391493"/>
                  </a:lnTo>
                  <a:lnTo>
                    <a:pt x="1826749" y="391610"/>
                  </a:lnTo>
                  <a:lnTo>
                    <a:pt x="1830669" y="391721"/>
                  </a:lnTo>
                  <a:lnTo>
                    <a:pt x="1834589" y="391827"/>
                  </a:lnTo>
                  <a:lnTo>
                    <a:pt x="1838509" y="391926"/>
                  </a:lnTo>
                  <a:lnTo>
                    <a:pt x="1842429" y="392018"/>
                  </a:lnTo>
                  <a:lnTo>
                    <a:pt x="1846349" y="392100"/>
                  </a:lnTo>
                  <a:lnTo>
                    <a:pt x="1850269" y="392174"/>
                  </a:lnTo>
                  <a:lnTo>
                    <a:pt x="1854189" y="392240"/>
                  </a:lnTo>
                  <a:lnTo>
                    <a:pt x="1858109" y="392298"/>
                  </a:lnTo>
                  <a:lnTo>
                    <a:pt x="1862029" y="392347"/>
                  </a:lnTo>
                  <a:lnTo>
                    <a:pt x="1865949" y="392390"/>
                  </a:lnTo>
                  <a:lnTo>
                    <a:pt x="1869870" y="392426"/>
                  </a:lnTo>
                  <a:lnTo>
                    <a:pt x="1873790" y="392456"/>
                  </a:lnTo>
                  <a:lnTo>
                    <a:pt x="1877710" y="392479"/>
                  </a:lnTo>
                  <a:lnTo>
                    <a:pt x="1881630" y="392498"/>
                  </a:lnTo>
                  <a:lnTo>
                    <a:pt x="1885550" y="392514"/>
                  </a:lnTo>
                  <a:lnTo>
                    <a:pt x="1889470" y="392526"/>
                  </a:lnTo>
                  <a:lnTo>
                    <a:pt x="1893390" y="392535"/>
                  </a:lnTo>
                  <a:lnTo>
                    <a:pt x="1897310" y="392543"/>
                  </a:lnTo>
                  <a:lnTo>
                    <a:pt x="1901230" y="392548"/>
                  </a:lnTo>
                  <a:lnTo>
                    <a:pt x="1905150" y="392552"/>
                  </a:lnTo>
                  <a:lnTo>
                    <a:pt x="1909070" y="392555"/>
                  </a:lnTo>
                  <a:lnTo>
                    <a:pt x="1912990" y="392557"/>
                  </a:lnTo>
                  <a:lnTo>
                    <a:pt x="1916910" y="392558"/>
                  </a:lnTo>
                  <a:lnTo>
                    <a:pt x="1920830" y="392560"/>
                  </a:lnTo>
                  <a:lnTo>
                    <a:pt x="1924750" y="392560"/>
                  </a:lnTo>
                  <a:lnTo>
                    <a:pt x="1928670" y="392561"/>
                  </a:lnTo>
                  <a:lnTo>
                    <a:pt x="1932591" y="392561"/>
                  </a:lnTo>
                  <a:lnTo>
                    <a:pt x="1936511" y="392561"/>
                  </a:lnTo>
                  <a:lnTo>
                    <a:pt x="1940431" y="392562"/>
                  </a:lnTo>
                  <a:lnTo>
                    <a:pt x="1944351" y="392562"/>
                  </a:lnTo>
                  <a:lnTo>
                    <a:pt x="1948271" y="392562"/>
                  </a:lnTo>
                  <a:lnTo>
                    <a:pt x="1952191" y="392562"/>
                  </a:lnTo>
                  <a:lnTo>
                    <a:pt x="1956111" y="392562"/>
                  </a:lnTo>
                  <a:lnTo>
                    <a:pt x="1960031" y="392562"/>
                  </a:lnTo>
                  <a:lnTo>
                    <a:pt x="1963951" y="392562"/>
                  </a:lnTo>
                  <a:lnTo>
                    <a:pt x="1967871" y="392562"/>
                  </a:lnTo>
                  <a:lnTo>
                    <a:pt x="1971791" y="392562"/>
                  </a:lnTo>
                  <a:lnTo>
                    <a:pt x="1975711" y="392562"/>
                  </a:lnTo>
                  <a:lnTo>
                    <a:pt x="1979631" y="392562"/>
                  </a:lnTo>
                  <a:lnTo>
                    <a:pt x="1983551" y="392562"/>
                  </a:lnTo>
                  <a:lnTo>
                    <a:pt x="1987471" y="392562"/>
                  </a:lnTo>
                  <a:lnTo>
                    <a:pt x="1991391" y="392562"/>
                  </a:lnTo>
                  <a:lnTo>
                    <a:pt x="1995312" y="392562"/>
                  </a:lnTo>
                  <a:lnTo>
                    <a:pt x="1999232" y="392562"/>
                  </a:lnTo>
                  <a:lnTo>
                    <a:pt x="2003152" y="392562"/>
                  </a:lnTo>
                  <a:lnTo>
                    <a:pt x="1999232" y="392562"/>
                  </a:lnTo>
                  <a:lnTo>
                    <a:pt x="1995312" y="392562"/>
                  </a:lnTo>
                  <a:lnTo>
                    <a:pt x="1991391" y="392562"/>
                  </a:lnTo>
                  <a:lnTo>
                    <a:pt x="1987471" y="392562"/>
                  </a:lnTo>
                  <a:lnTo>
                    <a:pt x="1983551" y="392562"/>
                  </a:lnTo>
                  <a:lnTo>
                    <a:pt x="1979631" y="392562"/>
                  </a:lnTo>
                  <a:lnTo>
                    <a:pt x="1975711" y="392562"/>
                  </a:lnTo>
                  <a:lnTo>
                    <a:pt x="1971791" y="392562"/>
                  </a:lnTo>
                  <a:lnTo>
                    <a:pt x="1967871" y="392562"/>
                  </a:lnTo>
                  <a:lnTo>
                    <a:pt x="1963951" y="392562"/>
                  </a:lnTo>
                  <a:lnTo>
                    <a:pt x="1960031" y="392562"/>
                  </a:lnTo>
                  <a:lnTo>
                    <a:pt x="1956111" y="392562"/>
                  </a:lnTo>
                  <a:lnTo>
                    <a:pt x="1952191" y="392562"/>
                  </a:lnTo>
                  <a:lnTo>
                    <a:pt x="1948271" y="392562"/>
                  </a:lnTo>
                  <a:lnTo>
                    <a:pt x="1944351" y="392562"/>
                  </a:lnTo>
                  <a:lnTo>
                    <a:pt x="1940431" y="392562"/>
                  </a:lnTo>
                  <a:lnTo>
                    <a:pt x="1936511" y="392562"/>
                  </a:lnTo>
                  <a:lnTo>
                    <a:pt x="1932591" y="392562"/>
                  </a:lnTo>
                  <a:lnTo>
                    <a:pt x="1928670" y="392562"/>
                  </a:lnTo>
                  <a:lnTo>
                    <a:pt x="1924750" y="392562"/>
                  </a:lnTo>
                  <a:lnTo>
                    <a:pt x="1920830" y="392562"/>
                  </a:lnTo>
                  <a:lnTo>
                    <a:pt x="1916910" y="392562"/>
                  </a:lnTo>
                  <a:lnTo>
                    <a:pt x="1912990" y="392562"/>
                  </a:lnTo>
                  <a:lnTo>
                    <a:pt x="1909070" y="392562"/>
                  </a:lnTo>
                  <a:lnTo>
                    <a:pt x="1905150" y="392562"/>
                  </a:lnTo>
                  <a:lnTo>
                    <a:pt x="1901230" y="392562"/>
                  </a:lnTo>
                  <a:lnTo>
                    <a:pt x="1897310" y="392562"/>
                  </a:lnTo>
                  <a:lnTo>
                    <a:pt x="1893390" y="392562"/>
                  </a:lnTo>
                  <a:lnTo>
                    <a:pt x="1889470" y="392562"/>
                  </a:lnTo>
                  <a:lnTo>
                    <a:pt x="1885550" y="392562"/>
                  </a:lnTo>
                  <a:lnTo>
                    <a:pt x="1881630" y="392562"/>
                  </a:lnTo>
                  <a:lnTo>
                    <a:pt x="1877710" y="392562"/>
                  </a:lnTo>
                  <a:lnTo>
                    <a:pt x="1873790" y="392562"/>
                  </a:lnTo>
                  <a:lnTo>
                    <a:pt x="1869870" y="392562"/>
                  </a:lnTo>
                  <a:lnTo>
                    <a:pt x="1865949" y="392562"/>
                  </a:lnTo>
                  <a:lnTo>
                    <a:pt x="1862029" y="392562"/>
                  </a:lnTo>
                  <a:lnTo>
                    <a:pt x="1858109" y="392562"/>
                  </a:lnTo>
                  <a:lnTo>
                    <a:pt x="1854189" y="392562"/>
                  </a:lnTo>
                  <a:lnTo>
                    <a:pt x="1850269" y="392562"/>
                  </a:lnTo>
                  <a:lnTo>
                    <a:pt x="1846349" y="392562"/>
                  </a:lnTo>
                  <a:lnTo>
                    <a:pt x="1842429" y="392562"/>
                  </a:lnTo>
                  <a:lnTo>
                    <a:pt x="1838509" y="392562"/>
                  </a:lnTo>
                  <a:lnTo>
                    <a:pt x="1834589" y="392562"/>
                  </a:lnTo>
                  <a:lnTo>
                    <a:pt x="1830669" y="392562"/>
                  </a:lnTo>
                  <a:lnTo>
                    <a:pt x="1826749" y="392562"/>
                  </a:lnTo>
                  <a:lnTo>
                    <a:pt x="1822829" y="392562"/>
                  </a:lnTo>
                  <a:lnTo>
                    <a:pt x="1818909" y="392562"/>
                  </a:lnTo>
                  <a:lnTo>
                    <a:pt x="1814989" y="392562"/>
                  </a:lnTo>
                  <a:lnTo>
                    <a:pt x="1811069" y="392562"/>
                  </a:lnTo>
                  <a:lnTo>
                    <a:pt x="1807149" y="392562"/>
                  </a:lnTo>
                  <a:lnTo>
                    <a:pt x="1803228" y="392562"/>
                  </a:lnTo>
                  <a:lnTo>
                    <a:pt x="1799308" y="392562"/>
                  </a:lnTo>
                  <a:lnTo>
                    <a:pt x="1795388" y="392562"/>
                  </a:lnTo>
                  <a:lnTo>
                    <a:pt x="1791468" y="392562"/>
                  </a:lnTo>
                  <a:lnTo>
                    <a:pt x="1787548" y="392562"/>
                  </a:lnTo>
                  <a:lnTo>
                    <a:pt x="1783628" y="392562"/>
                  </a:lnTo>
                  <a:lnTo>
                    <a:pt x="1779708" y="392562"/>
                  </a:lnTo>
                  <a:lnTo>
                    <a:pt x="1775788" y="392562"/>
                  </a:lnTo>
                  <a:lnTo>
                    <a:pt x="1771868" y="392562"/>
                  </a:lnTo>
                  <a:lnTo>
                    <a:pt x="1767948" y="392562"/>
                  </a:lnTo>
                  <a:lnTo>
                    <a:pt x="1764028" y="392562"/>
                  </a:lnTo>
                  <a:lnTo>
                    <a:pt x="1760108" y="392562"/>
                  </a:lnTo>
                  <a:lnTo>
                    <a:pt x="1756188" y="392562"/>
                  </a:lnTo>
                  <a:lnTo>
                    <a:pt x="1752268" y="392562"/>
                  </a:lnTo>
                  <a:lnTo>
                    <a:pt x="1748348" y="392562"/>
                  </a:lnTo>
                  <a:lnTo>
                    <a:pt x="1744428" y="392562"/>
                  </a:lnTo>
                  <a:lnTo>
                    <a:pt x="1740507" y="392562"/>
                  </a:lnTo>
                  <a:lnTo>
                    <a:pt x="1736587" y="392562"/>
                  </a:lnTo>
                  <a:lnTo>
                    <a:pt x="1732667" y="392562"/>
                  </a:lnTo>
                  <a:lnTo>
                    <a:pt x="1728747" y="392562"/>
                  </a:lnTo>
                  <a:lnTo>
                    <a:pt x="1724827" y="392562"/>
                  </a:lnTo>
                  <a:lnTo>
                    <a:pt x="1720907" y="392562"/>
                  </a:lnTo>
                  <a:lnTo>
                    <a:pt x="1716987" y="392562"/>
                  </a:lnTo>
                  <a:lnTo>
                    <a:pt x="1713067" y="392562"/>
                  </a:lnTo>
                  <a:lnTo>
                    <a:pt x="1709147" y="392562"/>
                  </a:lnTo>
                  <a:lnTo>
                    <a:pt x="1705227" y="392562"/>
                  </a:lnTo>
                  <a:lnTo>
                    <a:pt x="1701307" y="392562"/>
                  </a:lnTo>
                  <a:lnTo>
                    <a:pt x="1697387" y="392562"/>
                  </a:lnTo>
                  <a:lnTo>
                    <a:pt x="1693467" y="392562"/>
                  </a:lnTo>
                  <a:lnTo>
                    <a:pt x="1689547" y="392562"/>
                  </a:lnTo>
                  <a:lnTo>
                    <a:pt x="1685627" y="392562"/>
                  </a:lnTo>
                  <a:lnTo>
                    <a:pt x="1681707" y="392562"/>
                  </a:lnTo>
                  <a:lnTo>
                    <a:pt x="1677786" y="392562"/>
                  </a:lnTo>
                  <a:lnTo>
                    <a:pt x="1673866" y="392562"/>
                  </a:lnTo>
                  <a:lnTo>
                    <a:pt x="1669946" y="392562"/>
                  </a:lnTo>
                  <a:lnTo>
                    <a:pt x="1666026" y="392562"/>
                  </a:lnTo>
                  <a:lnTo>
                    <a:pt x="1662106" y="392562"/>
                  </a:lnTo>
                  <a:lnTo>
                    <a:pt x="1658186" y="392562"/>
                  </a:lnTo>
                  <a:lnTo>
                    <a:pt x="1654266" y="392562"/>
                  </a:lnTo>
                  <a:lnTo>
                    <a:pt x="1650346" y="392562"/>
                  </a:lnTo>
                  <a:lnTo>
                    <a:pt x="1646426" y="392562"/>
                  </a:lnTo>
                  <a:lnTo>
                    <a:pt x="1642506" y="392562"/>
                  </a:lnTo>
                  <a:lnTo>
                    <a:pt x="1638586" y="392562"/>
                  </a:lnTo>
                  <a:lnTo>
                    <a:pt x="1634666" y="392562"/>
                  </a:lnTo>
                  <a:lnTo>
                    <a:pt x="1630746" y="392562"/>
                  </a:lnTo>
                  <a:lnTo>
                    <a:pt x="1626826" y="392562"/>
                  </a:lnTo>
                  <a:lnTo>
                    <a:pt x="1622906" y="392562"/>
                  </a:lnTo>
                  <a:lnTo>
                    <a:pt x="1618986" y="392562"/>
                  </a:lnTo>
                  <a:lnTo>
                    <a:pt x="1615065" y="392562"/>
                  </a:lnTo>
                  <a:lnTo>
                    <a:pt x="1611145" y="392562"/>
                  </a:lnTo>
                  <a:lnTo>
                    <a:pt x="1607225" y="392562"/>
                  </a:lnTo>
                  <a:lnTo>
                    <a:pt x="1603305" y="392562"/>
                  </a:lnTo>
                  <a:lnTo>
                    <a:pt x="1599385" y="392562"/>
                  </a:lnTo>
                  <a:lnTo>
                    <a:pt x="1595465" y="392562"/>
                  </a:lnTo>
                  <a:lnTo>
                    <a:pt x="1591545" y="392562"/>
                  </a:lnTo>
                  <a:lnTo>
                    <a:pt x="1587625" y="392562"/>
                  </a:lnTo>
                  <a:lnTo>
                    <a:pt x="1583705" y="392562"/>
                  </a:lnTo>
                  <a:lnTo>
                    <a:pt x="1579785" y="392562"/>
                  </a:lnTo>
                  <a:lnTo>
                    <a:pt x="1575865" y="392562"/>
                  </a:lnTo>
                  <a:lnTo>
                    <a:pt x="1571945" y="392562"/>
                  </a:lnTo>
                  <a:lnTo>
                    <a:pt x="1568025" y="392562"/>
                  </a:lnTo>
                  <a:lnTo>
                    <a:pt x="1564105" y="392562"/>
                  </a:lnTo>
                  <a:lnTo>
                    <a:pt x="1560185" y="392562"/>
                  </a:lnTo>
                  <a:lnTo>
                    <a:pt x="1556265" y="392562"/>
                  </a:lnTo>
                  <a:lnTo>
                    <a:pt x="1552344" y="392562"/>
                  </a:lnTo>
                  <a:lnTo>
                    <a:pt x="1548424" y="392562"/>
                  </a:lnTo>
                  <a:lnTo>
                    <a:pt x="1544504" y="392562"/>
                  </a:lnTo>
                  <a:lnTo>
                    <a:pt x="1540584" y="392562"/>
                  </a:lnTo>
                  <a:lnTo>
                    <a:pt x="1536664" y="392562"/>
                  </a:lnTo>
                  <a:lnTo>
                    <a:pt x="1532744" y="392562"/>
                  </a:lnTo>
                  <a:lnTo>
                    <a:pt x="1528824" y="392562"/>
                  </a:lnTo>
                  <a:lnTo>
                    <a:pt x="1524904" y="392562"/>
                  </a:lnTo>
                  <a:lnTo>
                    <a:pt x="1520984" y="392562"/>
                  </a:lnTo>
                  <a:lnTo>
                    <a:pt x="1517064" y="392562"/>
                  </a:lnTo>
                  <a:lnTo>
                    <a:pt x="1513144" y="392562"/>
                  </a:lnTo>
                  <a:lnTo>
                    <a:pt x="1509224" y="392562"/>
                  </a:lnTo>
                  <a:lnTo>
                    <a:pt x="1505304" y="392562"/>
                  </a:lnTo>
                  <a:lnTo>
                    <a:pt x="1501384" y="392562"/>
                  </a:lnTo>
                  <a:lnTo>
                    <a:pt x="1497464" y="392562"/>
                  </a:lnTo>
                  <a:lnTo>
                    <a:pt x="1493543" y="392562"/>
                  </a:lnTo>
                  <a:lnTo>
                    <a:pt x="1489623" y="392562"/>
                  </a:lnTo>
                  <a:lnTo>
                    <a:pt x="1485703" y="392562"/>
                  </a:lnTo>
                  <a:lnTo>
                    <a:pt x="1481783" y="392562"/>
                  </a:lnTo>
                  <a:lnTo>
                    <a:pt x="1477863" y="392562"/>
                  </a:lnTo>
                  <a:lnTo>
                    <a:pt x="1473943" y="392562"/>
                  </a:lnTo>
                  <a:lnTo>
                    <a:pt x="1470023" y="392562"/>
                  </a:lnTo>
                  <a:lnTo>
                    <a:pt x="1466103" y="392562"/>
                  </a:lnTo>
                  <a:lnTo>
                    <a:pt x="1462183" y="392562"/>
                  </a:lnTo>
                  <a:lnTo>
                    <a:pt x="1458263" y="392562"/>
                  </a:lnTo>
                  <a:lnTo>
                    <a:pt x="1454343" y="392562"/>
                  </a:lnTo>
                  <a:lnTo>
                    <a:pt x="1450423" y="392562"/>
                  </a:lnTo>
                  <a:lnTo>
                    <a:pt x="1446503" y="392562"/>
                  </a:lnTo>
                  <a:lnTo>
                    <a:pt x="1442583" y="392562"/>
                  </a:lnTo>
                  <a:lnTo>
                    <a:pt x="1438663" y="392562"/>
                  </a:lnTo>
                  <a:lnTo>
                    <a:pt x="1434743" y="392562"/>
                  </a:lnTo>
                  <a:lnTo>
                    <a:pt x="1430822" y="392562"/>
                  </a:lnTo>
                  <a:lnTo>
                    <a:pt x="1426902" y="392562"/>
                  </a:lnTo>
                  <a:lnTo>
                    <a:pt x="1422982" y="392562"/>
                  </a:lnTo>
                  <a:lnTo>
                    <a:pt x="1419062" y="392562"/>
                  </a:lnTo>
                  <a:lnTo>
                    <a:pt x="1415142" y="392562"/>
                  </a:lnTo>
                  <a:lnTo>
                    <a:pt x="1411222" y="392562"/>
                  </a:lnTo>
                  <a:lnTo>
                    <a:pt x="1407302" y="392562"/>
                  </a:lnTo>
                  <a:lnTo>
                    <a:pt x="1403382" y="392562"/>
                  </a:lnTo>
                  <a:lnTo>
                    <a:pt x="1399462" y="392562"/>
                  </a:lnTo>
                  <a:lnTo>
                    <a:pt x="1395542" y="392562"/>
                  </a:lnTo>
                  <a:lnTo>
                    <a:pt x="1391622" y="392562"/>
                  </a:lnTo>
                  <a:lnTo>
                    <a:pt x="1387702" y="392562"/>
                  </a:lnTo>
                  <a:lnTo>
                    <a:pt x="1383782" y="392562"/>
                  </a:lnTo>
                  <a:lnTo>
                    <a:pt x="1379862" y="392562"/>
                  </a:lnTo>
                  <a:lnTo>
                    <a:pt x="1375942" y="392562"/>
                  </a:lnTo>
                  <a:lnTo>
                    <a:pt x="1372022" y="392562"/>
                  </a:lnTo>
                  <a:lnTo>
                    <a:pt x="1368101" y="392562"/>
                  </a:lnTo>
                  <a:lnTo>
                    <a:pt x="1364181" y="392562"/>
                  </a:lnTo>
                  <a:lnTo>
                    <a:pt x="1360261" y="392562"/>
                  </a:lnTo>
                  <a:lnTo>
                    <a:pt x="1356341" y="392562"/>
                  </a:lnTo>
                  <a:lnTo>
                    <a:pt x="1352421" y="392562"/>
                  </a:lnTo>
                  <a:lnTo>
                    <a:pt x="1348501" y="392562"/>
                  </a:lnTo>
                  <a:lnTo>
                    <a:pt x="1344581" y="392562"/>
                  </a:lnTo>
                  <a:lnTo>
                    <a:pt x="1340661" y="392562"/>
                  </a:lnTo>
                  <a:lnTo>
                    <a:pt x="1336741" y="392562"/>
                  </a:lnTo>
                  <a:lnTo>
                    <a:pt x="1332821" y="392562"/>
                  </a:lnTo>
                  <a:lnTo>
                    <a:pt x="1328901" y="392562"/>
                  </a:lnTo>
                  <a:lnTo>
                    <a:pt x="1324981" y="392562"/>
                  </a:lnTo>
                  <a:lnTo>
                    <a:pt x="1321061" y="392562"/>
                  </a:lnTo>
                  <a:lnTo>
                    <a:pt x="1317141" y="392562"/>
                  </a:lnTo>
                  <a:lnTo>
                    <a:pt x="1313221" y="392562"/>
                  </a:lnTo>
                  <a:lnTo>
                    <a:pt x="1309301" y="392562"/>
                  </a:lnTo>
                  <a:lnTo>
                    <a:pt x="1305380" y="392562"/>
                  </a:lnTo>
                  <a:lnTo>
                    <a:pt x="1301460" y="392562"/>
                  </a:lnTo>
                  <a:lnTo>
                    <a:pt x="1297540" y="392562"/>
                  </a:lnTo>
                  <a:lnTo>
                    <a:pt x="1293620" y="392562"/>
                  </a:lnTo>
                  <a:lnTo>
                    <a:pt x="1289700" y="392562"/>
                  </a:lnTo>
                  <a:lnTo>
                    <a:pt x="1285780" y="392562"/>
                  </a:lnTo>
                  <a:lnTo>
                    <a:pt x="1281860" y="392562"/>
                  </a:lnTo>
                  <a:lnTo>
                    <a:pt x="1277940" y="392562"/>
                  </a:lnTo>
                  <a:lnTo>
                    <a:pt x="1274020" y="392562"/>
                  </a:lnTo>
                  <a:lnTo>
                    <a:pt x="1270100" y="392562"/>
                  </a:lnTo>
                  <a:lnTo>
                    <a:pt x="1266180" y="392562"/>
                  </a:lnTo>
                  <a:lnTo>
                    <a:pt x="1262260" y="392562"/>
                  </a:lnTo>
                  <a:lnTo>
                    <a:pt x="1258340" y="392562"/>
                  </a:lnTo>
                  <a:lnTo>
                    <a:pt x="1254420" y="392562"/>
                  </a:lnTo>
                  <a:lnTo>
                    <a:pt x="1250500" y="392562"/>
                  </a:lnTo>
                  <a:lnTo>
                    <a:pt x="1246580" y="392562"/>
                  </a:lnTo>
                  <a:lnTo>
                    <a:pt x="1242659" y="392562"/>
                  </a:lnTo>
                  <a:lnTo>
                    <a:pt x="1238739" y="392562"/>
                  </a:lnTo>
                  <a:lnTo>
                    <a:pt x="1234819" y="392562"/>
                  </a:lnTo>
                  <a:lnTo>
                    <a:pt x="1230899" y="392562"/>
                  </a:lnTo>
                  <a:lnTo>
                    <a:pt x="1226979" y="392562"/>
                  </a:lnTo>
                  <a:lnTo>
                    <a:pt x="1223059" y="392562"/>
                  </a:lnTo>
                  <a:lnTo>
                    <a:pt x="1219139" y="392562"/>
                  </a:lnTo>
                  <a:lnTo>
                    <a:pt x="1215219" y="392562"/>
                  </a:lnTo>
                  <a:lnTo>
                    <a:pt x="1211299" y="392562"/>
                  </a:lnTo>
                  <a:lnTo>
                    <a:pt x="1207379" y="392562"/>
                  </a:lnTo>
                  <a:lnTo>
                    <a:pt x="1203459" y="392562"/>
                  </a:lnTo>
                  <a:lnTo>
                    <a:pt x="1199539" y="392562"/>
                  </a:lnTo>
                  <a:lnTo>
                    <a:pt x="1195619" y="392562"/>
                  </a:lnTo>
                  <a:lnTo>
                    <a:pt x="1191699" y="392562"/>
                  </a:lnTo>
                  <a:lnTo>
                    <a:pt x="1187779" y="392562"/>
                  </a:lnTo>
                  <a:lnTo>
                    <a:pt x="1183859" y="392562"/>
                  </a:lnTo>
                  <a:lnTo>
                    <a:pt x="1179938" y="392562"/>
                  </a:lnTo>
                  <a:lnTo>
                    <a:pt x="1176018" y="392562"/>
                  </a:lnTo>
                  <a:lnTo>
                    <a:pt x="1172098" y="392562"/>
                  </a:lnTo>
                  <a:lnTo>
                    <a:pt x="1168178" y="392562"/>
                  </a:lnTo>
                  <a:lnTo>
                    <a:pt x="1164258" y="392562"/>
                  </a:lnTo>
                  <a:lnTo>
                    <a:pt x="1160338" y="392562"/>
                  </a:lnTo>
                  <a:lnTo>
                    <a:pt x="1156418" y="392562"/>
                  </a:lnTo>
                  <a:lnTo>
                    <a:pt x="1152498" y="392562"/>
                  </a:lnTo>
                  <a:lnTo>
                    <a:pt x="1148578" y="392562"/>
                  </a:lnTo>
                  <a:lnTo>
                    <a:pt x="1144658" y="392562"/>
                  </a:lnTo>
                  <a:lnTo>
                    <a:pt x="1140738" y="392562"/>
                  </a:lnTo>
                  <a:lnTo>
                    <a:pt x="1136818" y="392562"/>
                  </a:lnTo>
                  <a:lnTo>
                    <a:pt x="1132898" y="392562"/>
                  </a:lnTo>
                  <a:lnTo>
                    <a:pt x="1128978" y="392562"/>
                  </a:lnTo>
                  <a:lnTo>
                    <a:pt x="1125058" y="392562"/>
                  </a:lnTo>
                  <a:lnTo>
                    <a:pt x="1121138" y="392562"/>
                  </a:lnTo>
                  <a:lnTo>
                    <a:pt x="1117217" y="392562"/>
                  </a:lnTo>
                  <a:lnTo>
                    <a:pt x="1113297" y="392562"/>
                  </a:lnTo>
                  <a:lnTo>
                    <a:pt x="1109377" y="392562"/>
                  </a:lnTo>
                  <a:lnTo>
                    <a:pt x="1105457" y="392562"/>
                  </a:lnTo>
                  <a:lnTo>
                    <a:pt x="1101537" y="392562"/>
                  </a:lnTo>
                  <a:lnTo>
                    <a:pt x="1097617" y="392562"/>
                  </a:lnTo>
                  <a:lnTo>
                    <a:pt x="1093697" y="392562"/>
                  </a:lnTo>
                  <a:lnTo>
                    <a:pt x="1089777" y="392562"/>
                  </a:lnTo>
                  <a:lnTo>
                    <a:pt x="1085857" y="392562"/>
                  </a:lnTo>
                  <a:lnTo>
                    <a:pt x="1081937" y="392562"/>
                  </a:lnTo>
                  <a:lnTo>
                    <a:pt x="1078017" y="392562"/>
                  </a:lnTo>
                  <a:lnTo>
                    <a:pt x="1074097" y="392562"/>
                  </a:lnTo>
                  <a:lnTo>
                    <a:pt x="1070177" y="392562"/>
                  </a:lnTo>
                  <a:lnTo>
                    <a:pt x="1066257" y="392562"/>
                  </a:lnTo>
                  <a:lnTo>
                    <a:pt x="1062337" y="392562"/>
                  </a:lnTo>
                  <a:lnTo>
                    <a:pt x="1058417" y="392562"/>
                  </a:lnTo>
                  <a:lnTo>
                    <a:pt x="1054496" y="392562"/>
                  </a:lnTo>
                  <a:lnTo>
                    <a:pt x="1050576" y="392562"/>
                  </a:lnTo>
                  <a:lnTo>
                    <a:pt x="1046656" y="392562"/>
                  </a:lnTo>
                  <a:lnTo>
                    <a:pt x="1042736" y="392562"/>
                  </a:lnTo>
                  <a:lnTo>
                    <a:pt x="1038816" y="392562"/>
                  </a:lnTo>
                  <a:lnTo>
                    <a:pt x="1034896" y="392562"/>
                  </a:lnTo>
                  <a:lnTo>
                    <a:pt x="1030976" y="392562"/>
                  </a:lnTo>
                  <a:lnTo>
                    <a:pt x="1027056" y="392562"/>
                  </a:lnTo>
                  <a:lnTo>
                    <a:pt x="1023136" y="392562"/>
                  </a:lnTo>
                  <a:lnTo>
                    <a:pt x="1019216" y="392562"/>
                  </a:lnTo>
                  <a:lnTo>
                    <a:pt x="1015296" y="392562"/>
                  </a:lnTo>
                  <a:lnTo>
                    <a:pt x="1011376" y="392562"/>
                  </a:lnTo>
                  <a:lnTo>
                    <a:pt x="1007456" y="392562"/>
                  </a:lnTo>
                  <a:lnTo>
                    <a:pt x="1003536" y="392562"/>
                  </a:lnTo>
                  <a:lnTo>
                    <a:pt x="999616" y="392562"/>
                  </a:lnTo>
                  <a:lnTo>
                    <a:pt x="995695" y="392562"/>
                  </a:lnTo>
                  <a:lnTo>
                    <a:pt x="991775" y="392562"/>
                  </a:lnTo>
                  <a:lnTo>
                    <a:pt x="987855" y="392562"/>
                  </a:lnTo>
                  <a:lnTo>
                    <a:pt x="983935" y="392562"/>
                  </a:lnTo>
                  <a:lnTo>
                    <a:pt x="980015" y="392562"/>
                  </a:lnTo>
                  <a:lnTo>
                    <a:pt x="976095" y="392562"/>
                  </a:lnTo>
                  <a:lnTo>
                    <a:pt x="972175" y="392562"/>
                  </a:lnTo>
                  <a:lnTo>
                    <a:pt x="968255" y="392562"/>
                  </a:lnTo>
                  <a:lnTo>
                    <a:pt x="964335" y="392562"/>
                  </a:lnTo>
                  <a:lnTo>
                    <a:pt x="960415" y="392562"/>
                  </a:lnTo>
                  <a:lnTo>
                    <a:pt x="956495" y="392562"/>
                  </a:lnTo>
                  <a:lnTo>
                    <a:pt x="952575" y="392562"/>
                  </a:lnTo>
                  <a:lnTo>
                    <a:pt x="948655" y="392562"/>
                  </a:lnTo>
                  <a:lnTo>
                    <a:pt x="944735" y="392562"/>
                  </a:lnTo>
                  <a:lnTo>
                    <a:pt x="940815" y="392562"/>
                  </a:lnTo>
                  <a:lnTo>
                    <a:pt x="936895" y="392562"/>
                  </a:lnTo>
                  <a:lnTo>
                    <a:pt x="932974" y="392562"/>
                  </a:lnTo>
                  <a:lnTo>
                    <a:pt x="929054" y="392562"/>
                  </a:lnTo>
                  <a:lnTo>
                    <a:pt x="925134" y="392562"/>
                  </a:lnTo>
                  <a:lnTo>
                    <a:pt x="921214" y="392562"/>
                  </a:lnTo>
                  <a:lnTo>
                    <a:pt x="917294" y="392562"/>
                  </a:lnTo>
                  <a:lnTo>
                    <a:pt x="913374" y="392562"/>
                  </a:lnTo>
                  <a:lnTo>
                    <a:pt x="909454" y="392562"/>
                  </a:lnTo>
                  <a:lnTo>
                    <a:pt x="905534" y="392562"/>
                  </a:lnTo>
                  <a:lnTo>
                    <a:pt x="901614" y="392562"/>
                  </a:lnTo>
                  <a:lnTo>
                    <a:pt x="897694" y="392562"/>
                  </a:lnTo>
                  <a:lnTo>
                    <a:pt x="893774" y="392562"/>
                  </a:lnTo>
                  <a:lnTo>
                    <a:pt x="889854" y="392562"/>
                  </a:lnTo>
                  <a:lnTo>
                    <a:pt x="885934" y="392562"/>
                  </a:lnTo>
                  <a:lnTo>
                    <a:pt x="882014" y="392562"/>
                  </a:lnTo>
                  <a:lnTo>
                    <a:pt x="878094" y="392562"/>
                  </a:lnTo>
                  <a:lnTo>
                    <a:pt x="874174" y="392562"/>
                  </a:lnTo>
                  <a:lnTo>
                    <a:pt x="870253" y="392562"/>
                  </a:lnTo>
                  <a:lnTo>
                    <a:pt x="866333" y="392562"/>
                  </a:lnTo>
                  <a:lnTo>
                    <a:pt x="862413" y="392562"/>
                  </a:lnTo>
                  <a:lnTo>
                    <a:pt x="858493" y="392562"/>
                  </a:lnTo>
                  <a:lnTo>
                    <a:pt x="854573" y="392562"/>
                  </a:lnTo>
                  <a:lnTo>
                    <a:pt x="850653" y="392562"/>
                  </a:lnTo>
                  <a:lnTo>
                    <a:pt x="846733" y="392562"/>
                  </a:lnTo>
                  <a:lnTo>
                    <a:pt x="842813" y="392562"/>
                  </a:lnTo>
                  <a:lnTo>
                    <a:pt x="838893" y="392562"/>
                  </a:lnTo>
                  <a:lnTo>
                    <a:pt x="834973" y="392562"/>
                  </a:lnTo>
                  <a:lnTo>
                    <a:pt x="831053" y="392562"/>
                  </a:lnTo>
                  <a:lnTo>
                    <a:pt x="827133" y="392562"/>
                  </a:lnTo>
                  <a:lnTo>
                    <a:pt x="823213" y="392562"/>
                  </a:lnTo>
                  <a:lnTo>
                    <a:pt x="819293" y="392562"/>
                  </a:lnTo>
                  <a:lnTo>
                    <a:pt x="815373" y="392562"/>
                  </a:lnTo>
                  <a:lnTo>
                    <a:pt x="811453" y="392562"/>
                  </a:lnTo>
                  <a:lnTo>
                    <a:pt x="807532" y="392562"/>
                  </a:lnTo>
                  <a:lnTo>
                    <a:pt x="803612" y="392562"/>
                  </a:lnTo>
                  <a:lnTo>
                    <a:pt x="799692" y="392562"/>
                  </a:lnTo>
                  <a:lnTo>
                    <a:pt x="795772" y="392562"/>
                  </a:lnTo>
                  <a:lnTo>
                    <a:pt x="791852" y="392562"/>
                  </a:lnTo>
                  <a:lnTo>
                    <a:pt x="787932" y="392562"/>
                  </a:lnTo>
                  <a:lnTo>
                    <a:pt x="784012" y="392562"/>
                  </a:lnTo>
                  <a:lnTo>
                    <a:pt x="780092" y="392562"/>
                  </a:lnTo>
                  <a:lnTo>
                    <a:pt x="776172" y="392562"/>
                  </a:lnTo>
                  <a:lnTo>
                    <a:pt x="772252" y="392562"/>
                  </a:lnTo>
                  <a:lnTo>
                    <a:pt x="768332" y="392562"/>
                  </a:lnTo>
                  <a:lnTo>
                    <a:pt x="764412" y="392562"/>
                  </a:lnTo>
                  <a:lnTo>
                    <a:pt x="760492" y="392562"/>
                  </a:lnTo>
                  <a:lnTo>
                    <a:pt x="756572" y="392562"/>
                  </a:lnTo>
                  <a:lnTo>
                    <a:pt x="752652" y="392562"/>
                  </a:lnTo>
                  <a:lnTo>
                    <a:pt x="748732" y="392562"/>
                  </a:lnTo>
                  <a:lnTo>
                    <a:pt x="744811" y="392562"/>
                  </a:lnTo>
                  <a:lnTo>
                    <a:pt x="740891" y="392562"/>
                  </a:lnTo>
                  <a:lnTo>
                    <a:pt x="736971" y="392562"/>
                  </a:lnTo>
                  <a:lnTo>
                    <a:pt x="733051" y="392562"/>
                  </a:lnTo>
                  <a:lnTo>
                    <a:pt x="729131" y="392562"/>
                  </a:lnTo>
                  <a:lnTo>
                    <a:pt x="725211" y="392562"/>
                  </a:lnTo>
                  <a:lnTo>
                    <a:pt x="721291" y="392562"/>
                  </a:lnTo>
                  <a:lnTo>
                    <a:pt x="717371" y="392562"/>
                  </a:lnTo>
                  <a:lnTo>
                    <a:pt x="713451" y="392562"/>
                  </a:lnTo>
                  <a:lnTo>
                    <a:pt x="709531" y="392562"/>
                  </a:lnTo>
                  <a:lnTo>
                    <a:pt x="705611" y="392562"/>
                  </a:lnTo>
                  <a:lnTo>
                    <a:pt x="701691" y="392562"/>
                  </a:lnTo>
                  <a:lnTo>
                    <a:pt x="697771" y="392562"/>
                  </a:lnTo>
                  <a:lnTo>
                    <a:pt x="693851" y="392562"/>
                  </a:lnTo>
                  <a:lnTo>
                    <a:pt x="689931" y="392562"/>
                  </a:lnTo>
                  <a:lnTo>
                    <a:pt x="686011" y="392562"/>
                  </a:lnTo>
                  <a:lnTo>
                    <a:pt x="682090" y="392562"/>
                  </a:lnTo>
                  <a:lnTo>
                    <a:pt x="678170" y="392562"/>
                  </a:lnTo>
                  <a:lnTo>
                    <a:pt x="674250" y="392562"/>
                  </a:lnTo>
                  <a:lnTo>
                    <a:pt x="670330" y="392562"/>
                  </a:lnTo>
                  <a:lnTo>
                    <a:pt x="666410" y="392562"/>
                  </a:lnTo>
                  <a:lnTo>
                    <a:pt x="662490" y="392562"/>
                  </a:lnTo>
                  <a:lnTo>
                    <a:pt x="658570" y="392562"/>
                  </a:lnTo>
                  <a:lnTo>
                    <a:pt x="654650" y="392562"/>
                  </a:lnTo>
                  <a:lnTo>
                    <a:pt x="650730" y="392562"/>
                  </a:lnTo>
                  <a:lnTo>
                    <a:pt x="646810" y="392562"/>
                  </a:lnTo>
                  <a:lnTo>
                    <a:pt x="642890" y="392562"/>
                  </a:lnTo>
                  <a:lnTo>
                    <a:pt x="638970" y="392562"/>
                  </a:lnTo>
                  <a:lnTo>
                    <a:pt x="635050" y="392562"/>
                  </a:lnTo>
                  <a:lnTo>
                    <a:pt x="631130" y="392562"/>
                  </a:lnTo>
                  <a:lnTo>
                    <a:pt x="627210" y="392562"/>
                  </a:lnTo>
                  <a:lnTo>
                    <a:pt x="623290" y="392562"/>
                  </a:lnTo>
                  <a:lnTo>
                    <a:pt x="619369" y="392562"/>
                  </a:lnTo>
                  <a:lnTo>
                    <a:pt x="615449" y="392562"/>
                  </a:lnTo>
                  <a:lnTo>
                    <a:pt x="611529" y="392562"/>
                  </a:lnTo>
                  <a:lnTo>
                    <a:pt x="607609" y="392562"/>
                  </a:lnTo>
                  <a:lnTo>
                    <a:pt x="603689" y="392562"/>
                  </a:lnTo>
                  <a:lnTo>
                    <a:pt x="599769" y="392562"/>
                  </a:lnTo>
                  <a:lnTo>
                    <a:pt x="595849" y="392562"/>
                  </a:lnTo>
                  <a:lnTo>
                    <a:pt x="591929" y="392562"/>
                  </a:lnTo>
                  <a:lnTo>
                    <a:pt x="588009" y="392562"/>
                  </a:lnTo>
                  <a:lnTo>
                    <a:pt x="584089" y="392562"/>
                  </a:lnTo>
                  <a:lnTo>
                    <a:pt x="580169" y="392562"/>
                  </a:lnTo>
                  <a:lnTo>
                    <a:pt x="576249" y="392562"/>
                  </a:lnTo>
                  <a:lnTo>
                    <a:pt x="572329" y="392562"/>
                  </a:lnTo>
                  <a:lnTo>
                    <a:pt x="568409" y="392562"/>
                  </a:lnTo>
                  <a:lnTo>
                    <a:pt x="564489" y="392562"/>
                  </a:lnTo>
                  <a:lnTo>
                    <a:pt x="560569" y="392562"/>
                  </a:lnTo>
                  <a:lnTo>
                    <a:pt x="556648" y="392562"/>
                  </a:lnTo>
                  <a:lnTo>
                    <a:pt x="552728" y="392562"/>
                  </a:lnTo>
                  <a:lnTo>
                    <a:pt x="548808" y="392562"/>
                  </a:lnTo>
                  <a:lnTo>
                    <a:pt x="544888" y="392562"/>
                  </a:lnTo>
                  <a:lnTo>
                    <a:pt x="540968" y="392562"/>
                  </a:lnTo>
                  <a:lnTo>
                    <a:pt x="537048" y="392562"/>
                  </a:lnTo>
                  <a:lnTo>
                    <a:pt x="533128" y="392562"/>
                  </a:lnTo>
                  <a:lnTo>
                    <a:pt x="529208" y="392562"/>
                  </a:lnTo>
                  <a:lnTo>
                    <a:pt x="525288" y="392562"/>
                  </a:lnTo>
                  <a:lnTo>
                    <a:pt x="521368" y="392562"/>
                  </a:lnTo>
                  <a:lnTo>
                    <a:pt x="517448" y="392562"/>
                  </a:lnTo>
                  <a:lnTo>
                    <a:pt x="513528" y="392562"/>
                  </a:lnTo>
                  <a:lnTo>
                    <a:pt x="509608" y="392562"/>
                  </a:lnTo>
                  <a:lnTo>
                    <a:pt x="505688" y="392562"/>
                  </a:lnTo>
                  <a:lnTo>
                    <a:pt x="501768" y="392562"/>
                  </a:lnTo>
                  <a:lnTo>
                    <a:pt x="497847" y="392562"/>
                  </a:lnTo>
                  <a:lnTo>
                    <a:pt x="493927" y="392562"/>
                  </a:lnTo>
                  <a:lnTo>
                    <a:pt x="490007" y="392562"/>
                  </a:lnTo>
                  <a:lnTo>
                    <a:pt x="486087" y="392562"/>
                  </a:lnTo>
                  <a:lnTo>
                    <a:pt x="482167" y="392562"/>
                  </a:lnTo>
                  <a:lnTo>
                    <a:pt x="478247" y="392562"/>
                  </a:lnTo>
                  <a:lnTo>
                    <a:pt x="474327" y="392562"/>
                  </a:lnTo>
                  <a:lnTo>
                    <a:pt x="470407" y="392562"/>
                  </a:lnTo>
                  <a:lnTo>
                    <a:pt x="466487" y="392562"/>
                  </a:lnTo>
                  <a:lnTo>
                    <a:pt x="462567" y="392562"/>
                  </a:lnTo>
                  <a:lnTo>
                    <a:pt x="458647" y="392562"/>
                  </a:lnTo>
                  <a:lnTo>
                    <a:pt x="454727" y="392562"/>
                  </a:lnTo>
                  <a:lnTo>
                    <a:pt x="450807" y="392562"/>
                  </a:lnTo>
                  <a:lnTo>
                    <a:pt x="446887" y="392562"/>
                  </a:lnTo>
                  <a:lnTo>
                    <a:pt x="442967" y="392562"/>
                  </a:lnTo>
                  <a:lnTo>
                    <a:pt x="439047" y="392562"/>
                  </a:lnTo>
                  <a:lnTo>
                    <a:pt x="435126" y="392562"/>
                  </a:lnTo>
                  <a:lnTo>
                    <a:pt x="431206" y="392562"/>
                  </a:lnTo>
                  <a:lnTo>
                    <a:pt x="427286" y="392562"/>
                  </a:lnTo>
                  <a:lnTo>
                    <a:pt x="423366" y="392562"/>
                  </a:lnTo>
                  <a:lnTo>
                    <a:pt x="419446" y="392562"/>
                  </a:lnTo>
                  <a:lnTo>
                    <a:pt x="415526" y="392562"/>
                  </a:lnTo>
                  <a:lnTo>
                    <a:pt x="411606" y="392562"/>
                  </a:lnTo>
                  <a:lnTo>
                    <a:pt x="407686" y="392562"/>
                  </a:lnTo>
                  <a:lnTo>
                    <a:pt x="403766" y="392562"/>
                  </a:lnTo>
                  <a:lnTo>
                    <a:pt x="399846" y="392562"/>
                  </a:lnTo>
                  <a:lnTo>
                    <a:pt x="395926" y="392562"/>
                  </a:lnTo>
                  <a:lnTo>
                    <a:pt x="392006" y="392562"/>
                  </a:lnTo>
                  <a:lnTo>
                    <a:pt x="388086" y="392562"/>
                  </a:lnTo>
                  <a:lnTo>
                    <a:pt x="384166" y="392562"/>
                  </a:lnTo>
                  <a:lnTo>
                    <a:pt x="380246" y="392562"/>
                  </a:lnTo>
                  <a:lnTo>
                    <a:pt x="376326" y="392562"/>
                  </a:lnTo>
                  <a:lnTo>
                    <a:pt x="372405" y="392562"/>
                  </a:lnTo>
                  <a:lnTo>
                    <a:pt x="368485" y="392562"/>
                  </a:lnTo>
                  <a:lnTo>
                    <a:pt x="364565" y="392562"/>
                  </a:lnTo>
                  <a:lnTo>
                    <a:pt x="360645" y="392562"/>
                  </a:lnTo>
                  <a:lnTo>
                    <a:pt x="356725" y="392562"/>
                  </a:lnTo>
                  <a:lnTo>
                    <a:pt x="352805" y="392562"/>
                  </a:lnTo>
                  <a:lnTo>
                    <a:pt x="348885" y="392562"/>
                  </a:lnTo>
                  <a:lnTo>
                    <a:pt x="344965" y="392562"/>
                  </a:lnTo>
                  <a:lnTo>
                    <a:pt x="341045" y="392562"/>
                  </a:lnTo>
                  <a:lnTo>
                    <a:pt x="337125" y="392562"/>
                  </a:lnTo>
                  <a:lnTo>
                    <a:pt x="333205" y="392562"/>
                  </a:lnTo>
                  <a:lnTo>
                    <a:pt x="329285" y="392562"/>
                  </a:lnTo>
                  <a:lnTo>
                    <a:pt x="325365" y="392562"/>
                  </a:lnTo>
                  <a:lnTo>
                    <a:pt x="321445" y="392562"/>
                  </a:lnTo>
                  <a:lnTo>
                    <a:pt x="317525" y="392562"/>
                  </a:lnTo>
                  <a:lnTo>
                    <a:pt x="313605" y="392562"/>
                  </a:lnTo>
                  <a:lnTo>
                    <a:pt x="309684" y="392562"/>
                  </a:lnTo>
                  <a:lnTo>
                    <a:pt x="305764" y="392562"/>
                  </a:lnTo>
                  <a:lnTo>
                    <a:pt x="301844" y="392562"/>
                  </a:lnTo>
                  <a:lnTo>
                    <a:pt x="297924" y="392562"/>
                  </a:lnTo>
                  <a:lnTo>
                    <a:pt x="294004" y="392562"/>
                  </a:lnTo>
                  <a:lnTo>
                    <a:pt x="290084" y="392562"/>
                  </a:lnTo>
                  <a:lnTo>
                    <a:pt x="286164" y="392562"/>
                  </a:lnTo>
                  <a:lnTo>
                    <a:pt x="282244" y="392562"/>
                  </a:lnTo>
                  <a:lnTo>
                    <a:pt x="278324" y="392562"/>
                  </a:lnTo>
                  <a:lnTo>
                    <a:pt x="274404" y="392562"/>
                  </a:lnTo>
                  <a:lnTo>
                    <a:pt x="270484" y="392562"/>
                  </a:lnTo>
                  <a:lnTo>
                    <a:pt x="266564" y="392562"/>
                  </a:lnTo>
                  <a:lnTo>
                    <a:pt x="262644" y="392562"/>
                  </a:lnTo>
                  <a:lnTo>
                    <a:pt x="258724" y="392562"/>
                  </a:lnTo>
                  <a:lnTo>
                    <a:pt x="254804" y="392562"/>
                  </a:lnTo>
                  <a:lnTo>
                    <a:pt x="250884" y="392562"/>
                  </a:lnTo>
                  <a:lnTo>
                    <a:pt x="246963" y="392562"/>
                  </a:lnTo>
                  <a:lnTo>
                    <a:pt x="243043" y="392562"/>
                  </a:lnTo>
                  <a:lnTo>
                    <a:pt x="239123" y="392562"/>
                  </a:lnTo>
                  <a:lnTo>
                    <a:pt x="235203" y="392562"/>
                  </a:lnTo>
                  <a:lnTo>
                    <a:pt x="231283" y="392562"/>
                  </a:lnTo>
                  <a:lnTo>
                    <a:pt x="227363" y="392562"/>
                  </a:lnTo>
                  <a:lnTo>
                    <a:pt x="223443" y="392562"/>
                  </a:lnTo>
                  <a:lnTo>
                    <a:pt x="219523" y="392562"/>
                  </a:lnTo>
                  <a:lnTo>
                    <a:pt x="215603" y="392562"/>
                  </a:lnTo>
                  <a:lnTo>
                    <a:pt x="211683" y="392562"/>
                  </a:lnTo>
                  <a:lnTo>
                    <a:pt x="207763" y="392562"/>
                  </a:lnTo>
                  <a:lnTo>
                    <a:pt x="203843" y="392562"/>
                  </a:lnTo>
                  <a:lnTo>
                    <a:pt x="199923" y="392562"/>
                  </a:lnTo>
                  <a:lnTo>
                    <a:pt x="196003" y="392562"/>
                  </a:lnTo>
                  <a:lnTo>
                    <a:pt x="192083" y="392562"/>
                  </a:lnTo>
                  <a:lnTo>
                    <a:pt x="188163" y="392562"/>
                  </a:lnTo>
                  <a:lnTo>
                    <a:pt x="184242" y="392562"/>
                  </a:lnTo>
                  <a:lnTo>
                    <a:pt x="180322" y="392562"/>
                  </a:lnTo>
                  <a:lnTo>
                    <a:pt x="176402" y="392562"/>
                  </a:lnTo>
                  <a:lnTo>
                    <a:pt x="172482" y="392562"/>
                  </a:lnTo>
                  <a:lnTo>
                    <a:pt x="168562" y="392562"/>
                  </a:lnTo>
                  <a:lnTo>
                    <a:pt x="164642" y="392562"/>
                  </a:lnTo>
                  <a:lnTo>
                    <a:pt x="160722" y="392562"/>
                  </a:lnTo>
                  <a:lnTo>
                    <a:pt x="156802" y="392562"/>
                  </a:lnTo>
                  <a:lnTo>
                    <a:pt x="152882" y="392562"/>
                  </a:lnTo>
                  <a:lnTo>
                    <a:pt x="148962" y="392562"/>
                  </a:lnTo>
                  <a:lnTo>
                    <a:pt x="145042" y="392562"/>
                  </a:lnTo>
                  <a:lnTo>
                    <a:pt x="141122" y="392562"/>
                  </a:lnTo>
                  <a:lnTo>
                    <a:pt x="137202" y="392562"/>
                  </a:lnTo>
                  <a:lnTo>
                    <a:pt x="133282" y="392562"/>
                  </a:lnTo>
                  <a:lnTo>
                    <a:pt x="129362" y="392562"/>
                  </a:lnTo>
                  <a:lnTo>
                    <a:pt x="125442" y="392562"/>
                  </a:lnTo>
                  <a:lnTo>
                    <a:pt x="121521" y="392562"/>
                  </a:lnTo>
                  <a:lnTo>
                    <a:pt x="117601" y="392562"/>
                  </a:lnTo>
                  <a:lnTo>
                    <a:pt x="113681" y="392562"/>
                  </a:lnTo>
                  <a:lnTo>
                    <a:pt x="109761" y="392562"/>
                  </a:lnTo>
                  <a:lnTo>
                    <a:pt x="105841" y="392562"/>
                  </a:lnTo>
                  <a:lnTo>
                    <a:pt x="101921" y="392562"/>
                  </a:lnTo>
                  <a:lnTo>
                    <a:pt x="98001" y="392562"/>
                  </a:lnTo>
                  <a:lnTo>
                    <a:pt x="94081" y="392562"/>
                  </a:lnTo>
                  <a:lnTo>
                    <a:pt x="90161" y="392562"/>
                  </a:lnTo>
                  <a:lnTo>
                    <a:pt x="86241" y="392562"/>
                  </a:lnTo>
                  <a:lnTo>
                    <a:pt x="82321" y="392562"/>
                  </a:lnTo>
                  <a:lnTo>
                    <a:pt x="78401" y="392562"/>
                  </a:lnTo>
                  <a:lnTo>
                    <a:pt x="74481" y="392562"/>
                  </a:lnTo>
                  <a:lnTo>
                    <a:pt x="70561" y="392562"/>
                  </a:lnTo>
                  <a:lnTo>
                    <a:pt x="66641" y="392562"/>
                  </a:lnTo>
                  <a:lnTo>
                    <a:pt x="62721" y="392562"/>
                  </a:lnTo>
                  <a:lnTo>
                    <a:pt x="58800" y="392562"/>
                  </a:lnTo>
                  <a:lnTo>
                    <a:pt x="54880" y="392562"/>
                  </a:lnTo>
                  <a:lnTo>
                    <a:pt x="50960" y="392562"/>
                  </a:lnTo>
                  <a:lnTo>
                    <a:pt x="47040" y="392562"/>
                  </a:lnTo>
                  <a:lnTo>
                    <a:pt x="43120" y="392562"/>
                  </a:lnTo>
                  <a:lnTo>
                    <a:pt x="39200" y="392562"/>
                  </a:lnTo>
                  <a:lnTo>
                    <a:pt x="35280" y="392562"/>
                  </a:lnTo>
                  <a:lnTo>
                    <a:pt x="31360" y="392562"/>
                  </a:lnTo>
                  <a:lnTo>
                    <a:pt x="27440" y="392562"/>
                  </a:lnTo>
                  <a:lnTo>
                    <a:pt x="23520" y="392562"/>
                  </a:lnTo>
                  <a:lnTo>
                    <a:pt x="19600" y="392562"/>
                  </a:lnTo>
                  <a:lnTo>
                    <a:pt x="15680" y="392562"/>
                  </a:lnTo>
                  <a:lnTo>
                    <a:pt x="11760" y="392562"/>
                  </a:lnTo>
                  <a:lnTo>
                    <a:pt x="7840" y="392562"/>
                  </a:lnTo>
                  <a:lnTo>
                    <a:pt x="3920" y="392562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65" name="pl65"/>
            <p:cNvSpPr/>
            <p:nvPr/>
          </p:nvSpPr>
          <p:spPr>
            <a:xfrm>
              <a:off x="6559621" y="5898987"/>
              <a:ext cx="2003152" cy="392562"/>
            </a:xfrm>
            <a:custGeom>
              <a:avLst/>
              <a:gdLst/>
              <a:ahLst/>
              <a:cxnLst/>
              <a:rect l="0" t="0" r="0" b="0"/>
              <a:pathLst>
                <a:path w="2003152" h="392562">
                  <a:moveTo>
                    <a:pt x="0" y="392562"/>
                  </a:moveTo>
                  <a:lnTo>
                    <a:pt x="3920" y="392562"/>
                  </a:lnTo>
                  <a:lnTo>
                    <a:pt x="7840" y="392562"/>
                  </a:lnTo>
                  <a:lnTo>
                    <a:pt x="11760" y="392562"/>
                  </a:lnTo>
                  <a:lnTo>
                    <a:pt x="15680" y="392562"/>
                  </a:lnTo>
                  <a:lnTo>
                    <a:pt x="19600" y="392562"/>
                  </a:lnTo>
                  <a:lnTo>
                    <a:pt x="23520" y="392562"/>
                  </a:lnTo>
                  <a:lnTo>
                    <a:pt x="27440" y="392562"/>
                  </a:lnTo>
                  <a:lnTo>
                    <a:pt x="31360" y="392562"/>
                  </a:lnTo>
                  <a:lnTo>
                    <a:pt x="35280" y="392562"/>
                  </a:lnTo>
                  <a:lnTo>
                    <a:pt x="39200" y="392562"/>
                  </a:lnTo>
                  <a:lnTo>
                    <a:pt x="43120" y="392562"/>
                  </a:lnTo>
                  <a:lnTo>
                    <a:pt x="47040" y="392562"/>
                  </a:lnTo>
                  <a:lnTo>
                    <a:pt x="50960" y="392562"/>
                  </a:lnTo>
                  <a:lnTo>
                    <a:pt x="54880" y="392562"/>
                  </a:lnTo>
                  <a:lnTo>
                    <a:pt x="58800" y="392562"/>
                  </a:lnTo>
                  <a:lnTo>
                    <a:pt x="62721" y="392562"/>
                  </a:lnTo>
                  <a:lnTo>
                    <a:pt x="66641" y="392562"/>
                  </a:lnTo>
                  <a:lnTo>
                    <a:pt x="70561" y="392562"/>
                  </a:lnTo>
                  <a:lnTo>
                    <a:pt x="74481" y="392562"/>
                  </a:lnTo>
                  <a:lnTo>
                    <a:pt x="78401" y="392562"/>
                  </a:lnTo>
                  <a:lnTo>
                    <a:pt x="82321" y="392562"/>
                  </a:lnTo>
                  <a:lnTo>
                    <a:pt x="86241" y="392562"/>
                  </a:lnTo>
                  <a:lnTo>
                    <a:pt x="90161" y="392562"/>
                  </a:lnTo>
                  <a:lnTo>
                    <a:pt x="94081" y="392562"/>
                  </a:lnTo>
                  <a:lnTo>
                    <a:pt x="98001" y="392562"/>
                  </a:lnTo>
                  <a:lnTo>
                    <a:pt x="101921" y="392562"/>
                  </a:lnTo>
                  <a:lnTo>
                    <a:pt x="105841" y="392562"/>
                  </a:lnTo>
                  <a:lnTo>
                    <a:pt x="109761" y="392562"/>
                  </a:lnTo>
                  <a:lnTo>
                    <a:pt x="113681" y="392562"/>
                  </a:lnTo>
                  <a:lnTo>
                    <a:pt x="117601" y="392562"/>
                  </a:lnTo>
                  <a:lnTo>
                    <a:pt x="121521" y="392562"/>
                  </a:lnTo>
                  <a:lnTo>
                    <a:pt x="125442" y="392562"/>
                  </a:lnTo>
                  <a:lnTo>
                    <a:pt x="129362" y="392562"/>
                  </a:lnTo>
                  <a:lnTo>
                    <a:pt x="133282" y="392562"/>
                  </a:lnTo>
                  <a:lnTo>
                    <a:pt x="137202" y="392562"/>
                  </a:lnTo>
                  <a:lnTo>
                    <a:pt x="141122" y="392562"/>
                  </a:lnTo>
                  <a:lnTo>
                    <a:pt x="145042" y="392562"/>
                  </a:lnTo>
                  <a:lnTo>
                    <a:pt x="148962" y="392562"/>
                  </a:lnTo>
                  <a:lnTo>
                    <a:pt x="152882" y="392562"/>
                  </a:lnTo>
                  <a:lnTo>
                    <a:pt x="156802" y="392562"/>
                  </a:lnTo>
                  <a:lnTo>
                    <a:pt x="160722" y="392562"/>
                  </a:lnTo>
                  <a:lnTo>
                    <a:pt x="164642" y="392562"/>
                  </a:lnTo>
                  <a:lnTo>
                    <a:pt x="168562" y="392562"/>
                  </a:lnTo>
                  <a:lnTo>
                    <a:pt x="172482" y="392562"/>
                  </a:lnTo>
                  <a:lnTo>
                    <a:pt x="176402" y="392562"/>
                  </a:lnTo>
                  <a:lnTo>
                    <a:pt x="180322" y="392562"/>
                  </a:lnTo>
                  <a:lnTo>
                    <a:pt x="184242" y="392562"/>
                  </a:lnTo>
                  <a:lnTo>
                    <a:pt x="188163" y="392562"/>
                  </a:lnTo>
                  <a:lnTo>
                    <a:pt x="192083" y="392562"/>
                  </a:lnTo>
                  <a:lnTo>
                    <a:pt x="196003" y="392562"/>
                  </a:lnTo>
                  <a:lnTo>
                    <a:pt x="199923" y="392562"/>
                  </a:lnTo>
                  <a:lnTo>
                    <a:pt x="203843" y="392562"/>
                  </a:lnTo>
                  <a:lnTo>
                    <a:pt x="207763" y="392562"/>
                  </a:lnTo>
                  <a:lnTo>
                    <a:pt x="211683" y="392562"/>
                  </a:lnTo>
                  <a:lnTo>
                    <a:pt x="215603" y="392562"/>
                  </a:lnTo>
                  <a:lnTo>
                    <a:pt x="219523" y="392562"/>
                  </a:lnTo>
                  <a:lnTo>
                    <a:pt x="223443" y="392562"/>
                  </a:lnTo>
                  <a:lnTo>
                    <a:pt x="227363" y="392562"/>
                  </a:lnTo>
                  <a:lnTo>
                    <a:pt x="231283" y="392562"/>
                  </a:lnTo>
                  <a:lnTo>
                    <a:pt x="235203" y="392562"/>
                  </a:lnTo>
                  <a:lnTo>
                    <a:pt x="239123" y="392562"/>
                  </a:lnTo>
                  <a:lnTo>
                    <a:pt x="243043" y="392562"/>
                  </a:lnTo>
                  <a:lnTo>
                    <a:pt x="246963" y="392562"/>
                  </a:lnTo>
                  <a:lnTo>
                    <a:pt x="250884" y="392562"/>
                  </a:lnTo>
                  <a:lnTo>
                    <a:pt x="254804" y="392562"/>
                  </a:lnTo>
                  <a:lnTo>
                    <a:pt x="258724" y="392562"/>
                  </a:lnTo>
                  <a:lnTo>
                    <a:pt x="262644" y="392562"/>
                  </a:lnTo>
                  <a:lnTo>
                    <a:pt x="266564" y="392562"/>
                  </a:lnTo>
                  <a:lnTo>
                    <a:pt x="270484" y="392562"/>
                  </a:lnTo>
                  <a:lnTo>
                    <a:pt x="274404" y="392562"/>
                  </a:lnTo>
                  <a:lnTo>
                    <a:pt x="278324" y="392562"/>
                  </a:lnTo>
                  <a:lnTo>
                    <a:pt x="282244" y="392562"/>
                  </a:lnTo>
                  <a:lnTo>
                    <a:pt x="286164" y="392562"/>
                  </a:lnTo>
                  <a:lnTo>
                    <a:pt x="290084" y="392562"/>
                  </a:lnTo>
                  <a:lnTo>
                    <a:pt x="294004" y="392562"/>
                  </a:lnTo>
                  <a:lnTo>
                    <a:pt x="297924" y="392562"/>
                  </a:lnTo>
                  <a:lnTo>
                    <a:pt x="301844" y="392562"/>
                  </a:lnTo>
                  <a:lnTo>
                    <a:pt x="305764" y="392562"/>
                  </a:lnTo>
                  <a:lnTo>
                    <a:pt x="309684" y="392562"/>
                  </a:lnTo>
                  <a:lnTo>
                    <a:pt x="313605" y="392562"/>
                  </a:lnTo>
                  <a:lnTo>
                    <a:pt x="317525" y="392562"/>
                  </a:lnTo>
                  <a:lnTo>
                    <a:pt x="321445" y="392562"/>
                  </a:lnTo>
                  <a:lnTo>
                    <a:pt x="325365" y="392562"/>
                  </a:lnTo>
                  <a:lnTo>
                    <a:pt x="329285" y="392561"/>
                  </a:lnTo>
                  <a:lnTo>
                    <a:pt x="333205" y="392561"/>
                  </a:lnTo>
                  <a:lnTo>
                    <a:pt x="337125" y="392561"/>
                  </a:lnTo>
                  <a:lnTo>
                    <a:pt x="341045" y="392561"/>
                  </a:lnTo>
                  <a:lnTo>
                    <a:pt x="344965" y="392560"/>
                  </a:lnTo>
                  <a:lnTo>
                    <a:pt x="348885" y="392559"/>
                  </a:lnTo>
                  <a:lnTo>
                    <a:pt x="352805" y="392558"/>
                  </a:lnTo>
                  <a:lnTo>
                    <a:pt x="356725" y="392557"/>
                  </a:lnTo>
                  <a:lnTo>
                    <a:pt x="360645" y="392554"/>
                  </a:lnTo>
                  <a:lnTo>
                    <a:pt x="364565" y="392551"/>
                  </a:lnTo>
                  <a:lnTo>
                    <a:pt x="368485" y="392547"/>
                  </a:lnTo>
                  <a:lnTo>
                    <a:pt x="372405" y="392541"/>
                  </a:lnTo>
                  <a:lnTo>
                    <a:pt x="376326" y="392534"/>
                  </a:lnTo>
                  <a:lnTo>
                    <a:pt x="380246" y="392524"/>
                  </a:lnTo>
                  <a:lnTo>
                    <a:pt x="384166" y="392511"/>
                  </a:lnTo>
                  <a:lnTo>
                    <a:pt x="388086" y="392494"/>
                  </a:lnTo>
                  <a:lnTo>
                    <a:pt x="392006" y="392473"/>
                  </a:lnTo>
                  <a:lnTo>
                    <a:pt x="395926" y="392447"/>
                  </a:lnTo>
                  <a:lnTo>
                    <a:pt x="399846" y="392414"/>
                  </a:lnTo>
                  <a:lnTo>
                    <a:pt x="403766" y="392374"/>
                  </a:lnTo>
                  <a:lnTo>
                    <a:pt x="407686" y="392327"/>
                  </a:lnTo>
                  <a:lnTo>
                    <a:pt x="411606" y="392272"/>
                  </a:lnTo>
                  <a:lnTo>
                    <a:pt x="415526" y="392207"/>
                  </a:lnTo>
                  <a:lnTo>
                    <a:pt x="419446" y="392133"/>
                  </a:lnTo>
                  <a:lnTo>
                    <a:pt x="423366" y="392046"/>
                  </a:lnTo>
                  <a:lnTo>
                    <a:pt x="427286" y="391950"/>
                  </a:lnTo>
                  <a:lnTo>
                    <a:pt x="431206" y="391842"/>
                  </a:lnTo>
                  <a:lnTo>
                    <a:pt x="435126" y="391725"/>
                  </a:lnTo>
                  <a:lnTo>
                    <a:pt x="439047" y="391598"/>
                  </a:lnTo>
                  <a:lnTo>
                    <a:pt x="442967" y="391462"/>
                  </a:lnTo>
                  <a:lnTo>
                    <a:pt x="446887" y="391319"/>
                  </a:lnTo>
                  <a:lnTo>
                    <a:pt x="450807" y="391169"/>
                  </a:lnTo>
                  <a:lnTo>
                    <a:pt x="454727" y="391013"/>
                  </a:lnTo>
                  <a:lnTo>
                    <a:pt x="458647" y="390853"/>
                  </a:lnTo>
                  <a:lnTo>
                    <a:pt x="462567" y="390691"/>
                  </a:lnTo>
                  <a:lnTo>
                    <a:pt x="466487" y="390528"/>
                  </a:lnTo>
                  <a:lnTo>
                    <a:pt x="470407" y="390365"/>
                  </a:lnTo>
                  <a:lnTo>
                    <a:pt x="474327" y="390204"/>
                  </a:lnTo>
                  <a:lnTo>
                    <a:pt x="478247" y="390044"/>
                  </a:lnTo>
                  <a:lnTo>
                    <a:pt x="482167" y="389888"/>
                  </a:lnTo>
                  <a:lnTo>
                    <a:pt x="486087" y="389734"/>
                  </a:lnTo>
                  <a:lnTo>
                    <a:pt x="490007" y="389584"/>
                  </a:lnTo>
                  <a:lnTo>
                    <a:pt x="493927" y="389437"/>
                  </a:lnTo>
                  <a:lnTo>
                    <a:pt x="497847" y="389291"/>
                  </a:lnTo>
                  <a:lnTo>
                    <a:pt x="501768" y="389148"/>
                  </a:lnTo>
                  <a:lnTo>
                    <a:pt x="505688" y="389006"/>
                  </a:lnTo>
                  <a:lnTo>
                    <a:pt x="509608" y="388863"/>
                  </a:lnTo>
                  <a:lnTo>
                    <a:pt x="513528" y="388720"/>
                  </a:lnTo>
                  <a:lnTo>
                    <a:pt x="517448" y="388575"/>
                  </a:lnTo>
                  <a:lnTo>
                    <a:pt x="521368" y="388425"/>
                  </a:lnTo>
                  <a:lnTo>
                    <a:pt x="525288" y="388270"/>
                  </a:lnTo>
                  <a:lnTo>
                    <a:pt x="529208" y="388107"/>
                  </a:lnTo>
                  <a:lnTo>
                    <a:pt x="533128" y="387936"/>
                  </a:lnTo>
                  <a:lnTo>
                    <a:pt x="537048" y="387755"/>
                  </a:lnTo>
                  <a:lnTo>
                    <a:pt x="540968" y="387560"/>
                  </a:lnTo>
                  <a:lnTo>
                    <a:pt x="544888" y="387351"/>
                  </a:lnTo>
                  <a:lnTo>
                    <a:pt x="548808" y="387125"/>
                  </a:lnTo>
                  <a:lnTo>
                    <a:pt x="552728" y="386877"/>
                  </a:lnTo>
                  <a:lnTo>
                    <a:pt x="556648" y="386606"/>
                  </a:lnTo>
                  <a:lnTo>
                    <a:pt x="560569" y="386311"/>
                  </a:lnTo>
                  <a:lnTo>
                    <a:pt x="564489" y="385990"/>
                  </a:lnTo>
                  <a:lnTo>
                    <a:pt x="568409" y="385641"/>
                  </a:lnTo>
                  <a:lnTo>
                    <a:pt x="572329" y="385263"/>
                  </a:lnTo>
                  <a:lnTo>
                    <a:pt x="576249" y="384854"/>
                  </a:lnTo>
                  <a:lnTo>
                    <a:pt x="580169" y="384412"/>
                  </a:lnTo>
                  <a:lnTo>
                    <a:pt x="584089" y="383934"/>
                  </a:lnTo>
                  <a:lnTo>
                    <a:pt x="588009" y="383417"/>
                  </a:lnTo>
                  <a:lnTo>
                    <a:pt x="591929" y="382860"/>
                  </a:lnTo>
                  <a:lnTo>
                    <a:pt x="595849" y="382259"/>
                  </a:lnTo>
                  <a:lnTo>
                    <a:pt x="599769" y="381609"/>
                  </a:lnTo>
                  <a:lnTo>
                    <a:pt x="603689" y="380903"/>
                  </a:lnTo>
                  <a:lnTo>
                    <a:pt x="607609" y="380132"/>
                  </a:lnTo>
                  <a:lnTo>
                    <a:pt x="611529" y="379285"/>
                  </a:lnTo>
                  <a:lnTo>
                    <a:pt x="615449" y="378344"/>
                  </a:lnTo>
                  <a:lnTo>
                    <a:pt x="619369" y="377284"/>
                  </a:lnTo>
                  <a:lnTo>
                    <a:pt x="623290" y="376098"/>
                  </a:lnTo>
                  <a:lnTo>
                    <a:pt x="627210" y="374766"/>
                  </a:lnTo>
                  <a:lnTo>
                    <a:pt x="631130" y="373270"/>
                  </a:lnTo>
                  <a:lnTo>
                    <a:pt x="635050" y="371589"/>
                  </a:lnTo>
                  <a:lnTo>
                    <a:pt x="638970" y="369704"/>
                  </a:lnTo>
                  <a:lnTo>
                    <a:pt x="642890" y="367596"/>
                  </a:lnTo>
                  <a:lnTo>
                    <a:pt x="646810" y="365241"/>
                  </a:lnTo>
                  <a:lnTo>
                    <a:pt x="650730" y="362586"/>
                  </a:lnTo>
                  <a:lnTo>
                    <a:pt x="654650" y="359650"/>
                  </a:lnTo>
                  <a:lnTo>
                    <a:pt x="658570" y="356419"/>
                  </a:lnTo>
                  <a:lnTo>
                    <a:pt x="662490" y="352880"/>
                  </a:lnTo>
                  <a:lnTo>
                    <a:pt x="666410" y="349019"/>
                  </a:lnTo>
                  <a:lnTo>
                    <a:pt x="670330" y="344825"/>
                  </a:lnTo>
                  <a:lnTo>
                    <a:pt x="674250" y="340283"/>
                  </a:lnTo>
                  <a:lnTo>
                    <a:pt x="678170" y="335381"/>
                  </a:lnTo>
                  <a:lnTo>
                    <a:pt x="682090" y="330048"/>
                  </a:lnTo>
                  <a:lnTo>
                    <a:pt x="686011" y="324310"/>
                  </a:lnTo>
                  <a:lnTo>
                    <a:pt x="689931" y="318159"/>
                  </a:lnTo>
                  <a:lnTo>
                    <a:pt x="693851" y="311575"/>
                  </a:lnTo>
                  <a:lnTo>
                    <a:pt x="697771" y="304541"/>
                  </a:lnTo>
                  <a:lnTo>
                    <a:pt x="701691" y="297040"/>
                  </a:lnTo>
                  <a:lnTo>
                    <a:pt x="705611" y="289055"/>
                  </a:lnTo>
                  <a:lnTo>
                    <a:pt x="709531" y="280572"/>
                  </a:lnTo>
                  <a:lnTo>
                    <a:pt x="713451" y="271528"/>
                  </a:lnTo>
                  <a:lnTo>
                    <a:pt x="717371" y="261941"/>
                  </a:lnTo>
                  <a:lnTo>
                    <a:pt x="721291" y="251844"/>
                  </a:lnTo>
                  <a:lnTo>
                    <a:pt x="725211" y="241245"/>
                  </a:lnTo>
                  <a:lnTo>
                    <a:pt x="729131" y="230163"/>
                  </a:lnTo>
                  <a:lnTo>
                    <a:pt x="733051" y="218621"/>
                  </a:lnTo>
                  <a:lnTo>
                    <a:pt x="736971" y="206653"/>
                  </a:lnTo>
                  <a:lnTo>
                    <a:pt x="740891" y="194301"/>
                  </a:lnTo>
                  <a:lnTo>
                    <a:pt x="744811" y="181597"/>
                  </a:lnTo>
                  <a:lnTo>
                    <a:pt x="748732" y="168609"/>
                  </a:lnTo>
                  <a:lnTo>
                    <a:pt x="752652" y="155441"/>
                  </a:lnTo>
                  <a:lnTo>
                    <a:pt x="756572" y="142171"/>
                  </a:lnTo>
                  <a:lnTo>
                    <a:pt x="760492" y="128885"/>
                  </a:lnTo>
                  <a:lnTo>
                    <a:pt x="764412" y="115674"/>
                  </a:lnTo>
                  <a:lnTo>
                    <a:pt x="768332" y="102635"/>
                  </a:lnTo>
                  <a:lnTo>
                    <a:pt x="772252" y="89869"/>
                  </a:lnTo>
                  <a:lnTo>
                    <a:pt x="776172" y="77495"/>
                  </a:lnTo>
                  <a:lnTo>
                    <a:pt x="780092" y="65699"/>
                  </a:lnTo>
                  <a:lnTo>
                    <a:pt x="784012" y="54539"/>
                  </a:lnTo>
                  <a:lnTo>
                    <a:pt x="787932" y="44124"/>
                  </a:lnTo>
                  <a:lnTo>
                    <a:pt x="791852" y="34560"/>
                  </a:lnTo>
                  <a:lnTo>
                    <a:pt x="795772" y="25950"/>
                  </a:lnTo>
                  <a:lnTo>
                    <a:pt x="799692" y="18392"/>
                  </a:lnTo>
                  <a:lnTo>
                    <a:pt x="803612" y="11978"/>
                  </a:lnTo>
                  <a:lnTo>
                    <a:pt x="807532" y="6792"/>
                  </a:lnTo>
                  <a:lnTo>
                    <a:pt x="811453" y="3118"/>
                  </a:lnTo>
                  <a:lnTo>
                    <a:pt x="815373" y="845"/>
                  </a:lnTo>
                  <a:lnTo>
                    <a:pt x="819293" y="0"/>
                  </a:lnTo>
                  <a:lnTo>
                    <a:pt x="823213" y="611"/>
                  </a:lnTo>
                  <a:lnTo>
                    <a:pt x="827133" y="2689"/>
                  </a:lnTo>
                  <a:lnTo>
                    <a:pt x="831053" y="6229"/>
                  </a:lnTo>
                  <a:lnTo>
                    <a:pt x="834973" y="11206"/>
                  </a:lnTo>
                  <a:lnTo>
                    <a:pt x="838893" y="17577"/>
                  </a:lnTo>
                  <a:lnTo>
                    <a:pt x="842813" y="25419"/>
                  </a:lnTo>
                  <a:lnTo>
                    <a:pt x="846733" y="34541"/>
                  </a:lnTo>
                  <a:lnTo>
                    <a:pt x="850653" y="44773"/>
                  </a:lnTo>
                  <a:lnTo>
                    <a:pt x="854573" y="55997"/>
                  </a:lnTo>
                  <a:lnTo>
                    <a:pt x="858493" y="68082"/>
                  </a:lnTo>
                  <a:lnTo>
                    <a:pt x="862413" y="80893"/>
                  </a:lnTo>
                  <a:lnTo>
                    <a:pt x="866333" y="94287"/>
                  </a:lnTo>
                  <a:lnTo>
                    <a:pt x="870253" y="108123"/>
                  </a:lnTo>
                  <a:lnTo>
                    <a:pt x="874174" y="122268"/>
                  </a:lnTo>
                  <a:lnTo>
                    <a:pt x="878094" y="136554"/>
                  </a:lnTo>
                  <a:lnTo>
                    <a:pt x="882014" y="150836"/>
                  </a:lnTo>
                  <a:lnTo>
                    <a:pt x="885934" y="165003"/>
                  </a:lnTo>
                  <a:lnTo>
                    <a:pt x="889854" y="178961"/>
                  </a:lnTo>
                  <a:lnTo>
                    <a:pt x="893774" y="192626"/>
                  </a:lnTo>
                  <a:lnTo>
                    <a:pt x="897694" y="205929"/>
                  </a:lnTo>
                  <a:lnTo>
                    <a:pt x="901614" y="218814"/>
                  </a:lnTo>
                  <a:lnTo>
                    <a:pt x="905534" y="231221"/>
                  </a:lnTo>
                  <a:lnTo>
                    <a:pt x="909454" y="243067"/>
                  </a:lnTo>
                  <a:lnTo>
                    <a:pt x="913374" y="254396"/>
                  </a:lnTo>
                  <a:lnTo>
                    <a:pt x="917294" y="265199"/>
                  </a:lnTo>
                  <a:lnTo>
                    <a:pt x="921214" y="275473"/>
                  </a:lnTo>
                  <a:lnTo>
                    <a:pt x="925134" y="285219"/>
                  </a:lnTo>
                  <a:lnTo>
                    <a:pt x="929054" y="294443"/>
                  </a:lnTo>
                  <a:lnTo>
                    <a:pt x="932974" y="303152"/>
                  </a:lnTo>
                  <a:lnTo>
                    <a:pt x="936895" y="311355"/>
                  </a:lnTo>
                  <a:lnTo>
                    <a:pt x="940815" y="318987"/>
                  </a:lnTo>
                  <a:lnTo>
                    <a:pt x="944735" y="326137"/>
                  </a:lnTo>
                  <a:lnTo>
                    <a:pt x="948655" y="332818"/>
                  </a:lnTo>
                  <a:lnTo>
                    <a:pt x="952575" y="339041"/>
                  </a:lnTo>
                  <a:lnTo>
                    <a:pt x="956495" y="344818"/>
                  </a:lnTo>
                  <a:lnTo>
                    <a:pt x="960415" y="350160"/>
                  </a:lnTo>
                  <a:lnTo>
                    <a:pt x="964335" y="355081"/>
                  </a:lnTo>
                  <a:lnTo>
                    <a:pt x="968255" y="359592"/>
                  </a:lnTo>
                  <a:lnTo>
                    <a:pt x="972175" y="363664"/>
                  </a:lnTo>
                  <a:lnTo>
                    <a:pt x="976095" y="367344"/>
                  </a:lnTo>
                  <a:lnTo>
                    <a:pt x="980015" y="370665"/>
                  </a:lnTo>
                  <a:lnTo>
                    <a:pt x="983935" y="373644"/>
                  </a:lnTo>
                  <a:lnTo>
                    <a:pt x="987855" y="376299"/>
                  </a:lnTo>
                  <a:lnTo>
                    <a:pt x="991775" y="378651"/>
                  </a:lnTo>
                  <a:lnTo>
                    <a:pt x="995695" y="380718"/>
                  </a:lnTo>
                  <a:lnTo>
                    <a:pt x="999616" y="382522"/>
                  </a:lnTo>
                  <a:lnTo>
                    <a:pt x="1003536" y="384067"/>
                  </a:lnTo>
                  <a:lnTo>
                    <a:pt x="1007456" y="385381"/>
                  </a:lnTo>
                  <a:lnTo>
                    <a:pt x="1011376" y="386504"/>
                  </a:lnTo>
                  <a:lnTo>
                    <a:pt x="1015296" y="387459"/>
                  </a:lnTo>
                  <a:lnTo>
                    <a:pt x="1019216" y="388265"/>
                  </a:lnTo>
                  <a:lnTo>
                    <a:pt x="1023136" y="388942"/>
                  </a:lnTo>
                  <a:lnTo>
                    <a:pt x="1027056" y="389508"/>
                  </a:lnTo>
                  <a:lnTo>
                    <a:pt x="1030976" y="389980"/>
                  </a:lnTo>
                  <a:lnTo>
                    <a:pt x="1034896" y="390370"/>
                  </a:lnTo>
                  <a:lnTo>
                    <a:pt x="1038816" y="390689"/>
                  </a:lnTo>
                  <a:lnTo>
                    <a:pt x="1042736" y="390959"/>
                  </a:lnTo>
                  <a:lnTo>
                    <a:pt x="1046656" y="391186"/>
                  </a:lnTo>
                  <a:lnTo>
                    <a:pt x="1050576" y="391381"/>
                  </a:lnTo>
                  <a:lnTo>
                    <a:pt x="1054496" y="391547"/>
                  </a:lnTo>
                  <a:lnTo>
                    <a:pt x="1058417" y="391692"/>
                  </a:lnTo>
                  <a:lnTo>
                    <a:pt x="1062337" y="391817"/>
                  </a:lnTo>
                  <a:lnTo>
                    <a:pt x="1066257" y="391927"/>
                  </a:lnTo>
                  <a:lnTo>
                    <a:pt x="1070177" y="392022"/>
                  </a:lnTo>
                  <a:lnTo>
                    <a:pt x="1074097" y="392106"/>
                  </a:lnTo>
                  <a:lnTo>
                    <a:pt x="1078017" y="392179"/>
                  </a:lnTo>
                  <a:lnTo>
                    <a:pt x="1081937" y="392244"/>
                  </a:lnTo>
                  <a:lnTo>
                    <a:pt x="1085857" y="392300"/>
                  </a:lnTo>
                  <a:lnTo>
                    <a:pt x="1089777" y="392348"/>
                  </a:lnTo>
                  <a:lnTo>
                    <a:pt x="1093697" y="392389"/>
                  </a:lnTo>
                  <a:lnTo>
                    <a:pt x="1097617" y="392424"/>
                  </a:lnTo>
                  <a:lnTo>
                    <a:pt x="1101537" y="392453"/>
                  </a:lnTo>
                  <a:lnTo>
                    <a:pt x="1105457" y="392477"/>
                  </a:lnTo>
                  <a:lnTo>
                    <a:pt x="1109377" y="392496"/>
                  </a:lnTo>
                  <a:lnTo>
                    <a:pt x="1113297" y="392511"/>
                  </a:lnTo>
                  <a:lnTo>
                    <a:pt x="1117217" y="392524"/>
                  </a:lnTo>
                  <a:lnTo>
                    <a:pt x="1121138" y="392534"/>
                  </a:lnTo>
                  <a:lnTo>
                    <a:pt x="1125058" y="392541"/>
                  </a:lnTo>
                  <a:lnTo>
                    <a:pt x="1128978" y="392547"/>
                  </a:lnTo>
                  <a:lnTo>
                    <a:pt x="1132898" y="392551"/>
                  </a:lnTo>
                  <a:lnTo>
                    <a:pt x="1136818" y="392554"/>
                  </a:lnTo>
                  <a:lnTo>
                    <a:pt x="1140738" y="392556"/>
                  </a:lnTo>
                  <a:lnTo>
                    <a:pt x="1144658" y="392558"/>
                  </a:lnTo>
                  <a:lnTo>
                    <a:pt x="1148578" y="392559"/>
                  </a:lnTo>
                  <a:lnTo>
                    <a:pt x="1152498" y="392560"/>
                  </a:lnTo>
                  <a:lnTo>
                    <a:pt x="1156418" y="392561"/>
                  </a:lnTo>
                  <a:lnTo>
                    <a:pt x="1160338" y="392561"/>
                  </a:lnTo>
                  <a:lnTo>
                    <a:pt x="1164258" y="392561"/>
                  </a:lnTo>
                  <a:lnTo>
                    <a:pt x="1168178" y="392561"/>
                  </a:lnTo>
                  <a:lnTo>
                    <a:pt x="1172098" y="392562"/>
                  </a:lnTo>
                  <a:lnTo>
                    <a:pt x="1176018" y="392562"/>
                  </a:lnTo>
                  <a:lnTo>
                    <a:pt x="1179938" y="392562"/>
                  </a:lnTo>
                  <a:lnTo>
                    <a:pt x="1183859" y="392562"/>
                  </a:lnTo>
                  <a:lnTo>
                    <a:pt x="1187779" y="392562"/>
                  </a:lnTo>
                  <a:lnTo>
                    <a:pt x="1191699" y="392562"/>
                  </a:lnTo>
                  <a:lnTo>
                    <a:pt x="1195619" y="392562"/>
                  </a:lnTo>
                  <a:lnTo>
                    <a:pt x="1199539" y="392562"/>
                  </a:lnTo>
                  <a:lnTo>
                    <a:pt x="1203459" y="392562"/>
                  </a:lnTo>
                  <a:lnTo>
                    <a:pt x="1207379" y="392562"/>
                  </a:lnTo>
                  <a:lnTo>
                    <a:pt x="1211299" y="392562"/>
                  </a:lnTo>
                  <a:lnTo>
                    <a:pt x="1215219" y="392562"/>
                  </a:lnTo>
                  <a:lnTo>
                    <a:pt x="1219139" y="392562"/>
                  </a:lnTo>
                  <a:lnTo>
                    <a:pt x="1223059" y="392562"/>
                  </a:lnTo>
                  <a:lnTo>
                    <a:pt x="1226979" y="392562"/>
                  </a:lnTo>
                  <a:lnTo>
                    <a:pt x="1230899" y="392562"/>
                  </a:lnTo>
                  <a:lnTo>
                    <a:pt x="1234819" y="392562"/>
                  </a:lnTo>
                  <a:lnTo>
                    <a:pt x="1238739" y="392562"/>
                  </a:lnTo>
                  <a:lnTo>
                    <a:pt x="1242659" y="392562"/>
                  </a:lnTo>
                  <a:lnTo>
                    <a:pt x="1246580" y="392561"/>
                  </a:lnTo>
                  <a:lnTo>
                    <a:pt x="1250500" y="392561"/>
                  </a:lnTo>
                  <a:lnTo>
                    <a:pt x="1254420" y="392561"/>
                  </a:lnTo>
                  <a:lnTo>
                    <a:pt x="1258340" y="392560"/>
                  </a:lnTo>
                  <a:lnTo>
                    <a:pt x="1262260" y="392559"/>
                  </a:lnTo>
                  <a:lnTo>
                    <a:pt x="1266180" y="392558"/>
                  </a:lnTo>
                  <a:lnTo>
                    <a:pt x="1270100" y="392557"/>
                  </a:lnTo>
                  <a:lnTo>
                    <a:pt x="1274020" y="392554"/>
                  </a:lnTo>
                  <a:lnTo>
                    <a:pt x="1277940" y="392551"/>
                  </a:lnTo>
                  <a:lnTo>
                    <a:pt x="1281860" y="392546"/>
                  </a:lnTo>
                  <a:lnTo>
                    <a:pt x="1285780" y="392540"/>
                  </a:lnTo>
                  <a:lnTo>
                    <a:pt x="1289700" y="392532"/>
                  </a:lnTo>
                  <a:lnTo>
                    <a:pt x="1293620" y="392520"/>
                  </a:lnTo>
                  <a:lnTo>
                    <a:pt x="1297540" y="392505"/>
                  </a:lnTo>
                  <a:lnTo>
                    <a:pt x="1301460" y="392485"/>
                  </a:lnTo>
                  <a:lnTo>
                    <a:pt x="1305380" y="392459"/>
                  </a:lnTo>
                  <a:lnTo>
                    <a:pt x="1309301" y="392427"/>
                  </a:lnTo>
                  <a:lnTo>
                    <a:pt x="1313221" y="392385"/>
                  </a:lnTo>
                  <a:lnTo>
                    <a:pt x="1317141" y="392334"/>
                  </a:lnTo>
                  <a:lnTo>
                    <a:pt x="1321061" y="392271"/>
                  </a:lnTo>
                  <a:lnTo>
                    <a:pt x="1324981" y="392195"/>
                  </a:lnTo>
                  <a:lnTo>
                    <a:pt x="1328901" y="392100"/>
                  </a:lnTo>
                  <a:lnTo>
                    <a:pt x="1332821" y="391987"/>
                  </a:lnTo>
                  <a:lnTo>
                    <a:pt x="1336741" y="391854"/>
                  </a:lnTo>
                  <a:lnTo>
                    <a:pt x="1340661" y="391699"/>
                  </a:lnTo>
                  <a:lnTo>
                    <a:pt x="1344581" y="391519"/>
                  </a:lnTo>
                  <a:lnTo>
                    <a:pt x="1348501" y="391313"/>
                  </a:lnTo>
                  <a:lnTo>
                    <a:pt x="1352421" y="391080"/>
                  </a:lnTo>
                  <a:lnTo>
                    <a:pt x="1356341" y="390817"/>
                  </a:lnTo>
                  <a:lnTo>
                    <a:pt x="1360261" y="390521"/>
                  </a:lnTo>
                  <a:lnTo>
                    <a:pt x="1364181" y="390194"/>
                  </a:lnTo>
                  <a:lnTo>
                    <a:pt x="1368101" y="389836"/>
                  </a:lnTo>
                  <a:lnTo>
                    <a:pt x="1372022" y="389449"/>
                  </a:lnTo>
                  <a:lnTo>
                    <a:pt x="1375942" y="389034"/>
                  </a:lnTo>
                  <a:lnTo>
                    <a:pt x="1379862" y="388592"/>
                  </a:lnTo>
                  <a:lnTo>
                    <a:pt x="1383782" y="388126"/>
                  </a:lnTo>
                  <a:lnTo>
                    <a:pt x="1387702" y="387639"/>
                  </a:lnTo>
                  <a:lnTo>
                    <a:pt x="1391622" y="387132"/>
                  </a:lnTo>
                  <a:lnTo>
                    <a:pt x="1395542" y="386610"/>
                  </a:lnTo>
                  <a:lnTo>
                    <a:pt x="1399462" y="386077"/>
                  </a:lnTo>
                  <a:lnTo>
                    <a:pt x="1403382" y="385535"/>
                  </a:lnTo>
                  <a:lnTo>
                    <a:pt x="1407302" y="384988"/>
                  </a:lnTo>
                  <a:lnTo>
                    <a:pt x="1411222" y="384435"/>
                  </a:lnTo>
                  <a:lnTo>
                    <a:pt x="1415142" y="383877"/>
                  </a:lnTo>
                  <a:lnTo>
                    <a:pt x="1419062" y="383314"/>
                  </a:lnTo>
                  <a:lnTo>
                    <a:pt x="1422982" y="382741"/>
                  </a:lnTo>
                  <a:lnTo>
                    <a:pt x="1426902" y="382153"/>
                  </a:lnTo>
                  <a:lnTo>
                    <a:pt x="1430822" y="381544"/>
                  </a:lnTo>
                  <a:lnTo>
                    <a:pt x="1434743" y="380907"/>
                  </a:lnTo>
                  <a:lnTo>
                    <a:pt x="1438663" y="380234"/>
                  </a:lnTo>
                  <a:lnTo>
                    <a:pt x="1442583" y="379514"/>
                  </a:lnTo>
                  <a:lnTo>
                    <a:pt x="1446503" y="378738"/>
                  </a:lnTo>
                  <a:lnTo>
                    <a:pt x="1450423" y="377897"/>
                  </a:lnTo>
                  <a:lnTo>
                    <a:pt x="1454343" y="376979"/>
                  </a:lnTo>
                  <a:lnTo>
                    <a:pt x="1458263" y="375964"/>
                  </a:lnTo>
                  <a:lnTo>
                    <a:pt x="1462183" y="374857"/>
                  </a:lnTo>
                  <a:lnTo>
                    <a:pt x="1466103" y="373651"/>
                  </a:lnTo>
                  <a:lnTo>
                    <a:pt x="1470023" y="372344"/>
                  </a:lnTo>
                  <a:lnTo>
                    <a:pt x="1473943" y="370936"/>
                  </a:lnTo>
                  <a:lnTo>
                    <a:pt x="1477863" y="369426"/>
                  </a:lnTo>
                  <a:lnTo>
                    <a:pt x="1481783" y="367817"/>
                  </a:lnTo>
                  <a:lnTo>
                    <a:pt x="1485703" y="366116"/>
                  </a:lnTo>
                  <a:lnTo>
                    <a:pt x="1489623" y="364318"/>
                  </a:lnTo>
                  <a:lnTo>
                    <a:pt x="1493543" y="362446"/>
                  </a:lnTo>
                  <a:lnTo>
                    <a:pt x="1497464" y="360514"/>
                  </a:lnTo>
                  <a:lnTo>
                    <a:pt x="1501384" y="358535"/>
                  </a:lnTo>
                  <a:lnTo>
                    <a:pt x="1505304" y="356525"/>
                  </a:lnTo>
                  <a:lnTo>
                    <a:pt x="1509224" y="354497"/>
                  </a:lnTo>
                  <a:lnTo>
                    <a:pt x="1513144" y="352470"/>
                  </a:lnTo>
                  <a:lnTo>
                    <a:pt x="1517064" y="350461"/>
                  </a:lnTo>
                  <a:lnTo>
                    <a:pt x="1520984" y="348494"/>
                  </a:lnTo>
                  <a:lnTo>
                    <a:pt x="1524904" y="346587"/>
                  </a:lnTo>
                  <a:lnTo>
                    <a:pt x="1528824" y="344756"/>
                  </a:lnTo>
                  <a:lnTo>
                    <a:pt x="1532744" y="343017"/>
                  </a:lnTo>
                  <a:lnTo>
                    <a:pt x="1536664" y="341384"/>
                  </a:lnTo>
                  <a:lnTo>
                    <a:pt x="1540584" y="339868"/>
                  </a:lnTo>
                  <a:lnTo>
                    <a:pt x="1544504" y="338483"/>
                  </a:lnTo>
                  <a:lnTo>
                    <a:pt x="1548424" y="337235"/>
                  </a:lnTo>
                  <a:lnTo>
                    <a:pt x="1552344" y="336144"/>
                  </a:lnTo>
                  <a:lnTo>
                    <a:pt x="1556265" y="335216"/>
                  </a:lnTo>
                  <a:lnTo>
                    <a:pt x="1560185" y="334441"/>
                  </a:lnTo>
                  <a:lnTo>
                    <a:pt x="1564105" y="333817"/>
                  </a:lnTo>
                  <a:lnTo>
                    <a:pt x="1568025" y="333342"/>
                  </a:lnTo>
                  <a:lnTo>
                    <a:pt x="1571945" y="333014"/>
                  </a:lnTo>
                  <a:lnTo>
                    <a:pt x="1575865" y="332829"/>
                  </a:lnTo>
                  <a:lnTo>
                    <a:pt x="1579785" y="332782"/>
                  </a:lnTo>
                  <a:lnTo>
                    <a:pt x="1583705" y="332874"/>
                  </a:lnTo>
                  <a:lnTo>
                    <a:pt x="1587625" y="333112"/>
                  </a:lnTo>
                  <a:lnTo>
                    <a:pt x="1591545" y="333477"/>
                  </a:lnTo>
                  <a:lnTo>
                    <a:pt x="1595465" y="333967"/>
                  </a:lnTo>
                  <a:lnTo>
                    <a:pt x="1599385" y="334583"/>
                  </a:lnTo>
                  <a:lnTo>
                    <a:pt x="1603305" y="335326"/>
                  </a:lnTo>
                  <a:lnTo>
                    <a:pt x="1607225" y="336197"/>
                  </a:lnTo>
                  <a:lnTo>
                    <a:pt x="1611145" y="337198"/>
                  </a:lnTo>
                  <a:lnTo>
                    <a:pt x="1615065" y="338331"/>
                  </a:lnTo>
                  <a:lnTo>
                    <a:pt x="1618986" y="339619"/>
                  </a:lnTo>
                  <a:lnTo>
                    <a:pt x="1622906" y="341042"/>
                  </a:lnTo>
                  <a:lnTo>
                    <a:pt x="1626826" y="342596"/>
                  </a:lnTo>
                  <a:lnTo>
                    <a:pt x="1630746" y="344277"/>
                  </a:lnTo>
                  <a:lnTo>
                    <a:pt x="1634666" y="346077"/>
                  </a:lnTo>
                  <a:lnTo>
                    <a:pt x="1638586" y="347985"/>
                  </a:lnTo>
                  <a:lnTo>
                    <a:pt x="1642506" y="349989"/>
                  </a:lnTo>
                  <a:lnTo>
                    <a:pt x="1646426" y="352072"/>
                  </a:lnTo>
                  <a:lnTo>
                    <a:pt x="1650346" y="354219"/>
                  </a:lnTo>
                  <a:lnTo>
                    <a:pt x="1654266" y="356401"/>
                  </a:lnTo>
                  <a:lnTo>
                    <a:pt x="1658186" y="358592"/>
                  </a:lnTo>
                  <a:lnTo>
                    <a:pt x="1662106" y="360770"/>
                  </a:lnTo>
                  <a:lnTo>
                    <a:pt x="1666026" y="362915"/>
                  </a:lnTo>
                  <a:lnTo>
                    <a:pt x="1669946" y="365006"/>
                  </a:lnTo>
                  <a:lnTo>
                    <a:pt x="1673866" y="367025"/>
                  </a:lnTo>
                  <a:lnTo>
                    <a:pt x="1677786" y="368958"/>
                  </a:lnTo>
                  <a:lnTo>
                    <a:pt x="1681707" y="370783"/>
                  </a:lnTo>
                  <a:lnTo>
                    <a:pt x="1685627" y="372491"/>
                  </a:lnTo>
                  <a:lnTo>
                    <a:pt x="1689547" y="374086"/>
                  </a:lnTo>
                  <a:lnTo>
                    <a:pt x="1693467" y="375568"/>
                  </a:lnTo>
                  <a:lnTo>
                    <a:pt x="1697387" y="376940"/>
                  </a:lnTo>
                  <a:lnTo>
                    <a:pt x="1701307" y="378206"/>
                  </a:lnTo>
                  <a:lnTo>
                    <a:pt x="1705227" y="379371"/>
                  </a:lnTo>
                  <a:lnTo>
                    <a:pt x="1709147" y="380444"/>
                  </a:lnTo>
                  <a:lnTo>
                    <a:pt x="1713067" y="381428"/>
                  </a:lnTo>
                  <a:lnTo>
                    <a:pt x="1716987" y="382328"/>
                  </a:lnTo>
                  <a:lnTo>
                    <a:pt x="1720907" y="383161"/>
                  </a:lnTo>
                  <a:lnTo>
                    <a:pt x="1724827" y="383932"/>
                  </a:lnTo>
                  <a:lnTo>
                    <a:pt x="1728747" y="384646"/>
                  </a:lnTo>
                  <a:lnTo>
                    <a:pt x="1732667" y="385308"/>
                  </a:lnTo>
                  <a:lnTo>
                    <a:pt x="1736587" y="385921"/>
                  </a:lnTo>
                  <a:lnTo>
                    <a:pt x="1740507" y="386488"/>
                  </a:lnTo>
                  <a:lnTo>
                    <a:pt x="1744428" y="387009"/>
                  </a:lnTo>
                  <a:lnTo>
                    <a:pt x="1748348" y="387480"/>
                  </a:lnTo>
                  <a:lnTo>
                    <a:pt x="1752268" y="387909"/>
                  </a:lnTo>
                  <a:lnTo>
                    <a:pt x="1756188" y="388299"/>
                  </a:lnTo>
                  <a:lnTo>
                    <a:pt x="1760108" y="388650"/>
                  </a:lnTo>
                  <a:lnTo>
                    <a:pt x="1764028" y="388966"/>
                  </a:lnTo>
                  <a:lnTo>
                    <a:pt x="1767948" y="389248"/>
                  </a:lnTo>
                  <a:lnTo>
                    <a:pt x="1771868" y="389500"/>
                  </a:lnTo>
                  <a:lnTo>
                    <a:pt x="1775788" y="389726"/>
                  </a:lnTo>
                  <a:lnTo>
                    <a:pt x="1779708" y="389926"/>
                  </a:lnTo>
                  <a:lnTo>
                    <a:pt x="1783628" y="390108"/>
                  </a:lnTo>
                  <a:lnTo>
                    <a:pt x="1787548" y="390275"/>
                  </a:lnTo>
                  <a:lnTo>
                    <a:pt x="1791468" y="390431"/>
                  </a:lnTo>
                  <a:lnTo>
                    <a:pt x="1795388" y="390578"/>
                  </a:lnTo>
                  <a:lnTo>
                    <a:pt x="1799308" y="390719"/>
                  </a:lnTo>
                  <a:lnTo>
                    <a:pt x="1803228" y="390855"/>
                  </a:lnTo>
                  <a:lnTo>
                    <a:pt x="1807149" y="390988"/>
                  </a:lnTo>
                  <a:lnTo>
                    <a:pt x="1811069" y="391119"/>
                  </a:lnTo>
                  <a:lnTo>
                    <a:pt x="1814989" y="391246"/>
                  </a:lnTo>
                  <a:lnTo>
                    <a:pt x="1818909" y="391371"/>
                  </a:lnTo>
                  <a:lnTo>
                    <a:pt x="1822829" y="391493"/>
                  </a:lnTo>
                  <a:lnTo>
                    <a:pt x="1826749" y="391610"/>
                  </a:lnTo>
                  <a:lnTo>
                    <a:pt x="1830669" y="391721"/>
                  </a:lnTo>
                  <a:lnTo>
                    <a:pt x="1834589" y="391827"/>
                  </a:lnTo>
                  <a:lnTo>
                    <a:pt x="1838509" y="391926"/>
                  </a:lnTo>
                  <a:lnTo>
                    <a:pt x="1842429" y="392018"/>
                  </a:lnTo>
                  <a:lnTo>
                    <a:pt x="1846349" y="392100"/>
                  </a:lnTo>
                  <a:lnTo>
                    <a:pt x="1850269" y="392174"/>
                  </a:lnTo>
                  <a:lnTo>
                    <a:pt x="1854189" y="392240"/>
                  </a:lnTo>
                  <a:lnTo>
                    <a:pt x="1858109" y="392298"/>
                  </a:lnTo>
                  <a:lnTo>
                    <a:pt x="1862029" y="392347"/>
                  </a:lnTo>
                  <a:lnTo>
                    <a:pt x="1865949" y="392390"/>
                  </a:lnTo>
                  <a:lnTo>
                    <a:pt x="1869870" y="392426"/>
                  </a:lnTo>
                  <a:lnTo>
                    <a:pt x="1873790" y="392456"/>
                  </a:lnTo>
                  <a:lnTo>
                    <a:pt x="1877710" y="392479"/>
                  </a:lnTo>
                  <a:lnTo>
                    <a:pt x="1881630" y="392498"/>
                  </a:lnTo>
                  <a:lnTo>
                    <a:pt x="1885550" y="392514"/>
                  </a:lnTo>
                  <a:lnTo>
                    <a:pt x="1889470" y="392526"/>
                  </a:lnTo>
                  <a:lnTo>
                    <a:pt x="1893390" y="392535"/>
                  </a:lnTo>
                  <a:lnTo>
                    <a:pt x="1897310" y="392543"/>
                  </a:lnTo>
                  <a:lnTo>
                    <a:pt x="1901230" y="392548"/>
                  </a:lnTo>
                  <a:lnTo>
                    <a:pt x="1905150" y="392552"/>
                  </a:lnTo>
                  <a:lnTo>
                    <a:pt x="1909070" y="392555"/>
                  </a:lnTo>
                  <a:lnTo>
                    <a:pt x="1912990" y="392557"/>
                  </a:lnTo>
                  <a:lnTo>
                    <a:pt x="1916910" y="392558"/>
                  </a:lnTo>
                  <a:lnTo>
                    <a:pt x="1920830" y="392560"/>
                  </a:lnTo>
                  <a:lnTo>
                    <a:pt x="1924750" y="392560"/>
                  </a:lnTo>
                  <a:lnTo>
                    <a:pt x="1928670" y="392561"/>
                  </a:lnTo>
                  <a:lnTo>
                    <a:pt x="1932591" y="392561"/>
                  </a:lnTo>
                  <a:lnTo>
                    <a:pt x="1936511" y="392561"/>
                  </a:lnTo>
                  <a:lnTo>
                    <a:pt x="1940431" y="392562"/>
                  </a:lnTo>
                  <a:lnTo>
                    <a:pt x="1944351" y="392562"/>
                  </a:lnTo>
                  <a:lnTo>
                    <a:pt x="1948271" y="392562"/>
                  </a:lnTo>
                  <a:lnTo>
                    <a:pt x="1952191" y="392562"/>
                  </a:lnTo>
                  <a:lnTo>
                    <a:pt x="1956111" y="392562"/>
                  </a:lnTo>
                  <a:lnTo>
                    <a:pt x="1960031" y="392562"/>
                  </a:lnTo>
                  <a:lnTo>
                    <a:pt x="1963951" y="392562"/>
                  </a:lnTo>
                  <a:lnTo>
                    <a:pt x="1967871" y="392562"/>
                  </a:lnTo>
                  <a:lnTo>
                    <a:pt x="1971791" y="392562"/>
                  </a:lnTo>
                  <a:lnTo>
                    <a:pt x="1975711" y="392562"/>
                  </a:lnTo>
                  <a:lnTo>
                    <a:pt x="1979631" y="392562"/>
                  </a:lnTo>
                  <a:lnTo>
                    <a:pt x="1983551" y="392562"/>
                  </a:lnTo>
                  <a:lnTo>
                    <a:pt x="1987471" y="392562"/>
                  </a:lnTo>
                  <a:lnTo>
                    <a:pt x="1991391" y="392562"/>
                  </a:lnTo>
                  <a:lnTo>
                    <a:pt x="1995312" y="392562"/>
                  </a:lnTo>
                  <a:lnTo>
                    <a:pt x="1999232" y="392562"/>
                  </a:lnTo>
                  <a:lnTo>
                    <a:pt x="2003152" y="392562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66" name="pg66"/>
            <p:cNvSpPr/>
            <p:nvPr/>
          </p:nvSpPr>
          <p:spPr>
            <a:xfrm>
              <a:off x="6559621" y="6028671"/>
              <a:ext cx="2003152" cy="262877"/>
            </a:xfrm>
            <a:custGeom>
              <a:avLst/>
              <a:gdLst/>
              <a:ahLst/>
              <a:cxnLst/>
              <a:rect l="0" t="0" r="0" b="0"/>
              <a:pathLst>
                <a:path w="2003152" h="262877">
                  <a:moveTo>
                    <a:pt x="0" y="262877"/>
                  </a:moveTo>
                  <a:lnTo>
                    <a:pt x="3920" y="262877"/>
                  </a:lnTo>
                  <a:lnTo>
                    <a:pt x="7840" y="262877"/>
                  </a:lnTo>
                  <a:lnTo>
                    <a:pt x="11760" y="262877"/>
                  </a:lnTo>
                  <a:lnTo>
                    <a:pt x="15680" y="262877"/>
                  </a:lnTo>
                  <a:lnTo>
                    <a:pt x="19600" y="262877"/>
                  </a:lnTo>
                  <a:lnTo>
                    <a:pt x="23520" y="262877"/>
                  </a:lnTo>
                  <a:lnTo>
                    <a:pt x="27440" y="262877"/>
                  </a:lnTo>
                  <a:lnTo>
                    <a:pt x="31360" y="262877"/>
                  </a:lnTo>
                  <a:lnTo>
                    <a:pt x="35280" y="262877"/>
                  </a:lnTo>
                  <a:lnTo>
                    <a:pt x="39200" y="262877"/>
                  </a:lnTo>
                  <a:lnTo>
                    <a:pt x="43120" y="262877"/>
                  </a:lnTo>
                  <a:lnTo>
                    <a:pt x="47040" y="262877"/>
                  </a:lnTo>
                  <a:lnTo>
                    <a:pt x="50960" y="262877"/>
                  </a:lnTo>
                  <a:lnTo>
                    <a:pt x="54880" y="262877"/>
                  </a:lnTo>
                  <a:lnTo>
                    <a:pt x="58800" y="262877"/>
                  </a:lnTo>
                  <a:lnTo>
                    <a:pt x="62721" y="262877"/>
                  </a:lnTo>
                  <a:lnTo>
                    <a:pt x="66641" y="262877"/>
                  </a:lnTo>
                  <a:lnTo>
                    <a:pt x="70561" y="262877"/>
                  </a:lnTo>
                  <a:lnTo>
                    <a:pt x="74481" y="262877"/>
                  </a:lnTo>
                  <a:lnTo>
                    <a:pt x="78401" y="262877"/>
                  </a:lnTo>
                  <a:lnTo>
                    <a:pt x="82321" y="262877"/>
                  </a:lnTo>
                  <a:lnTo>
                    <a:pt x="86241" y="262877"/>
                  </a:lnTo>
                  <a:lnTo>
                    <a:pt x="90161" y="262877"/>
                  </a:lnTo>
                  <a:lnTo>
                    <a:pt x="94081" y="262877"/>
                  </a:lnTo>
                  <a:lnTo>
                    <a:pt x="98001" y="262877"/>
                  </a:lnTo>
                  <a:lnTo>
                    <a:pt x="101921" y="262877"/>
                  </a:lnTo>
                  <a:lnTo>
                    <a:pt x="105841" y="262877"/>
                  </a:lnTo>
                  <a:lnTo>
                    <a:pt x="109761" y="262877"/>
                  </a:lnTo>
                  <a:lnTo>
                    <a:pt x="113681" y="262877"/>
                  </a:lnTo>
                  <a:lnTo>
                    <a:pt x="117601" y="262877"/>
                  </a:lnTo>
                  <a:lnTo>
                    <a:pt x="121521" y="262877"/>
                  </a:lnTo>
                  <a:lnTo>
                    <a:pt x="125442" y="262877"/>
                  </a:lnTo>
                  <a:lnTo>
                    <a:pt x="129362" y="262877"/>
                  </a:lnTo>
                  <a:lnTo>
                    <a:pt x="133282" y="262877"/>
                  </a:lnTo>
                  <a:lnTo>
                    <a:pt x="137202" y="262877"/>
                  </a:lnTo>
                  <a:lnTo>
                    <a:pt x="141122" y="262877"/>
                  </a:lnTo>
                  <a:lnTo>
                    <a:pt x="145042" y="262877"/>
                  </a:lnTo>
                  <a:lnTo>
                    <a:pt x="148962" y="262877"/>
                  </a:lnTo>
                  <a:lnTo>
                    <a:pt x="152882" y="262877"/>
                  </a:lnTo>
                  <a:lnTo>
                    <a:pt x="156802" y="262877"/>
                  </a:lnTo>
                  <a:lnTo>
                    <a:pt x="160722" y="262877"/>
                  </a:lnTo>
                  <a:lnTo>
                    <a:pt x="164642" y="262877"/>
                  </a:lnTo>
                  <a:lnTo>
                    <a:pt x="168562" y="262877"/>
                  </a:lnTo>
                  <a:lnTo>
                    <a:pt x="172482" y="262877"/>
                  </a:lnTo>
                  <a:lnTo>
                    <a:pt x="176402" y="262877"/>
                  </a:lnTo>
                  <a:lnTo>
                    <a:pt x="180322" y="262877"/>
                  </a:lnTo>
                  <a:lnTo>
                    <a:pt x="184242" y="262877"/>
                  </a:lnTo>
                  <a:lnTo>
                    <a:pt x="188163" y="262877"/>
                  </a:lnTo>
                  <a:lnTo>
                    <a:pt x="192083" y="262877"/>
                  </a:lnTo>
                  <a:lnTo>
                    <a:pt x="196003" y="262877"/>
                  </a:lnTo>
                  <a:lnTo>
                    <a:pt x="199923" y="262877"/>
                  </a:lnTo>
                  <a:lnTo>
                    <a:pt x="203843" y="262877"/>
                  </a:lnTo>
                  <a:lnTo>
                    <a:pt x="207763" y="262877"/>
                  </a:lnTo>
                  <a:lnTo>
                    <a:pt x="211683" y="262877"/>
                  </a:lnTo>
                  <a:lnTo>
                    <a:pt x="215603" y="262877"/>
                  </a:lnTo>
                  <a:lnTo>
                    <a:pt x="219523" y="262877"/>
                  </a:lnTo>
                  <a:lnTo>
                    <a:pt x="223443" y="262877"/>
                  </a:lnTo>
                  <a:lnTo>
                    <a:pt x="227363" y="262877"/>
                  </a:lnTo>
                  <a:lnTo>
                    <a:pt x="231283" y="262877"/>
                  </a:lnTo>
                  <a:lnTo>
                    <a:pt x="235203" y="262877"/>
                  </a:lnTo>
                  <a:lnTo>
                    <a:pt x="239123" y="262877"/>
                  </a:lnTo>
                  <a:lnTo>
                    <a:pt x="243043" y="262877"/>
                  </a:lnTo>
                  <a:lnTo>
                    <a:pt x="246963" y="262877"/>
                  </a:lnTo>
                  <a:lnTo>
                    <a:pt x="250884" y="262877"/>
                  </a:lnTo>
                  <a:lnTo>
                    <a:pt x="254804" y="262877"/>
                  </a:lnTo>
                  <a:lnTo>
                    <a:pt x="258724" y="262877"/>
                  </a:lnTo>
                  <a:lnTo>
                    <a:pt x="262644" y="262877"/>
                  </a:lnTo>
                  <a:lnTo>
                    <a:pt x="266564" y="262877"/>
                  </a:lnTo>
                  <a:lnTo>
                    <a:pt x="270484" y="262877"/>
                  </a:lnTo>
                  <a:lnTo>
                    <a:pt x="274404" y="262877"/>
                  </a:lnTo>
                  <a:lnTo>
                    <a:pt x="278324" y="262877"/>
                  </a:lnTo>
                  <a:lnTo>
                    <a:pt x="282244" y="262877"/>
                  </a:lnTo>
                  <a:lnTo>
                    <a:pt x="286164" y="262877"/>
                  </a:lnTo>
                  <a:lnTo>
                    <a:pt x="290084" y="262877"/>
                  </a:lnTo>
                  <a:lnTo>
                    <a:pt x="294004" y="262877"/>
                  </a:lnTo>
                  <a:lnTo>
                    <a:pt x="297924" y="262877"/>
                  </a:lnTo>
                  <a:lnTo>
                    <a:pt x="301844" y="262877"/>
                  </a:lnTo>
                  <a:lnTo>
                    <a:pt x="305764" y="262877"/>
                  </a:lnTo>
                  <a:lnTo>
                    <a:pt x="309684" y="262877"/>
                  </a:lnTo>
                  <a:lnTo>
                    <a:pt x="313605" y="262877"/>
                  </a:lnTo>
                  <a:lnTo>
                    <a:pt x="317525" y="262877"/>
                  </a:lnTo>
                  <a:lnTo>
                    <a:pt x="321445" y="262877"/>
                  </a:lnTo>
                  <a:lnTo>
                    <a:pt x="325365" y="262877"/>
                  </a:lnTo>
                  <a:lnTo>
                    <a:pt x="329285" y="262877"/>
                  </a:lnTo>
                  <a:lnTo>
                    <a:pt x="333205" y="262877"/>
                  </a:lnTo>
                  <a:lnTo>
                    <a:pt x="337125" y="262877"/>
                  </a:lnTo>
                  <a:lnTo>
                    <a:pt x="341045" y="262877"/>
                  </a:lnTo>
                  <a:lnTo>
                    <a:pt x="344965" y="262877"/>
                  </a:lnTo>
                  <a:lnTo>
                    <a:pt x="348885" y="262877"/>
                  </a:lnTo>
                  <a:lnTo>
                    <a:pt x="352805" y="262877"/>
                  </a:lnTo>
                  <a:lnTo>
                    <a:pt x="356725" y="262877"/>
                  </a:lnTo>
                  <a:lnTo>
                    <a:pt x="360645" y="262877"/>
                  </a:lnTo>
                  <a:lnTo>
                    <a:pt x="364565" y="262877"/>
                  </a:lnTo>
                  <a:lnTo>
                    <a:pt x="368485" y="262877"/>
                  </a:lnTo>
                  <a:lnTo>
                    <a:pt x="372405" y="262877"/>
                  </a:lnTo>
                  <a:lnTo>
                    <a:pt x="376326" y="262877"/>
                  </a:lnTo>
                  <a:lnTo>
                    <a:pt x="380246" y="262877"/>
                  </a:lnTo>
                  <a:lnTo>
                    <a:pt x="384166" y="262877"/>
                  </a:lnTo>
                  <a:lnTo>
                    <a:pt x="388086" y="262876"/>
                  </a:lnTo>
                  <a:lnTo>
                    <a:pt x="392006" y="262876"/>
                  </a:lnTo>
                  <a:lnTo>
                    <a:pt x="395926" y="262875"/>
                  </a:lnTo>
                  <a:lnTo>
                    <a:pt x="399846" y="262875"/>
                  </a:lnTo>
                  <a:lnTo>
                    <a:pt x="403766" y="262874"/>
                  </a:lnTo>
                  <a:lnTo>
                    <a:pt x="407686" y="262873"/>
                  </a:lnTo>
                  <a:lnTo>
                    <a:pt x="411606" y="262871"/>
                  </a:lnTo>
                  <a:lnTo>
                    <a:pt x="415526" y="262870"/>
                  </a:lnTo>
                  <a:lnTo>
                    <a:pt x="419446" y="262868"/>
                  </a:lnTo>
                  <a:lnTo>
                    <a:pt x="423366" y="262865"/>
                  </a:lnTo>
                  <a:lnTo>
                    <a:pt x="427286" y="262862"/>
                  </a:lnTo>
                  <a:lnTo>
                    <a:pt x="431206" y="262858"/>
                  </a:lnTo>
                  <a:lnTo>
                    <a:pt x="435126" y="262853"/>
                  </a:lnTo>
                  <a:lnTo>
                    <a:pt x="439047" y="262847"/>
                  </a:lnTo>
                  <a:lnTo>
                    <a:pt x="442967" y="262840"/>
                  </a:lnTo>
                  <a:lnTo>
                    <a:pt x="446887" y="262831"/>
                  </a:lnTo>
                  <a:lnTo>
                    <a:pt x="450807" y="262821"/>
                  </a:lnTo>
                  <a:lnTo>
                    <a:pt x="454727" y="262810"/>
                  </a:lnTo>
                  <a:lnTo>
                    <a:pt x="458647" y="262796"/>
                  </a:lnTo>
                  <a:lnTo>
                    <a:pt x="462567" y="262780"/>
                  </a:lnTo>
                  <a:lnTo>
                    <a:pt x="466487" y="262761"/>
                  </a:lnTo>
                  <a:lnTo>
                    <a:pt x="470407" y="262739"/>
                  </a:lnTo>
                  <a:lnTo>
                    <a:pt x="474327" y="262715"/>
                  </a:lnTo>
                  <a:lnTo>
                    <a:pt x="478247" y="262687"/>
                  </a:lnTo>
                  <a:lnTo>
                    <a:pt x="482167" y="262655"/>
                  </a:lnTo>
                  <a:lnTo>
                    <a:pt x="486087" y="262619"/>
                  </a:lnTo>
                  <a:lnTo>
                    <a:pt x="490007" y="262578"/>
                  </a:lnTo>
                  <a:lnTo>
                    <a:pt x="493927" y="262533"/>
                  </a:lnTo>
                  <a:lnTo>
                    <a:pt x="497847" y="262484"/>
                  </a:lnTo>
                  <a:lnTo>
                    <a:pt x="501768" y="262430"/>
                  </a:lnTo>
                  <a:lnTo>
                    <a:pt x="505688" y="262370"/>
                  </a:lnTo>
                  <a:lnTo>
                    <a:pt x="509608" y="262305"/>
                  </a:lnTo>
                  <a:lnTo>
                    <a:pt x="513528" y="262234"/>
                  </a:lnTo>
                  <a:lnTo>
                    <a:pt x="517448" y="262158"/>
                  </a:lnTo>
                  <a:lnTo>
                    <a:pt x="521368" y="262077"/>
                  </a:lnTo>
                  <a:lnTo>
                    <a:pt x="525288" y="261991"/>
                  </a:lnTo>
                  <a:lnTo>
                    <a:pt x="529208" y="261900"/>
                  </a:lnTo>
                  <a:lnTo>
                    <a:pt x="533128" y="261804"/>
                  </a:lnTo>
                  <a:lnTo>
                    <a:pt x="537048" y="261703"/>
                  </a:lnTo>
                  <a:lnTo>
                    <a:pt x="540968" y="261599"/>
                  </a:lnTo>
                  <a:lnTo>
                    <a:pt x="544888" y="261491"/>
                  </a:lnTo>
                  <a:lnTo>
                    <a:pt x="548808" y="261381"/>
                  </a:lnTo>
                  <a:lnTo>
                    <a:pt x="552728" y="261269"/>
                  </a:lnTo>
                  <a:lnTo>
                    <a:pt x="556648" y="261155"/>
                  </a:lnTo>
                  <a:lnTo>
                    <a:pt x="560569" y="261040"/>
                  </a:lnTo>
                  <a:lnTo>
                    <a:pt x="564489" y="260926"/>
                  </a:lnTo>
                  <a:lnTo>
                    <a:pt x="568409" y="260812"/>
                  </a:lnTo>
                  <a:lnTo>
                    <a:pt x="572329" y="260699"/>
                  </a:lnTo>
                  <a:lnTo>
                    <a:pt x="576249" y="260588"/>
                  </a:lnTo>
                  <a:lnTo>
                    <a:pt x="580169" y="260481"/>
                  </a:lnTo>
                  <a:lnTo>
                    <a:pt x="584089" y="260376"/>
                  </a:lnTo>
                  <a:lnTo>
                    <a:pt x="588009" y="260275"/>
                  </a:lnTo>
                  <a:lnTo>
                    <a:pt x="591929" y="260177"/>
                  </a:lnTo>
                  <a:lnTo>
                    <a:pt x="595849" y="260083"/>
                  </a:lnTo>
                  <a:lnTo>
                    <a:pt x="599769" y="259992"/>
                  </a:lnTo>
                  <a:lnTo>
                    <a:pt x="603689" y="259905"/>
                  </a:lnTo>
                  <a:lnTo>
                    <a:pt x="607609" y="259820"/>
                  </a:lnTo>
                  <a:lnTo>
                    <a:pt x="611529" y="259736"/>
                  </a:lnTo>
                  <a:lnTo>
                    <a:pt x="615449" y="259652"/>
                  </a:lnTo>
                  <a:lnTo>
                    <a:pt x="619369" y="259567"/>
                  </a:lnTo>
                  <a:lnTo>
                    <a:pt x="623290" y="259480"/>
                  </a:lnTo>
                  <a:lnTo>
                    <a:pt x="627210" y="259387"/>
                  </a:lnTo>
                  <a:lnTo>
                    <a:pt x="631130" y="259286"/>
                  </a:lnTo>
                  <a:lnTo>
                    <a:pt x="635050" y="259177"/>
                  </a:lnTo>
                  <a:lnTo>
                    <a:pt x="638970" y="259056"/>
                  </a:lnTo>
                  <a:lnTo>
                    <a:pt x="642890" y="258921"/>
                  </a:lnTo>
                  <a:lnTo>
                    <a:pt x="646810" y="258770"/>
                  </a:lnTo>
                  <a:lnTo>
                    <a:pt x="650730" y="258597"/>
                  </a:lnTo>
                  <a:lnTo>
                    <a:pt x="654650" y="258400"/>
                  </a:lnTo>
                  <a:lnTo>
                    <a:pt x="658570" y="258178"/>
                  </a:lnTo>
                  <a:lnTo>
                    <a:pt x="662490" y="257928"/>
                  </a:lnTo>
                  <a:lnTo>
                    <a:pt x="666410" y="257650"/>
                  </a:lnTo>
                  <a:lnTo>
                    <a:pt x="670330" y="257339"/>
                  </a:lnTo>
                  <a:lnTo>
                    <a:pt x="674250" y="256988"/>
                  </a:lnTo>
                  <a:lnTo>
                    <a:pt x="678170" y="256598"/>
                  </a:lnTo>
                  <a:lnTo>
                    <a:pt x="682090" y="256170"/>
                  </a:lnTo>
                  <a:lnTo>
                    <a:pt x="686011" y="255701"/>
                  </a:lnTo>
                  <a:lnTo>
                    <a:pt x="689931" y="255190"/>
                  </a:lnTo>
                  <a:lnTo>
                    <a:pt x="693851" y="254637"/>
                  </a:lnTo>
                  <a:lnTo>
                    <a:pt x="697771" y="254031"/>
                  </a:lnTo>
                  <a:lnTo>
                    <a:pt x="701691" y="253376"/>
                  </a:lnTo>
                  <a:lnTo>
                    <a:pt x="705611" y="252675"/>
                  </a:lnTo>
                  <a:lnTo>
                    <a:pt x="709531" y="251927"/>
                  </a:lnTo>
                  <a:lnTo>
                    <a:pt x="713451" y="251131"/>
                  </a:lnTo>
                  <a:lnTo>
                    <a:pt x="717371" y="250286"/>
                  </a:lnTo>
                  <a:lnTo>
                    <a:pt x="721291" y="249383"/>
                  </a:lnTo>
                  <a:lnTo>
                    <a:pt x="725211" y="248427"/>
                  </a:lnTo>
                  <a:lnTo>
                    <a:pt x="729131" y="247420"/>
                  </a:lnTo>
                  <a:lnTo>
                    <a:pt x="733051" y="246362"/>
                  </a:lnTo>
                  <a:lnTo>
                    <a:pt x="736971" y="245252"/>
                  </a:lnTo>
                  <a:lnTo>
                    <a:pt x="740891" y="244090"/>
                  </a:lnTo>
                  <a:lnTo>
                    <a:pt x="744811" y="242865"/>
                  </a:lnTo>
                  <a:lnTo>
                    <a:pt x="748732" y="241581"/>
                  </a:lnTo>
                  <a:lnTo>
                    <a:pt x="752652" y="240241"/>
                  </a:lnTo>
                  <a:lnTo>
                    <a:pt x="756572" y="238843"/>
                  </a:lnTo>
                  <a:lnTo>
                    <a:pt x="760492" y="237386"/>
                  </a:lnTo>
                  <a:lnTo>
                    <a:pt x="764412" y="235868"/>
                  </a:lnTo>
                  <a:lnTo>
                    <a:pt x="768332" y="234275"/>
                  </a:lnTo>
                  <a:lnTo>
                    <a:pt x="772252" y="232609"/>
                  </a:lnTo>
                  <a:lnTo>
                    <a:pt x="776172" y="230874"/>
                  </a:lnTo>
                  <a:lnTo>
                    <a:pt x="780092" y="229065"/>
                  </a:lnTo>
                  <a:lnTo>
                    <a:pt x="784012" y="227179"/>
                  </a:lnTo>
                  <a:lnTo>
                    <a:pt x="787932" y="225212"/>
                  </a:lnTo>
                  <a:lnTo>
                    <a:pt x="791852" y="223147"/>
                  </a:lnTo>
                  <a:lnTo>
                    <a:pt x="795772" y="220983"/>
                  </a:lnTo>
                  <a:lnTo>
                    <a:pt x="799692" y="218723"/>
                  </a:lnTo>
                  <a:lnTo>
                    <a:pt x="803612" y="216363"/>
                  </a:lnTo>
                  <a:lnTo>
                    <a:pt x="807532" y="213899"/>
                  </a:lnTo>
                  <a:lnTo>
                    <a:pt x="811453" y="211325"/>
                  </a:lnTo>
                  <a:lnTo>
                    <a:pt x="815373" y="208618"/>
                  </a:lnTo>
                  <a:lnTo>
                    <a:pt x="819293" y="205782"/>
                  </a:lnTo>
                  <a:lnTo>
                    <a:pt x="823213" y="202821"/>
                  </a:lnTo>
                  <a:lnTo>
                    <a:pt x="827133" y="199732"/>
                  </a:lnTo>
                  <a:lnTo>
                    <a:pt x="831053" y="196514"/>
                  </a:lnTo>
                  <a:lnTo>
                    <a:pt x="834973" y="193162"/>
                  </a:lnTo>
                  <a:lnTo>
                    <a:pt x="838893" y="189654"/>
                  </a:lnTo>
                  <a:lnTo>
                    <a:pt x="842813" y="185998"/>
                  </a:lnTo>
                  <a:lnTo>
                    <a:pt x="846733" y="182205"/>
                  </a:lnTo>
                  <a:lnTo>
                    <a:pt x="850653" y="178276"/>
                  </a:lnTo>
                  <a:lnTo>
                    <a:pt x="854573" y="174213"/>
                  </a:lnTo>
                  <a:lnTo>
                    <a:pt x="858493" y="170018"/>
                  </a:lnTo>
                  <a:lnTo>
                    <a:pt x="862413" y="165674"/>
                  </a:lnTo>
                  <a:lnTo>
                    <a:pt x="866333" y="161194"/>
                  </a:lnTo>
                  <a:lnTo>
                    <a:pt x="870253" y="156595"/>
                  </a:lnTo>
                  <a:lnTo>
                    <a:pt x="874174" y="151883"/>
                  </a:lnTo>
                  <a:lnTo>
                    <a:pt x="878094" y="147063"/>
                  </a:lnTo>
                  <a:lnTo>
                    <a:pt x="882014" y="142141"/>
                  </a:lnTo>
                  <a:lnTo>
                    <a:pt x="885934" y="137113"/>
                  </a:lnTo>
                  <a:lnTo>
                    <a:pt x="889854" y="131993"/>
                  </a:lnTo>
                  <a:lnTo>
                    <a:pt x="893774" y="126800"/>
                  </a:lnTo>
                  <a:lnTo>
                    <a:pt x="897694" y="121541"/>
                  </a:lnTo>
                  <a:lnTo>
                    <a:pt x="901614" y="116226"/>
                  </a:lnTo>
                  <a:lnTo>
                    <a:pt x="905534" y="110864"/>
                  </a:lnTo>
                  <a:lnTo>
                    <a:pt x="909454" y="105462"/>
                  </a:lnTo>
                  <a:lnTo>
                    <a:pt x="913374" y="100037"/>
                  </a:lnTo>
                  <a:lnTo>
                    <a:pt x="917294" y="94602"/>
                  </a:lnTo>
                  <a:lnTo>
                    <a:pt x="921214" y="89171"/>
                  </a:lnTo>
                  <a:lnTo>
                    <a:pt x="925134" y="83754"/>
                  </a:lnTo>
                  <a:lnTo>
                    <a:pt x="929054" y="78364"/>
                  </a:lnTo>
                  <a:lnTo>
                    <a:pt x="932974" y="73022"/>
                  </a:lnTo>
                  <a:lnTo>
                    <a:pt x="936895" y="67746"/>
                  </a:lnTo>
                  <a:lnTo>
                    <a:pt x="940815" y="62546"/>
                  </a:lnTo>
                  <a:lnTo>
                    <a:pt x="944735" y="57437"/>
                  </a:lnTo>
                  <a:lnTo>
                    <a:pt x="948655" y="52432"/>
                  </a:lnTo>
                  <a:lnTo>
                    <a:pt x="952575" y="47547"/>
                  </a:lnTo>
                  <a:lnTo>
                    <a:pt x="956495" y="42817"/>
                  </a:lnTo>
                  <a:lnTo>
                    <a:pt x="960415" y="38264"/>
                  </a:lnTo>
                  <a:lnTo>
                    <a:pt x="964335" y="33886"/>
                  </a:lnTo>
                  <a:lnTo>
                    <a:pt x="968255" y="29698"/>
                  </a:lnTo>
                  <a:lnTo>
                    <a:pt x="972175" y="25716"/>
                  </a:lnTo>
                  <a:lnTo>
                    <a:pt x="976095" y="21953"/>
                  </a:lnTo>
                  <a:lnTo>
                    <a:pt x="980015" y="18457"/>
                  </a:lnTo>
                  <a:lnTo>
                    <a:pt x="983935" y="15245"/>
                  </a:lnTo>
                  <a:lnTo>
                    <a:pt x="987855" y="12302"/>
                  </a:lnTo>
                  <a:lnTo>
                    <a:pt x="991775" y="9640"/>
                  </a:lnTo>
                  <a:lnTo>
                    <a:pt x="995695" y="7268"/>
                  </a:lnTo>
                  <a:lnTo>
                    <a:pt x="999616" y="5198"/>
                  </a:lnTo>
                  <a:lnTo>
                    <a:pt x="1003536" y="3477"/>
                  </a:lnTo>
                  <a:lnTo>
                    <a:pt x="1007456" y="2118"/>
                  </a:lnTo>
                  <a:lnTo>
                    <a:pt x="1011376" y="1087"/>
                  </a:lnTo>
                  <a:lnTo>
                    <a:pt x="1015296" y="388"/>
                  </a:lnTo>
                  <a:lnTo>
                    <a:pt x="1019216" y="25"/>
                  </a:lnTo>
                  <a:lnTo>
                    <a:pt x="1023136" y="0"/>
                  </a:lnTo>
                  <a:lnTo>
                    <a:pt x="1027056" y="353"/>
                  </a:lnTo>
                  <a:lnTo>
                    <a:pt x="1030976" y="1087"/>
                  </a:lnTo>
                  <a:lnTo>
                    <a:pt x="1034896" y="2153"/>
                  </a:lnTo>
                  <a:lnTo>
                    <a:pt x="1038816" y="3548"/>
                  </a:lnTo>
                  <a:lnTo>
                    <a:pt x="1042736" y="5265"/>
                  </a:lnTo>
                  <a:lnTo>
                    <a:pt x="1046656" y="7297"/>
                  </a:lnTo>
                  <a:lnTo>
                    <a:pt x="1050576" y="9669"/>
                  </a:lnTo>
                  <a:lnTo>
                    <a:pt x="1054496" y="12371"/>
                  </a:lnTo>
                  <a:lnTo>
                    <a:pt x="1058417" y="15351"/>
                  </a:lnTo>
                  <a:lnTo>
                    <a:pt x="1062337" y="18596"/>
                  </a:lnTo>
                  <a:lnTo>
                    <a:pt x="1066257" y="22091"/>
                  </a:lnTo>
                  <a:lnTo>
                    <a:pt x="1070177" y="25824"/>
                  </a:lnTo>
                  <a:lnTo>
                    <a:pt x="1074097" y="29801"/>
                  </a:lnTo>
                  <a:lnTo>
                    <a:pt x="1078017" y="34004"/>
                  </a:lnTo>
                  <a:lnTo>
                    <a:pt x="1081937" y="38387"/>
                  </a:lnTo>
                  <a:lnTo>
                    <a:pt x="1085857" y="42934"/>
                  </a:lnTo>
                  <a:lnTo>
                    <a:pt x="1089777" y="47630"/>
                  </a:lnTo>
                  <a:lnTo>
                    <a:pt x="1093697" y="52459"/>
                  </a:lnTo>
                  <a:lnTo>
                    <a:pt x="1097617" y="57415"/>
                  </a:lnTo>
                  <a:lnTo>
                    <a:pt x="1101537" y="62480"/>
                  </a:lnTo>
                  <a:lnTo>
                    <a:pt x="1105457" y="67624"/>
                  </a:lnTo>
                  <a:lnTo>
                    <a:pt x="1109377" y="72834"/>
                  </a:lnTo>
                  <a:lnTo>
                    <a:pt x="1113297" y="78097"/>
                  </a:lnTo>
                  <a:lnTo>
                    <a:pt x="1117217" y="83402"/>
                  </a:lnTo>
                  <a:lnTo>
                    <a:pt x="1121138" y="88737"/>
                  </a:lnTo>
                  <a:lnTo>
                    <a:pt x="1125058" y="94088"/>
                  </a:lnTo>
                  <a:lnTo>
                    <a:pt x="1128978" y="99442"/>
                  </a:lnTo>
                  <a:lnTo>
                    <a:pt x="1132898" y="104790"/>
                  </a:lnTo>
                  <a:lnTo>
                    <a:pt x="1136818" y="110122"/>
                  </a:lnTo>
                  <a:lnTo>
                    <a:pt x="1140738" y="115431"/>
                  </a:lnTo>
                  <a:lnTo>
                    <a:pt x="1144658" y="120704"/>
                  </a:lnTo>
                  <a:lnTo>
                    <a:pt x="1148578" y="125927"/>
                  </a:lnTo>
                  <a:lnTo>
                    <a:pt x="1152498" y="131099"/>
                  </a:lnTo>
                  <a:lnTo>
                    <a:pt x="1156418" y="136213"/>
                  </a:lnTo>
                  <a:lnTo>
                    <a:pt x="1160338" y="141260"/>
                  </a:lnTo>
                  <a:lnTo>
                    <a:pt x="1164258" y="146234"/>
                  </a:lnTo>
                  <a:lnTo>
                    <a:pt x="1168178" y="151121"/>
                  </a:lnTo>
                  <a:lnTo>
                    <a:pt x="1172098" y="155904"/>
                  </a:lnTo>
                  <a:lnTo>
                    <a:pt x="1176018" y="160590"/>
                  </a:lnTo>
                  <a:lnTo>
                    <a:pt x="1179938" y="165174"/>
                  </a:lnTo>
                  <a:lnTo>
                    <a:pt x="1183859" y="169649"/>
                  </a:lnTo>
                  <a:lnTo>
                    <a:pt x="1187779" y="174011"/>
                  </a:lnTo>
                  <a:lnTo>
                    <a:pt x="1191699" y="178243"/>
                  </a:lnTo>
                  <a:lnTo>
                    <a:pt x="1195619" y="182331"/>
                  </a:lnTo>
                  <a:lnTo>
                    <a:pt x="1199539" y="186290"/>
                  </a:lnTo>
                  <a:lnTo>
                    <a:pt x="1203459" y="190118"/>
                  </a:lnTo>
                  <a:lnTo>
                    <a:pt x="1207379" y="193814"/>
                  </a:lnTo>
                  <a:lnTo>
                    <a:pt x="1211299" y="197376"/>
                  </a:lnTo>
                  <a:lnTo>
                    <a:pt x="1215219" y="200792"/>
                  </a:lnTo>
                  <a:lnTo>
                    <a:pt x="1219139" y="204053"/>
                  </a:lnTo>
                  <a:lnTo>
                    <a:pt x="1223059" y="207181"/>
                  </a:lnTo>
                  <a:lnTo>
                    <a:pt x="1226979" y="210180"/>
                  </a:lnTo>
                  <a:lnTo>
                    <a:pt x="1230899" y="213051"/>
                  </a:lnTo>
                  <a:lnTo>
                    <a:pt x="1234819" y="215797"/>
                  </a:lnTo>
                  <a:lnTo>
                    <a:pt x="1238739" y="218414"/>
                  </a:lnTo>
                  <a:lnTo>
                    <a:pt x="1242659" y="220896"/>
                  </a:lnTo>
                  <a:lnTo>
                    <a:pt x="1246580" y="223268"/>
                  </a:lnTo>
                  <a:lnTo>
                    <a:pt x="1250500" y="225534"/>
                  </a:lnTo>
                  <a:lnTo>
                    <a:pt x="1254420" y="227699"/>
                  </a:lnTo>
                  <a:lnTo>
                    <a:pt x="1258340" y="229767"/>
                  </a:lnTo>
                  <a:lnTo>
                    <a:pt x="1262260" y="231736"/>
                  </a:lnTo>
                  <a:lnTo>
                    <a:pt x="1266180" y="233602"/>
                  </a:lnTo>
                  <a:lnTo>
                    <a:pt x="1270100" y="235386"/>
                  </a:lnTo>
                  <a:lnTo>
                    <a:pt x="1274020" y="237092"/>
                  </a:lnTo>
                  <a:lnTo>
                    <a:pt x="1277940" y="238721"/>
                  </a:lnTo>
                  <a:lnTo>
                    <a:pt x="1281860" y="240278"/>
                  </a:lnTo>
                  <a:lnTo>
                    <a:pt x="1285780" y="241761"/>
                  </a:lnTo>
                  <a:lnTo>
                    <a:pt x="1289700" y="243164"/>
                  </a:lnTo>
                  <a:lnTo>
                    <a:pt x="1293620" y="244504"/>
                  </a:lnTo>
                  <a:lnTo>
                    <a:pt x="1297540" y="245781"/>
                  </a:lnTo>
                  <a:lnTo>
                    <a:pt x="1301460" y="246997"/>
                  </a:lnTo>
                  <a:lnTo>
                    <a:pt x="1305380" y="248153"/>
                  </a:lnTo>
                  <a:lnTo>
                    <a:pt x="1309301" y="249247"/>
                  </a:lnTo>
                  <a:lnTo>
                    <a:pt x="1313221" y="250274"/>
                  </a:lnTo>
                  <a:lnTo>
                    <a:pt x="1317141" y="251246"/>
                  </a:lnTo>
                  <a:lnTo>
                    <a:pt x="1321061" y="252164"/>
                  </a:lnTo>
                  <a:lnTo>
                    <a:pt x="1324981" y="253029"/>
                  </a:lnTo>
                  <a:lnTo>
                    <a:pt x="1328901" y="253842"/>
                  </a:lnTo>
                  <a:lnTo>
                    <a:pt x="1332821" y="254602"/>
                  </a:lnTo>
                  <a:lnTo>
                    <a:pt x="1336741" y="255304"/>
                  </a:lnTo>
                  <a:lnTo>
                    <a:pt x="1340661" y="255959"/>
                  </a:lnTo>
                  <a:lnTo>
                    <a:pt x="1344581" y="256569"/>
                  </a:lnTo>
                  <a:lnTo>
                    <a:pt x="1348501" y="257135"/>
                  </a:lnTo>
                  <a:lnTo>
                    <a:pt x="1352421" y="257660"/>
                  </a:lnTo>
                  <a:lnTo>
                    <a:pt x="1356341" y="258142"/>
                  </a:lnTo>
                  <a:lnTo>
                    <a:pt x="1360261" y="258580"/>
                  </a:lnTo>
                  <a:lnTo>
                    <a:pt x="1364181" y="258984"/>
                  </a:lnTo>
                  <a:lnTo>
                    <a:pt x="1368101" y="259355"/>
                  </a:lnTo>
                  <a:lnTo>
                    <a:pt x="1372022" y="259694"/>
                  </a:lnTo>
                  <a:lnTo>
                    <a:pt x="1375942" y="260005"/>
                  </a:lnTo>
                  <a:lnTo>
                    <a:pt x="1379862" y="260288"/>
                  </a:lnTo>
                  <a:lnTo>
                    <a:pt x="1383782" y="260542"/>
                  </a:lnTo>
                  <a:lnTo>
                    <a:pt x="1387702" y="260774"/>
                  </a:lnTo>
                  <a:lnTo>
                    <a:pt x="1391622" y="260985"/>
                  </a:lnTo>
                  <a:lnTo>
                    <a:pt x="1395542" y="261178"/>
                  </a:lnTo>
                  <a:lnTo>
                    <a:pt x="1399462" y="261353"/>
                  </a:lnTo>
                  <a:lnTo>
                    <a:pt x="1403382" y="261512"/>
                  </a:lnTo>
                  <a:lnTo>
                    <a:pt x="1407302" y="261654"/>
                  </a:lnTo>
                  <a:lnTo>
                    <a:pt x="1411222" y="261783"/>
                  </a:lnTo>
                  <a:lnTo>
                    <a:pt x="1415142" y="261901"/>
                  </a:lnTo>
                  <a:lnTo>
                    <a:pt x="1419062" y="262008"/>
                  </a:lnTo>
                  <a:lnTo>
                    <a:pt x="1422982" y="262105"/>
                  </a:lnTo>
                  <a:lnTo>
                    <a:pt x="1426902" y="262193"/>
                  </a:lnTo>
                  <a:lnTo>
                    <a:pt x="1430822" y="262272"/>
                  </a:lnTo>
                  <a:lnTo>
                    <a:pt x="1434743" y="262343"/>
                  </a:lnTo>
                  <a:lnTo>
                    <a:pt x="1438663" y="262407"/>
                  </a:lnTo>
                  <a:lnTo>
                    <a:pt x="1442583" y="262465"/>
                  </a:lnTo>
                  <a:lnTo>
                    <a:pt x="1446503" y="262518"/>
                  </a:lnTo>
                  <a:lnTo>
                    <a:pt x="1450423" y="262565"/>
                  </a:lnTo>
                  <a:lnTo>
                    <a:pt x="1454343" y="262606"/>
                  </a:lnTo>
                  <a:lnTo>
                    <a:pt x="1458263" y="262643"/>
                  </a:lnTo>
                  <a:lnTo>
                    <a:pt x="1462183" y="262675"/>
                  </a:lnTo>
                  <a:lnTo>
                    <a:pt x="1466103" y="262704"/>
                  </a:lnTo>
                  <a:lnTo>
                    <a:pt x="1470023" y="262730"/>
                  </a:lnTo>
                  <a:lnTo>
                    <a:pt x="1473943" y="262753"/>
                  </a:lnTo>
                  <a:lnTo>
                    <a:pt x="1477863" y="262772"/>
                  </a:lnTo>
                  <a:lnTo>
                    <a:pt x="1481783" y="262789"/>
                  </a:lnTo>
                  <a:lnTo>
                    <a:pt x="1485703" y="262803"/>
                  </a:lnTo>
                  <a:lnTo>
                    <a:pt x="1489623" y="262816"/>
                  </a:lnTo>
                  <a:lnTo>
                    <a:pt x="1493543" y="262826"/>
                  </a:lnTo>
                  <a:lnTo>
                    <a:pt x="1497464" y="262835"/>
                  </a:lnTo>
                  <a:lnTo>
                    <a:pt x="1501384" y="262843"/>
                  </a:lnTo>
                  <a:lnTo>
                    <a:pt x="1505304" y="262849"/>
                  </a:lnTo>
                  <a:lnTo>
                    <a:pt x="1509224" y="262855"/>
                  </a:lnTo>
                  <a:lnTo>
                    <a:pt x="1513144" y="262859"/>
                  </a:lnTo>
                  <a:lnTo>
                    <a:pt x="1517064" y="262863"/>
                  </a:lnTo>
                  <a:lnTo>
                    <a:pt x="1520984" y="262866"/>
                  </a:lnTo>
                  <a:lnTo>
                    <a:pt x="1524904" y="262868"/>
                  </a:lnTo>
                  <a:lnTo>
                    <a:pt x="1528824" y="262870"/>
                  </a:lnTo>
                  <a:lnTo>
                    <a:pt x="1532744" y="262872"/>
                  </a:lnTo>
                  <a:lnTo>
                    <a:pt x="1536664" y="262873"/>
                  </a:lnTo>
                  <a:lnTo>
                    <a:pt x="1540584" y="262874"/>
                  </a:lnTo>
                  <a:lnTo>
                    <a:pt x="1544504" y="262875"/>
                  </a:lnTo>
                  <a:lnTo>
                    <a:pt x="1548424" y="262875"/>
                  </a:lnTo>
                  <a:lnTo>
                    <a:pt x="1552344" y="262876"/>
                  </a:lnTo>
                  <a:lnTo>
                    <a:pt x="1556265" y="262876"/>
                  </a:lnTo>
                  <a:lnTo>
                    <a:pt x="1560185" y="262877"/>
                  </a:lnTo>
                  <a:lnTo>
                    <a:pt x="1564105" y="262877"/>
                  </a:lnTo>
                  <a:lnTo>
                    <a:pt x="1568025" y="262877"/>
                  </a:lnTo>
                  <a:lnTo>
                    <a:pt x="1571945" y="262877"/>
                  </a:lnTo>
                  <a:lnTo>
                    <a:pt x="1575865" y="262877"/>
                  </a:lnTo>
                  <a:lnTo>
                    <a:pt x="1579785" y="262877"/>
                  </a:lnTo>
                  <a:lnTo>
                    <a:pt x="1583705" y="262877"/>
                  </a:lnTo>
                  <a:lnTo>
                    <a:pt x="1587625" y="262877"/>
                  </a:lnTo>
                  <a:lnTo>
                    <a:pt x="1591545" y="262877"/>
                  </a:lnTo>
                  <a:lnTo>
                    <a:pt x="1595465" y="262877"/>
                  </a:lnTo>
                  <a:lnTo>
                    <a:pt x="1599385" y="262877"/>
                  </a:lnTo>
                  <a:lnTo>
                    <a:pt x="1603305" y="262877"/>
                  </a:lnTo>
                  <a:lnTo>
                    <a:pt x="1607225" y="262877"/>
                  </a:lnTo>
                  <a:lnTo>
                    <a:pt x="1611145" y="262877"/>
                  </a:lnTo>
                  <a:lnTo>
                    <a:pt x="1615065" y="262877"/>
                  </a:lnTo>
                  <a:lnTo>
                    <a:pt x="1618986" y="262877"/>
                  </a:lnTo>
                  <a:lnTo>
                    <a:pt x="1622906" y="262877"/>
                  </a:lnTo>
                  <a:lnTo>
                    <a:pt x="1626826" y="262877"/>
                  </a:lnTo>
                  <a:lnTo>
                    <a:pt x="1630746" y="262877"/>
                  </a:lnTo>
                  <a:lnTo>
                    <a:pt x="1634666" y="262877"/>
                  </a:lnTo>
                  <a:lnTo>
                    <a:pt x="1638586" y="262877"/>
                  </a:lnTo>
                  <a:lnTo>
                    <a:pt x="1642506" y="262877"/>
                  </a:lnTo>
                  <a:lnTo>
                    <a:pt x="1646426" y="262876"/>
                  </a:lnTo>
                  <a:lnTo>
                    <a:pt x="1650346" y="262876"/>
                  </a:lnTo>
                  <a:lnTo>
                    <a:pt x="1654266" y="262875"/>
                  </a:lnTo>
                  <a:lnTo>
                    <a:pt x="1658186" y="262875"/>
                  </a:lnTo>
                  <a:lnTo>
                    <a:pt x="1662106" y="262874"/>
                  </a:lnTo>
                  <a:lnTo>
                    <a:pt x="1666026" y="262873"/>
                  </a:lnTo>
                  <a:lnTo>
                    <a:pt x="1669946" y="262871"/>
                  </a:lnTo>
                  <a:lnTo>
                    <a:pt x="1673866" y="262869"/>
                  </a:lnTo>
                  <a:lnTo>
                    <a:pt x="1677786" y="262867"/>
                  </a:lnTo>
                  <a:lnTo>
                    <a:pt x="1681707" y="262864"/>
                  </a:lnTo>
                  <a:lnTo>
                    <a:pt x="1685627" y="262860"/>
                  </a:lnTo>
                  <a:lnTo>
                    <a:pt x="1689547" y="262855"/>
                  </a:lnTo>
                  <a:lnTo>
                    <a:pt x="1693467" y="262850"/>
                  </a:lnTo>
                  <a:lnTo>
                    <a:pt x="1697387" y="262842"/>
                  </a:lnTo>
                  <a:lnTo>
                    <a:pt x="1701307" y="262834"/>
                  </a:lnTo>
                  <a:lnTo>
                    <a:pt x="1705227" y="262823"/>
                  </a:lnTo>
                  <a:lnTo>
                    <a:pt x="1709147" y="262811"/>
                  </a:lnTo>
                  <a:lnTo>
                    <a:pt x="1713067" y="262795"/>
                  </a:lnTo>
                  <a:lnTo>
                    <a:pt x="1716987" y="262777"/>
                  </a:lnTo>
                  <a:lnTo>
                    <a:pt x="1720907" y="262755"/>
                  </a:lnTo>
                  <a:lnTo>
                    <a:pt x="1724827" y="262729"/>
                  </a:lnTo>
                  <a:lnTo>
                    <a:pt x="1728747" y="262699"/>
                  </a:lnTo>
                  <a:lnTo>
                    <a:pt x="1732667" y="262665"/>
                  </a:lnTo>
                  <a:lnTo>
                    <a:pt x="1736587" y="262623"/>
                  </a:lnTo>
                  <a:lnTo>
                    <a:pt x="1740507" y="262575"/>
                  </a:lnTo>
                  <a:lnTo>
                    <a:pt x="1744428" y="262520"/>
                  </a:lnTo>
                  <a:lnTo>
                    <a:pt x="1748348" y="262458"/>
                  </a:lnTo>
                  <a:lnTo>
                    <a:pt x="1752268" y="262387"/>
                  </a:lnTo>
                  <a:lnTo>
                    <a:pt x="1756188" y="262308"/>
                  </a:lnTo>
                  <a:lnTo>
                    <a:pt x="1760108" y="262216"/>
                  </a:lnTo>
                  <a:lnTo>
                    <a:pt x="1764028" y="262113"/>
                  </a:lnTo>
                  <a:lnTo>
                    <a:pt x="1767948" y="261998"/>
                  </a:lnTo>
                  <a:lnTo>
                    <a:pt x="1771868" y="261871"/>
                  </a:lnTo>
                  <a:lnTo>
                    <a:pt x="1775788" y="261730"/>
                  </a:lnTo>
                  <a:lnTo>
                    <a:pt x="1779708" y="261576"/>
                  </a:lnTo>
                  <a:lnTo>
                    <a:pt x="1783628" y="261403"/>
                  </a:lnTo>
                  <a:lnTo>
                    <a:pt x="1787548" y="261214"/>
                  </a:lnTo>
                  <a:lnTo>
                    <a:pt x="1791468" y="261007"/>
                  </a:lnTo>
                  <a:lnTo>
                    <a:pt x="1795388" y="260784"/>
                  </a:lnTo>
                  <a:lnTo>
                    <a:pt x="1799308" y="260542"/>
                  </a:lnTo>
                  <a:lnTo>
                    <a:pt x="1803228" y="260281"/>
                  </a:lnTo>
                  <a:lnTo>
                    <a:pt x="1807149" y="259995"/>
                  </a:lnTo>
                  <a:lnTo>
                    <a:pt x="1811069" y="259689"/>
                  </a:lnTo>
                  <a:lnTo>
                    <a:pt x="1814989" y="259360"/>
                  </a:lnTo>
                  <a:lnTo>
                    <a:pt x="1818909" y="259010"/>
                  </a:lnTo>
                  <a:lnTo>
                    <a:pt x="1822829" y="258638"/>
                  </a:lnTo>
                  <a:lnTo>
                    <a:pt x="1826749" y="258242"/>
                  </a:lnTo>
                  <a:lnTo>
                    <a:pt x="1830669" y="257818"/>
                  </a:lnTo>
                  <a:lnTo>
                    <a:pt x="1834589" y="257370"/>
                  </a:lnTo>
                  <a:lnTo>
                    <a:pt x="1838509" y="256899"/>
                  </a:lnTo>
                  <a:lnTo>
                    <a:pt x="1842429" y="256404"/>
                  </a:lnTo>
                  <a:lnTo>
                    <a:pt x="1846349" y="255887"/>
                  </a:lnTo>
                  <a:lnTo>
                    <a:pt x="1850269" y="255347"/>
                  </a:lnTo>
                  <a:lnTo>
                    <a:pt x="1854189" y="254781"/>
                  </a:lnTo>
                  <a:lnTo>
                    <a:pt x="1858109" y="254196"/>
                  </a:lnTo>
                  <a:lnTo>
                    <a:pt x="1862029" y="253593"/>
                  </a:lnTo>
                  <a:lnTo>
                    <a:pt x="1865949" y="252974"/>
                  </a:lnTo>
                  <a:lnTo>
                    <a:pt x="1869870" y="252342"/>
                  </a:lnTo>
                  <a:lnTo>
                    <a:pt x="1873790" y="251699"/>
                  </a:lnTo>
                  <a:lnTo>
                    <a:pt x="1877710" y="251048"/>
                  </a:lnTo>
                  <a:lnTo>
                    <a:pt x="1881630" y="250394"/>
                  </a:lnTo>
                  <a:lnTo>
                    <a:pt x="1885550" y="249743"/>
                  </a:lnTo>
                  <a:lnTo>
                    <a:pt x="1889470" y="249098"/>
                  </a:lnTo>
                  <a:lnTo>
                    <a:pt x="1893390" y="248464"/>
                  </a:lnTo>
                  <a:lnTo>
                    <a:pt x="1897310" y="247845"/>
                  </a:lnTo>
                  <a:lnTo>
                    <a:pt x="1901230" y="247251"/>
                  </a:lnTo>
                  <a:lnTo>
                    <a:pt x="1905150" y="246688"/>
                  </a:lnTo>
                  <a:lnTo>
                    <a:pt x="1909070" y="246158"/>
                  </a:lnTo>
                  <a:lnTo>
                    <a:pt x="1912990" y="245666"/>
                  </a:lnTo>
                  <a:lnTo>
                    <a:pt x="1916910" y="245218"/>
                  </a:lnTo>
                  <a:lnTo>
                    <a:pt x="1920830" y="244817"/>
                  </a:lnTo>
                  <a:lnTo>
                    <a:pt x="1924750" y="244481"/>
                  </a:lnTo>
                  <a:lnTo>
                    <a:pt x="1928670" y="244206"/>
                  </a:lnTo>
                  <a:lnTo>
                    <a:pt x="1932591" y="243993"/>
                  </a:lnTo>
                  <a:lnTo>
                    <a:pt x="1936511" y="243844"/>
                  </a:lnTo>
                  <a:lnTo>
                    <a:pt x="1940431" y="243763"/>
                  </a:lnTo>
                  <a:lnTo>
                    <a:pt x="1944351" y="243750"/>
                  </a:lnTo>
                  <a:lnTo>
                    <a:pt x="1948271" y="243820"/>
                  </a:lnTo>
                  <a:lnTo>
                    <a:pt x="1952191" y="243964"/>
                  </a:lnTo>
                  <a:lnTo>
                    <a:pt x="1956111" y="244177"/>
                  </a:lnTo>
                  <a:lnTo>
                    <a:pt x="1960031" y="244457"/>
                  </a:lnTo>
                  <a:lnTo>
                    <a:pt x="1963951" y="244802"/>
                  </a:lnTo>
                  <a:lnTo>
                    <a:pt x="1967871" y="245209"/>
                  </a:lnTo>
                  <a:lnTo>
                    <a:pt x="1971791" y="245685"/>
                  </a:lnTo>
                  <a:lnTo>
                    <a:pt x="1975711" y="246217"/>
                  </a:lnTo>
                  <a:lnTo>
                    <a:pt x="1979631" y="246797"/>
                  </a:lnTo>
                  <a:lnTo>
                    <a:pt x="1983551" y="247418"/>
                  </a:lnTo>
                  <a:lnTo>
                    <a:pt x="1987471" y="248077"/>
                  </a:lnTo>
                  <a:lnTo>
                    <a:pt x="1991391" y="248768"/>
                  </a:lnTo>
                  <a:lnTo>
                    <a:pt x="1995312" y="249486"/>
                  </a:lnTo>
                  <a:lnTo>
                    <a:pt x="1999232" y="250223"/>
                  </a:lnTo>
                  <a:lnTo>
                    <a:pt x="2003152" y="250970"/>
                  </a:lnTo>
                  <a:lnTo>
                    <a:pt x="2003152" y="262877"/>
                  </a:lnTo>
                  <a:lnTo>
                    <a:pt x="1999232" y="262877"/>
                  </a:lnTo>
                  <a:lnTo>
                    <a:pt x="1995312" y="262877"/>
                  </a:lnTo>
                  <a:lnTo>
                    <a:pt x="1991391" y="262877"/>
                  </a:lnTo>
                  <a:lnTo>
                    <a:pt x="1987471" y="262877"/>
                  </a:lnTo>
                  <a:lnTo>
                    <a:pt x="1983551" y="262877"/>
                  </a:lnTo>
                  <a:lnTo>
                    <a:pt x="1979631" y="262877"/>
                  </a:lnTo>
                  <a:lnTo>
                    <a:pt x="1975711" y="262877"/>
                  </a:lnTo>
                  <a:lnTo>
                    <a:pt x="1971791" y="262877"/>
                  </a:lnTo>
                  <a:lnTo>
                    <a:pt x="1967871" y="262877"/>
                  </a:lnTo>
                  <a:lnTo>
                    <a:pt x="1963951" y="262877"/>
                  </a:lnTo>
                  <a:lnTo>
                    <a:pt x="1960031" y="262877"/>
                  </a:lnTo>
                  <a:lnTo>
                    <a:pt x="1956111" y="262877"/>
                  </a:lnTo>
                  <a:lnTo>
                    <a:pt x="1952191" y="262877"/>
                  </a:lnTo>
                  <a:lnTo>
                    <a:pt x="1948271" y="262877"/>
                  </a:lnTo>
                  <a:lnTo>
                    <a:pt x="1944351" y="262877"/>
                  </a:lnTo>
                  <a:lnTo>
                    <a:pt x="1940431" y="262877"/>
                  </a:lnTo>
                  <a:lnTo>
                    <a:pt x="1936511" y="262877"/>
                  </a:lnTo>
                  <a:lnTo>
                    <a:pt x="1932591" y="262877"/>
                  </a:lnTo>
                  <a:lnTo>
                    <a:pt x="1928670" y="262877"/>
                  </a:lnTo>
                  <a:lnTo>
                    <a:pt x="1924750" y="262877"/>
                  </a:lnTo>
                  <a:lnTo>
                    <a:pt x="1920830" y="262877"/>
                  </a:lnTo>
                  <a:lnTo>
                    <a:pt x="1916910" y="262877"/>
                  </a:lnTo>
                  <a:lnTo>
                    <a:pt x="1912990" y="262877"/>
                  </a:lnTo>
                  <a:lnTo>
                    <a:pt x="1909070" y="262877"/>
                  </a:lnTo>
                  <a:lnTo>
                    <a:pt x="1905150" y="262877"/>
                  </a:lnTo>
                  <a:lnTo>
                    <a:pt x="1901230" y="262877"/>
                  </a:lnTo>
                  <a:lnTo>
                    <a:pt x="1897310" y="262877"/>
                  </a:lnTo>
                  <a:lnTo>
                    <a:pt x="1893390" y="262877"/>
                  </a:lnTo>
                  <a:lnTo>
                    <a:pt x="1889470" y="262877"/>
                  </a:lnTo>
                  <a:lnTo>
                    <a:pt x="1885550" y="262877"/>
                  </a:lnTo>
                  <a:lnTo>
                    <a:pt x="1881630" y="262877"/>
                  </a:lnTo>
                  <a:lnTo>
                    <a:pt x="1877710" y="262877"/>
                  </a:lnTo>
                  <a:lnTo>
                    <a:pt x="1873790" y="262877"/>
                  </a:lnTo>
                  <a:lnTo>
                    <a:pt x="1869870" y="262877"/>
                  </a:lnTo>
                  <a:lnTo>
                    <a:pt x="1865949" y="262877"/>
                  </a:lnTo>
                  <a:lnTo>
                    <a:pt x="1862029" y="262877"/>
                  </a:lnTo>
                  <a:lnTo>
                    <a:pt x="1858109" y="262877"/>
                  </a:lnTo>
                  <a:lnTo>
                    <a:pt x="1854189" y="262877"/>
                  </a:lnTo>
                  <a:lnTo>
                    <a:pt x="1850269" y="262877"/>
                  </a:lnTo>
                  <a:lnTo>
                    <a:pt x="1846349" y="262877"/>
                  </a:lnTo>
                  <a:lnTo>
                    <a:pt x="1842429" y="262877"/>
                  </a:lnTo>
                  <a:lnTo>
                    <a:pt x="1838509" y="262877"/>
                  </a:lnTo>
                  <a:lnTo>
                    <a:pt x="1834589" y="262877"/>
                  </a:lnTo>
                  <a:lnTo>
                    <a:pt x="1830669" y="262877"/>
                  </a:lnTo>
                  <a:lnTo>
                    <a:pt x="1826749" y="262877"/>
                  </a:lnTo>
                  <a:lnTo>
                    <a:pt x="1822829" y="262877"/>
                  </a:lnTo>
                  <a:lnTo>
                    <a:pt x="1818909" y="262877"/>
                  </a:lnTo>
                  <a:lnTo>
                    <a:pt x="1814989" y="262877"/>
                  </a:lnTo>
                  <a:lnTo>
                    <a:pt x="1811069" y="262877"/>
                  </a:lnTo>
                  <a:lnTo>
                    <a:pt x="1807149" y="262877"/>
                  </a:lnTo>
                  <a:lnTo>
                    <a:pt x="1803228" y="262877"/>
                  </a:lnTo>
                  <a:lnTo>
                    <a:pt x="1799308" y="262877"/>
                  </a:lnTo>
                  <a:lnTo>
                    <a:pt x="1795388" y="262877"/>
                  </a:lnTo>
                  <a:lnTo>
                    <a:pt x="1791468" y="262877"/>
                  </a:lnTo>
                  <a:lnTo>
                    <a:pt x="1787548" y="262877"/>
                  </a:lnTo>
                  <a:lnTo>
                    <a:pt x="1783628" y="262877"/>
                  </a:lnTo>
                  <a:lnTo>
                    <a:pt x="1779708" y="262877"/>
                  </a:lnTo>
                  <a:lnTo>
                    <a:pt x="1775788" y="262877"/>
                  </a:lnTo>
                  <a:lnTo>
                    <a:pt x="1771868" y="262877"/>
                  </a:lnTo>
                  <a:lnTo>
                    <a:pt x="1767948" y="262877"/>
                  </a:lnTo>
                  <a:lnTo>
                    <a:pt x="1764028" y="262877"/>
                  </a:lnTo>
                  <a:lnTo>
                    <a:pt x="1760108" y="262877"/>
                  </a:lnTo>
                  <a:lnTo>
                    <a:pt x="1756188" y="262877"/>
                  </a:lnTo>
                  <a:lnTo>
                    <a:pt x="1752268" y="262877"/>
                  </a:lnTo>
                  <a:lnTo>
                    <a:pt x="1748348" y="262877"/>
                  </a:lnTo>
                  <a:lnTo>
                    <a:pt x="1744428" y="262877"/>
                  </a:lnTo>
                  <a:lnTo>
                    <a:pt x="1740507" y="262877"/>
                  </a:lnTo>
                  <a:lnTo>
                    <a:pt x="1736587" y="262877"/>
                  </a:lnTo>
                  <a:lnTo>
                    <a:pt x="1732667" y="262877"/>
                  </a:lnTo>
                  <a:lnTo>
                    <a:pt x="1728747" y="262877"/>
                  </a:lnTo>
                  <a:lnTo>
                    <a:pt x="1724827" y="262877"/>
                  </a:lnTo>
                  <a:lnTo>
                    <a:pt x="1720907" y="262877"/>
                  </a:lnTo>
                  <a:lnTo>
                    <a:pt x="1716987" y="262877"/>
                  </a:lnTo>
                  <a:lnTo>
                    <a:pt x="1713067" y="262877"/>
                  </a:lnTo>
                  <a:lnTo>
                    <a:pt x="1709147" y="262877"/>
                  </a:lnTo>
                  <a:lnTo>
                    <a:pt x="1705227" y="262877"/>
                  </a:lnTo>
                  <a:lnTo>
                    <a:pt x="1701307" y="262877"/>
                  </a:lnTo>
                  <a:lnTo>
                    <a:pt x="1697387" y="262877"/>
                  </a:lnTo>
                  <a:lnTo>
                    <a:pt x="1693467" y="262877"/>
                  </a:lnTo>
                  <a:lnTo>
                    <a:pt x="1689547" y="262877"/>
                  </a:lnTo>
                  <a:lnTo>
                    <a:pt x="1685627" y="262877"/>
                  </a:lnTo>
                  <a:lnTo>
                    <a:pt x="1681707" y="262877"/>
                  </a:lnTo>
                  <a:lnTo>
                    <a:pt x="1677786" y="262877"/>
                  </a:lnTo>
                  <a:lnTo>
                    <a:pt x="1673866" y="262877"/>
                  </a:lnTo>
                  <a:lnTo>
                    <a:pt x="1669946" y="262877"/>
                  </a:lnTo>
                  <a:lnTo>
                    <a:pt x="1666026" y="262877"/>
                  </a:lnTo>
                  <a:lnTo>
                    <a:pt x="1662106" y="262877"/>
                  </a:lnTo>
                  <a:lnTo>
                    <a:pt x="1658186" y="262877"/>
                  </a:lnTo>
                  <a:lnTo>
                    <a:pt x="1654266" y="262877"/>
                  </a:lnTo>
                  <a:lnTo>
                    <a:pt x="1650346" y="262877"/>
                  </a:lnTo>
                  <a:lnTo>
                    <a:pt x="1646426" y="262877"/>
                  </a:lnTo>
                  <a:lnTo>
                    <a:pt x="1642506" y="262877"/>
                  </a:lnTo>
                  <a:lnTo>
                    <a:pt x="1638586" y="262877"/>
                  </a:lnTo>
                  <a:lnTo>
                    <a:pt x="1634666" y="262877"/>
                  </a:lnTo>
                  <a:lnTo>
                    <a:pt x="1630746" y="262877"/>
                  </a:lnTo>
                  <a:lnTo>
                    <a:pt x="1626826" y="262877"/>
                  </a:lnTo>
                  <a:lnTo>
                    <a:pt x="1622906" y="262877"/>
                  </a:lnTo>
                  <a:lnTo>
                    <a:pt x="1618986" y="262877"/>
                  </a:lnTo>
                  <a:lnTo>
                    <a:pt x="1615065" y="262877"/>
                  </a:lnTo>
                  <a:lnTo>
                    <a:pt x="1611145" y="262877"/>
                  </a:lnTo>
                  <a:lnTo>
                    <a:pt x="1607225" y="262877"/>
                  </a:lnTo>
                  <a:lnTo>
                    <a:pt x="1603305" y="262877"/>
                  </a:lnTo>
                  <a:lnTo>
                    <a:pt x="1599385" y="262877"/>
                  </a:lnTo>
                  <a:lnTo>
                    <a:pt x="1595465" y="262877"/>
                  </a:lnTo>
                  <a:lnTo>
                    <a:pt x="1591545" y="262877"/>
                  </a:lnTo>
                  <a:lnTo>
                    <a:pt x="1587625" y="262877"/>
                  </a:lnTo>
                  <a:lnTo>
                    <a:pt x="1583705" y="262877"/>
                  </a:lnTo>
                  <a:lnTo>
                    <a:pt x="1579785" y="262877"/>
                  </a:lnTo>
                  <a:lnTo>
                    <a:pt x="1575865" y="262877"/>
                  </a:lnTo>
                  <a:lnTo>
                    <a:pt x="1571945" y="262877"/>
                  </a:lnTo>
                  <a:lnTo>
                    <a:pt x="1568025" y="262877"/>
                  </a:lnTo>
                  <a:lnTo>
                    <a:pt x="1564105" y="262877"/>
                  </a:lnTo>
                  <a:lnTo>
                    <a:pt x="1560185" y="262877"/>
                  </a:lnTo>
                  <a:lnTo>
                    <a:pt x="1556265" y="262877"/>
                  </a:lnTo>
                  <a:lnTo>
                    <a:pt x="1552344" y="262877"/>
                  </a:lnTo>
                  <a:lnTo>
                    <a:pt x="1548424" y="262877"/>
                  </a:lnTo>
                  <a:lnTo>
                    <a:pt x="1544504" y="262877"/>
                  </a:lnTo>
                  <a:lnTo>
                    <a:pt x="1540584" y="262877"/>
                  </a:lnTo>
                  <a:lnTo>
                    <a:pt x="1536664" y="262877"/>
                  </a:lnTo>
                  <a:lnTo>
                    <a:pt x="1532744" y="262877"/>
                  </a:lnTo>
                  <a:lnTo>
                    <a:pt x="1528824" y="262877"/>
                  </a:lnTo>
                  <a:lnTo>
                    <a:pt x="1524904" y="262877"/>
                  </a:lnTo>
                  <a:lnTo>
                    <a:pt x="1520984" y="262877"/>
                  </a:lnTo>
                  <a:lnTo>
                    <a:pt x="1517064" y="262877"/>
                  </a:lnTo>
                  <a:lnTo>
                    <a:pt x="1513144" y="262877"/>
                  </a:lnTo>
                  <a:lnTo>
                    <a:pt x="1509224" y="262877"/>
                  </a:lnTo>
                  <a:lnTo>
                    <a:pt x="1505304" y="262877"/>
                  </a:lnTo>
                  <a:lnTo>
                    <a:pt x="1501384" y="262877"/>
                  </a:lnTo>
                  <a:lnTo>
                    <a:pt x="1497464" y="262877"/>
                  </a:lnTo>
                  <a:lnTo>
                    <a:pt x="1493543" y="262877"/>
                  </a:lnTo>
                  <a:lnTo>
                    <a:pt x="1489623" y="262877"/>
                  </a:lnTo>
                  <a:lnTo>
                    <a:pt x="1485703" y="262877"/>
                  </a:lnTo>
                  <a:lnTo>
                    <a:pt x="1481783" y="262877"/>
                  </a:lnTo>
                  <a:lnTo>
                    <a:pt x="1477863" y="262877"/>
                  </a:lnTo>
                  <a:lnTo>
                    <a:pt x="1473943" y="262877"/>
                  </a:lnTo>
                  <a:lnTo>
                    <a:pt x="1470023" y="262877"/>
                  </a:lnTo>
                  <a:lnTo>
                    <a:pt x="1466103" y="262877"/>
                  </a:lnTo>
                  <a:lnTo>
                    <a:pt x="1462183" y="262877"/>
                  </a:lnTo>
                  <a:lnTo>
                    <a:pt x="1458263" y="262877"/>
                  </a:lnTo>
                  <a:lnTo>
                    <a:pt x="1454343" y="262877"/>
                  </a:lnTo>
                  <a:lnTo>
                    <a:pt x="1450423" y="262877"/>
                  </a:lnTo>
                  <a:lnTo>
                    <a:pt x="1446503" y="262877"/>
                  </a:lnTo>
                  <a:lnTo>
                    <a:pt x="1442583" y="262877"/>
                  </a:lnTo>
                  <a:lnTo>
                    <a:pt x="1438663" y="262877"/>
                  </a:lnTo>
                  <a:lnTo>
                    <a:pt x="1434743" y="262877"/>
                  </a:lnTo>
                  <a:lnTo>
                    <a:pt x="1430822" y="262877"/>
                  </a:lnTo>
                  <a:lnTo>
                    <a:pt x="1426902" y="262877"/>
                  </a:lnTo>
                  <a:lnTo>
                    <a:pt x="1422982" y="262877"/>
                  </a:lnTo>
                  <a:lnTo>
                    <a:pt x="1419062" y="262877"/>
                  </a:lnTo>
                  <a:lnTo>
                    <a:pt x="1415142" y="262877"/>
                  </a:lnTo>
                  <a:lnTo>
                    <a:pt x="1411222" y="262877"/>
                  </a:lnTo>
                  <a:lnTo>
                    <a:pt x="1407302" y="262877"/>
                  </a:lnTo>
                  <a:lnTo>
                    <a:pt x="1403382" y="262877"/>
                  </a:lnTo>
                  <a:lnTo>
                    <a:pt x="1399462" y="262877"/>
                  </a:lnTo>
                  <a:lnTo>
                    <a:pt x="1395542" y="262877"/>
                  </a:lnTo>
                  <a:lnTo>
                    <a:pt x="1391622" y="262877"/>
                  </a:lnTo>
                  <a:lnTo>
                    <a:pt x="1387702" y="262877"/>
                  </a:lnTo>
                  <a:lnTo>
                    <a:pt x="1383782" y="262877"/>
                  </a:lnTo>
                  <a:lnTo>
                    <a:pt x="1379862" y="262877"/>
                  </a:lnTo>
                  <a:lnTo>
                    <a:pt x="1375942" y="262877"/>
                  </a:lnTo>
                  <a:lnTo>
                    <a:pt x="1372022" y="262877"/>
                  </a:lnTo>
                  <a:lnTo>
                    <a:pt x="1368101" y="262877"/>
                  </a:lnTo>
                  <a:lnTo>
                    <a:pt x="1364181" y="262877"/>
                  </a:lnTo>
                  <a:lnTo>
                    <a:pt x="1360261" y="262877"/>
                  </a:lnTo>
                  <a:lnTo>
                    <a:pt x="1356341" y="262877"/>
                  </a:lnTo>
                  <a:lnTo>
                    <a:pt x="1352421" y="262877"/>
                  </a:lnTo>
                  <a:lnTo>
                    <a:pt x="1348501" y="262877"/>
                  </a:lnTo>
                  <a:lnTo>
                    <a:pt x="1344581" y="262877"/>
                  </a:lnTo>
                  <a:lnTo>
                    <a:pt x="1340661" y="262877"/>
                  </a:lnTo>
                  <a:lnTo>
                    <a:pt x="1336741" y="262877"/>
                  </a:lnTo>
                  <a:lnTo>
                    <a:pt x="1332821" y="262877"/>
                  </a:lnTo>
                  <a:lnTo>
                    <a:pt x="1328901" y="262877"/>
                  </a:lnTo>
                  <a:lnTo>
                    <a:pt x="1324981" y="262877"/>
                  </a:lnTo>
                  <a:lnTo>
                    <a:pt x="1321061" y="262877"/>
                  </a:lnTo>
                  <a:lnTo>
                    <a:pt x="1317141" y="262877"/>
                  </a:lnTo>
                  <a:lnTo>
                    <a:pt x="1313221" y="262877"/>
                  </a:lnTo>
                  <a:lnTo>
                    <a:pt x="1309301" y="262877"/>
                  </a:lnTo>
                  <a:lnTo>
                    <a:pt x="1305380" y="262877"/>
                  </a:lnTo>
                  <a:lnTo>
                    <a:pt x="1301460" y="262877"/>
                  </a:lnTo>
                  <a:lnTo>
                    <a:pt x="1297540" y="262877"/>
                  </a:lnTo>
                  <a:lnTo>
                    <a:pt x="1293620" y="262877"/>
                  </a:lnTo>
                  <a:lnTo>
                    <a:pt x="1289700" y="262877"/>
                  </a:lnTo>
                  <a:lnTo>
                    <a:pt x="1285780" y="262877"/>
                  </a:lnTo>
                  <a:lnTo>
                    <a:pt x="1281860" y="262877"/>
                  </a:lnTo>
                  <a:lnTo>
                    <a:pt x="1277940" y="262877"/>
                  </a:lnTo>
                  <a:lnTo>
                    <a:pt x="1274020" y="262877"/>
                  </a:lnTo>
                  <a:lnTo>
                    <a:pt x="1270100" y="262877"/>
                  </a:lnTo>
                  <a:lnTo>
                    <a:pt x="1266180" y="262877"/>
                  </a:lnTo>
                  <a:lnTo>
                    <a:pt x="1262260" y="262877"/>
                  </a:lnTo>
                  <a:lnTo>
                    <a:pt x="1258340" y="262877"/>
                  </a:lnTo>
                  <a:lnTo>
                    <a:pt x="1254420" y="262877"/>
                  </a:lnTo>
                  <a:lnTo>
                    <a:pt x="1250500" y="262877"/>
                  </a:lnTo>
                  <a:lnTo>
                    <a:pt x="1246580" y="262877"/>
                  </a:lnTo>
                  <a:lnTo>
                    <a:pt x="1242659" y="262877"/>
                  </a:lnTo>
                  <a:lnTo>
                    <a:pt x="1238739" y="262877"/>
                  </a:lnTo>
                  <a:lnTo>
                    <a:pt x="1234819" y="262877"/>
                  </a:lnTo>
                  <a:lnTo>
                    <a:pt x="1230899" y="262877"/>
                  </a:lnTo>
                  <a:lnTo>
                    <a:pt x="1226979" y="262877"/>
                  </a:lnTo>
                  <a:lnTo>
                    <a:pt x="1223059" y="262877"/>
                  </a:lnTo>
                  <a:lnTo>
                    <a:pt x="1219139" y="262877"/>
                  </a:lnTo>
                  <a:lnTo>
                    <a:pt x="1215219" y="262877"/>
                  </a:lnTo>
                  <a:lnTo>
                    <a:pt x="1211299" y="262877"/>
                  </a:lnTo>
                  <a:lnTo>
                    <a:pt x="1207379" y="262877"/>
                  </a:lnTo>
                  <a:lnTo>
                    <a:pt x="1203459" y="262877"/>
                  </a:lnTo>
                  <a:lnTo>
                    <a:pt x="1199539" y="262877"/>
                  </a:lnTo>
                  <a:lnTo>
                    <a:pt x="1195619" y="262877"/>
                  </a:lnTo>
                  <a:lnTo>
                    <a:pt x="1191699" y="262877"/>
                  </a:lnTo>
                  <a:lnTo>
                    <a:pt x="1187779" y="262877"/>
                  </a:lnTo>
                  <a:lnTo>
                    <a:pt x="1183859" y="262877"/>
                  </a:lnTo>
                  <a:lnTo>
                    <a:pt x="1179938" y="262877"/>
                  </a:lnTo>
                  <a:lnTo>
                    <a:pt x="1176018" y="262877"/>
                  </a:lnTo>
                  <a:lnTo>
                    <a:pt x="1172098" y="262877"/>
                  </a:lnTo>
                  <a:lnTo>
                    <a:pt x="1168178" y="262877"/>
                  </a:lnTo>
                  <a:lnTo>
                    <a:pt x="1164258" y="262877"/>
                  </a:lnTo>
                  <a:lnTo>
                    <a:pt x="1160338" y="262877"/>
                  </a:lnTo>
                  <a:lnTo>
                    <a:pt x="1156418" y="262877"/>
                  </a:lnTo>
                  <a:lnTo>
                    <a:pt x="1152498" y="262877"/>
                  </a:lnTo>
                  <a:lnTo>
                    <a:pt x="1148578" y="262877"/>
                  </a:lnTo>
                  <a:lnTo>
                    <a:pt x="1144658" y="262877"/>
                  </a:lnTo>
                  <a:lnTo>
                    <a:pt x="1140738" y="262877"/>
                  </a:lnTo>
                  <a:lnTo>
                    <a:pt x="1136818" y="262877"/>
                  </a:lnTo>
                  <a:lnTo>
                    <a:pt x="1132898" y="262877"/>
                  </a:lnTo>
                  <a:lnTo>
                    <a:pt x="1128978" y="262877"/>
                  </a:lnTo>
                  <a:lnTo>
                    <a:pt x="1125058" y="262877"/>
                  </a:lnTo>
                  <a:lnTo>
                    <a:pt x="1121138" y="262877"/>
                  </a:lnTo>
                  <a:lnTo>
                    <a:pt x="1117217" y="262877"/>
                  </a:lnTo>
                  <a:lnTo>
                    <a:pt x="1113297" y="262877"/>
                  </a:lnTo>
                  <a:lnTo>
                    <a:pt x="1109377" y="262877"/>
                  </a:lnTo>
                  <a:lnTo>
                    <a:pt x="1105457" y="262877"/>
                  </a:lnTo>
                  <a:lnTo>
                    <a:pt x="1101537" y="262877"/>
                  </a:lnTo>
                  <a:lnTo>
                    <a:pt x="1097617" y="262877"/>
                  </a:lnTo>
                  <a:lnTo>
                    <a:pt x="1093697" y="262877"/>
                  </a:lnTo>
                  <a:lnTo>
                    <a:pt x="1089777" y="262877"/>
                  </a:lnTo>
                  <a:lnTo>
                    <a:pt x="1085857" y="262877"/>
                  </a:lnTo>
                  <a:lnTo>
                    <a:pt x="1081937" y="262877"/>
                  </a:lnTo>
                  <a:lnTo>
                    <a:pt x="1078017" y="262877"/>
                  </a:lnTo>
                  <a:lnTo>
                    <a:pt x="1074097" y="262877"/>
                  </a:lnTo>
                  <a:lnTo>
                    <a:pt x="1070177" y="262877"/>
                  </a:lnTo>
                  <a:lnTo>
                    <a:pt x="1066257" y="262877"/>
                  </a:lnTo>
                  <a:lnTo>
                    <a:pt x="1062337" y="262877"/>
                  </a:lnTo>
                  <a:lnTo>
                    <a:pt x="1058417" y="262877"/>
                  </a:lnTo>
                  <a:lnTo>
                    <a:pt x="1054496" y="262877"/>
                  </a:lnTo>
                  <a:lnTo>
                    <a:pt x="1050576" y="262877"/>
                  </a:lnTo>
                  <a:lnTo>
                    <a:pt x="1046656" y="262877"/>
                  </a:lnTo>
                  <a:lnTo>
                    <a:pt x="1042736" y="262877"/>
                  </a:lnTo>
                  <a:lnTo>
                    <a:pt x="1038816" y="262877"/>
                  </a:lnTo>
                  <a:lnTo>
                    <a:pt x="1034896" y="262877"/>
                  </a:lnTo>
                  <a:lnTo>
                    <a:pt x="1030976" y="262877"/>
                  </a:lnTo>
                  <a:lnTo>
                    <a:pt x="1027056" y="262877"/>
                  </a:lnTo>
                  <a:lnTo>
                    <a:pt x="1023136" y="262877"/>
                  </a:lnTo>
                  <a:lnTo>
                    <a:pt x="1019216" y="262877"/>
                  </a:lnTo>
                  <a:lnTo>
                    <a:pt x="1015296" y="262877"/>
                  </a:lnTo>
                  <a:lnTo>
                    <a:pt x="1011376" y="262877"/>
                  </a:lnTo>
                  <a:lnTo>
                    <a:pt x="1007456" y="262877"/>
                  </a:lnTo>
                  <a:lnTo>
                    <a:pt x="1003536" y="262877"/>
                  </a:lnTo>
                  <a:lnTo>
                    <a:pt x="999616" y="262877"/>
                  </a:lnTo>
                  <a:lnTo>
                    <a:pt x="995695" y="262877"/>
                  </a:lnTo>
                  <a:lnTo>
                    <a:pt x="991775" y="262877"/>
                  </a:lnTo>
                  <a:lnTo>
                    <a:pt x="987855" y="262877"/>
                  </a:lnTo>
                  <a:lnTo>
                    <a:pt x="983935" y="262877"/>
                  </a:lnTo>
                  <a:lnTo>
                    <a:pt x="980015" y="262877"/>
                  </a:lnTo>
                  <a:lnTo>
                    <a:pt x="976095" y="262877"/>
                  </a:lnTo>
                  <a:lnTo>
                    <a:pt x="972175" y="262877"/>
                  </a:lnTo>
                  <a:lnTo>
                    <a:pt x="968255" y="262877"/>
                  </a:lnTo>
                  <a:lnTo>
                    <a:pt x="964335" y="262877"/>
                  </a:lnTo>
                  <a:lnTo>
                    <a:pt x="960415" y="262877"/>
                  </a:lnTo>
                  <a:lnTo>
                    <a:pt x="956495" y="262877"/>
                  </a:lnTo>
                  <a:lnTo>
                    <a:pt x="952575" y="262877"/>
                  </a:lnTo>
                  <a:lnTo>
                    <a:pt x="948655" y="262877"/>
                  </a:lnTo>
                  <a:lnTo>
                    <a:pt x="944735" y="262877"/>
                  </a:lnTo>
                  <a:lnTo>
                    <a:pt x="940815" y="262877"/>
                  </a:lnTo>
                  <a:lnTo>
                    <a:pt x="936895" y="262877"/>
                  </a:lnTo>
                  <a:lnTo>
                    <a:pt x="932974" y="262877"/>
                  </a:lnTo>
                  <a:lnTo>
                    <a:pt x="929054" y="262877"/>
                  </a:lnTo>
                  <a:lnTo>
                    <a:pt x="925134" y="262877"/>
                  </a:lnTo>
                  <a:lnTo>
                    <a:pt x="921214" y="262877"/>
                  </a:lnTo>
                  <a:lnTo>
                    <a:pt x="917294" y="262877"/>
                  </a:lnTo>
                  <a:lnTo>
                    <a:pt x="913374" y="262877"/>
                  </a:lnTo>
                  <a:lnTo>
                    <a:pt x="909454" y="262877"/>
                  </a:lnTo>
                  <a:lnTo>
                    <a:pt x="905534" y="262877"/>
                  </a:lnTo>
                  <a:lnTo>
                    <a:pt x="901614" y="262877"/>
                  </a:lnTo>
                  <a:lnTo>
                    <a:pt x="897694" y="262877"/>
                  </a:lnTo>
                  <a:lnTo>
                    <a:pt x="893774" y="262877"/>
                  </a:lnTo>
                  <a:lnTo>
                    <a:pt x="889854" y="262877"/>
                  </a:lnTo>
                  <a:lnTo>
                    <a:pt x="885934" y="262877"/>
                  </a:lnTo>
                  <a:lnTo>
                    <a:pt x="882014" y="262877"/>
                  </a:lnTo>
                  <a:lnTo>
                    <a:pt x="878094" y="262877"/>
                  </a:lnTo>
                  <a:lnTo>
                    <a:pt x="874174" y="262877"/>
                  </a:lnTo>
                  <a:lnTo>
                    <a:pt x="870253" y="262877"/>
                  </a:lnTo>
                  <a:lnTo>
                    <a:pt x="866333" y="262877"/>
                  </a:lnTo>
                  <a:lnTo>
                    <a:pt x="862413" y="262877"/>
                  </a:lnTo>
                  <a:lnTo>
                    <a:pt x="858493" y="262877"/>
                  </a:lnTo>
                  <a:lnTo>
                    <a:pt x="854573" y="262877"/>
                  </a:lnTo>
                  <a:lnTo>
                    <a:pt x="850653" y="262877"/>
                  </a:lnTo>
                  <a:lnTo>
                    <a:pt x="846733" y="262877"/>
                  </a:lnTo>
                  <a:lnTo>
                    <a:pt x="842813" y="262877"/>
                  </a:lnTo>
                  <a:lnTo>
                    <a:pt x="838893" y="262877"/>
                  </a:lnTo>
                  <a:lnTo>
                    <a:pt x="834973" y="262877"/>
                  </a:lnTo>
                  <a:lnTo>
                    <a:pt x="831053" y="262877"/>
                  </a:lnTo>
                  <a:lnTo>
                    <a:pt x="827133" y="262877"/>
                  </a:lnTo>
                  <a:lnTo>
                    <a:pt x="823213" y="262877"/>
                  </a:lnTo>
                  <a:lnTo>
                    <a:pt x="819293" y="262877"/>
                  </a:lnTo>
                  <a:lnTo>
                    <a:pt x="815373" y="262877"/>
                  </a:lnTo>
                  <a:lnTo>
                    <a:pt x="811453" y="262877"/>
                  </a:lnTo>
                  <a:lnTo>
                    <a:pt x="807532" y="262877"/>
                  </a:lnTo>
                  <a:lnTo>
                    <a:pt x="803612" y="262877"/>
                  </a:lnTo>
                  <a:lnTo>
                    <a:pt x="799692" y="262877"/>
                  </a:lnTo>
                  <a:lnTo>
                    <a:pt x="795772" y="262877"/>
                  </a:lnTo>
                  <a:lnTo>
                    <a:pt x="791852" y="262877"/>
                  </a:lnTo>
                  <a:lnTo>
                    <a:pt x="787932" y="262877"/>
                  </a:lnTo>
                  <a:lnTo>
                    <a:pt x="784012" y="262877"/>
                  </a:lnTo>
                  <a:lnTo>
                    <a:pt x="780092" y="262877"/>
                  </a:lnTo>
                  <a:lnTo>
                    <a:pt x="776172" y="262877"/>
                  </a:lnTo>
                  <a:lnTo>
                    <a:pt x="772252" y="262877"/>
                  </a:lnTo>
                  <a:lnTo>
                    <a:pt x="768332" y="262877"/>
                  </a:lnTo>
                  <a:lnTo>
                    <a:pt x="764412" y="262877"/>
                  </a:lnTo>
                  <a:lnTo>
                    <a:pt x="760492" y="262877"/>
                  </a:lnTo>
                  <a:lnTo>
                    <a:pt x="756572" y="262877"/>
                  </a:lnTo>
                  <a:lnTo>
                    <a:pt x="752652" y="262877"/>
                  </a:lnTo>
                  <a:lnTo>
                    <a:pt x="748732" y="262877"/>
                  </a:lnTo>
                  <a:lnTo>
                    <a:pt x="744811" y="262877"/>
                  </a:lnTo>
                  <a:lnTo>
                    <a:pt x="740891" y="262877"/>
                  </a:lnTo>
                  <a:lnTo>
                    <a:pt x="736971" y="262877"/>
                  </a:lnTo>
                  <a:lnTo>
                    <a:pt x="733051" y="262877"/>
                  </a:lnTo>
                  <a:lnTo>
                    <a:pt x="729131" y="262877"/>
                  </a:lnTo>
                  <a:lnTo>
                    <a:pt x="725211" y="262877"/>
                  </a:lnTo>
                  <a:lnTo>
                    <a:pt x="721291" y="262877"/>
                  </a:lnTo>
                  <a:lnTo>
                    <a:pt x="717371" y="262877"/>
                  </a:lnTo>
                  <a:lnTo>
                    <a:pt x="713451" y="262877"/>
                  </a:lnTo>
                  <a:lnTo>
                    <a:pt x="709531" y="262877"/>
                  </a:lnTo>
                  <a:lnTo>
                    <a:pt x="705611" y="262877"/>
                  </a:lnTo>
                  <a:lnTo>
                    <a:pt x="701691" y="262877"/>
                  </a:lnTo>
                  <a:lnTo>
                    <a:pt x="697771" y="262877"/>
                  </a:lnTo>
                  <a:lnTo>
                    <a:pt x="693851" y="262877"/>
                  </a:lnTo>
                  <a:lnTo>
                    <a:pt x="689931" y="262877"/>
                  </a:lnTo>
                  <a:lnTo>
                    <a:pt x="686011" y="262877"/>
                  </a:lnTo>
                  <a:lnTo>
                    <a:pt x="682090" y="262877"/>
                  </a:lnTo>
                  <a:lnTo>
                    <a:pt x="678170" y="262877"/>
                  </a:lnTo>
                  <a:lnTo>
                    <a:pt x="674250" y="262877"/>
                  </a:lnTo>
                  <a:lnTo>
                    <a:pt x="670330" y="262877"/>
                  </a:lnTo>
                  <a:lnTo>
                    <a:pt x="666410" y="262877"/>
                  </a:lnTo>
                  <a:lnTo>
                    <a:pt x="662490" y="262877"/>
                  </a:lnTo>
                  <a:lnTo>
                    <a:pt x="658570" y="262877"/>
                  </a:lnTo>
                  <a:lnTo>
                    <a:pt x="654650" y="262877"/>
                  </a:lnTo>
                  <a:lnTo>
                    <a:pt x="650730" y="262877"/>
                  </a:lnTo>
                  <a:lnTo>
                    <a:pt x="646810" y="262877"/>
                  </a:lnTo>
                  <a:lnTo>
                    <a:pt x="642890" y="262877"/>
                  </a:lnTo>
                  <a:lnTo>
                    <a:pt x="638970" y="262877"/>
                  </a:lnTo>
                  <a:lnTo>
                    <a:pt x="635050" y="262877"/>
                  </a:lnTo>
                  <a:lnTo>
                    <a:pt x="631130" y="262877"/>
                  </a:lnTo>
                  <a:lnTo>
                    <a:pt x="627210" y="262877"/>
                  </a:lnTo>
                  <a:lnTo>
                    <a:pt x="623290" y="262877"/>
                  </a:lnTo>
                  <a:lnTo>
                    <a:pt x="619369" y="262877"/>
                  </a:lnTo>
                  <a:lnTo>
                    <a:pt x="615449" y="262877"/>
                  </a:lnTo>
                  <a:lnTo>
                    <a:pt x="611529" y="262877"/>
                  </a:lnTo>
                  <a:lnTo>
                    <a:pt x="607609" y="262877"/>
                  </a:lnTo>
                  <a:lnTo>
                    <a:pt x="603689" y="262877"/>
                  </a:lnTo>
                  <a:lnTo>
                    <a:pt x="599769" y="262877"/>
                  </a:lnTo>
                  <a:lnTo>
                    <a:pt x="595849" y="262877"/>
                  </a:lnTo>
                  <a:lnTo>
                    <a:pt x="591929" y="262877"/>
                  </a:lnTo>
                  <a:lnTo>
                    <a:pt x="588009" y="262877"/>
                  </a:lnTo>
                  <a:lnTo>
                    <a:pt x="584089" y="262877"/>
                  </a:lnTo>
                  <a:lnTo>
                    <a:pt x="580169" y="262877"/>
                  </a:lnTo>
                  <a:lnTo>
                    <a:pt x="576249" y="262877"/>
                  </a:lnTo>
                  <a:lnTo>
                    <a:pt x="572329" y="262877"/>
                  </a:lnTo>
                  <a:lnTo>
                    <a:pt x="568409" y="262877"/>
                  </a:lnTo>
                  <a:lnTo>
                    <a:pt x="564489" y="262877"/>
                  </a:lnTo>
                  <a:lnTo>
                    <a:pt x="560569" y="262877"/>
                  </a:lnTo>
                  <a:lnTo>
                    <a:pt x="556648" y="262877"/>
                  </a:lnTo>
                  <a:lnTo>
                    <a:pt x="552728" y="262877"/>
                  </a:lnTo>
                  <a:lnTo>
                    <a:pt x="548808" y="262877"/>
                  </a:lnTo>
                  <a:lnTo>
                    <a:pt x="544888" y="262877"/>
                  </a:lnTo>
                  <a:lnTo>
                    <a:pt x="540968" y="262877"/>
                  </a:lnTo>
                  <a:lnTo>
                    <a:pt x="537048" y="262877"/>
                  </a:lnTo>
                  <a:lnTo>
                    <a:pt x="533128" y="262877"/>
                  </a:lnTo>
                  <a:lnTo>
                    <a:pt x="529208" y="262877"/>
                  </a:lnTo>
                  <a:lnTo>
                    <a:pt x="525288" y="262877"/>
                  </a:lnTo>
                  <a:lnTo>
                    <a:pt x="521368" y="262877"/>
                  </a:lnTo>
                  <a:lnTo>
                    <a:pt x="517448" y="262877"/>
                  </a:lnTo>
                  <a:lnTo>
                    <a:pt x="513528" y="262877"/>
                  </a:lnTo>
                  <a:lnTo>
                    <a:pt x="509608" y="262877"/>
                  </a:lnTo>
                  <a:lnTo>
                    <a:pt x="505688" y="262877"/>
                  </a:lnTo>
                  <a:lnTo>
                    <a:pt x="501768" y="262877"/>
                  </a:lnTo>
                  <a:lnTo>
                    <a:pt x="497847" y="262877"/>
                  </a:lnTo>
                  <a:lnTo>
                    <a:pt x="493927" y="262877"/>
                  </a:lnTo>
                  <a:lnTo>
                    <a:pt x="490007" y="262877"/>
                  </a:lnTo>
                  <a:lnTo>
                    <a:pt x="486087" y="262877"/>
                  </a:lnTo>
                  <a:lnTo>
                    <a:pt x="482167" y="262877"/>
                  </a:lnTo>
                  <a:lnTo>
                    <a:pt x="478247" y="262877"/>
                  </a:lnTo>
                  <a:lnTo>
                    <a:pt x="474327" y="262877"/>
                  </a:lnTo>
                  <a:lnTo>
                    <a:pt x="470407" y="262877"/>
                  </a:lnTo>
                  <a:lnTo>
                    <a:pt x="466487" y="262877"/>
                  </a:lnTo>
                  <a:lnTo>
                    <a:pt x="462567" y="262877"/>
                  </a:lnTo>
                  <a:lnTo>
                    <a:pt x="458647" y="262877"/>
                  </a:lnTo>
                  <a:lnTo>
                    <a:pt x="454727" y="262877"/>
                  </a:lnTo>
                  <a:lnTo>
                    <a:pt x="450807" y="262877"/>
                  </a:lnTo>
                  <a:lnTo>
                    <a:pt x="446887" y="262877"/>
                  </a:lnTo>
                  <a:lnTo>
                    <a:pt x="442967" y="262877"/>
                  </a:lnTo>
                  <a:lnTo>
                    <a:pt x="439047" y="262877"/>
                  </a:lnTo>
                  <a:lnTo>
                    <a:pt x="435126" y="262877"/>
                  </a:lnTo>
                  <a:lnTo>
                    <a:pt x="431206" y="262877"/>
                  </a:lnTo>
                  <a:lnTo>
                    <a:pt x="427286" y="262877"/>
                  </a:lnTo>
                  <a:lnTo>
                    <a:pt x="423366" y="262877"/>
                  </a:lnTo>
                  <a:lnTo>
                    <a:pt x="419446" y="262877"/>
                  </a:lnTo>
                  <a:lnTo>
                    <a:pt x="415526" y="262877"/>
                  </a:lnTo>
                  <a:lnTo>
                    <a:pt x="411606" y="262877"/>
                  </a:lnTo>
                  <a:lnTo>
                    <a:pt x="407686" y="262877"/>
                  </a:lnTo>
                  <a:lnTo>
                    <a:pt x="403766" y="262877"/>
                  </a:lnTo>
                  <a:lnTo>
                    <a:pt x="399846" y="262877"/>
                  </a:lnTo>
                  <a:lnTo>
                    <a:pt x="395926" y="262877"/>
                  </a:lnTo>
                  <a:lnTo>
                    <a:pt x="392006" y="262877"/>
                  </a:lnTo>
                  <a:lnTo>
                    <a:pt x="388086" y="262877"/>
                  </a:lnTo>
                  <a:lnTo>
                    <a:pt x="384166" y="262877"/>
                  </a:lnTo>
                  <a:lnTo>
                    <a:pt x="380246" y="262877"/>
                  </a:lnTo>
                  <a:lnTo>
                    <a:pt x="376326" y="262877"/>
                  </a:lnTo>
                  <a:lnTo>
                    <a:pt x="372405" y="262877"/>
                  </a:lnTo>
                  <a:lnTo>
                    <a:pt x="368485" y="262877"/>
                  </a:lnTo>
                  <a:lnTo>
                    <a:pt x="364565" y="262877"/>
                  </a:lnTo>
                  <a:lnTo>
                    <a:pt x="360645" y="262877"/>
                  </a:lnTo>
                  <a:lnTo>
                    <a:pt x="356725" y="262877"/>
                  </a:lnTo>
                  <a:lnTo>
                    <a:pt x="352805" y="262877"/>
                  </a:lnTo>
                  <a:lnTo>
                    <a:pt x="348885" y="262877"/>
                  </a:lnTo>
                  <a:lnTo>
                    <a:pt x="344965" y="262877"/>
                  </a:lnTo>
                  <a:lnTo>
                    <a:pt x="341045" y="262877"/>
                  </a:lnTo>
                  <a:lnTo>
                    <a:pt x="337125" y="262877"/>
                  </a:lnTo>
                  <a:lnTo>
                    <a:pt x="333205" y="262877"/>
                  </a:lnTo>
                  <a:lnTo>
                    <a:pt x="329285" y="262877"/>
                  </a:lnTo>
                  <a:lnTo>
                    <a:pt x="325365" y="262877"/>
                  </a:lnTo>
                  <a:lnTo>
                    <a:pt x="321445" y="262877"/>
                  </a:lnTo>
                  <a:lnTo>
                    <a:pt x="317525" y="262877"/>
                  </a:lnTo>
                  <a:lnTo>
                    <a:pt x="313605" y="262877"/>
                  </a:lnTo>
                  <a:lnTo>
                    <a:pt x="309684" y="262877"/>
                  </a:lnTo>
                  <a:lnTo>
                    <a:pt x="305764" y="262877"/>
                  </a:lnTo>
                  <a:lnTo>
                    <a:pt x="301844" y="262877"/>
                  </a:lnTo>
                  <a:lnTo>
                    <a:pt x="297924" y="262877"/>
                  </a:lnTo>
                  <a:lnTo>
                    <a:pt x="294004" y="262877"/>
                  </a:lnTo>
                  <a:lnTo>
                    <a:pt x="290084" y="262877"/>
                  </a:lnTo>
                  <a:lnTo>
                    <a:pt x="286164" y="262877"/>
                  </a:lnTo>
                  <a:lnTo>
                    <a:pt x="282244" y="262877"/>
                  </a:lnTo>
                  <a:lnTo>
                    <a:pt x="278324" y="262877"/>
                  </a:lnTo>
                  <a:lnTo>
                    <a:pt x="274404" y="262877"/>
                  </a:lnTo>
                  <a:lnTo>
                    <a:pt x="270484" y="262877"/>
                  </a:lnTo>
                  <a:lnTo>
                    <a:pt x="266564" y="262877"/>
                  </a:lnTo>
                  <a:lnTo>
                    <a:pt x="262644" y="262877"/>
                  </a:lnTo>
                  <a:lnTo>
                    <a:pt x="258724" y="262877"/>
                  </a:lnTo>
                  <a:lnTo>
                    <a:pt x="254804" y="262877"/>
                  </a:lnTo>
                  <a:lnTo>
                    <a:pt x="250884" y="262877"/>
                  </a:lnTo>
                  <a:lnTo>
                    <a:pt x="246963" y="262877"/>
                  </a:lnTo>
                  <a:lnTo>
                    <a:pt x="243043" y="262877"/>
                  </a:lnTo>
                  <a:lnTo>
                    <a:pt x="239123" y="262877"/>
                  </a:lnTo>
                  <a:lnTo>
                    <a:pt x="235203" y="262877"/>
                  </a:lnTo>
                  <a:lnTo>
                    <a:pt x="231283" y="262877"/>
                  </a:lnTo>
                  <a:lnTo>
                    <a:pt x="227363" y="262877"/>
                  </a:lnTo>
                  <a:lnTo>
                    <a:pt x="223443" y="262877"/>
                  </a:lnTo>
                  <a:lnTo>
                    <a:pt x="219523" y="262877"/>
                  </a:lnTo>
                  <a:lnTo>
                    <a:pt x="215603" y="262877"/>
                  </a:lnTo>
                  <a:lnTo>
                    <a:pt x="211683" y="262877"/>
                  </a:lnTo>
                  <a:lnTo>
                    <a:pt x="207763" y="262877"/>
                  </a:lnTo>
                  <a:lnTo>
                    <a:pt x="203843" y="262877"/>
                  </a:lnTo>
                  <a:lnTo>
                    <a:pt x="199923" y="262877"/>
                  </a:lnTo>
                  <a:lnTo>
                    <a:pt x="196003" y="262877"/>
                  </a:lnTo>
                  <a:lnTo>
                    <a:pt x="192083" y="262877"/>
                  </a:lnTo>
                  <a:lnTo>
                    <a:pt x="188163" y="262877"/>
                  </a:lnTo>
                  <a:lnTo>
                    <a:pt x="184242" y="262877"/>
                  </a:lnTo>
                  <a:lnTo>
                    <a:pt x="180322" y="262877"/>
                  </a:lnTo>
                  <a:lnTo>
                    <a:pt x="176402" y="262877"/>
                  </a:lnTo>
                  <a:lnTo>
                    <a:pt x="172482" y="262877"/>
                  </a:lnTo>
                  <a:lnTo>
                    <a:pt x="168562" y="262877"/>
                  </a:lnTo>
                  <a:lnTo>
                    <a:pt x="164642" y="262877"/>
                  </a:lnTo>
                  <a:lnTo>
                    <a:pt x="160722" y="262877"/>
                  </a:lnTo>
                  <a:lnTo>
                    <a:pt x="156802" y="262877"/>
                  </a:lnTo>
                  <a:lnTo>
                    <a:pt x="152882" y="262877"/>
                  </a:lnTo>
                  <a:lnTo>
                    <a:pt x="148962" y="262877"/>
                  </a:lnTo>
                  <a:lnTo>
                    <a:pt x="145042" y="262877"/>
                  </a:lnTo>
                  <a:lnTo>
                    <a:pt x="141122" y="262877"/>
                  </a:lnTo>
                  <a:lnTo>
                    <a:pt x="137202" y="262877"/>
                  </a:lnTo>
                  <a:lnTo>
                    <a:pt x="133282" y="262877"/>
                  </a:lnTo>
                  <a:lnTo>
                    <a:pt x="129362" y="262877"/>
                  </a:lnTo>
                  <a:lnTo>
                    <a:pt x="125442" y="262877"/>
                  </a:lnTo>
                  <a:lnTo>
                    <a:pt x="121521" y="262877"/>
                  </a:lnTo>
                  <a:lnTo>
                    <a:pt x="117601" y="262877"/>
                  </a:lnTo>
                  <a:lnTo>
                    <a:pt x="113681" y="262877"/>
                  </a:lnTo>
                  <a:lnTo>
                    <a:pt x="109761" y="262877"/>
                  </a:lnTo>
                  <a:lnTo>
                    <a:pt x="105841" y="262877"/>
                  </a:lnTo>
                  <a:lnTo>
                    <a:pt x="101921" y="262877"/>
                  </a:lnTo>
                  <a:lnTo>
                    <a:pt x="98001" y="262877"/>
                  </a:lnTo>
                  <a:lnTo>
                    <a:pt x="94081" y="262877"/>
                  </a:lnTo>
                  <a:lnTo>
                    <a:pt x="90161" y="262877"/>
                  </a:lnTo>
                  <a:lnTo>
                    <a:pt x="86241" y="262877"/>
                  </a:lnTo>
                  <a:lnTo>
                    <a:pt x="82321" y="262877"/>
                  </a:lnTo>
                  <a:lnTo>
                    <a:pt x="78401" y="262877"/>
                  </a:lnTo>
                  <a:lnTo>
                    <a:pt x="74481" y="262877"/>
                  </a:lnTo>
                  <a:lnTo>
                    <a:pt x="70561" y="262877"/>
                  </a:lnTo>
                  <a:lnTo>
                    <a:pt x="66641" y="262877"/>
                  </a:lnTo>
                  <a:lnTo>
                    <a:pt x="62721" y="262877"/>
                  </a:lnTo>
                  <a:lnTo>
                    <a:pt x="58800" y="262877"/>
                  </a:lnTo>
                  <a:lnTo>
                    <a:pt x="54880" y="262877"/>
                  </a:lnTo>
                  <a:lnTo>
                    <a:pt x="50960" y="262877"/>
                  </a:lnTo>
                  <a:lnTo>
                    <a:pt x="47040" y="262877"/>
                  </a:lnTo>
                  <a:lnTo>
                    <a:pt x="43120" y="262877"/>
                  </a:lnTo>
                  <a:lnTo>
                    <a:pt x="39200" y="262877"/>
                  </a:lnTo>
                  <a:lnTo>
                    <a:pt x="35280" y="262877"/>
                  </a:lnTo>
                  <a:lnTo>
                    <a:pt x="31360" y="262877"/>
                  </a:lnTo>
                  <a:lnTo>
                    <a:pt x="27440" y="262877"/>
                  </a:lnTo>
                  <a:lnTo>
                    <a:pt x="23520" y="262877"/>
                  </a:lnTo>
                  <a:lnTo>
                    <a:pt x="19600" y="262877"/>
                  </a:lnTo>
                  <a:lnTo>
                    <a:pt x="15680" y="262877"/>
                  </a:lnTo>
                  <a:lnTo>
                    <a:pt x="11760" y="262877"/>
                  </a:lnTo>
                  <a:lnTo>
                    <a:pt x="7840" y="262877"/>
                  </a:lnTo>
                  <a:lnTo>
                    <a:pt x="3920" y="262877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67" name="pl67"/>
            <p:cNvSpPr/>
            <p:nvPr/>
          </p:nvSpPr>
          <p:spPr>
            <a:xfrm>
              <a:off x="6559621" y="6028671"/>
              <a:ext cx="2003152" cy="262877"/>
            </a:xfrm>
            <a:custGeom>
              <a:avLst/>
              <a:gdLst/>
              <a:ahLst/>
              <a:cxnLst/>
              <a:rect l="0" t="0" r="0" b="0"/>
              <a:pathLst>
                <a:path w="2003152" h="262877">
                  <a:moveTo>
                    <a:pt x="0" y="262877"/>
                  </a:moveTo>
                  <a:lnTo>
                    <a:pt x="3920" y="262877"/>
                  </a:lnTo>
                  <a:lnTo>
                    <a:pt x="7840" y="262877"/>
                  </a:lnTo>
                  <a:lnTo>
                    <a:pt x="11760" y="262877"/>
                  </a:lnTo>
                  <a:lnTo>
                    <a:pt x="15680" y="262877"/>
                  </a:lnTo>
                  <a:lnTo>
                    <a:pt x="19600" y="262877"/>
                  </a:lnTo>
                  <a:lnTo>
                    <a:pt x="23520" y="262877"/>
                  </a:lnTo>
                  <a:lnTo>
                    <a:pt x="27440" y="262877"/>
                  </a:lnTo>
                  <a:lnTo>
                    <a:pt x="31360" y="262877"/>
                  </a:lnTo>
                  <a:lnTo>
                    <a:pt x="35280" y="262877"/>
                  </a:lnTo>
                  <a:lnTo>
                    <a:pt x="39200" y="262877"/>
                  </a:lnTo>
                  <a:lnTo>
                    <a:pt x="43120" y="262877"/>
                  </a:lnTo>
                  <a:lnTo>
                    <a:pt x="47040" y="262877"/>
                  </a:lnTo>
                  <a:lnTo>
                    <a:pt x="50960" y="262877"/>
                  </a:lnTo>
                  <a:lnTo>
                    <a:pt x="54880" y="262877"/>
                  </a:lnTo>
                  <a:lnTo>
                    <a:pt x="58800" y="262877"/>
                  </a:lnTo>
                  <a:lnTo>
                    <a:pt x="62721" y="262877"/>
                  </a:lnTo>
                  <a:lnTo>
                    <a:pt x="66641" y="262877"/>
                  </a:lnTo>
                  <a:lnTo>
                    <a:pt x="70561" y="262877"/>
                  </a:lnTo>
                  <a:lnTo>
                    <a:pt x="74481" y="262877"/>
                  </a:lnTo>
                  <a:lnTo>
                    <a:pt x="78401" y="262877"/>
                  </a:lnTo>
                  <a:lnTo>
                    <a:pt x="82321" y="262877"/>
                  </a:lnTo>
                  <a:lnTo>
                    <a:pt x="86241" y="262877"/>
                  </a:lnTo>
                  <a:lnTo>
                    <a:pt x="90161" y="262877"/>
                  </a:lnTo>
                  <a:lnTo>
                    <a:pt x="94081" y="262877"/>
                  </a:lnTo>
                  <a:lnTo>
                    <a:pt x="98001" y="262877"/>
                  </a:lnTo>
                  <a:lnTo>
                    <a:pt x="101921" y="262877"/>
                  </a:lnTo>
                  <a:lnTo>
                    <a:pt x="105841" y="262877"/>
                  </a:lnTo>
                  <a:lnTo>
                    <a:pt x="109761" y="262877"/>
                  </a:lnTo>
                  <a:lnTo>
                    <a:pt x="113681" y="262877"/>
                  </a:lnTo>
                  <a:lnTo>
                    <a:pt x="117601" y="262877"/>
                  </a:lnTo>
                  <a:lnTo>
                    <a:pt x="121521" y="262877"/>
                  </a:lnTo>
                  <a:lnTo>
                    <a:pt x="125442" y="262877"/>
                  </a:lnTo>
                  <a:lnTo>
                    <a:pt x="129362" y="262877"/>
                  </a:lnTo>
                  <a:lnTo>
                    <a:pt x="133282" y="262877"/>
                  </a:lnTo>
                  <a:lnTo>
                    <a:pt x="137202" y="262877"/>
                  </a:lnTo>
                  <a:lnTo>
                    <a:pt x="141122" y="262877"/>
                  </a:lnTo>
                  <a:lnTo>
                    <a:pt x="145042" y="262877"/>
                  </a:lnTo>
                  <a:lnTo>
                    <a:pt x="148962" y="262877"/>
                  </a:lnTo>
                  <a:lnTo>
                    <a:pt x="152882" y="262877"/>
                  </a:lnTo>
                  <a:lnTo>
                    <a:pt x="156802" y="262877"/>
                  </a:lnTo>
                  <a:lnTo>
                    <a:pt x="160722" y="262877"/>
                  </a:lnTo>
                  <a:lnTo>
                    <a:pt x="164642" y="262877"/>
                  </a:lnTo>
                  <a:lnTo>
                    <a:pt x="168562" y="262877"/>
                  </a:lnTo>
                  <a:lnTo>
                    <a:pt x="172482" y="262877"/>
                  </a:lnTo>
                  <a:lnTo>
                    <a:pt x="176402" y="262877"/>
                  </a:lnTo>
                  <a:lnTo>
                    <a:pt x="180322" y="262877"/>
                  </a:lnTo>
                  <a:lnTo>
                    <a:pt x="184242" y="262877"/>
                  </a:lnTo>
                  <a:lnTo>
                    <a:pt x="188163" y="262877"/>
                  </a:lnTo>
                  <a:lnTo>
                    <a:pt x="192083" y="262877"/>
                  </a:lnTo>
                  <a:lnTo>
                    <a:pt x="196003" y="262877"/>
                  </a:lnTo>
                  <a:lnTo>
                    <a:pt x="199923" y="262877"/>
                  </a:lnTo>
                  <a:lnTo>
                    <a:pt x="203843" y="262877"/>
                  </a:lnTo>
                  <a:lnTo>
                    <a:pt x="207763" y="262877"/>
                  </a:lnTo>
                  <a:lnTo>
                    <a:pt x="211683" y="262877"/>
                  </a:lnTo>
                  <a:lnTo>
                    <a:pt x="215603" y="262877"/>
                  </a:lnTo>
                  <a:lnTo>
                    <a:pt x="219523" y="262877"/>
                  </a:lnTo>
                  <a:lnTo>
                    <a:pt x="223443" y="262877"/>
                  </a:lnTo>
                  <a:lnTo>
                    <a:pt x="227363" y="262877"/>
                  </a:lnTo>
                  <a:lnTo>
                    <a:pt x="231283" y="262877"/>
                  </a:lnTo>
                  <a:lnTo>
                    <a:pt x="235203" y="262877"/>
                  </a:lnTo>
                  <a:lnTo>
                    <a:pt x="239123" y="262877"/>
                  </a:lnTo>
                  <a:lnTo>
                    <a:pt x="243043" y="262877"/>
                  </a:lnTo>
                  <a:lnTo>
                    <a:pt x="246963" y="262877"/>
                  </a:lnTo>
                  <a:lnTo>
                    <a:pt x="250884" y="262877"/>
                  </a:lnTo>
                  <a:lnTo>
                    <a:pt x="254804" y="262877"/>
                  </a:lnTo>
                  <a:lnTo>
                    <a:pt x="258724" y="262877"/>
                  </a:lnTo>
                  <a:lnTo>
                    <a:pt x="262644" y="262877"/>
                  </a:lnTo>
                  <a:lnTo>
                    <a:pt x="266564" y="262877"/>
                  </a:lnTo>
                  <a:lnTo>
                    <a:pt x="270484" y="262877"/>
                  </a:lnTo>
                  <a:lnTo>
                    <a:pt x="274404" y="262877"/>
                  </a:lnTo>
                  <a:lnTo>
                    <a:pt x="278324" y="262877"/>
                  </a:lnTo>
                  <a:lnTo>
                    <a:pt x="282244" y="262877"/>
                  </a:lnTo>
                  <a:lnTo>
                    <a:pt x="286164" y="262877"/>
                  </a:lnTo>
                  <a:lnTo>
                    <a:pt x="290084" y="262877"/>
                  </a:lnTo>
                  <a:lnTo>
                    <a:pt x="294004" y="262877"/>
                  </a:lnTo>
                  <a:lnTo>
                    <a:pt x="297924" y="262877"/>
                  </a:lnTo>
                  <a:lnTo>
                    <a:pt x="301844" y="262877"/>
                  </a:lnTo>
                  <a:lnTo>
                    <a:pt x="305764" y="262877"/>
                  </a:lnTo>
                  <a:lnTo>
                    <a:pt x="309684" y="262877"/>
                  </a:lnTo>
                  <a:lnTo>
                    <a:pt x="313605" y="262877"/>
                  </a:lnTo>
                  <a:lnTo>
                    <a:pt x="317525" y="262877"/>
                  </a:lnTo>
                  <a:lnTo>
                    <a:pt x="321445" y="262877"/>
                  </a:lnTo>
                  <a:lnTo>
                    <a:pt x="325365" y="262877"/>
                  </a:lnTo>
                  <a:lnTo>
                    <a:pt x="329285" y="262877"/>
                  </a:lnTo>
                  <a:lnTo>
                    <a:pt x="333205" y="262877"/>
                  </a:lnTo>
                  <a:lnTo>
                    <a:pt x="337125" y="262877"/>
                  </a:lnTo>
                  <a:lnTo>
                    <a:pt x="341045" y="262877"/>
                  </a:lnTo>
                  <a:lnTo>
                    <a:pt x="344965" y="262877"/>
                  </a:lnTo>
                  <a:lnTo>
                    <a:pt x="348885" y="262877"/>
                  </a:lnTo>
                  <a:lnTo>
                    <a:pt x="352805" y="262877"/>
                  </a:lnTo>
                  <a:lnTo>
                    <a:pt x="356725" y="262877"/>
                  </a:lnTo>
                  <a:lnTo>
                    <a:pt x="360645" y="262877"/>
                  </a:lnTo>
                  <a:lnTo>
                    <a:pt x="364565" y="262877"/>
                  </a:lnTo>
                  <a:lnTo>
                    <a:pt x="368485" y="262877"/>
                  </a:lnTo>
                  <a:lnTo>
                    <a:pt x="372405" y="262877"/>
                  </a:lnTo>
                  <a:lnTo>
                    <a:pt x="376326" y="262877"/>
                  </a:lnTo>
                  <a:lnTo>
                    <a:pt x="380246" y="262877"/>
                  </a:lnTo>
                  <a:lnTo>
                    <a:pt x="384166" y="262877"/>
                  </a:lnTo>
                  <a:lnTo>
                    <a:pt x="388086" y="262876"/>
                  </a:lnTo>
                  <a:lnTo>
                    <a:pt x="392006" y="262876"/>
                  </a:lnTo>
                  <a:lnTo>
                    <a:pt x="395926" y="262875"/>
                  </a:lnTo>
                  <a:lnTo>
                    <a:pt x="399846" y="262875"/>
                  </a:lnTo>
                  <a:lnTo>
                    <a:pt x="403766" y="262874"/>
                  </a:lnTo>
                  <a:lnTo>
                    <a:pt x="407686" y="262873"/>
                  </a:lnTo>
                  <a:lnTo>
                    <a:pt x="411606" y="262871"/>
                  </a:lnTo>
                  <a:lnTo>
                    <a:pt x="415526" y="262870"/>
                  </a:lnTo>
                  <a:lnTo>
                    <a:pt x="419446" y="262868"/>
                  </a:lnTo>
                  <a:lnTo>
                    <a:pt x="423366" y="262865"/>
                  </a:lnTo>
                  <a:lnTo>
                    <a:pt x="427286" y="262862"/>
                  </a:lnTo>
                  <a:lnTo>
                    <a:pt x="431206" y="262858"/>
                  </a:lnTo>
                  <a:lnTo>
                    <a:pt x="435126" y="262853"/>
                  </a:lnTo>
                  <a:lnTo>
                    <a:pt x="439047" y="262847"/>
                  </a:lnTo>
                  <a:lnTo>
                    <a:pt x="442967" y="262840"/>
                  </a:lnTo>
                  <a:lnTo>
                    <a:pt x="446887" y="262831"/>
                  </a:lnTo>
                  <a:lnTo>
                    <a:pt x="450807" y="262821"/>
                  </a:lnTo>
                  <a:lnTo>
                    <a:pt x="454727" y="262810"/>
                  </a:lnTo>
                  <a:lnTo>
                    <a:pt x="458647" y="262796"/>
                  </a:lnTo>
                  <a:lnTo>
                    <a:pt x="462567" y="262780"/>
                  </a:lnTo>
                  <a:lnTo>
                    <a:pt x="466487" y="262761"/>
                  </a:lnTo>
                  <a:lnTo>
                    <a:pt x="470407" y="262739"/>
                  </a:lnTo>
                  <a:lnTo>
                    <a:pt x="474327" y="262715"/>
                  </a:lnTo>
                  <a:lnTo>
                    <a:pt x="478247" y="262687"/>
                  </a:lnTo>
                  <a:lnTo>
                    <a:pt x="482167" y="262655"/>
                  </a:lnTo>
                  <a:lnTo>
                    <a:pt x="486087" y="262619"/>
                  </a:lnTo>
                  <a:lnTo>
                    <a:pt x="490007" y="262578"/>
                  </a:lnTo>
                  <a:lnTo>
                    <a:pt x="493927" y="262533"/>
                  </a:lnTo>
                  <a:lnTo>
                    <a:pt x="497847" y="262484"/>
                  </a:lnTo>
                  <a:lnTo>
                    <a:pt x="501768" y="262430"/>
                  </a:lnTo>
                  <a:lnTo>
                    <a:pt x="505688" y="262370"/>
                  </a:lnTo>
                  <a:lnTo>
                    <a:pt x="509608" y="262305"/>
                  </a:lnTo>
                  <a:lnTo>
                    <a:pt x="513528" y="262234"/>
                  </a:lnTo>
                  <a:lnTo>
                    <a:pt x="517448" y="262158"/>
                  </a:lnTo>
                  <a:lnTo>
                    <a:pt x="521368" y="262077"/>
                  </a:lnTo>
                  <a:lnTo>
                    <a:pt x="525288" y="261991"/>
                  </a:lnTo>
                  <a:lnTo>
                    <a:pt x="529208" y="261900"/>
                  </a:lnTo>
                  <a:lnTo>
                    <a:pt x="533128" y="261804"/>
                  </a:lnTo>
                  <a:lnTo>
                    <a:pt x="537048" y="261703"/>
                  </a:lnTo>
                  <a:lnTo>
                    <a:pt x="540968" y="261599"/>
                  </a:lnTo>
                  <a:lnTo>
                    <a:pt x="544888" y="261491"/>
                  </a:lnTo>
                  <a:lnTo>
                    <a:pt x="548808" y="261381"/>
                  </a:lnTo>
                  <a:lnTo>
                    <a:pt x="552728" y="261269"/>
                  </a:lnTo>
                  <a:lnTo>
                    <a:pt x="556648" y="261155"/>
                  </a:lnTo>
                  <a:lnTo>
                    <a:pt x="560569" y="261040"/>
                  </a:lnTo>
                  <a:lnTo>
                    <a:pt x="564489" y="260926"/>
                  </a:lnTo>
                  <a:lnTo>
                    <a:pt x="568409" y="260812"/>
                  </a:lnTo>
                  <a:lnTo>
                    <a:pt x="572329" y="260699"/>
                  </a:lnTo>
                  <a:lnTo>
                    <a:pt x="576249" y="260588"/>
                  </a:lnTo>
                  <a:lnTo>
                    <a:pt x="580169" y="260481"/>
                  </a:lnTo>
                  <a:lnTo>
                    <a:pt x="584089" y="260376"/>
                  </a:lnTo>
                  <a:lnTo>
                    <a:pt x="588009" y="260275"/>
                  </a:lnTo>
                  <a:lnTo>
                    <a:pt x="591929" y="260177"/>
                  </a:lnTo>
                  <a:lnTo>
                    <a:pt x="595849" y="260083"/>
                  </a:lnTo>
                  <a:lnTo>
                    <a:pt x="599769" y="259992"/>
                  </a:lnTo>
                  <a:lnTo>
                    <a:pt x="603689" y="259905"/>
                  </a:lnTo>
                  <a:lnTo>
                    <a:pt x="607609" y="259820"/>
                  </a:lnTo>
                  <a:lnTo>
                    <a:pt x="611529" y="259736"/>
                  </a:lnTo>
                  <a:lnTo>
                    <a:pt x="615449" y="259652"/>
                  </a:lnTo>
                  <a:lnTo>
                    <a:pt x="619369" y="259567"/>
                  </a:lnTo>
                  <a:lnTo>
                    <a:pt x="623290" y="259480"/>
                  </a:lnTo>
                  <a:lnTo>
                    <a:pt x="627210" y="259387"/>
                  </a:lnTo>
                  <a:lnTo>
                    <a:pt x="631130" y="259286"/>
                  </a:lnTo>
                  <a:lnTo>
                    <a:pt x="635050" y="259177"/>
                  </a:lnTo>
                  <a:lnTo>
                    <a:pt x="638970" y="259056"/>
                  </a:lnTo>
                  <a:lnTo>
                    <a:pt x="642890" y="258921"/>
                  </a:lnTo>
                  <a:lnTo>
                    <a:pt x="646810" y="258770"/>
                  </a:lnTo>
                  <a:lnTo>
                    <a:pt x="650730" y="258597"/>
                  </a:lnTo>
                  <a:lnTo>
                    <a:pt x="654650" y="258400"/>
                  </a:lnTo>
                  <a:lnTo>
                    <a:pt x="658570" y="258178"/>
                  </a:lnTo>
                  <a:lnTo>
                    <a:pt x="662490" y="257928"/>
                  </a:lnTo>
                  <a:lnTo>
                    <a:pt x="666410" y="257650"/>
                  </a:lnTo>
                  <a:lnTo>
                    <a:pt x="670330" y="257339"/>
                  </a:lnTo>
                  <a:lnTo>
                    <a:pt x="674250" y="256988"/>
                  </a:lnTo>
                  <a:lnTo>
                    <a:pt x="678170" y="256598"/>
                  </a:lnTo>
                  <a:lnTo>
                    <a:pt x="682090" y="256170"/>
                  </a:lnTo>
                  <a:lnTo>
                    <a:pt x="686011" y="255701"/>
                  </a:lnTo>
                  <a:lnTo>
                    <a:pt x="689931" y="255190"/>
                  </a:lnTo>
                  <a:lnTo>
                    <a:pt x="693851" y="254637"/>
                  </a:lnTo>
                  <a:lnTo>
                    <a:pt x="697771" y="254031"/>
                  </a:lnTo>
                  <a:lnTo>
                    <a:pt x="701691" y="253376"/>
                  </a:lnTo>
                  <a:lnTo>
                    <a:pt x="705611" y="252675"/>
                  </a:lnTo>
                  <a:lnTo>
                    <a:pt x="709531" y="251927"/>
                  </a:lnTo>
                  <a:lnTo>
                    <a:pt x="713451" y="251131"/>
                  </a:lnTo>
                  <a:lnTo>
                    <a:pt x="717371" y="250286"/>
                  </a:lnTo>
                  <a:lnTo>
                    <a:pt x="721291" y="249383"/>
                  </a:lnTo>
                  <a:lnTo>
                    <a:pt x="725211" y="248427"/>
                  </a:lnTo>
                  <a:lnTo>
                    <a:pt x="729131" y="247420"/>
                  </a:lnTo>
                  <a:lnTo>
                    <a:pt x="733051" y="246362"/>
                  </a:lnTo>
                  <a:lnTo>
                    <a:pt x="736971" y="245252"/>
                  </a:lnTo>
                  <a:lnTo>
                    <a:pt x="740891" y="244090"/>
                  </a:lnTo>
                  <a:lnTo>
                    <a:pt x="744811" y="242865"/>
                  </a:lnTo>
                  <a:lnTo>
                    <a:pt x="748732" y="241581"/>
                  </a:lnTo>
                  <a:lnTo>
                    <a:pt x="752652" y="240241"/>
                  </a:lnTo>
                  <a:lnTo>
                    <a:pt x="756572" y="238843"/>
                  </a:lnTo>
                  <a:lnTo>
                    <a:pt x="760492" y="237386"/>
                  </a:lnTo>
                  <a:lnTo>
                    <a:pt x="764412" y="235868"/>
                  </a:lnTo>
                  <a:lnTo>
                    <a:pt x="768332" y="234275"/>
                  </a:lnTo>
                  <a:lnTo>
                    <a:pt x="772252" y="232609"/>
                  </a:lnTo>
                  <a:lnTo>
                    <a:pt x="776172" y="230874"/>
                  </a:lnTo>
                  <a:lnTo>
                    <a:pt x="780092" y="229065"/>
                  </a:lnTo>
                  <a:lnTo>
                    <a:pt x="784012" y="227179"/>
                  </a:lnTo>
                  <a:lnTo>
                    <a:pt x="787932" y="225212"/>
                  </a:lnTo>
                  <a:lnTo>
                    <a:pt x="791852" y="223147"/>
                  </a:lnTo>
                  <a:lnTo>
                    <a:pt x="795772" y="220983"/>
                  </a:lnTo>
                  <a:lnTo>
                    <a:pt x="799692" y="218723"/>
                  </a:lnTo>
                  <a:lnTo>
                    <a:pt x="803612" y="216363"/>
                  </a:lnTo>
                  <a:lnTo>
                    <a:pt x="807532" y="213899"/>
                  </a:lnTo>
                  <a:lnTo>
                    <a:pt x="811453" y="211325"/>
                  </a:lnTo>
                  <a:lnTo>
                    <a:pt x="815373" y="208618"/>
                  </a:lnTo>
                  <a:lnTo>
                    <a:pt x="819293" y="205782"/>
                  </a:lnTo>
                  <a:lnTo>
                    <a:pt x="823213" y="202821"/>
                  </a:lnTo>
                  <a:lnTo>
                    <a:pt x="827133" y="199732"/>
                  </a:lnTo>
                  <a:lnTo>
                    <a:pt x="831053" y="196514"/>
                  </a:lnTo>
                  <a:lnTo>
                    <a:pt x="834973" y="193162"/>
                  </a:lnTo>
                  <a:lnTo>
                    <a:pt x="838893" y="189654"/>
                  </a:lnTo>
                  <a:lnTo>
                    <a:pt x="842813" y="185998"/>
                  </a:lnTo>
                  <a:lnTo>
                    <a:pt x="846733" y="182205"/>
                  </a:lnTo>
                  <a:lnTo>
                    <a:pt x="850653" y="178276"/>
                  </a:lnTo>
                  <a:lnTo>
                    <a:pt x="854573" y="174213"/>
                  </a:lnTo>
                  <a:lnTo>
                    <a:pt x="858493" y="170018"/>
                  </a:lnTo>
                  <a:lnTo>
                    <a:pt x="862413" y="165674"/>
                  </a:lnTo>
                  <a:lnTo>
                    <a:pt x="866333" y="161194"/>
                  </a:lnTo>
                  <a:lnTo>
                    <a:pt x="870253" y="156595"/>
                  </a:lnTo>
                  <a:lnTo>
                    <a:pt x="874174" y="151883"/>
                  </a:lnTo>
                  <a:lnTo>
                    <a:pt x="878094" y="147063"/>
                  </a:lnTo>
                  <a:lnTo>
                    <a:pt x="882014" y="142141"/>
                  </a:lnTo>
                  <a:lnTo>
                    <a:pt x="885934" y="137113"/>
                  </a:lnTo>
                  <a:lnTo>
                    <a:pt x="889854" y="131993"/>
                  </a:lnTo>
                  <a:lnTo>
                    <a:pt x="893774" y="126800"/>
                  </a:lnTo>
                  <a:lnTo>
                    <a:pt x="897694" y="121541"/>
                  </a:lnTo>
                  <a:lnTo>
                    <a:pt x="901614" y="116226"/>
                  </a:lnTo>
                  <a:lnTo>
                    <a:pt x="905534" y="110864"/>
                  </a:lnTo>
                  <a:lnTo>
                    <a:pt x="909454" y="105462"/>
                  </a:lnTo>
                  <a:lnTo>
                    <a:pt x="913374" y="100037"/>
                  </a:lnTo>
                  <a:lnTo>
                    <a:pt x="917294" y="94602"/>
                  </a:lnTo>
                  <a:lnTo>
                    <a:pt x="921214" y="89171"/>
                  </a:lnTo>
                  <a:lnTo>
                    <a:pt x="925134" y="83754"/>
                  </a:lnTo>
                  <a:lnTo>
                    <a:pt x="929054" y="78364"/>
                  </a:lnTo>
                  <a:lnTo>
                    <a:pt x="932974" y="73022"/>
                  </a:lnTo>
                  <a:lnTo>
                    <a:pt x="936895" y="67746"/>
                  </a:lnTo>
                  <a:lnTo>
                    <a:pt x="940815" y="62546"/>
                  </a:lnTo>
                  <a:lnTo>
                    <a:pt x="944735" y="57437"/>
                  </a:lnTo>
                  <a:lnTo>
                    <a:pt x="948655" y="52432"/>
                  </a:lnTo>
                  <a:lnTo>
                    <a:pt x="952575" y="47547"/>
                  </a:lnTo>
                  <a:lnTo>
                    <a:pt x="956495" y="42817"/>
                  </a:lnTo>
                  <a:lnTo>
                    <a:pt x="960415" y="38264"/>
                  </a:lnTo>
                  <a:lnTo>
                    <a:pt x="964335" y="33886"/>
                  </a:lnTo>
                  <a:lnTo>
                    <a:pt x="968255" y="29698"/>
                  </a:lnTo>
                  <a:lnTo>
                    <a:pt x="972175" y="25716"/>
                  </a:lnTo>
                  <a:lnTo>
                    <a:pt x="976095" y="21953"/>
                  </a:lnTo>
                  <a:lnTo>
                    <a:pt x="980015" y="18457"/>
                  </a:lnTo>
                  <a:lnTo>
                    <a:pt x="983935" y="15245"/>
                  </a:lnTo>
                  <a:lnTo>
                    <a:pt x="987855" y="12302"/>
                  </a:lnTo>
                  <a:lnTo>
                    <a:pt x="991775" y="9640"/>
                  </a:lnTo>
                  <a:lnTo>
                    <a:pt x="995695" y="7268"/>
                  </a:lnTo>
                  <a:lnTo>
                    <a:pt x="999616" y="5198"/>
                  </a:lnTo>
                  <a:lnTo>
                    <a:pt x="1003536" y="3477"/>
                  </a:lnTo>
                  <a:lnTo>
                    <a:pt x="1007456" y="2118"/>
                  </a:lnTo>
                  <a:lnTo>
                    <a:pt x="1011376" y="1087"/>
                  </a:lnTo>
                  <a:lnTo>
                    <a:pt x="1015296" y="388"/>
                  </a:lnTo>
                  <a:lnTo>
                    <a:pt x="1019216" y="25"/>
                  </a:lnTo>
                  <a:lnTo>
                    <a:pt x="1023136" y="0"/>
                  </a:lnTo>
                  <a:lnTo>
                    <a:pt x="1027056" y="353"/>
                  </a:lnTo>
                  <a:lnTo>
                    <a:pt x="1030976" y="1087"/>
                  </a:lnTo>
                  <a:lnTo>
                    <a:pt x="1034896" y="2153"/>
                  </a:lnTo>
                  <a:lnTo>
                    <a:pt x="1038816" y="3548"/>
                  </a:lnTo>
                  <a:lnTo>
                    <a:pt x="1042736" y="5265"/>
                  </a:lnTo>
                  <a:lnTo>
                    <a:pt x="1046656" y="7297"/>
                  </a:lnTo>
                  <a:lnTo>
                    <a:pt x="1050576" y="9669"/>
                  </a:lnTo>
                  <a:lnTo>
                    <a:pt x="1054496" y="12371"/>
                  </a:lnTo>
                  <a:lnTo>
                    <a:pt x="1058417" y="15351"/>
                  </a:lnTo>
                  <a:lnTo>
                    <a:pt x="1062337" y="18596"/>
                  </a:lnTo>
                  <a:lnTo>
                    <a:pt x="1066257" y="22091"/>
                  </a:lnTo>
                  <a:lnTo>
                    <a:pt x="1070177" y="25824"/>
                  </a:lnTo>
                  <a:lnTo>
                    <a:pt x="1074097" y="29801"/>
                  </a:lnTo>
                  <a:lnTo>
                    <a:pt x="1078017" y="34004"/>
                  </a:lnTo>
                  <a:lnTo>
                    <a:pt x="1081937" y="38387"/>
                  </a:lnTo>
                  <a:lnTo>
                    <a:pt x="1085857" y="42934"/>
                  </a:lnTo>
                  <a:lnTo>
                    <a:pt x="1089777" y="47630"/>
                  </a:lnTo>
                  <a:lnTo>
                    <a:pt x="1093697" y="52459"/>
                  </a:lnTo>
                  <a:lnTo>
                    <a:pt x="1097617" y="57415"/>
                  </a:lnTo>
                  <a:lnTo>
                    <a:pt x="1101537" y="62480"/>
                  </a:lnTo>
                  <a:lnTo>
                    <a:pt x="1105457" y="67624"/>
                  </a:lnTo>
                  <a:lnTo>
                    <a:pt x="1109377" y="72834"/>
                  </a:lnTo>
                  <a:lnTo>
                    <a:pt x="1113297" y="78097"/>
                  </a:lnTo>
                  <a:lnTo>
                    <a:pt x="1117217" y="83402"/>
                  </a:lnTo>
                  <a:lnTo>
                    <a:pt x="1121138" y="88737"/>
                  </a:lnTo>
                  <a:lnTo>
                    <a:pt x="1125058" y="94088"/>
                  </a:lnTo>
                  <a:lnTo>
                    <a:pt x="1128978" y="99442"/>
                  </a:lnTo>
                  <a:lnTo>
                    <a:pt x="1132898" y="104790"/>
                  </a:lnTo>
                  <a:lnTo>
                    <a:pt x="1136818" y="110122"/>
                  </a:lnTo>
                  <a:lnTo>
                    <a:pt x="1140738" y="115431"/>
                  </a:lnTo>
                  <a:lnTo>
                    <a:pt x="1144658" y="120704"/>
                  </a:lnTo>
                  <a:lnTo>
                    <a:pt x="1148578" y="125927"/>
                  </a:lnTo>
                  <a:lnTo>
                    <a:pt x="1152498" y="131099"/>
                  </a:lnTo>
                  <a:lnTo>
                    <a:pt x="1156418" y="136213"/>
                  </a:lnTo>
                  <a:lnTo>
                    <a:pt x="1160338" y="141260"/>
                  </a:lnTo>
                  <a:lnTo>
                    <a:pt x="1164258" y="146234"/>
                  </a:lnTo>
                  <a:lnTo>
                    <a:pt x="1168178" y="151121"/>
                  </a:lnTo>
                  <a:lnTo>
                    <a:pt x="1172098" y="155904"/>
                  </a:lnTo>
                  <a:lnTo>
                    <a:pt x="1176018" y="160590"/>
                  </a:lnTo>
                  <a:lnTo>
                    <a:pt x="1179938" y="165174"/>
                  </a:lnTo>
                  <a:lnTo>
                    <a:pt x="1183859" y="169649"/>
                  </a:lnTo>
                  <a:lnTo>
                    <a:pt x="1187779" y="174011"/>
                  </a:lnTo>
                  <a:lnTo>
                    <a:pt x="1191699" y="178243"/>
                  </a:lnTo>
                  <a:lnTo>
                    <a:pt x="1195619" y="182331"/>
                  </a:lnTo>
                  <a:lnTo>
                    <a:pt x="1199539" y="186290"/>
                  </a:lnTo>
                  <a:lnTo>
                    <a:pt x="1203459" y="190118"/>
                  </a:lnTo>
                  <a:lnTo>
                    <a:pt x="1207379" y="193814"/>
                  </a:lnTo>
                  <a:lnTo>
                    <a:pt x="1211299" y="197376"/>
                  </a:lnTo>
                  <a:lnTo>
                    <a:pt x="1215219" y="200792"/>
                  </a:lnTo>
                  <a:lnTo>
                    <a:pt x="1219139" y="204053"/>
                  </a:lnTo>
                  <a:lnTo>
                    <a:pt x="1223059" y="207181"/>
                  </a:lnTo>
                  <a:lnTo>
                    <a:pt x="1226979" y="210180"/>
                  </a:lnTo>
                  <a:lnTo>
                    <a:pt x="1230899" y="213051"/>
                  </a:lnTo>
                  <a:lnTo>
                    <a:pt x="1234819" y="215797"/>
                  </a:lnTo>
                  <a:lnTo>
                    <a:pt x="1238739" y="218414"/>
                  </a:lnTo>
                  <a:lnTo>
                    <a:pt x="1242659" y="220896"/>
                  </a:lnTo>
                  <a:lnTo>
                    <a:pt x="1246580" y="223268"/>
                  </a:lnTo>
                  <a:lnTo>
                    <a:pt x="1250500" y="225534"/>
                  </a:lnTo>
                  <a:lnTo>
                    <a:pt x="1254420" y="227699"/>
                  </a:lnTo>
                  <a:lnTo>
                    <a:pt x="1258340" y="229767"/>
                  </a:lnTo>
                  <a:lnTo>
                    <a:pt x="1262260" y="231736"/>
                  </a:lnTo>
                  <a:lnTo>
                    <a:pt x="1266180" y="233602"/>
                  </a:lnTo>
                  <a:lnTo>
                    <a:pt x="1270100" y="235386"/>
                  </a:lnTo>
                  <a:lnTo>
                    <a:pt x="1274020" y="237092"/>
                  </a:lnTo>
                  <a:lnTo>
                    <a:pt x="1277940" y="238721"/>
                  </a:lnTo>
                  <a:lnTo>
                    <a:pt x="1281860" y="240278"/>
                  </a:lnTo>
                  <a:lnTo>
                    <a:pt x="1285780" y="241761"/>
                  </a:lnTo>
                  <a:lnTo>
                    <a:pt x="1289700" y="243164"/>
                  </a:lnTo>
                  <a:lnTo>
                    <a:pt x="1293620" y="244504"/>
                  </a:lnTo>
                  <a:lnTo>
                    <a:pt x="1297540" y="245781"/>
                  </a:lnTo>
                  <a:lnTo>
                    <a:pt x="1301460" y="246997"/>
                  </a:lnTo>
                  <a:lnTo>
                    <a:pt x="1305380" y="248153"/>
                  </a:lnTo>
                  <a:lnTo>
                    <a:pt x="1309301" y="249247"/>
                  </a:lnTo>
                  <a:lnTo>
                    <a:pt x="1313221" y="250274"/>
                  </a:lnTo>
                  <a:lnTo>
                    <a:pt x="1317141" y="251246"/>
                  </a:lnTo>
                  <a:lnTo>
                    <a:pt x="1321061" y="252164"/>
                  </a:lnTo>
                  <a:lnTo>
                    <a:pt x="1324981" y="253029"/>
                  </a:lnTo>
                  <a:lnTo>
                    <a:pt x="1328901" y="253842"/>
                  </a:lnTo>
                  <a:lnTo>
                    <a:pt x="1332821" y="254602"/>
                  </a:lnTo>
                  <a:lnTo>
                    <a:pt x="1336741" y="255304"/>
                  </a:lnTo>
                  <a:lnTo>
                    <a:pt x="1340661" y="255959"/>
                  </a:lnTo>
                  <a:lnTo>
                    <a:pt x="1344581" y="256569"/>
                  </a:lnTo>
                  <a:lnTo>
                    <a:pt x="1348501" y="257135"/>
                  </a:lnTo>
                  <a:lnTo>
                    <a:pt x="1352421" y="257660"/>
                  </a:lnTo>
                  <a:lnTo>
                    <a:pt x="1356341" y="258142"/>
                  </a:lnTo>
                  <a:lnTo>
                    <a:pt x="1360261" y="258580"/>
                  </a:lnTo>
                  <a:lnTo>
                    <a:pt x="1364181" y="258984"/>
                  </a:lnTo>
                  <a:lnTo>
                    <a:pt x="1368101" y="259355"/>
                  </a:lnTo>
                  <a:lnTo>
                    <a:pt x="1372022" y="259694"/>
                  </a:lnTo>
                  <a:lnTo>
                    <a:pt x="1375942" y="260005"/>
                  </a:lnTo>
                  <a:lnTo>
                    <a:pt x="1379862" y="260288"/>
                  </a:lnTo>
                  <a:lnTo>
                    <a:pt x="1383782" y="260542"/>
                  </a:lnTo>
                  <a:lnTo>
                    <a:pt x="1387702" y="260774"/>
                  </a:lnTo>
                  <a:lnTo>
                    <a:pt x="1391622" y="260985"/>
                  </a:lnTo>
                  <a:lnTo>
                    <a:pt x="1395542" y="261178"/>
                  </a:lnTo>
                  <a:lnTo>
                    <a:pt x="1399462" y="261353"/>
                  </a:lnTo>
                  <a:lnTo>
                    <a:pt x="1403382" y="261512"/>
                  </a:lnTo>
                  <a:lnTo>
                    <a:pt x="1407302" y="261654"/>
                  </a:lnTo>
                  <a:lnTo>
                    <a:pt x="1411222" y="261783"/>
                  </a:lnTo>
                  <a:lnTo>
                    <a:pt x="1415142" y="261901"/>
                  </a:lnTo>
                  <a:lnTo>
                    <a:pt x="1419062" y="262008"/>
                  </a:lnTo>
                  <a:lnTo>
                    <a:pt x="1422982" y="262105"/>
                  </a:lnTo>
                  <a:lnTo>
                    <a:pt x="1426902" y="262193"/>
                  </a:lnTo>
                  <a:lnTo>
                    <a:pt x="1430822" y="262272"/>
                  </a:lnTo>
                  <a:lnTo>
                    <a:pt x="1434743" y="262343"/>
                  </a:lnTo>
                  <a:lnTo>
                    <a:pt x="1438663" y="262407"/>
                  </a:lnTo>
                  <a:lnTo>
                    <a:pt x="1442583" y="262465"/>
                  </a:lnTo>
                  <a:lnTo>
                    <a:pt x="1446503" y="262518"/>
                  </a:lnTo>
                  <a:lnTo>
                    <a:pt x="1450423" y="262565"/>
                  </a:lnTo>
                  <a:lnTo>
                    <a:pt x="1454343" y="262606"/>
                  </a:lnTo>
                  <a:lnTo>
                    <a:pt x="1458263" y="262643"/>
                  </a:lnTo>
                  <a:lnTo>
                    <a:pt x="1462183" y="262675"/>
                  </a:lnTo>
                  <a:lnTo>
                    <a:pt x="1466103" y="262704"/>
                  </a:lnTo>
                  <a:lnTo>
                    <a:pt x="1470023" y="262730"/>
                  </a:lnTo>
                  <a:lnTo>
                    <a:pt x="1473943" y="262753"/>
                  </a:lnTo>
                  <a:lnTo>
                    <a:pt x="1477863" y="262772"/>
                  </a:lnTo>
                  <a:lnTo>
                    <a:pt x="1481783" y="262789"/>
                  </a:lnTo>
                  <a:lnTo>
                    <a:pt x="1485703" y="262803"/>
                  </a:lnTo>
                  <a:lnTo>
                    <a:pt x="1489623" y="262816"/>
                  </a:lnTo>
                  <a:lnTo>
                    <a:pt x="1493543" y="262826"/>
                  </a:lnTo>
                  <a:lnTo>
                    <a:pt x="1497464" y="262835"/>
                  </a:lnTo>
                  <a:lnTo>
                    <a:pt x="1501384" y="262843"/>
                  </a:lnTo>
                  <a:lnTo>
                    <a:pt x="1505304" y="262849"/>
                  </a:lnTo>
                  <a:lnTo>
                    <a:pt x="1509224" y="262855"/>
                  </a:lnTo>
                  <a:lnTo>
                    <a:pt x="1513144" y="262859"/>
                  </a:lnTo>
                  <a:lnTo>
                    <a:pt x="1517064" y="262863"/>
                  </a:lnTo>
                  <a:lnTo>
                    <a:pt x="1520984" y="262866"/>
                  </a:lnTo>
                  <a:lnTo>
                    <a:pt x="1524904" y="262868"/>
                  </a:lnTo>
                  <a:lnTo>
                    <a:pt x="1528824" y="262870"/>
                  </a:lnTo>
                  <a:lnTo>
                    <a:pt x="1532744" y="262872"/>
                  </a:lnTo>
                  <a:lnTo>
                    <a:pt x="1536664" y="262873"/>
                  </a:lnTo>
                  <a:lnTo>
                    <a:pt x="1540584" y="262874"/>
                  </a:lnTo>
                  <a:lnTo>
                    <a:pt x="1544504" y="262875"/>
                  </a:lnTo>
                  <a:lnTo>
                    <a:pt x="1548424" y="262875"/>
                  </a:lnTo>
                  <a:lnTo>
                    <a:pt x="1552344" y="262876"/>
                  </a:lnTo>
                  <a:lnTo>
                    <a:pt x="1556265" y="262876"/>
                  </a:lnTo>
                  <a:lnTo>
                    <a:pt x="1560185" y="262877"/>
                  </a:lnTo>
                  <a:lnTo>
                    <a:pt x="1564105" y="262877"/>
                  </a:lnTo>
                  <a:lnTo>
                    <a:pt x="1568025" y="262877"/>
                  </a:lnTo>
                  <a:lnTo>
                    <a:pt x="1571945" y="262877"/>
                  </a:lnTo>
                  <a:lnTo>
                    <a:pt x="1575865" y="262877"/>
                  </a:lnTo>
                  <a:lnTo>
                    <a:pt x="1579785" y="262877"/>
                  </a:lnTo>
                  <a:lnTo>
                    <a:pt x="1583705" y="262877"/>
                  </a:lnTo>
                  <a:lnTo>
                    <a:pt x="1587625" y="262877"/>
                  </a:lnTo>
                  <a:lnTo>
                    <a:pt x="1591545" y="262877"/>
                  </a:lnTo>
                  <a:lnTo>
                    <a:pt x="1595465" y="262877"/>
                  </a:lnTo>
                  <a:lnTo>
                    <a:pt x="1599385" y="262877"/>
                  </a:lnTo>
                  <a:lnTo>
                    <a:pt x="1603305" y="262877"/>
                  </a:lnTo>
                  <a:lnTo>
                    <a:pt x="1607225" y="262877"/>
                  </a:lnTo>
                  <a:lnTo>
                    <a:pt x="1611145" y="262877"/>
                  </a:lnTo>
                  <a:lnTo>
                    <a:pt x="1615065" y="262877"/>
                  </a:lnTo>
                  <a:lnTo>
                    <a:pt x="1618986" y="262877"/>
                  </a:lnTo>
                  <a:lnTo>
                    <a:pt x="1622906" y="262877"/>
                  </a:lnTo>
                  <a:lnTo>
                    <a:pt x="1626826" y="262877"/>
                  </a:lnTo>
                  <a:lnTo>
                    <a:pt x="1630746" y="262877"/>
                  </a:lnTo>
                  <a:lnTo>
                    <a:pt x="1634666" y="262877"/>
                  </a:lnTo>
                  <a:lnTo>
                    <a:pt x="1638586" y="262877"/>
                  </a:lnTo>
                  <a:lnTo>
                    <a:pt x="1642506" y="262877"/>
                  </a:lnTo>
                  <a:lnTo>
                    <a:pt x="1646426" y="262876"/>
                  </a:lnTo>
                  <a:lnTo>
                    <a:pt x="1650346" y="262876"/>
                  </a:lnTo>
                  <a:lnTo>
                    <a:pt x="1654266" y="262875"/>
                  </a:lnTo>
                  <a:lnTo>
                    <a:pt x="1658186" y="262875"/>
                  </a:lnTo>
                  <a:lnTo>
                    <a:pt x="1662106" y="262874"/>
                  </a:lnTo>
                  <a:lnTo>
                    <a:pt x="1666026" y="262873"/>
                  </a:lnTo>
                  <a:lnTo>
                    <a:pt x="1669946" y="262871"/>
                  </a:lnTo>
                  <a:lnTo>
                    <a:pt x="1673866" y="262869"/>
                  </a:lnTo>
                  <a:lnTo>
                    <a:pt x="1677786" y="262867"/>
                  </a:lnTo>
                  <a:lnTo>
                    <a:pt x="1681707" y="262864"/>
                  </a:lnTo>
                  <a:lnTo>
                    <a:pt x="1685627" y="262860"/>
                  </a:lnTo>
                  <a:lnTo>
                    <a:pt x="1689547" y="262855"/>
                  </a:lnTo>
                  <a:lnTo>
                    <a:pt x="1693467" y="262850"/>
                  </a:lnTo>
                  <a:lnTo>
                    <a:pt x="1697387" y="262842"/>
                  </a:lnTo>
                  <a:lnTo>
                    <a:pt x="1701307" y="262834"/>
                  </a:lnTo>
                  <a:lnTo>
                    <a:pt x="1705227" y="262823"/>
                  </a:lnTo>
                  <a:lnTo>
                    <a:pt x="1709147" y="262811"/>
                  </a:lnTo>
                  <a:lnTo>
                    <a:pt x="1713067" y="262795"/>
                  </a:lnTo>
                  <a:lnTo>
                    <a:pt x="1716987" y="262777"/>
                  </a:lnTo>
                  <a:lnTo>
                    <a:pt x="1720907" y="262755"/>
                  </a:lnTo>
                  <a:lnTo>
                    <a:pt x="1724827" y="262729"/>
                  </a:lnTo>
                  <a:lnTo>
                    <a:pt x="1728747" y="262699"/>
                  </a:lnTo>
                  <a:lnTo>
                    <a:pt x="1732667" y="262665"/>
                  </a:lnTo>
                  <a:lnTo>
                    <a:pt x="1736587" y="262623"/>
                  </a:lnTo>
                  <a:lnTo>
                    <a:pt x="1740507" y="262575"/>
                  </a:lnTo>
                  <a:lnTo>
                    <a:pt x="1744428" y="262520"/>
                  </a:lnTo>
                  <a:lnTo>
                    <a:pt x="1748348" y="262458"/>
                  </a:lnTo>
                  <a:lnTo>
                    <a:pt x="1752268" y="262387"/>
                  </a:lnTo>
                  <a:lnTo>
                    <a:pt x="1756188" y="262308"/>
                  </a:lnTo>
                  <a:lnTo>
                    <a:pt x="1760108" y="262216"/>
                  </a:lnTo>
                  <a:lnTo>
                    <a:pt x="1764028" y="262113"/>
                  </a:lnTo>
                  <a:lnTo>
                    <a:pt x="1767948" y="261998"/>
                  </a:lnTo>
                  <a:lnTo>
                    <a:pt x="1771868" y="261871"/>
                  </a:lnTo>
                  <a:lnTo>
                    <a:pt x="1775788" y="261730"/>
                  </a:lnTo>
                  <a:lnTo>
                    <a:pt x="1779708" y="261576"/>
                  </a:lnTo>
                  <a:lnTo>
                    <a:pt x="1783628" y="261403"/>
                  </a:lnTo>
                  <a:lnTo>
                    <a:pt x="1787548" y="261214"/>
                  </a:lnTo>
                  <a:lnTo>
                    <a:pt x="1791468" y="261007"/>
                  </a:lnTo>
                  <a:lnTo>
                    <a:pt x="1795388" y="260784"/>
                  </a:lnTo>
                  <a:lnTo>
                    <a:pt x="1799308" y="260542"/>
                  </a:lnTo>
                  <a:lnTo>
                    <a:pt x="1803228" y="260281"/>
                  </a:lnTo>
                  <a:lnTo>
                    <a:pt x="1807149" y="259995"/>
                  </a:lnTo>
                  <a:lnTo>
                    <a:pt x="1811069" y="259689"/>
                  </a:lnTo>
                  <a:lnTo>
                    <a:pt x="1814989" y="259360"/>
                  </a:lnTo>
                  <a:lnTo>
                    <a:pt x="1818909" y="259010"/>
                  </a:lnTo>
                  <a:lnTo>
                    <a:pt x="1822829" y="258638"/>
                  </a:lnTo>
                  <a:lnTo>
                    <a:pt x="1826749" y="258242"/>
                  </a:lnTo>
                  <a:lnTo>
                    <a:pt x="1830669" y="257818"/>
                  </a:lnTo>
                  <a:lnTo>
                    <a:pt x="1834589" y="257370"/>
                  </a:lnTo>
                  <a:lnTo>
                    <a:pt x="1838509" y="256899"/>
                  </a:lnTo>
                  <a:lnTo>
                    <a:pt x="1842429" y="256404"/>
                  </a:lnTo>
                  <a:lnTo>
                    <a:pt x="1846349" y="255887"/>
                  </a:lnTo>
                  <a:lnTo>
                    <a:pt x="1850269" y="255347"/>
                  </a:lnTo>
                  <a:lnTo>
                    <a:pt x="1854189" y="254781"/>
                  </a:lnTo>
                  <a:lnTo>
                    <a:pt x="1858109" y="254196"/>
                  </a:lnTo>
                  <a:lnTo>
                    <a:pt x="1862029" y="253593"/>
                  </a:lnTo>
                  <a:lnTo>
                    <a:pt x="1865949" y="252974"/>
                  </a:lnTo>
                  <a:lnTo>
                    <a:pt x="1869870" y="252342"/>
                  </a:lnTo>
                  <a:lnTo>
                    <a:pt x="1873790" y="251699"/>
                  </a:lnTo>
                  <a:lnTo>
                    <a:pt x="1877710" y="251048"/>
                  </a:lnTo>
                  <a:lnTo>
                    <a:pt x="1881630" y="250394"/>
                  </a:lnTo>
                  <a:lnTo>
                    <a:pt x="1885550" y="249743"/>
                  </a:lnTo>
                  <a:lnTo>
                    <a:pt x="1889470" y="249098"/>
                  </a:lnTo>
                  <a:lnTo>
                    <a:pt x="1893390" y="248464"/>
                  </a:lnTo>
                  <a:lnTo>
                    <a:pt x="1897310" y="247845"/>
                  </a:lnTo>
                  <a:lnTo>
                    <a:pt x="1901230" y="247251"/>
                  </a:lnTo>
                  <a:lnTo>
                    <a:pt x="1905150" y="246688"/>
                  </a:lnTo>
                  <a:lnTo>
                    <a:pt x="1909070" y="246158"/>
                  </a:lnTo>
                  <a:lnTo>
                    <a:pt x="1912990" y="245666"/>
                  </a:lnTo>
                  <a:lnTo>
                    <a:pt x="1916910" y="245218"/>
                  </a:lnTo>
                  <a:lnTo>
                    <a:pt x="1920830" y="244817"/>
                  </a:lnTo>
                  <a:lnTo>
                    <a:pt x="1924750" y="244481"/>
                  </a:lnTo>
                  <a:lnTo>
                    <a:pt x="1928670" y="244206"/>
                  </a:lnTo>
                  <a:lnTo>
                    <a:pt x="1932591" y="243993"/>
                  </a:lnTo>
                  <a:lnTo>
                    <a:pt x="1936511" y="243844"/>
                  </a:lnTo>
                  <a:lnTo>
                    <a:pt x="1940431" y="243763"/>
                  </a:lnTo>
                  <a:lnTo>
                    <a:pt x="1944351" y="243750"/>
                  </a:lnTo>
                  <a:lnTo>
                    <a:pt x="1948271" y="243820"/>
                  </a:lnTo>
                  <a:lnTo>
                    <a:pt x="1952191" y="243964"/>
                  </a:lnTo>
                  <a:lnTo>
                    <a:pt x="1956111" y="244177"/>
                  </a:lnTo>
                  <a:lnTo>
                    <a:pt x="1960031" y="244457"/>
                  </a:lnTo>
                  <a:lnTo>
                    <a:pt x="1963951" y="244802"/>
                  </a:lnTo>
                  <a:lnTo>
                    <a:pt x="1967871" y="245209"/>
                  </a:lnTo>
                  <a:lnTo>
                    <a:pt x="1971791" y="245685"/>
                  </a:lnTo>
                  <a:lnTo>
                    <a:pt x="1975711" y="246217"/>
                  </a:lnTo>
                  <a:lnTo>
                    <a:pt x="1979631" y="246797"/>
                  </a:lnTo>
                  <a:lnTo>
                    <a:pt x="1983551" y="247418"/>
                  </a:lnTo>
                  <a:lnTo>
                    <a:pt x="1987471" y="248077"/>
                  </a:lnTo>
                  <a:lnTo>
                    <a:pt x="1991391" y="248768"/>
                  </a:lnTo>
                  <a:lnTo>
                    <a:pt x="1995312" y="249486"/>
                  </a:lnTo>
                  <a:lnTo>
                    <a:pt x="1999232" y="250223"/>
                  </a:lnTo>
                  <a:lnTo>
                    <a:pt x="2003152" y="250970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68" name="pl68"/>
            <p:cNvSpPr/>
            <p:nvPr/>
          </p:nvSpPr>
          <p:spPr>
            <a:xfrm>
              <a:off x="6459463" y="6409358"/>
              <a:ext cx="2203467" cy="0"/>
            </a:xfrm>
            <a:custGeom>
              <a:avLst/>
              <a:gdLst/>
              <a:ahLst/>
              <a:cxnLst/>
              <a:rect l="0" t="0" r="0" b="0"/>
              <a:pathLst>
                <a:path w="2203467">
                  <a:moveTo>
                    <a:pt x="0" y="0"/>
                  </a:moveTo>
                  <a:lnTo>
                    <a:pt x="220346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69" name="pl69"/>
            <p:cNvSpPr/>
            <p:nvPr/>
          </p:nvSpPr>
          <p:spPr>
            <a:xfrm>
              <a:off x="6559621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70" name="pl70"/>
            <p:cNvSpPr/>
            <p:nvPr/>
          </p:nvSpPr>
          <p:spPr>
            <a:xfrm>
              <a:off x="7060409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71" name="pl71"/>
            <p:cNvSpPr/>
            <p:nvPr/>
          </p:nvSpPr>
          <p:spPr>
            <a:xfrm>
              <a:off x="7561197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72" name="pl72"/>
            <p:cNvSpPr/>
            <p:nvPr/>
          </p:nvSpPr>
          <p:spPr>
            <a:xfrm>
              <a:off x="8061985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73" name="pl73"/>
            <p:cNvSpPr/>
            <p:nvPr/>
          </p:nvSpPr>
          <p:spPr>
            <a:xfrm>
              <a:off x="8562773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74" name="tx74"/>
            <p:cNvSpPr/>
            <p:nvPr/>
          </p:nvSpPr>
          <p:spPr>
            <a:xfrm>
              <a:off x="6481940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982728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483516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984304" y="6487954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454014" y="6486590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518530" y="6796881"/>
              <a:ext cx="85334" cy="10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8732520" y="3520281"/>
              <a:ext cx="2377440" cy="32989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81" name="rc81"/>
            <p:cNvSpPr/>
            <p:nvPr/>
          </p:nvSpPr>
          <p:spPr>
            <a:xfrm>
              <a:off x="8836903" y="3817559"/>
              <a:ext cx="2203467" cy="25917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82" name="pg82"/>
            <p:cNvSpPr/>
            <p:nvPr/>
          </p:nvSpPr>
          <p:spPr>
            <a:xfrm>
              <a:off x="8937061" y="5556574"/>
              <a:ext cx="2003152" cy="734974"/>
            </a:xfrm>
            <a:custGeom>
              <a:avLst/>
              <a:gdLst/>
              <a:ahLst/>
              <a:cxnLst/>
              <a:rect l="0" t="0" r="0" b="0"/>
              <a:pathLst>
                <a:path w="2003152" h="734974">
                  <a:moveTo>
                    <a:pt x="0" y="734974"/>
                  </a:moveTo>
                  <a:lnTo>
                    <a:pt x="3920" y="734974"/>
                  </a:lnTo>
                  <a:lnTo>
                    <a:pt x="7840" y="734974"/>
                  </a:lnTo>
                  <a:lnTo>
                    <a:pt x="11760" y="734974"/>
                  </a:lnTo>
                  <a:lnTo>
                    <a:pt x="15680" y="734974"/>
                  </a:lnTo>
                  <a:lnTo>
                    <a:pt x="19600" y="734974"/>
                  </a:lnTo>
                  <a:lnTo>
                    <a:pt x="23520" y="734974"/>
                  </a:lnTo>
                  <a:lnTo>
                    <a:pt x="27440" y="734974"/>
                  </a:lnTo>
                  <a:lnTo>
                    <a:pt x="31360" y="734974"/>
                  </a:lnTo>
                  <a:lnTo>
                    <a:pt x="35280" y="734974"/>
                  </a:lnTo>
                  <a:lnTo>
                    <a:pt x="39200" y="734974"/>
                  </a:lnTo>
                  <a:lnTo>
                    <a:pt x="43120" y="734974"/>
                  </a:lnTo>
                  <a:lnTo>
                    <a:pt x="47040" y="734974"/>
                  </a:lnTo>
                  <a:lnTo>
                    <a:pt x="50960" y="734974"/>
                  </a:lnTo>
                  <a:lnTo>
                    <a:pt x="54880" y="734974"/>
                  </a:lnTo>
                  <a:lnTo>
                    <a:pt x="58800" y="734974"/>
                  </a:lnTo>
                  <a:lnTo>
                    <a:pt x="62721" y="734974"/>
                  </a:lnTo>
                  <a:lnTo>
                    <a:pt x="66641" y="734974"/>
                  </a:lnTo>
                  <a:lnTo>
                    <a:pt x="70561" y="734974"/>
                  </a:lnTo>
                  <a:lnTo>
                    <a:pt x="74481" y="734974"/>
                  </a:lnTo>
                  <a:lnTo>
                    <a:pt x="78401" y="734974"/>
                  </a:lnTo>
                  <a:lnTo>
                    <a:pt x="82321" y="734973"/>
                  </a:lnTo>
                  <a:lnTo>
                    <a:pt x="86241" y="734972"/>
                  </a:lnTo>
                  <a:lnTo>
                    <a:pt x="90161" y="734970"/>
                  </a:lnTo>
                  <a:lnTo>
                    <a:pt x="94081" y="734964"/>
                  </a:lnTo>
                  <a:lnTo>
                    <a:pt x="98001" y="734953"/>
                  </a:lnTo>
                  <a:lnTo>
                    <a:pt x="101921" y="734930"/>
                  </a:lnTo>
                  <a:lnTo>
                    <a:pt x="105841" y="734883"/>
                  </a:lnTo>
                  <a:lnTo>
                    <a:pt x="109761" y="734793"/>
                  </a:lnTo>
                  <a:lnTo>
                    <a:pt x="113681" y="734628"/>
                  </a:lnTo>
                  <a:lnTo>
                    <a:pt x="117601" y="734337"/>
                  </a:lnTo>
                  <a:lnTo>
                    <a:pt x="121521" y="733840"/>
                  </a:lnTo>
                  <a:lnTo>
                    <a:pt x="125442" y="733024"/>
                  </a:lnTo>
                  <a:lnTo>
                    <a:pt x="129362" y="731733"/>
                  </a:lnTo>
                  <a:lnTo>
                    <a:pt x="133282" y="729764"/>
                  </a:lnTo>
                  <a:lnTo>
                    <a:pt x="137202" y="726864"/>
                  </a:lnTo>
                  <a:lnTo>
                    <a:pt x="141122" y="722739"/>
                  </a:lnTo>
                  <a:lnTo>
                    <a:pt x="145042" y="717072"/>
                  </a:lnTo>
                  <a:lnTo>
                    <a:pt x="148962" y="709530"/>
                  </a:lnTo>
                  <a:lnTo>
                    <a:pt x="152882" y="699683"/>
                  </a:lnTo>
                  <a:lnTo>
                    <a:pt x="156802" y="687572"/>
                  </a:lnTo>
                  <a:lnTo>
                    <a:pt x="160722" y="673261"/>
                  </a:lnTo>
                  <a:lnTo>
                    <a:pt x="164642" y="657033"/>
                  </a:lnTo>
                  <a:lnTo>
                    <a:pt x="168562" y="639395"/>
                  </a:lnTo>
                  <a:lnTo>
                    <a:pt x="172482" y="621073"/>
                  </a:lnTo>
                  <a:lnTo>
                    <a:pt x="176402" y="602960"/>
                  </a:lnTo>
                  <a:lnTo>
                    <a:pt x="180322" y="586045"/>
                  </a:lnTo>
                  <a:lnTo>
                    <a:pt x="184242" y="571317"/>
                  </a:lnTo>
                  <a:lnTo>
                    <a:pt x="188163" y="559665"/>
                  </a:lnTo>
                  <a:lnTo>
                    <a:pt x="192083" y="551784"/>
                  </a:lnTo>
                  <a:lnTo>
                    <a:pt x="196003" y="548098"/>
                  </a:lnTo>
                  <a:lnTo>
                    <a:pt x="199923" y="548833"/>
                  </a:lnTo>
                  <a:lnTo>
                    <a:pt x="203843" y="553842"/>
                  </a:lnTo>
                  <a:lnTo>
                    <a:pt x="207763" y="562275"/>
                  </a:lnTo>
                  <a:lnTo>
                    <a:pt x="211683" y="573370"/>
                  </a:lnTo>
                  <a:lnTo>
                    <a:pt x="215603" y="586267"/>
                  </a:lnTo>
                  <a:lnTo>
                    <a:pt x="219523" y="600089"/>
                  </a:lnTo>
                  <a:lnTo>
                    <a:pt x="223443" y="614018"/>
                  </a:lnTo>
                  <a:lnTo>
                    <a:pt x="227363" y="627350"/>
                  </a:lnTo>
                  <a:lnTo>
                    <a:pt x="231283" y="639535"/>
                  </a:lnTo>
                  <a:lnTo>
                    <a:pt x="235203" y="650183"/>
                  </a:lnTo>
                  <a:lnTo>
                    <a:pt x="239123" y="659063"/>
                  </a:lnTo>
                  <a:lnTo>
                    <a:pt x="243043" y="666079"/>
                  </a:lnTo>
                  <a:lnTo>
                    <a:pt x="246963" y="671238"/>
                  </a:lnTo>
                  <a:lnTo>
                    <a:pt x="250884" y="674543"/>
                  </a:lnTo>
                  <a:lnTo>
                    <a:pt x="254804" y="676128"/>
                  </a:lnTo>
                  <a:lnTo>
                    <a:pt x="258724" y="676189"/>
                  </a:lnTo>
                  <a:lnTo>
                    <a:pt x="262644" y="674817"/>
                  </a:lnTo>
                  <a:lnTo>
                    <a:pt x="266564" y="672069"/>
                  </a:lnTo>
                  <a:lnTo>
                    <a:pt x="270484" y="667964"/>
                  </a:lnTo>
                  <a:lnTo>
                    <a:pt x="274404" y="662479"/>
                  </a:lnTo>
                  <a:lnTo>
                    <a:pt x="278324" y="655551"/>
                  </a:lnTo>
                  <a:lnTo>
                    <a:pt x="282244" y="647088"/>
                  </a:lnTo>
                  <a:lnTo>
                    <a:pt x="286164" y="636975"/>
                  </a:lnTo>
                  <a:lnTo>
                    <a:pt x="290084" y="625087"/>
                  </a:lnTo>
                  <a:lnTo>
                    <a:pt x="294004" y="611301"/>
                  </a:lnTo>
                  <a:lnTo>
                    <a:pt x="297924" y="595512"/>
                  </a:lnTo>
                  <a:lnTo>
                    <a:pt x="301844" y="577501"/>
                  </a:lnTo>
                  <a:lnTo>
                    <a:pt x="305764" y="557305"/>
                  </a:lnTo>
                  <a:lnTo>
                    <a:pt x="309684" y="534976"/>
                  </a:lnTo>
                  <a:lnTo>
                    <a:pt x="313605" y="510530"/>
                  </a:lnTo>
                  <a:lnTo>
                    <a:pt x="317525" y="483989"/>
                  </a:lnTo>
                  <a:lnTo>
                    <a:pt x="321445" y="455373"/>
                  </a:lnTo>
                  <a:lnTo>
                    <a:pt x="325365" y="424692"/>
                  </a:lnTo>
                  <a:lnTo>
                    <a:pt x="329285" y="391954"/>
                  </a:lnTo>
                  <a:lnTo>
                    <a:pt x="333205" y="357182"/>
                  </a:lnTo>
                  <a:lnTo>
                    <a:pt x="337125" y="320453"/>
                  </a:lnTo>
                  <a:lnTo>
                    <a:pt x="341045" y="281948"/>
                  </a:lnTo>
                  <a:lnTo>
                    <a:pt x="344965" y="242004"/>
                  </a:lnTo>
                  <a:lnTo>
                    <a:pt x="348885" y="201182"/>
                  </a:lnTo>
                  <a:lnTo>
                    <a:pt x="352805" y="160425"/>
                  </a:lnTo>
                  <a:lnTo>
                    <a:pt x="356725" y="121039"/>
                  </a:lnTo>
                  <a:lnTo>
                    <a:pt x="360645" y="84498"/>
                  </a:lnTo>
                  <a:lnTo>
                    <a:pt x="364565" y="52456"/>
                  </a:lnTo>
                  <a:lnTo>
                    <a:pt x="368485" y="26634"/>
                  </a:lnTo>
                  <a:lnTo>
                    <a:pt x="372405" y="8675"/>
                  </a:lnTo>
                  <a:lnTo>
                    <a:pt x="376326" y="0"/>
                  </a:lnTo>
                  <a:lnTo>
                    <a:pt x="380246" y="1657"/>
                  </a:lnTo>
                  <a:lnTo>
                    <a:pt x="384166" y="14210"/>
                  </a:lnTo>
                  <a:lnTo>
                    <a:pt x="388086" y="37657"/>
                  </a:lnTo>
                  <a:lnTo>
                    <a:pt x="392006" y="71403"/>
                  </a:lnTo>
                  <a:lnTo>
                    <a:pt x="395926" y="114287"/>
                  </a:lnTo>
                  <a:lnTo>
                    <a:pt x="399846" y="164713"/>
                  </a:lnTo>
                  <a:lnTo>
                    <a:pt x="403766" y="220801"/>
                  </a:lnTo>
                  <a:lnTo>
                    <a:pt x="407686" y="279707"/>
                  </a:lnTo>
                  <a:lnTo>
                    <a:pt x="411606" y="339245"/>
                  </a:lnTo>
                  <a:lnTo>
                    <a:pt x="415526" y="397413"/>
                  </a:lnTo>
                  <a:lnTo>
                    <a:pt x="419446" y="452508"/>
                  </a:lnTo>
                  <a:lnTo>
                    <a:pt x="423366" y="503201"/>
                  </a:lnTo>
                  <a:lnTo>
                    <a:pt x="427286" y="548572"/>
                  </a:lnTo>
                  <a:lnTo>
                    <a:pt x="431206" y="588110"/>
                  </a:lnTo>
                  <a:lnTo>
                    <a:pt x="435126" y="621675"/>
                  </a:lnTo>
                  <a:lnTo>
                    <a:pt x="439047" y="649441"/>
                  </a:lnTo>
                  <a:lnTo>
                    <a:pt x="442967" y="671827"/>
                  </a:lnTo>
                  <a:lnTo>
                    <a:pt x="446887" y="689413"/>
                  </a:lnTo>
                  <a:lnTo>
                    <a:pt x="450807" y="702776"/>
                  </a:lnTo>
                  <a:lnTo>
                    <a:pt x="454727" y="712585"/>
                  </a:lnTo>
                  <a:lnTo>
                    <a:pt x="458647" y="719755"/>
                  </a:lnTo>
                  <a:lnTo>
                    <a:pt x="462567" y="724867"/>
                  </a:lnTo>
                  <a:lnTo>
                    <a:pt x="466487" y="728420"/>
                  </a:lnTo>
                  <a:lnTo>
                    <a:pt x="470407" y="730823"/>
                  </a:lnTo>
                  <a:lnTo>
                    <a:pt x="474327" y="732399"/>
                  </a:lnTo>
                  <a:lnTo>
                    <a:pt x="478247" y="733398"/>
                  </a:lnTo>
                  <a:lnTo>
                    <a:pt x="482167" y="734003"/>
                  </a:lnTo>
                  <a:lnTo>
                    <a:pt x="486087" y="734342"/>
                  </a:lnTo>
                  <a:lnTo>
                    <a:pt x="490007" y="734506"/>
                  </a:lnTo>
                  <a:lnTo>
                    <a:pt x="493927" y="734552"/>
                  </a:lnTo>
                  <a:lnTo>
                    <a:pt x="497847" y="734519"/>
                  </a:lnTo>
                  <a:lnTo>
                    <a:pt x="501768" y="734430"/>
                  </a:lnTo>
                  <a:lnTo>
                    <a:pt x="505688" y="734303"/>
                  </a:lnTo>
                  <a:lnTo>
                    <a:pt x="509608" y="734154"/>
                  </a:lnTo>
                  <a:lnTo>
                    <a:pt x="513528" y="733996"/>
                  </a:lnTo>
                  <a:lnTo>
                    <a:pt x="517448" y="733841"/>
                  </a:lnTo>
                  <a:lnTo>
                    <a:pt x="521368" y="733704"/>
                  </a:lnTo>
                  <a:lnTo>
                    <a:pt x="525288" y="733596"/>
                  </a:lnTo>
                  <a:lnTo>
                    <a:pt x="529208" y="733528"/>
                  </a:lnTo>
                  <a:lnTo>
                    <a:pt x="533128" y="733505"/>
                  </a:lnTo>
                  <a:lnTo>
                    <a:pt x="537048" y="733531"/>
                  </a:lnTo>
                  <a:lnTo>
                    <a:pt x="540968" y="733603"/>
                  </a:lnTo>
                  <a:lnTo>
                    <a:pt x="544888" y="733715"/>
                  </a:lnTo>
                  <a:lnTo>
                    <a:pt x="548808" y="733856"/>
                  </a:lnTo>
                  <a:lnTo>
                    <a:pt x="552728" y="734016"/>
                  </a:lnTo>
                  <a:lnTo>
                    <a:pt x="556648" y="734179"/>
                  </a:lnTo>
                  <a:lnTo>
                    <a:pt x="560569" y="734336"/>
                  </a:lnTo>
                  <a:lnTo>
                    <a:pt x="564489" y="734479"/>
                  </a:lnTo>
                  <a:lnTo>
                    <a:pt x="568409" y="734602"/>
                  </a:lnTo>
                  <a:lnTo>
                    <a:pt x="572329" y="734704"/>
                  </a:lnTo>
                  <a:lnTo>
                    <a:pt x="576249" y="734784"/>
                  </a:lnTo>
                  <a:lnTo>
                    <a:pt x="580169" y="734845"/>
                  </a:lnTo>
                  <a:lnTo>
                    <a:pt x="584089" y="734890"/>
                  </a:lnTo>
                  <a:lnTo>
                    <a:pt x="588009" y="734921"/>
                  </a:lnTo>
                  <a:lnTo>
                    <a:pt x="591929" y="734942"/>
                  </a:lnTo>
                  <a:lnTo>
                    <a:pt x="595849" y="734955"/>
                  </a:lnTo>
                  <a:lnTo>
                    <a:pt x="599769" y="734963"/>
                  </a:lnTo>
                  <a:lnTo>
                    <a:pt x="603689" y="734968"/>
                  </a:lnTo>
                  <a:lnTo>
                    <a:pt x="607609" y="734971"/>
                  </a:lnTo>
                  <a:lnTo>
                    <a:pt x="611529" y="734973"/>
                  </a:lnTo>
                  <a:lnTo>
                    <a:pt x="615449" y="734973"/>
                  </a:lnTo>
                  <a:lnTo>
                    <a:pt x="619369" y="734974"/>
                  </a:lnTo>
                  <a:lnTo>
                    <a:pt x="623290" y="734974"/>
                  </a:lnTo>
                  <a:lnTo>
                    <a:pt x="627210" y="734974"/>
                  </a:lnTo>
                  <a:lnTo>
                    <a:pt x="631130" y="734974"/>
                  </a:lnTo>
                  <a:lnTo>
                    <a:pt x="635050" y="734974"/>
                  </a:lnTo>
                  <a:lnTo>
                    <a:pt x="638970" y="734974"/>
                  </a:lnTo>
                  <a:lnTo>
                    <a:pt x="642890" y="734974"/>
                  </a:lnTo>
                  <a:lnTo>
                    <a:pt x="646810" y="734974"/>
                  </a:lnTo>
                  <a:lnTo>
                    <a:pt x="650730" y="734974"/>
                  </a:lnTo>
                  <a:lnTo>
                    <a:pt x="654650" y="734974"/>
                  </a:lnTo>
                  <a:lnTo>
                    <a:pt x="658570" y="734974"/>
                  </a:lnTo>
                  <a:lnTo>
                    <a:pt x="662490" y="734974"/>
                  </a:lnTo>
                  <a:lnTo>
                    <a:pt x="666410" y="734974"/>
                  </a:lnTo>
                  <a:lnTo>
                    <a:pt x="670330" y="734974"/>
                  </a:lnTo>
                  <a:lnTo>
                    <a:pt x="674250" y="734974"/>
                  </a:lnTo>
                  <a:lnTo>
                    <a:pt x="678170" y="734974"/>
                  </a:lnTo>
                  <a:lnTo>
                    <a:pt x="682090" y="734974"/>
                  </a:lnTo>
                  <a:lnTo>
                    <a:pt x="686011" y="734974"/>
                  </a:lnTo>
                  <a:lnTo>
                    <a:pt x="689931" y="734974"/>
                  </a:lnTo>
                  <a:lnTo>
                    <a:pt x="693851" y="734974"/>
                  </a:lnTo>
                  <a:lnTo>
                    <a:pt x="697771" y="734974"/>
                  </a:lnTo>
                  <a:lnTo>
                    <a:pt x="701691" y="734974"/>
                  </a:lnTo>
                  <a:lnTo>
                    <a:pt x="705611" y="734974"/>
                  </a:lnTo>
                  <a:lnTo>
                    <a:pt x="709531" y="734974"/>
                  </a:lnTo>
                  <a:lnTo>
                    <a:pt x="713451" y="734974"/>
                  </a:lnTo>
                  <a:lnTo>
                    <a:pt x="717371" y="734974"/>
                  </a:lnTo>
                  <a:lnTo>
                    <a:pt x="721291" y="734974"/>
                  </a:lnTo>
                  <a:lnTo>
                    <a:pt x="725211" y="734974"/>
                  </a:lnTo>
                  <a:lnTo>
                    <a:pt x="729131" y="734974"/>
                  </a:lnTo>
                  <a:lnTo>
                    <a:pt x="733051" y="734974"/>
                  </a:lnTo>
                  <a:lnTo>
                    <a:pt x="736971" y="734974"/>
                  </a:lnTo>
                  <a:lnTo>
                    <a:pt x="740891" y="734974"/>
                  </a:lnTo>
                  <a:lnTo>
                    <a:pt x="744811" y="734974"/>
                  </a:lnTo>
                  <a:lnTo>
                    <a:pt x="748732" y="734974"/>
                  </a:lnTo>
                  <a:lnTo>
                    <a:pt x="752652" y="734974"/>
                  </a:lnTo>
                  <a:lnTo>
                    <a:pt x="756572" y="734974"/>
                  </a:lnTo>
                  <a:lnTo>
                    <a:pt x="760492" y="734974"/>
                  </a:lnTo>
                  <a:lnTo>
                    <a:pt x="764412" y="734974"/>
                  </a:lnTo>
                  <a:lnTo>
                    <a:pt x="768332" y="734974"/>
                  </a:lnTo>
                  <a:lnTo>
                    <a:pt x="772252" y="734974"/>
                  </a:lnTo>
                  <a:lnTo>
                    <a:pt x="776172" y="734974"/>
                  </a:lnTo>
                  <a:lnTo>
                    <a:pt x="780092" y="734974"/>
                  </a:lnTo>
                  <a:lnTo>
                    <a:pt x="784012" y="734974"/>
                  </a:lnTo>
                  <a:lnTo>
                    <a:pt x="787932" y="734974"/>
                  </a:lnTo>
                  <a:lnTo>
                    <a:pt x="791852" y="734974"/>
                  </a:lnTo>
                  <a:lnTo>
                    <a:pt x="795772" y="734974"/>
                  </a:lnTo>
                  <a:lnTo>
                    <a:pt x="799692" y="734974"/>
                  </a:lnTo>
                  <a:lnTo>
                    <a:pt x="803612" y="734974"/>
                  </a:lnTo>
                  <a:lnTo>
                    <a:pt x="807532" y="734974"/>
                  </a:lnTo>
                  <a:lnTo>
                    <a:pt x="811453" y="734974"/>
                  </a:lnTo>
                  <a:lnTo>
                    <a:pt x="815373" y="734974"/>
                  </a:lnTo>
                  <a:lnTo>
                    <a:pt x="819293" y="734974"/>
                  </a:lnTo>
                  <a:lnTo>
                    <a:pt x="823213" y="734974"/>
                  </a:lnTo>
                  <a:lnTo>
                    <a:pt x="827133" y="734974"/>
                  </a:lnTo>
                  <a:lnTo>
                    <a:pt x="831053" y="734974"/>
                  </a:lnTo>
                  <a:lnTo>
                    <a:pt x="834973" y="734974"/>
                  </a:lnTo>
                  <a:lnTo>
                    <a:pt x="838893" y="734974"/>
                  </a:lnTo>
                  <a:lnTo>
                    <a:pt x="842813" y="734974"/>
                  </a:lnTo>
                  <a:lnTo>
                    <a:pt x="846733" y="734974"/>
                  </a:lnTo>
                  <a:lnTo>
                    <a:pt x="850653" y="734974"/>
                  </a:lnTo>
                  <a:lnTo>
                    <a:pt x="854573" y="734974"/>
                  </a:lnTo>
                  <a:lnTo>
                    <a:pt x="858493" y="734974"/>
                  </a:lnTo>
                  <a:lnTo>
                    <a:pt x="862413" y="734974"/>
                  </a:lnTo>
                  <a:lnTo>
                    <a:pt x="866333" y="734974"/>
                  </a:lnTo>
                  <a:lnTo>
                    <a:pt x="870253" y="734974"/>
                  </a:lnTo>
                  <a:lnTo>
                    <a:pt x="874174" y="734974"/>
                  </a:lnTo>
                  <a:lnTo>
                    <a:pt x="878094" y="734974"/>
                  </a:lnTo>
                  <a:lnTo>
                    <a:pt x="882014" y="734974"/>
                  </a:lnTo>
                  <a:lnTo>
                    <a:pt x="885934" y="734974"/>
                  </a:lnTo>
                  <a:lnTo>
                    <a:pt x="889854" y="734974"/>
                  </a:lnTo>
                  <a:lnTo>
                    <a:pt x="893774" y="734974"/>
                  </a:lnTo>
                  <a:lnTo>
                    <a:pt x="897694" y="734974"/>
                  </a:lnTo>
                  <a:lnTo>
                    <a:pt x="901614" y="734974"/>
                  </a:lnTo>
                  <a:lnTo>
                    <a:pt x="905534" y="734974"/>
                  </a:lnTo>
                  <a:lnTo>
                    <a:pt x="909454" y="734974"/>
                  </a:lnTo>
                  <a:lnTo>
                    <a:pt x="913374" y="734974"/>
                  </a:lnTo>
                  <a:lnTo>
                    <a:pt x="917294" y="734974"/>
                  </a:lnTo>
                  <a:lnTo>
                    <a:pt x="921214" y="734974"/>
                  </a:lnTo>
                  <a:lnTo>
                    <a:pt x="925134" y="734974"/>
                  </a:lnTo>
                  <a:lnTo>
                    <a:pt x="929054" y="734974"/>
                  </a:lnTo>
                  <a:lnTo>
                    <a:pt x="932974" y="734974"/>
                  </a:lnTo>
                  <a:lnTo>
                    <a:pt x="936895" y="734974"/>
                  </a:lnTo>
                  <a:lnTo>
                    <a:pt x="940815" y="734974"/>
                  </a:lnTo>
                  <a:lnTo>
                    <a:pt x="944735" y="734974"/>
                  </a:lnTo>
                  <a:lnTo>
                    <a:pt x="948655" y="734974"/>
                  </a:lnTo>
                  <a:lnTo>
                    <a:pt x="952575" y="734974"/>
                  </a:lnTo>
                  <a:lnTo>
                    <a:pt x="956495" y="734974"/>
                  </a:lnTo>
                  <a:lnTo>
                    <a:pt x="960415" y="734974"/>
                  </a:lnTo>
                  <a:lnTo>
                    <a:pt x="964335" y="734974"/>
                  </a:lnTo>
                  <a:lnTo>
                    <a:pt x="968255" y="734974"/>
                  </a:lnTo>
                  <a:lnTo>
                    <a:pt x="972175" y="734974"/>
                  </a:lnTo>
                  <a:lnTo>
                    <a:pt x="976095" y="734974"/>
                  </a:lnTo>
                  <a:lnTo>
                    <a:pt x="980015" y="734974"/>
                  </a:lnTo>
                  <a:lnTo>
                    <a:pt x="983935" y="734974"/>
                  </a:lnTo>
                  <a:lnTo>
                    <a:pt x="987855" y="734974"/>
                  </a:lnTo>
                  <a:lnTo>
                    <a:pt x="991775" y="734974"/>
                  </a:lnTo>
                  <a:lnTo>
                    <a:pt x="995695" y="734974"/>
                  </a:lnTo>
                  <a:lnTo>
                    <a:pt x="999616" y="734974"/>
                  </a:lnTo>
                  <a:lnTo>
                    <a:pt x="1003536" y="734974"/>
                  </a:lnTo>
                  <a:lnTo>
                    <a:pt x="1007456" y="734974"/>
                  </a:lnTo>
                  <a:lnTo>
                    <a:pt x="1011376" y="734974"/>
                  </a:lnTo>
                  <a:lnTo>
                    <a:pt x="1015296" y="734974"/>
                  </a:lnTo>
                  <a:lnTo>
                    <a:pt x="1019216" y="734974"/>
                  </a:lnTo>
                  <a:lnTo>
                    <a:pt x="1023136" y="734974"/>
                  </a:lnTo>
                  <a:lnTo>
                    <a:pt x="1027056" y="734974"/>
                  </a:lnTo>
                  <a:lnTo>
                    <a:pt x="1030976" y="734974"/>
                  </a:lnTo>
                  <a:lnTo>
                    <a:pt x="1034896" y="734974"/>
                  </a:lnTo>
                  <a:lnTo>
                    <a:pt x="1038816" y="734974"/>
                  </a:lnTo>
                  <a:lnTo>
                    <a:pt x="1042736" y="734974"/>
                  </a:lnTo>
                  <a:lnTo>
                    <a:pt x="1046656" y="734974"/>
                  </a:lnTo>
                  <a:lnTo>
                    <a:pt x="1050576" y="734974"/>
                  </a:lnTo>
                  <a:lnTo>
                    <a:pt x="1054496" y="734974"/>
                  </a:lnTo>
                  <a:lnTo>
                    <a:pt x="1058417" y="734974"/>
                  </a:lnTo>
                  <a:lnTo>
                    <a:pt x="1062337" y="734974"/>
                  </a:lnTo>
                  <a:lnTo>
                    <a:pt x="1066257" y="734974"/>
                  </a:lnTo>
                  <a:lnTo>
                    <a:pt x="1070177" y="734974"/>
                  </a:lnTo>
                  <a:lnTo>
                    <a:pt x="1074097" y="734974"/>
                  </a:lnTo>
                  <a:lnTo>
                    <a:pt x="1078017" y="734974"/>
                  </a:lnTo>
                  <a:lnTo>
                    <a:pt x="1081937" y="734974"/>
                  </a:lnTo>
                  <a:lnTo>
                    <a:pt x="1085857" y="734974"/>
                  </a:lnTo>
                  <a:lnTo>
                    <a:pt x="1089777" y="734974"/>
                  </a:lnTo>
                  <a:lnTo>
                    <a:pt x="1093697" y="734974"/>
                  </a:lnTo>
                  <a:lnTo>
                    <a:pt x="1097617" y="734974"/>
                  </a:lnTo>
                  <a:lnTo>
                    <a:pt x="1101537" y="734974"/>
                  </a:lnTo>
                  <a:lnTo>
                    <a:pt x="1105457" y="734974"/>
                  </a:lnTo>
                  <a:lnTo>
                    <a:pt x="1109377" y="734974"/>
                  </a:lnTo>
                  <a:lnTo>
                    <a:pt x="1113297" y="734974"/>
                  </a:lnTo>
                  <a:lnTo>
                    <a:pt x="1117217" y="734974"/>
                  </a:lnTo>
                  <a:lnTo>
                    <a:pt x="1121138" y="734974"/>
                  </a:lnTo>
                  <a:lnTo>
                    <a:pt x="1125058" y="734974"/>
                  </a:lnTo>
                  <a:lnTo>
                    <a:pt x="1128978" y="734974"/>
                  </a:lnTo>
                  <a:lnTo>
                    <a:pt x="1132898" y="734974"/>
                  </a:lnTo>
                  <a:lnTo>
                    <a:pt x="1136818" y="734974"/>
                  </a:lnTo>
                  <a:lnTo>
                    <a:pt x="1140738" y="734974"/>
                  </a:lnTo>
                  <a:lnTo>
                    <a:pt x="1144658" y="734974"/>
                  </a:lnTo>
                  <a:lnTo>
                    <a:pt x="1148578" y="734974"/>
                  </a:lnTo>
                  <a:lnTo>
                    <a:pt x="1152498" y="734974"/>
                  </a:lnTo>
                  <a:lnTo>
                    <a:pt x="1156418" y="734974"/>
                  </a:lnTo>
                  <a:lnTo>
                    <a:pt x="1160338" y="734974"/>
                  </a:lnTo>
                  <a:lnTo>
                    <a:pt x="1164258" y="734974"/>
                  </a:lnTo>
                  <a:lnTo>
                    <a:pt x="1168178" y="734974"/>
                  </a:lnTo>
                  <a:lnTo>
                    <a:pt x="1172098" y="734974"/>
                  </a:lnTo>
                  <a:lnTo>
                    <a:pt x="1176018" y="734974"/>
                  </a:lnTo>
                  <a:lnTo>
                    <a:pt x="1179938" y="734974"/>
                  </a:lnTo>
                  <a:lnTo>
                    <a:pt x="1183859" y="734974"/>
                  </a:lnTo>
                  <a:lnTo>
                    <a:pt x="1187779" y="734974"/>
                  </a:lnTo>
                  <a:lnTo>
                    <a:pt x="1191699" y="734974"/>
                  </a:lnTo>
                  <a:lnTo>
                    <a:pt x="1195619" y="734974"/>
                  </a:lnTo>
                  <a:lnTo>
                    <a:pt x="1199539" y="734974"/>
                  </a:lnTo>
                  <a:lnTo>
                    <a:pt x="1203459" y="734974"/>
                  </a:lnTo>
                  <a:lnTo>
                    <a:pt x="1207379" y="734974"/>
                  </a:lnTo>
                  <a:lnTo>
                    <a:pt x="1211299" y="734974"/>
                  </a:lnTo>
                  <a:lnTo>
                    <a:pt x="1215219" y="734974"/>
                  </a:lnTo>
                  <a:lnTo>
                    <a:pt x="1219139" y="734974"/>
                  </a:lnTo>
                  <a:lnTo>
                    <a:pt x="1223059" y="734974"/>
                  </a:lnTo>
                  <a:lnTo>
                    <a:pt x="1226979" y="734974"/>
                  </a:lnTo>
                  <a:lnTo>
                    <a:pt x="1230899" y="734974"/>
                  </a:lnTo>
                  <a:lnTo>
                    <a:pt x="1234819" y="734974"/>
                  </a:lnTo>
                  <a:lnTo>
                    <a:pt x="1238739" y="734974"/>
                  </a:lnTo>
                  <a:lnTo>
                    <a:pt x="1242659" y="734974"/>
                  </a:lnTo>
                  <a:lnTo>
                    <a:pt x="1246580" y="734974"/>
                  </a:lnTo>
                  <a:lnTo>
                    <a:pt x="1250500" y="734974"/>
                  </a:lnTo>
                  <a:lnTo>
                    <a:pt x="1254420" y="734974"/>
                  </a:lnTo>
                  <a:lnTo>
                    <a:pt x="1258340" y="734974"/>
                  </a:lnTo>
                  <a:lnTo>
                    <a:pt x="1262260" y="734974"/>
                  </a:lnTo>
                  <a:lnTo>
                    <a:pt x="1266180" y="734974"/>
                  </a:lnTo>
                  <a:lnTo>
                    <a:pt x="1270100" y="734974"/>
                  </a:lnTo>
                  <a:lnTo>
                    <a:pt x="1274020" y="734974"/>
                  </a:lnTo>
                  <a:lnTo>
                    <a:pt x="1277940" y="734974"/>
                  </a:lnTo>
                  <a:lnTo>
                    <a:pt x="1281860" y="734974"/>
                  </a:lnTo>
                  <a:lnTo>
                    <a:pt x="1285780" y="734974"/>
                  </a:lnTo>
                  <a:lnTo>
                    <a:pt x="1289700" y="734974"/>
                  </a:lnTo>
                  <a:lnTo>
                    <a:pt x="1293620" y="734974"/>
                  </a:lnTo>
                  <a:lnTo>
                    <a:pt x="1297540" y="734974"/>
                  </a:lnTo>
                  <a:lnTo>
                    <a:pt x="1301460" y="734974"/>
                  </a:lnTo>
                  <a:lnTo>
                    <a:pt x="1305380" y="734974"/>
                  </a:lnTo>
                  <a:lnTo>
                    <a:pt x="1309301" y="734974"/>
                  </a:lnTo>
                  <a:lnTo>
                    <a:pt x="1313221" y="734974"/>
                  </a:lnTo>
                  <a:lnTo>
                    <a:pt x="1317141" y="734974"/>
                  </a:lnTo>
                  <a:lnTo>
                    <a:pt x="1321061" y="734974"/>
                  </a:lnTo>
                  <a:lnTo>
                    <a:pt x="1324981" y="734974"/>
                  </a:lnTo>
                  <a:lnTo>
                    <a:pt x="1328901" y="734974"/>
                  </a:lnTo>
                  <a:lnTo>
                    <a:pt x="1332821" y="734974"/>
                  </a:lnTo>
                  <a:lnTo>
                    <a:pt x="1336741" y="734974"/>
                  </a:lnTo>
                  <a:lnTo>
                    <a:pt x="1340661" y="734974"/>
                  </a:lnTo>
                  <a:lnTo>
                    <a:pt x="1344581" y="734974"/>
                  </a:lnTo>
                  <a:lnTo>
                    <a:pt x="1348501" y="734974"/>
                  </a:lnTo>
                  <a:lnTo>
                    <a:pt x="1352421" y="734974"/>
                  </a:lnTo>
                  <a:lnTo>
                    <a:pt x="1356341" y="734974"/>
                  </a:lnTo>
                  <a:lnTo>
                    <a:pt x="1360261" y="734974"/>
                  </a:lnTo>
                  <a:lnTo>
                    <a:pt x="1364181" y="734974"/>
                  </a:lnTo>
                  <a:lnTo>
                    <a:pt x="1368101" y="734974"/>
                  </a:lnTo>
                  <a:lnTo>
                    <a:pt x="1372022" y="734974"/>
                  </a:lnTo>
                  <a:lnTo>
                    <a:pt x="1375942" y="734974"/>
                  </a:lnTo>
                  <a:lnTo>
                    <a:pt x="1379862" y="734974"/>
                  </a:lnTo>
                  <a:lnTo>
                    <a:pt x="1383782" y="734974"/>
                  </a:lnTo>
                  <a:lnTo>
                    <a:pt x="1387702" y="734974"/>
                  </a:lnTo>
                  <a:lnTo>
                    <a:pt x="1391622" y="734974"/>
                  </a:lnTo>
                  <a:lnTo>
                    <a:pt x="1395542" y="734974"/>
                  </a:lnTo>
                  <a:lnTo>
                    <a:pt x="1399462" y="734974"/>
                  </a:lnTo>
                  <a:lnTo>
                    <a:pt x="1403382" y="734974"/>
                  </a:lnTo>
                  <a:lnTo>
                    <a:pt x="1407302" y="734974"/>
                  </a:lnTo>
                  <a:lnTo>
                    <a:pt x="1411222" y="734974"/>
                  </a:lnTo>
                  <a:lnTo>
                    <a:pt x="1415142" y="734974"/>
                  </a:lnTo>
                  <a:lnTo>
                    <a:pt x="1419062" y="734974"/>
                  </a:lnTo>
                  <a:lnTo>
                    <a:pt x="1422982" y="734974"/>
                  </a:lnTo>
                  <a:lnTo>
                    <a:pt x="1426902" y="734974"/>
                  </a:lnTo>
                  <a:lnTo>
                    <a:pt x="1430822" y="734974"/>
                  </a:lnTo>
                  <a:lnTo>
                    <a:pt x="1434743" y="734974"/>
                  </a:lnTo>
                  <a:lnTo>
                    <a:pt x="1438663" y="734974"/>
                  </a:lnTo>
                  <a:lnTo>
                    <a:pt x="1442583" y="734974"/>
                  </a:lnTo>
                  <a:lnTo>
                    <a:pt x="1446503" y="734974"/>
                  </a:lnTo>
                  <a:lnTo>
                    <a:pt x="1450423" y="734974"/>
                  </a:lnTo>
                  <a:lnTo>
                    <a:pt x="1454343" y="734974"/>
                  </a:lnTo>
                  <a:lnTo>
                    <a:pt x="1458263" y="734974"/>
                  </a:lnTo>
                  <a:lnTo>
                    <a:pt x="1462183" y="734974"/>
                  </a:lnTo>
                  <a:lnTo>
                    <a:pt x="1466103" y="734974"/>
                  </a:lnTo>
                  <a:lnTo>
                    <a:pt x="1470023" y="734974"/>
                  </a:lnTo>
                  <a:lnTo>
                    <a:pt x="1473943" y="734974"/>
                  </a:lnTo>
                  <a:lnTo>
                    <a:pt x="1477863" y="734974"/>
                  </a:lnTo>
                  <a:lnTo>
                    <a:pt x="1481783" y="734974"/>
                  </a:lnTo>
                  <a:lnTo>
                    <a:pt x="1485703" y="734974"/>
                  </a:lnTo>
                  <a:lnTo>
                    <a:pt x="1489623" y="734974"/>
                  </a:lnTo>
                  <a:lnTo>
                    <a:pt x="1493543" y="734974"/>
                  </a:lnTo>
                  <a:lnTo>
                    <a:pt x="1497464" y="734974"/>
                  </a:lnTo>
                  <a:lnTo>
                    <a:pt x="1501384" y="734974"/>
                  </a:lnTo>
                  <a:lnTo>
                    <a:pt x="1505304" y="734974"/>
                  </a:lnTo>
                  <a:lnTo>
                    <a:pt x="1509224" y="734974"/>
                  </a:lnTo>
                  <a:lnTo>
                    <a:pt x="1513144" y="734974"/>
                  </a:lnTo>
                  <a:lnTo>
                    <a:pt x="1517064" y="734974"/>
                  </a:lnTo>
                  <a:lnTo>
                    <a:pt x="1520984" y="734974"/>
                  </a:lnTo>
                  <a:lnTo>
                    <a:pt x="1524904" y="734974"/>
                  </a:lnTo>
                  <a:lnTo>
                    <a:pt x="1528824" y="734974"/>
                  </a:lnTo>
                  <a:lnTo>
                    <a:pt x="1532744" y="734974"/>
                  </a:lnTo>
                  <a:lnTo>
                    <a:pt x="1536664" y="734974"/>
                  </a:lnTo>
                  <a:lnTo>
                    <a:pt x="1540584" y="734974"/>
                  </a:lnTo>
                  <a:lnTo>
                    <a:pt x="1544504" y="734974"/>
                  </a:lnTo>
                  <a:lnTo>
                    <a:pt x="1548424" y="734974"/>
                  </a:lnTo>
                  <a:lnTo>
                    <a:pt x="1552344" y="734974"/>
                  </a:lnTo>
                  <a:lnTo>
                    <a:pt x="1556265" y="734974"/>
                  </a:lnTo>
                  <a:lnTo>
                    <a:pt x="1560185" y="734974"/>
                  </a:lnTo>
                  <a:lnTo>
                    <a:pt x="1564105" y="734974"/>
                  </a:lnTo>
                  <a:lnTo>
                    <a:pt x="1568025" y="734974"/>
                  </a:lnTo>
                  <a:lnTo>
                    <a:pt x="1571945" y="734974"/>
                  </a:lnTo>
                  <a:lnTo>
                    <a:pt x="1575865" y="734974"/>
                  </a:lnTo>
                  <a:lnTo>
                    <a:pt x="1579785" y="734974"/>
                  </a:lnTo>
                  <a:lnTo>
                    <a:pt x="1583705" y="734974"/>
                  </a:lnTo>
                  <a:lnTo>
                    <a:pt x="1587625" y="734974"/>
                  </a:lnTo>
                  <a:lnTo>
                    <a:pt x="1591545" y="734974"/>
                  </a:lnTo>
                  <a:lnTo>
                    <a:pt x="1595465" y="734974"/>
                  </a:lnTo>
                  <a:lnTo>
                    <a:pt x="1599385" y="734974"/>
                  </a:lnTo>
                  <a:lnTo>
                    <a:pt x="1603305" y="734974"/>
                  </a:lnTo>
                  <a:lnTo>
                    <a:pt x="1607225" y="734974"/>
                  </a:lnTo>
                  <a:lnTo>
                    <a:pt x="1611145" y="734974"/>
                  </a:lnTo>
                  <a:lnTo>
                    <a:pt x="1615065" y="734974"/>
                  </a:lnTo>
                  <a:lnTo>
                    <a:pt x="1618986" y="734974"/>
                  </a:lnTo>
                  <a:lnTo>
                    <a:pt x="1622906" y="734974"/>
                  </a:lnTo>
                  <a:lnTo>
                    <a:pt x="1626826" y="734974"/>
                  </a:lnTo>
                  <a:lnTo>
                    <a:pt x="1630746" y="734974"/>
                  </a:lnTo>
                  <a:lnTo>
                    <a:pt x="1634666" y="734974"/>
                  </a:lnTo>
                  <a:lnTo>
                    <a:pt x="1638586" y="734974"/>
                  </a:lnTo>
                  <a:lnTo>
                    <a:pt x="1642506" y="734974"/>
                  </a:lnTo>
                  <a:lnTo>
                    <a:pt x="1646426" y="734974"/>
                  </a:lnTo>
                  <a:lnTo>
                    <a:pt x="1650346" y="734974"/>
                  </a:lnTo>
                  <a:lnTo>
                    <a:pt x="1654266" y="734974"/>
                  </a:lnTo>
                  <a:lnTo>
                    <a:pt x="1658186" y="734974"/>
                  </a:lnTo>
                  <a:lnTo>
                    <a:pt x="1662106" y="734974"/>
                  </a:lnTo>
                  <a:lnTo>
                    <a:pt x="1666026" y="734974"/>
                  </a:lnTo>
                  <a:lnTo>
                    <a:pt x="1669946" y="734974"/>
                  </a:lnTo>
                  <a:lnTo>
                    <a:pt x="1673866" y="734974"/>
                  </a:lnTo>
                  <a:lnTo>
                    <a:pt x="1677786" y="734974"/>
                  </a:lnTo>
                  <a:lnTo>
                    <a:pt x="1681707" y="734974"/>
                  </a:lnTo>
                  <a:lnTo>
                    <a:pt x="1685627" y="734974"/>
                  </a:lnTo>
                  <a:lnTo>
                    <a:pt x="1689547" y="734974"/>
                  </a:lnTo>
                  <a:lnTo>
                    <a:pt x="1693467" y="734974"/>
                  </a:lnTo>
                  <a:lnTo>
                    <a:pt x="1697387" y="734974"/>
                  </a:lnTo>
                  <a:lnTo>
                    <a:pt x="1701307" y="734974"/>
                  </a:lnTo>
                  <a:lnTo>
                    <a:pt x="1705227" y="734974"/>
                  </a:lnTo>
                  <a:lnTo>
                    <a:pt x="1709147" y="734974"/>
                  </a:lnTo>
                  <a:lnTo>
                    <a:pt x="1713067" y="734974"/>
                  </a:lnTo>
                  <a:lnTo>
                    <a:pt x="1716987" y="734974"/>
                  </a:lnTo>
                  <a:lnTo>
                    <a:pt x="1720907" y="734974"/>
                  </a:lnTo>
                  <a:lnTo>
                    <a:pt x="1724827" y="734974"/>
                  </a:lnTo>
                  <a:lnTo>
                    <a:pt x="1728747" y="734974"/>
                  </a:lnTo>
                  <a:lnTo>
                    <a:pt x="1732667" y="734974"/>
                  </a:lnTo>
                  <a:lnTo>
                    <a:pt x="1736587" y="734974"/>
                  </a:lnTo>
                  <a:lnTo>
                    <a:pt x="1740507" y="734974"/>
                  </a:lnTo>
                  <a:lnTo>
                    <a:pt x="1744428" y="734974"/>
                  </a:lnTo>
                  <a:lnTo>
                    <a:pt x="1748348" y="734974"/>
                  </a:lnTo>
                  <a:lnTo>
                    <a:pt x="1752268" y="734974"/>
                  </a:lnTo>
                  <a:lnTo>
                    <a:pt x="1756188" y="734974"/>
                  </a:lnTo>
                  <a:lnTo>
                    <a:pt x="1760108" y="734974"/>
                  </a:lnTo>
                  <a:lnTo>
                    <a:pt x="1764028" y="734974"/>
                  </a:lnTo>
                  <a:lnTo>
                    <a:pt x="1767948" y="734974"/>
                  </a:lnTo>
                  <a:lnTo>
                    <a:pt x="1771868" y="734974"/>
                  </a:lnTo>
                  <a:lnTo>
                    <a:pt x="1775788" y="734974"/>
                  </a:lnTo>
                  <a:lnTo>
                    <a:pt x="1779708" y="734974"/>
                  </a:lnTo>
                  <a:lnTo>
                    <a:pt x="1783628" y="734974"/>
                  </a:lnTo>
                  <a:lnTo>
                    <a:pt x="1787548" y="734974"/>
                  </a:lnTo>
                  <a:lnTo>
                    <a:pt x="1791468" y="734974"/>
                  </a:lnTo>
                  <a:lnTo>
                    <a:pt x="1795388" y="734974"/>
                  </a:lnTo>
                  <a:lnTo>
                    <a:pt x="1799308" y="734974"/>
                  </a:lnTo>
                  <a:lnTo>
                    <a:pt x="1803228" y="734974"/>
                  </a:lnTo>
                  <a:lnTo>
                    <a:pt x="1807149" y="734974"/>
                  </a:lnTo>
                  <a:lnTo>
                    <a:pt x="1811069" y="734974"/>
                  </a:lnTo>
                  <a:lnTo>
                    <a:pt x="1814989" y="734974"/>
                  </a:lnTo>
                  <a:lnTo>
                    <a:pt x="1818909" y="734974"/>
                  </a:lnTo>
                  <a:lnTo>
                    <a:pt x="1822829" y="734974"/>
                  </a:lnTo>
                  <a:lnTo>
                    <a:pt x="1826749" y="734974"/>
                  </a:lnTo>
                  <a:lnTo>
                    <a:pt x="1830669" y="734974"/>
                  </a:lnTo>
                  <a:lnTo>
                    <a:pt x="1834589" y="734974"/>
                  </a:lnTo>
                  <a:lnTo>
                    <a:pt x="1838509" y="734974"/>
                  </a:lnTo>
                  <a:lnTo>
                    <a:pt x="1842429" y="734974"/>
                  </a:lnTo>
                  <a:lnTo>
                    <a:pt x="1846349" y="734974"/>
                  </a:lnTo>
                  <a:lnTo>
                    <a:pt x="1850269" y="734974"/>
                  </a:lnTo>
                  <a:lnTo>
                    <a:pt x="1854189" y="734974"/>
                  </a:lnTo>
                  <a:lnTo>
                    <a:pt x="1858109" y="734974"/>
                  </a:lnTo>
                  <a:lnTo>
                    <a:pt x="1862029" y="734974"/>
                  </a:lnTo>
                  <a:lnTo>
                    <a:pt x="1865949" y="734974"/>
                  </a:lnTo>
                  <a:lnTo>
                    <a:pt x="1869870" y="734974"/>
                  </a:lnTo>
                  <a:lnTo>
                    <a:pt x="1873790" y="734974"/>
                  </a:lnTo>
                  <a:lnTo>
                    <a:pt x="1877710" y="734974"/>
                  </a:lnTo>
                  <a:lnTo>
                    <a:pt x="1881630" y="734974"/>
                  </a:lnTo>
                  <a:lnTo>
                    <a:pt x="1885550" y="734974"/>
                  </a:lnTo>
                  <a:lnTo>
                    <a:pt x="1889470" y="734974"/>
                  </a:lnTo>
                  <a:lnTo>
                    <a:pt x="1893390" y="734974"/>
                  </a:lnTo>
                  <a:lnTo>
                    <a:pt x="1897310" y="734974"/>
                  </a:lnTo>
                  <a:lnTo>
                    <a:pt x="1901230" y="734974"/>
                  </a:lnTo>
                  <a:lnTo>
                    <a:pt x="1905150" y="734974"/>
                  </a:lnTo>
                  <a:lnTo>
                    <a:pt x="1909070" y="734974"/>
                  </a:lnTo>
                  <a:lnTo>
                    <a:pt x="1912990" y="734974"/>
                  </a:lnTo>
                  <a:lnTo>
                    <a:pt x="1916910" y="734974"/>
                  </a:lnTo>
                  <a:lnTo>
                    <a:pt x="1920830" y="734974"/>
                  </a:lnTo>
                  <a:lnTo>
                    <a:pt x="1924750" y="734974"/>
                  </a:lnTo>
                  <a:lnTo>
                    <a:pt x="1928670" y="734974"/>
                  </a:lnTo>
                  <a:lnTo>
                    <a:pt x="1932591" y="734974"/>
                  </a:lnTo>
                  <a:lnTo>
                    <a:pt x="1936511" y="734974"/>
                  </a:lnTo>
                  <a:lnTo>
                    <a:pt x="1940431" y="734974"/>
                  </a:lnTo>
                  <a:lnTo>
                    <a:pt x="1944351" y="734974"/>
                  </a:lnTo>
                  <a:lnTo>
                    <a:pt x="1948271" y="734974"/>
                  </a:lnTo>
                  <a:lnTo>
                    <a:pt x="1952191" y="734974"/>
                  </a:lnTo>
                  <a:lnTo>
                    <a:pt x="1956111" y="734974"/>
                  </a:lnTo>
                  <a:lnTo>
                    <a:pt x="1960031" y="734974"/>
                  </a:lnTo>
                  <a:lnTo>
                    <a:pt x="1963951" y="734974"/>
                  </a:lnTo>
                  <a:lnTo>
                    <a:pt x="1967871" y="734974"/>
                  </a:lnTo>
                  <a:lnTo>
                    <a:pt x="1971791" y="734974"/>
                  </a:lnTo>
                  <a:lnTo>
                    <a:pt x="1975711" y="734974"/>
                  </a:lnTo>
                  <a:lnTo>
                    <a:pt x="1979631" y="734974"/>
                  </a:lnTo>
                  <a:lnTo>
                    <a:pt x="1983551" y="734974"/>
                  </a:lnTo>
                  <a:lnTo>
                    <a:pt x="1987471" y="734974"/>
                  </a:lnTo>
                  <a:lnTo>
                    <a:pt x="1991391" y="734974"/>
                  </a:lnTo>
                  <a:lnTo>
                    <a:pt x="1995312" y="734974"/>
                  </a:lnTo>
                  <a:lnTo>
                    <a:pt x="1999232" y="734974"/>
                  </a:lnTo>
                  <a:lnTo>
                    <a:pt x="2003152" y="734974"/>
                  </a:lnTo>
                  <a:lnTo>
                    <a:pt x="1999232" y="734974"/>
                  </a:lnTo>
                  <a:lnTo>
                    <a:pt x="1995312" y="734974"/>
                  </a:lnTo>
                  <a:lnTo>
                    <a:pt x="1991391" y="734974"/>
                  </a:lnTo>
                  <a:lnTo>
                    <a:pt x="1987471" y="734974"/>
                  </a:lnTo>
                  <a:lnTo>
                    <a:pt x="1983551" y="734974"/>
                  </a:lnTo>
                  <a:lnTo>
                    <a:pt x="1979631" y="734974"/>
                  </a:lnTo>
                  <a:lnTo>
                    <a:pt x="1975711" y="734974"/>
                  </a:lnTo>
                  <a:lnTo>
                    <a:pt x="1971791" y="734974"/>
                  </a:lnTo>
                  <a:lnTo>
                    <a:pt x="1967871" y="734974"/>
                  </a:lnTo>
                  <a:lnTo>
                    <a:pt x="1963951" y="734974"/>
                  </a:lnTo>
                  <a:lnTo>
                    <a:pt x="1960031" y="734974"/>
                  </a:lnTo>
                  <a:lnTo>
                    <a:pt x="1956111" y="734974"/>
                  </a:lnTo>
                  <a:lnTo>
                    <a:pt x="1952191" y="734974"/>
                  </a:lnTo>
                  <a:lnTo>
                    <a:pt x="1948271" y="734974"/>
                  </a:lnTo>
                  <a:lnTo>
                    <a:pt x="1944351" y="734974"/>
                  </a:lnTo>
                  <a:lnTo>
                    <a:pt x="1940431" y="734974"/>
                  </a:lnTo>
                  <a:lnTo>
                    <a:pt x="1936511" y="734974"/>
                  </a:lnTo>
                  <a:lnTo>
                    <a:pt x="1932591" y="734974"/>
                  </a:lnTo>
                  <a:lnTo>
                    <a:pt x="1928670" y="734974"/>
                  </a:lnTo>
                  <a:lnTo>
                    <a:pt x="1924750" y="734974"/>
                  </a:lnTo>
                  <a:lnTo>
                    <a:pt x="1920830" y="734974"/>
                  </a:lnTo>
                  <a:lnTo>
                    <a:pt x="1916910" y="734974"/>
                  </a:lnTo>
                  <a:lnTo>
                    <a:pt x="1912990" y="734974"/>
                  </a:lnTo>
                  <a:lnTo>
                    <a:pt x="1909070" y="734974"/>
                  </a:lnTo>
                  <a:lnTo>
                    <a:pt x="1905150" y="734974"/>
                  </a:lnTo>
                  <a:lnTo>
                    <a:pt x="1901230" y="734974"/>
                  </a:lnTo>
                  <a:lnTo>
                    <a:pt x="1897310" y="734974"/>
                  </a:lnTo>
                  <a:lnTo>
                    <a:pt x="1893390" y="734974"/>
                  </a:lnTo>
                  <a:lnTo>
                    <a:pt x="1889470" y="734974"/>
                  </a:lnTo>
                  <a:lnTo>
                    <a:pt x="1885550" y="734974"/>
                  </a:lnTo>
                  <a:lnTo>
                    <a:pt x="1881630" y="734974"/>
                  </a:lnTo>
                  <a:lnTo>
                    <a:pt x="1877710" y="734974"/>
                  </a:lnTo>
                  <a:lnTo>
                    <a:pt x="1873790" y="734974"/>
                  </a:lnTo>
                  <a:lnTo>
                    <a:pt x="1869870" y="734974"/>
                  </a:lnTo>
                  <a:lnTo>
                    <a:pt x="1865949" y="734974"/>
                  </a:lnTo>
                  <a:lnTo>
                    <a:pt x="1862029" y="734974"/>
                  </a:lnTo>
                  <a:lnTo>
                    <a:pt x="1858109" y="734974"/>
                  </a:lnTo>
                  <a:lnTo>
                    <a:pt x="1854189" y="734974"/>
                  </a:lnTo>
                  <a:lnTo>
                    <a:pt x="1850269" y="734974"/>
                  </a:lnTo>
                  <a:lnTo>
                    <a:pt x="1846349" y="734974"/>
                  </a:lnTo>
                  <a:lnTo>
                    <a:pt x="1842429" y="734974"/>
                  </a:lnTo>
                  <a:lnTo>
                    <a:pt x="1838509" y="734974"/>
                  </a:lnTo>
                  <a:lnTo>
                    <a:pt x="1834589" y="734974"/>
                  </a:lnTo>
                  <a:lnTo>
                    <a:pt x="1830669" y="734974"/>
                  </a:lnTo>
                  <a:lnTo>
                    <a:pt x="1826749" y="734974"/>
                  </a:lnTo>
                  <a:lnTo>
                    <a:pt x="1822829" y="734974"/>
                  </a:lnTo>
                  <a:lnTo>
                    <a:pt x="1818909" y="734974"/>
                  </a:lnTo>
                  <a:lnTo>
                    <a:pt x="1814989" y="734974"/>
                  </a:lnTo>
                  <a:lnTo>
                    <a:pt x="1811069" y="734974"/>
                  </a:lnTo>
                  <a:lnTo>
                    <a:pt x="1807149" y="734974"/>
                  </a:lnTo>
                  <a:lnTo>
                    <a:pt x="1803228" y="734974"/>
                  </a:lnTo>
                  <a:lnTo>
                    <a:pt x="1799308" y="734974"/>
                  </a:lnTo>
                  <a:lnTo>
                    <a:pt x="1795388" y="734974"/>
                  </a:lnTo>
                  <a:lnTo>
                    <a:pt x="1791468" y="734974"/>
                  </a:lnTo>
                  <a:lnTo>
                    <a:pt x="1787548" y="734974"/>
                  </a:lnTo>
                  <a:lnTo>
                    <a:pt x="1783628" y="734974"/>
                  </a:lnTo>
                  <a:lnTo>
                    <a:pt x="1779708" y="734974"/>
                  </a:lnTo>
                  <a:lnTo>
                    <a:pt x="1775788" y="734974"/>
                  </a:lnTo>
                  <a:lnTo>
                    <a:pt x="1771868" y="734974"/>
                  </a:lnTo>
                  <a:lnTo>
                    <a:pt x="1767948" y="734974"/>
                  </a:lnTo>
                  <a:lnTo>
                    <a:pt x="1764028" y="734974"/>
                  </a:lnTo>
                  <a:lnTo>
                    <a:pt x="1760108" y="734974"/>
                  </a:lnTo>
                  <a:lnTo>
                    <a:pt x="1756188" y="734974"/>
                  </a:lnTo>
                  <a:lnTo>
                    <a:pt x="1752268" y="734974"/>
                  </a:lnTo>
                  <a:lnTo>
                    <a:pt x="1748348" y="734974"/>
                  </a:lnTo>
                  <a:lnTo>
                    <a:pt x="1744428" y="734974"/>
                  </a:lnTo>
                  <a:lnTo>
                    <a:pt x="1740507" y="734974"/>
                  </a:lnTo>
                  <a:lnTo>
                    <a:pt x="1736587" y="734974"/>
                  </a:lnTo>
                  <a:lnTo>
                    <a:pt x="1732667" y="734974"/>
                  </a:lnTo>
                  <a:lnTo>
                    <a:pt x="1728747" y="734974"/>
                  </a:lnTo>
                  <a:lnTo>
                    <a:pt x="1724827" y="734974"/>
                  </a:lnTo>
                  <a:lnTo>
                    <a:pt x="1720907" y="734974"/>
                  </a:lnTo>
                  <a:lnTo>
                    <a:pt x="1716987" y="734974"/>
                  </a:lnTo>
                  <a:lnTo>
                    <a:pt x="1713067" y="734974"/>
                  </a:lnTo>
                  <a:lnTo>
                    <a:pt x="1709147" y="734974"/>
                  </a:lnTo>
                  <a:lnTo>
                    <a:pt x="1705227" y="734974"/>
                  </a:lnTo>
                  <a:lnTo>
                    <a:pt x="1701307" y="734974"/>
                  </a:lnTo>
                  <a:lnTo>
                    <a:pt x="1697387" y="734974"/>
                  </a:lnTo>
                  <a:lnTo>
                    <a:pt x="1693467" y="734974"/>
                  </a:lnTo>
                  <a:lnTo>
                    <a:pt x="1689547" y="734974"/>
                  </a:lnTo>
                  <a:lnTo>
                    <a:pt x="1685627" y="734974"/>
                  </a:lnTo>
                  <a:lnTo>
                    <a:pt x="1681707" y="734974"/>
                  </a:lnTo>
                  <a:lnTo>
                    <a:pt x="1677786" y="734974"/>
                  </a:lnTo>
                  <a:lnTo>
                    <a:pt x="1673866" y="734974"/>
                  </a:lnTo>
                  <a:lnTo>
                    <a:pt x="1669946" y="734974"/>
                  </a:lnTo>
                  <a:lnTo>
                    <a:pt x="1666026" y="734974"/>
                  </a:lnTo>
                  <a:lnTo>
                    <a:pt x="1662106" y="734974"/>
                  </a:lnTo>
                  <a:lnTo>
                    <a:pt x="1658186" y="734974"/>
                  </a:lnTo>
                  <a:lnTo>
                    <a:pt x="1654266" y="734974"/>
                  </a:lnTo>
                  <a:lnTo>
                    <a:pt x="1650346" y="734974"/>
                  </a:lnTo>
                  <a:lnTo>
                    <a:pt x="1646426" y="734974"/>
                  </a:lnTo>
                  <a:lnTo>
                    <a:pt x="1642506" y="734974"/>
                  </a:lnTo>
                  <a:lnTo>
                    <a:pt x="1638586" y="734974"/>
                  </a:lnTo>
                  <a:lnTo>
                    <a:pt x="1634666" y="734974"/>
                  </a:lnTo>
                  <a:lnTo>
                    <a:pt x="1630746" y="734974"/>
                  </a:lnTo>
                  <a:lnTo>
                    <a:pt x="1626826" y="734974"/>
                  </a:lnTo>
                  <a:lnTo>
                    <a:pt x="1622906" y="734974"/>
                  </a:lnTo>
                  <a:lnTo>
                    <a:pt x="1618986" y="734974"/>
                  </a:lnTo>
                  <a:lnTo>
                    <a:pt x="1615065" y="734974"/>
                  </a:lnTo>
                  <a:lnTo>
                    <a:pt x="1611145" y="734974"/>
                  </a:lnTo>
                  <a:lnTo>
                    <a:pt x="1607225" y="734974"/>
                  </a:lnTo>
                  <a:lnTo>
                    <a:pt x="1603305" y="734974"/>
                  </a:lnTo>
                  <a:lnTo>
                    <a:pt x="1599385" y="734974"/>
                  </a:lnTo>
                  <a:lnTo>
                    <a:pt x="1595465" y="734974"/>
                  </a:lnTo>
                  <a:lnTo>
                    <a:pt x="1591545" y="734974"/>
                  </a:lnTo>
                  <a:lnTo>
                    <a:pt x="1587625" y="734974"/>
                  </a:lnTo>
                  <a:lnTo>
                    <a:pt x="1583705" y="734974"/>
                  </a:lnTo>
                  <a:lnTo>
                    <a:pt x="1579785" y="734974"/>
                  </a:lnTo>
                  <a:lnTo>
                    <a:pt x="1575865" y="734974"/>
                  </a:lnTo>
                  <a:lnTo>
                    <a:pt x="1571945" y="734974"/>
                  </a:lnTo>
                  <a:lnTo>
                    <a:pt x="1568025" y="734974"/>
                  </a:lnTo>
                  <a:lnTo>
                    <a:pt x="1564105" y="734974"/>
                  </a:lnTo>
                  <a:lnTo>
                    <a:pt x="1560185" y="734974"/>
                  </a:lnTo>
                  <a:lnTo>
                    <a:pt x="1556265" y="734974"/>
                  </a:lnTo>
                  <a:lnTo>
                    <a:pt x="1552344" y="734974"/>
                  </a:lnTo>
                  <a:lnTo>
                    <a:pt x="1548424" y="734974"/>
                  </a:lnTo>
                  <a:lnTo>
                    <a:pt x="1544504" y="734974"/>
                  </a:lnTo>
                  <a:lnTo>
                    <a:pt x="1540584" y="734974"/>
                  </a:lnTo>
                  <a:lnTo>
                    <a:pt x="1536664" y="734974"/>
                  </a:lnTo>
                  <a:lnTo>
                    <a:pt x="1532744" y="734974"/>
                  </a:lnTo>
                  <a:lnTo>
                    <a:pt x="1528824" y="734974"/>
                  </a:lnTo>
                  <a:lnTo>
                    <a:pt x="1524904" y="734974"/>
                  </a:lnTo>
                  <a:lnTo>
                    <a:pt x="1520984" y="734974"/>
                  </a:lnTo>
                  <a:lnTo>
                    <a:pt x="1517064" y="734974"/>
                  </a:lnTo>
                  <a:lnTo>
                    <a:pt x="1513144" y="734974"/>
                  </a:lnTo>
                  <a:lnTo>
                    <a:pt x="1509224" y="734974"/>
                  </a:lnTo>
                  <a:lnTo>
                    <a:pt x="1505304" y="734974"/>
                  </a:lnTo>
                  <a:lnTo>
                    <a:pt x="1501384" y="734974"/>
                  </a:lnTo>
                  <a:lnTo>
                    <a:pt x="1497464" y="734974"/>
                  </a:lnTo>
                  <a:lnTo>
                    <a:pt x="1493543" y="734974"/>
                  </a:lnTo>
                  <a:lnTo>
                    <a:pt x="1489623" y="734974"/>
                  </a:lnTo>
                  <a:lnTo>
                    <a:pt x="1485703" y="734974"/>
                  </a:lnTo>
                  <a:lnTo>
                    <a:pt x="1481783" y="734974"/>
                  </a:lnTo>
                  <a:lnTo>
                    <a:pt x="1477863" y="734974"/>
                  </a:lnTo>
                  <a:lnTo>
                    <a:pt x="1473943" y="734974"/>
                  </a:lnTo>
                  <a:lnTo>
                    <a:pt x="1470023" y="734974"/>
                  </a:lnTo>
                  <a:lnTo>
                    <a:pt x="1466103" y="734974"/>
                  </a:lnTo>
                  <a:lnTo>
                    <a:pt x="1462183" y="734974"/>
                  </a:lnTo>
                  <a:lnTo>
                    <a:pt x="1458263" y="734974"/>
                  </a:lnTo>
                  <a:lnTo>
                    <a:pt x="1454343" y="734974"/>
                  </a:lnTo>
                  <a:lnTo>
                    <a:pt x="1450423" y="734974"/>
                  </a:lnTo>
                  <a:lnTo>
                    <a:pt x="1446503" y="734974"/>
                  </a:lnTo>
                  <a:lnTo>
                    <a:pt x="1442583" y="734974"/>
                  </a:lnTo>
                  <a:lnTo>
                    <a:pt x="1438663" y="734974"/>
                  </a:lnTo>
                  <a:lnTo>
                    <a:pt x="1434743" y="734974"/>
                  </a:lnTo>
                  <a:lnTo>
                    <a:pt x="1430822" y="734974"/>
                  </a:lnTo>
                  <a:lnTo>
                    <a:pt x="1426902" y="734974"/>
                  </a:lnTo>
                  <a:lnTo>
                    <a:pt x="1422982" y="734974"/>
                  </a:lnTo>
                  <a:lnTo>
                    <a:pt x="1419062" y="734974"/>
                  </a:lnTo>
                  <a:lnTo>
                    <a:pt x="1415142" y="734974"/>
                  </a:lnTo>
                  <a:lnTo>
                    <a:pt x="1411222" y="734974"/>
                  </a:lnTo>
                  <a:lnTo>
                    <a:pt x="1407302" y="734974"/>
                  </a:lnTo>
                  <a:lnTo>
                    <a:pt x="1403382" y="734974"/>
                  </a:lnTo>
                  <a:lnTo>
                    <a:pt x="1399462" y="734974"/>
                  </a:lnTo>
                  <a:lnTo>
                    <a:pt x="1395542" y="734974"/>
                  </a:lnTo>
                  <a:lnTo>
                    <a:pt x="1391622" y="734974"/>
                  </a:lnTo>
                  <a:lnTo>
                    <a:pt x="1387702" y="734974"/>
                  </a:lnTo>
                  <a:lnTo>
                    <a:pt x="1383782" y="734974"/>
                  </a:lnTo>
                  <a:lnTo>
                    <a:pt x="1379862" y="734974"/>
                  </a:lnTo>
                  <a:lnTo>
                    <a:pt x="1375942" y="734974"/>
                  </a:lnTo>
                  <a:lnTo>
                    <a:pt x="1372022" y="734974"/>
                  </a:lnTo>
                  <a:lnTo>
                    <a:pt x="1368101" y="734974"/>
                  </a:lnTo>
                  <a:lnTo>
                    <a:pt x="1364181" y="734974"/>
                  </a:lnTo>
                  <a:lnTo>
                    <a:pt x="1360261" y="734974"/>
                  </a:lnTo>
                  <a:lnTo>
                    <a:pt x="1356341" y="734974"/>
                  </a:lnTo>
                  <a:lnTo>
                    <a:pt x="1352421" y="734974"/>
                  </a:lnTo>
                  <a:lnTo>
                    <a:pt x="1348501" y="734974"/>
                  </a:lnTo>
                  <a:lnTo>
                    <a:pt x="1344581" y="734974"/>
                  </a:lnTo>
                  <a:lnTo>
                    <a:pt x="1340661" y="734974"/>
                  </a:lnTo>
                  <a:lnTo>
                    <a:pt x="1336741" y="734974"/>
                  </a:lnTo>
                  <a:lnTo>
                    <a:pt x="1332821" y="734974"/>
                  </a:lnTo>
                  <a:lnTo>
                    <a:pt x="1328901" y="734974"/>
                  </a:lnTo>
                  <a:lnTo>
                    <a:pt x="1324981" y="734974"/>
                  </a:lnTo>
                  <a:lnTo>
                    <a:pt x="1321061" y="734974"/>
                  </a:lnTo>
                  <a:lnTo>
                    <a:pt x="1317141" y="734974"/>
                  </a:lnTo>
                  <a:lnTo>
                    <a:pt x="1313221" y="734974"/>
                  </a:lnTo>
                  <a:lnTo>
                    <a:pt x="1309301" y="734974"/>
                  </a:lnTo>
                  <a:lnTo>
                    <a:pt x="1305380" y="734974"/>
                  </a:lnTo>
                  <a:lnTo>
                    <a:pt x="1301460" y="734974"/>
                  </a:lnTo>
                  <a:lnTo>
                    <a:pt x="1297540" y="734974"/>
                  </a:lnTo>
                  <a:lnTo>
                    <a:pt x="1293620" y="734974"/>
                  </a:lnTo>
                  <a:lnTo>
                    <a:pt x="1289700" y="734974"/>
                  </a:lnTo>
                  <a:lnTo>
                    <a:pt x="1285780" y="734974"/>
                  </a:lnTo>
                  <a:lnTo>
                    <a:pt x="1281860" y="734974"/>
                  </a:lnTo>
                  <a:lnTo>
                    <a:pt x="1277940" y="734974"/>
                  </a:lnTo>
                  <a:lnTo>
                    <a:pt x="1274020" y="734974"/>
                  </a:lnTo>
                  <a:lnTo>
                    <a:pt x="1270100" y="734974"/>
                  </a:lnTo>
                  <a:lnTo>
                    <a:pt x="1266180" y="734974"/>
                  </a:lnTo>
                  <a:lnTo>
                    <a:pt x="1262260" y="734974"/>
                  </a:lnTo>
                  <a:lnTo>
                    <a:pt x="1258340" y="734974"/>
                  </a:lnTo>
                  <a:lnTo>
                    <a:pt x="1254420" y="734974"/>
                  </a:lnTo>
                  <a:lnTo>
                    <a:pt x="1250500" y="734974"/>
                  </a:lnTo>
                  <a:lnTo>
                    <a:pt x="1246580" y="734974"/>
                  </a:lnTo>
                  <a:lnTo>
                    <a:pt x="1242659" y="734974"/>
                  </a:lnTo>
                  <a:lnTo>
                    <a:pt x="1238739" y="734974"/>
                  </a:lnTo>
                  <a:lnTo>
                    <a:pt x="1234819" y="734974"/>
                  </a:lnTo>
                  <a:lnTo>
                    <a:pt x="1230899" y="734974"/>
                  </a:lnTo>
                  <a:lnTo>
                    <a:pt x="1226979" y="734974"/>
                  </a:lnTo>
                  <a:lnTo>
                    <a:pt x="1223059" y="734974"/>
                  </a:lnTo>
                  <a:lnTo>
                    <a:pt x="1219139" y="734974"/>
                  </a:lnTo>
                  <a:lnTo>
                    <a:pt x="1215219" y="734974"/>
                  </a:lnTo>
                  <a:lnTo>
                    <a:pt x="1211299" y="734974"/>
                  </a:lnTo>
                  <a:lnTo>
                    <a:pt x="1207379" y="734974"/>
                  </a:lnTo>
                  <a:lnTo>
                    <a:pt x="1203459" y="734974"/>
                  </a:lnTo>
                  <a:lnTo>
                    <a:pt x="1199539" y="734974"/>
                  </a:lnTo>
                  <a:lnTo>
                    <a:pt x="1195619" y="734974"/>
                  </a:lnTo>
                  <a:lnTo>
                    <a:pt x="1191699" y="734974"/>
                  </a:lnTo>
                  <a:lnTo>
                    <a:pt x="1187779" y="734974"/>
                  </a:lnTo>
                  <a:lnTo>
                    <a:pt x="1183859" y="734974"/>
                  </a:lnTo>
                  <a:lnTo>
                    <a:pt x="1179938" y="734974"/>
                  </a:lnTo>
                  <a:lnTo>
                    <a:pt x="1176018" y="734974"/>
                  </a:lnTo>
                  <a:lnTo>
                    <a:pt x="1172098" y="734974"/>
                  </a:lnTo>
                  <a:lnTo>
                    <a:pt x="1168178" y="734974"/>
                  </a:lnTo>
                  <a:lnTo>
                    <a:pt x="1164258" y="734974"/>
                  </a:lnTo>
                  <a:lnTo>
                    <a:pt x="1160338" y="734974"/>
                  </a:lnTo>
                  <a:lnTo>
                    <a:pt x="1156418" y="734974"/>
                  </a:lnTo>
                  <a:lnTo>
                    <a:pt x="1152498" y="734974"/>
                  </a:lnTo>
                  <a:lnTo>
                    <a:pt x="1148578" y="734974"/>
                  </a:lnTo>
                  <a:lnTo>
                    <a:pt x="1144658" y="734974"/>
                  </a:lnTo>
                  <a:lnTo>
                    <a:pt x="1140738" y="734974"/>
                  </a:lnTo>
                  <a:lnTo>
                    <a:pt x="1136818" y="734974"/>
                  </a:lnTo>
                  <a:lnTo>
                    <a:pt x="1132898" y="734974"/>
                  </a:lnTo>
                  <a:lnTo>
                    <a:pt x="1128978" y="734974"/>
                  </a:lnTo>
                  <a:lnTo>
                    <a:pt x="1125058" y="734974"/>
                  </a:lnTo>
                  <a:lnTo>
                    <a:pt x="1121138" y="734974"/>
                  </a:lnTo>
                  <a:lnTo>
                    <a:pt x="1117217" y="734974"/>
                  </a:lnTo>
                  <a:lnTo>
                    <a:pt x="1113297" y="734974"/>
                  </a:lnTo>
                  <a:lnTo>
                    <a:pt x="1109377" y="734974"/>
                  </a:lnTo>
                  <a:lnTo>
                    <a:pt x="1105457" y="734974"/>
                  </a:lnTo>
                  <a:lnTo>
                    <a:pt x="1101537" y="734974"/>
                  </a:lnTo>
                  <a:lnTo>
                    <a:pt x="1097617" y="734974"/>
                  </a:lnTo>
                  <a:lnTo>
                    <a:pt x="1093697" y="734974"/>
                  </a:lnTo>
                  <a:lnTo>
                    <a:pt x="1089777" y="734974"/>
                  </a:lnTo>
                  <a:lnTo>
                    <a:pt x="1085857" y="734974"/>
                  </a:lnTo>
                  <a:lnTo>
                    <a:pt x="1081937" y="734974"/>
                  </a:lnTo>
                  <a:lnTo>
                    <a:pt x="1078017" y="734974"/>
                  </a:lnTo>
                  <a:lnTo>
                    <a:pt x="1074097" y="734974"/>
                  </a:lnTo>
                  <a:lnTo>
                    <a:pt x="1070177" y="734974"/>
                  </a:lnTo>
                  <a:lnTo>
                    <a:pt x="1066257" y="734974"/>
                  </a:lnTo>
                  <a:lnTo>
                    <a:pt x="1062337" y="734974"/>
                  </a:lnTo>
                  <a:lnTo>
                    <a:pt x="1058417" y="734974"/>
                  </a:lnTo>
                  <a:lnTo>
                    <a:pt x="1054496" y="734974"/>
                  </a:lnTo>
                  <a:lnTo>
                    <a:pt x="1050576" y="734974"/>
                  </a:lnTo>
                  <a:lnTo>
                    <a:pt x="1046656" y="734974"/>
                  </a:lnTo>
                  <a:lnTo>
                    <a:pt x="1042736" y="734974"/>
                  </a:lnTo>
                  <a:lnTo>
                    <a:pt x="1038816" y="734974"/>
                  </a:lnTo>
                  <a:lnTo>
                    <a:pt x="1034896" y="734974"/>
                  </a:lnTo>
                  <a:lnTo>
                    <a:pt x="1030976" y="734974"/>
                  </a:lnTo>
                  <a:lnTo>
                    <a:pt x="1027056" y="734974"/>
                  </a:lnTo>
                  <a:lnTo>
                    <a:pt x="1023136" y="734974"/>
                  </a:lnTo>
                  <a:lnTo>
                    <a:pt x="1019216" y="734974"/>
                  </a:lnTo>
                  <a:lnTo>
                    <a:pt x="1015296" y="734974"/>
                  </a:lnTo>
                  <a:lnTo>
                    <a:pt x="1011376" y="734974"/>
                  </a:lnTo>
                  <a:lnTo>
                    <a:pt x="1007456" y="734974"/>
                  </a:lnTo>
                  <a:lnTo>
                    <a:pt x="1003536" y="734974"/>
                  </a:lnTo>
                  <a:lnTo>
                    <a:pt x="999616" y="734974"/>
                  </a:lnTo>
                  <a:lnTo>
                    <a:pt x="995695" y="734974"/>
                  </a:lnTo>
                  <a:lnTo>
                    <a:pt x="991775" y="734974"/>
                  </a:lnTo>
                  <a:lnTo>
                    <a:pt x="987855" y="734974"/>
                  </a:lnTo>
                  <a:lnTo>
                    <a:pt x="983935" y="734974"/>
                  </a:lnTo>
                  <a:lnTo>
                    <a:pt x="980015" y="734974"/>
                  </a:lnTo>
                  <a:lnTo>
                    <a:pt x="976095" y="734974"/>
                  </a:lnTo>
                  <a:lnTo>
                    <a:pt x="972175" y="734974"/>
                  </a:lnTo>
                  <a:lnTo>
                    <a:pt x="968255" y="734974"/>
                  </a:lnTo>
                  <a:lnTo>
                    <a:pt x="964335" y="734974"/>
                  </a:lnTo>
                  <a:lnTo>
                    <a:pt x="960415" y="734974"/>
                  </a:lnTo>
                  <a:lnTo>
                    <a:pt x="956495" y="734974"/>
                  </a:lnTo>
                  <a:lnTo>
                    <a:pt x="952575" y="734974"/>
                  </a:lnTo>
                  <a:lnTo>
                    <a:pt x="948655" y="734974"/>
                  </a:lnTo>
                  <a:lnTo>
                    <a:pt x="944735" y="734974"/>
                  </a:lnTo>
                  <a:lnTo>
                    <a:pt x="940815" y="734974"/>
                  </a:lnTo>
                  <a:lnTo>
                    <a:pt x="936895" y="734974"/>
                  </a:lnTo>
                  <a:lnTo>
                    <a:pt x="932974" y="734974"/>
                  </a:lnTo>
                  <a:lnTo>
                    <a:pt x="929054" y="734974"/>
                  </a:lnTo>
                  <a:lnTo>
                    <a:pt x="925134" y="734974"/>
                  </a:lnTo>
                  <a:lnTo>
                    <a:pt x="921214" y="734974"/>
                  </a:lnTo>
                  <a:lnTo>
                    <a:pt x="917294" y="734974"/>
                  </a:lnTo>
                  <a:lnTo>
                    <a:pt x="913374" y="734974"/>
                  </a:lnTo>
                  <a:lnTo>
                    <a:pt x="909454" y="734974"/>
                  </a:lnTo>
                  <a:lnTo>
                    <a:pt x="905534" y="734974"/>
                  </a:lnTo>
                  <a:lnTo>
                    <a:pt x="901614" y="734974"/>
                  </a:lnTo>
                  <a:lnTo>
                    <a:pt x="897694" y="734974"/>
                  </a:lnTo>
                  <a:lnTo>
                    <a:pt x="893774" y="734974"/>
                  </a:lnTo>
                  <a:lnTo>
                    <a:pt x="889854" y="734974"/>
                  </a:lnTo>
                  <a:lnTo>
                    <a:pt x="885934" y="734974"/>
                  </a:lnTo>
                  <a:lnTo>
                    <a:pt x="882014" y="734974"/>
                  </a:lnTo>
                  <a:lnTo>
                    <a:pt x="878094" y="734974"/>
                  </a:lnTo>
                  <a:lnTo>
                    <a:pt x="874174" y="734974"/>
                  </a:lnTo>
                  <a:lnTo>
                    <a:pt x="870253" y="734974"/>
                  </a:lnTo>
                  <a:lnTo>
                    <a:pt x="866333" y="734974"/>
                  </a:lnTo>
                  <a:lnTo>
                    <a:pt x="862413" y="734974"/>
                  </a:lnTo>
                  <a:lnTo>
                    <a:pt x="858493" y="734974"/>
                  </a:lnTo>
                  <a:lnTo>
                    <a:pt x="854573" y="734974"/>
                  </a:lnTo>
                  <a:lnTo>
                    <a:pt x="850653" y="734974"/>
                  </a:lnTo>
                  <a:lnTo>
                    <a:pt x="846733" y="734974"/>
                  </a:lnTo>
                  <a:lnTo>
                    <a:pt x="842813" y="734974"/>
                  </a:lnTo>
                  <a:lnTo>
                    <a:pt x="838893" y="734974"/>
                  </a:lnTo>
                  <a:lnTo>
                    <a:pt x="834973" y="734974"/>
                  </a:lnTo>
                  <a:lnTo>
                    <a:pt x="831053" y="734974"/>
                  </a:lnTo>
                  <a:lnTo>
                    <a:pt x="827133" y="734974"/>
                  </a:lnTo>
                  <a:lnTo>
                    <a:pt x="823213" y="734974"/>
                  </a:lnTo>
                  <a:lnTo>
                    <a:pt x="819293" y="734974"/>
                  </a:lnTo>
                  <a:lnTo>
                    <a:pt x="815373" y="734974"/>
                  </a:lnTo>
                  <a:lnTo>
                    <a:pt x="811453" y="734974"/>
                  </a:lnTo>
                  <a:lnTo>
                    <a:pt x="807532" y="734974"/>
                  </a:lnTo>
                  <a:lnTo>
                    <a:pt x="803612" y="734974"/>
                  </a:lnTo>
                  <a:lnTo>
                    <a:pt x="799692" y="734974"/>
                  </a:lnTo>
                  <a:lnTo>
                    <a:pt x="795772" y="734974"/>
                  </a:lnTo>
                  <a:lnTo>
                    <a:pt x="791852" y="734974"/>
                  </a:lnTo>
                  <a:lnTo>
                    <a:pt x="787932" y="734974"/>
                  </a:lnTo>
                  <a:lnTo>
                    <a:pt x="784012" y="734974"/>
                  </a:lnTo>
                  <a:lnTo>
                    <a:pt x="780092" y="734974"/>
                  </a:lnTo>
                  <a:lnTo>
                    <a:pt x="776172" y="734974"/>
                  </a:lnTo>
                  <a:lnTo>
                    <a:pt x="772252" y="734974"/>
                  </a:lnTo>
                  <a:lnTo>
                    <a:pt x="768332" y="734974"/>
                  </a:lnTo>
                  <a:lnTo>
                    <a:pt x="764412" y="734974"/>
                  </a:lnTo>
                  <a:lnTo>
                    <a:pt x="760492" y="734974"/>
                  </a:lnTo>
                  <a:lnTo>
                    <a:pt x="756572" y="734974"/>
                  </a:lnTo>
                  <a:lnTo>
                    <a:pt x="752652" y="734974"/>
                  </a:lnTo>
                  <a:lnTo>
                    <a:pt x="748732" y="734974"/>
                  </a:lnTo>
                  <a:lnTo>
                    <a:pt x="744811" y="734974"/>
                  </a:lnTo>
                  <a:lnTo>
                    <a:pt x="740891" y="734974"/>
                  </a:lnTo>
                  <a:lnTo>
                    <a:pt x="736971" y="734974"/>
                  </a:lnTo>
                  <a:lnTo>
                    <a:pt x="733051" y="734974"/>
                  </a:lnTo>
                  <a:lnTo>
                    <a:pt x="729131" y="734974"/>
                  </a:lnTo>
                  <a:lnTo>
                    <a:pt x="725211" y="734974"/>
                  </a:lnTo>
                  <a:lnTo>
                    <a:pt x="721291" y="734974"/>
                  </a:lnTo>
                  <a:lnTo>
                    <a:pt x="717371" y="734974"/>
                  </a:lnTo>
                  <a:lnTo>
                    <a:pt x="713451" y="734974"/>
                  </a:lnTo>
                  <a:lnTo>
                    <a:pt x="709531" y="734974"/>
                  </a:lnTo>
                  <a:lnTo>
                    <a:pt x="705611" y="734974"/>
                  </a:lnTo>
                  <a:lnTo>
                    <a:pt x="701691" y="734974"/>
                  </a:lnTo>
                  <a:lnTo>
                    <a:pt x="697771" y="734974"/>
                  </a:lnTo>
                  <a:lnTo>
                    <a:pt x="693851" y="734974"/>
                  </a:lnTo>
                  <a:lnTo>
                    <a:pt x="689931" y="734974"/>
                  </a:lnTo>
                  <a:lnTo>
                    <a:pt x="686011" y="734974"/>
                  </a:lnTo>
                  <a:lnTo>
                    <a:pt x="682090" y="734974"/>
                  </a:lnTo>
                  <a:lnTo>
                    <a:pt x="678170" y="734974"/>
                  </a:lnTo>
                  <a:lnTo>
                    <a:pt x="674250" y="734974"/>
                  </a:lnTo>
                  <a:lnTo>
                    <a:pt x="670330" y="734974"/>
                  </a:lnTo>
                  <a:lnTo>
                    <a:pt x="666410" y="734974"/>
                  </a:lnTo>
                  <a:lnTo>
                    <a:pt x="662490" y="734974"/>
                  </a:lnTo>
                  <a:lnTo>
                    <a:pt x="658570" y="734974"/>
                  </a:lnTo>
                  <a:lnTo>
                    <a:pt x="654650" y="734974"/>
                  </a:lnTo>
                  <a:lnTo>
                    <a:pt x="650730" y="734974"/>
                  </a:lnTo>
                  <a:lnTo>
                    <a:pt x="646810" y="734974"/>
                  </a:lnTo>
                  <a:lnTo>
                    <a:pt x="642890" y="734974"/>
                  </a:lnTo>
                  <a:lnTo>
                    <a:pt x="638970" y="734974"/>
                  </a:lnTo>
                  <a:lnTo>
                    <a:pt x="635050" y="734974"/>
                  </a:lnTo>
                  <a:lnTo>
                    <a:pt x="631130" y="734974"/>
                  </a:lnTo>
                  <a:lnTo>
                    <a:pt x="627210" y="734974"/>
                  </a:lnTo>
                  <a:lnTo>
                    <a:pt x="623290" y="734974"/>
                  </a:lnTo>
                  <a:lnTo>
                    <a:pt x="619369" y="734974"/>
                  </a:lnTo>
                  <a:lnTo>
                    <a:pt x="615449" y="734974"/>
                  </a:lnTo>
                  <a:lnTo>
                    <a:pt x="611529" y="734974"/>
                  </a:lnTo>
                  <a:lnTo>
                    <a:pt x="607609" y="734974"/>
                  </a:lnTo>
                  <a:lnTo>
                    <a:pt x="603689" y="734974"/>
                  </a:lnTo>
                  <a:lnTo>
                    <a:pt x="599769" y="734974"/>
                  </a:lnTo>
                  <a:lnTo>
                    <a:pt x="595849" y="734974"/>
                  </a:lnTo>
                  <a:lnTo>
                    <a:pt x="591929" y="734974"/>
                  </a:lnTo>
                  <a:lnTo>
                    <a:pt x="588009" y="734974"/>
                  </a:lnTo>
                  <a:lnTo>
                    <a:pt x="584089" y="734974"/>
                  </a:lnTo>
                  <a:lnTo>
                    <a:pt x="580169" y="734974"/>
                  </a:lnTo>
                  <a:lnTo>
                    <a:pt x="576249" y="734974"/>
                  </a:lnTo>
                  <a:lnTo>
                    <a:pt x="572329" y="734974"/>
                  </a:lnTo>
                  <a:lnTo>
                    <a:pt x="568409" y="734974"/>
                  </a:lnTo>
                  <a:lnTo>
                    <a:pt x="564489" y="734974"/>
                  </a:lnTo>
                  <a:lnTo>
                    <a:pt x="560569" y="734974"/>
                  </a:lnTo>
                  <a:lnTo>
                    <a:pt x="556648" y="734974"/>
                  </a:lnTo>
                  <a:lnTo>
                    <a:pt x="552728" y="734974"/>
                  </a:lnTo>
                  <a:lnTo>
                    <a:pt x="548808" y="734974"/>
                  </a:lnTo>
                  <a:lnTo>
                    <a:pt x="544888" y="734974"/>
                  </a:lnTo>
                  <a:lnTo>
                    <a:pt x="540968" y="734974"/>
                  </a:lnTo>
                  <a:lnTo>
                    <a:pt x="537048" y="734974"/>
                  </a:lnTo>
                  <a:lnTo>
                    <a:pt x="533128" y="734974"/>
                  </a:lnTo>
                  <a:lnTo>
                    <a:pt x="529208" y="734974"/>
                  </a:lnTo>
                  <a:lnTo>
                    <a:pt x="525288" y="734974"/>
                  </a:lnTo>
                  <a:lnTo>
                    <a:pt x="521368" y="734974"/>
                  </a:lnTo>
                  <a:lnTo>
                    <a:pt x="517448" y="734974"/>
                  </a:lnTo>
                  <a:lnTo>
                    <a:pt x="513528" y="734974"/>
                  </a:lnTo>
                  <a:lnTo>
                    <a:pt x="509608" y="734974"/>
                  </a:lnTo>
                  <a:lnTo>
                    <a:pt x="505688" y="734974"/>
                  </a:lnTo>
                  <a:lnTo>
                    <a:pt x="501768" y="734974"/>
                  </a:lnTo>
                  <a:lnTo>
                    <a:pt x="497847" y="734974"/>
                  </a:lnTo>
                  <a:lnTo>
                    <a:pt x="493927" y="734974"/>
                  </a:lnTo>
                  <a:lnTo>
                    <a:pt x="490007" y="734974"/>
                  </a:lnTo>
                  <a:lnTo>
                    <a:pt x="486087" y="734974"/>
                  </a:lnTo>
                  <a:lnTo>
                    <a:pt x="482167" y="734974"/>
                  </a:lnTo>
                  <a:lnTo>
                    <a:pt x="478247" y="734974"/>
                  </a:lnTo>
                  <a:lnTo>
                    <a:pt x="474327" y="734974"/>
                  </a:lnTo>
                  <a:lnTo>
                    <a:pt x="470407" y="734974"/>
                  </a:lnTo>
                  <a:lnTo>
                    <a:pt x="466487" y="734974"/>
                  </a:lnTo>
                  <a:lnTo>
                    <a:pt x="462567" y="734974"/>
                  </a:lnTo>
                  <a:lnTo>
                    <a:pt x="458647" y="734974"/>
                  </a:lnTo>
                  <a:lnTo>
                    <a:pt x="454727" y="734974"/>
                  </a:lnTo>
                  <a:lnTo>
                    <a:pt x="450807" y="734974"/>
                  </a:lnTo>
                  <a:lnTo>
                    <a:pt x="446887" y="734974"/>
                  </a:lnTo>
                  <a:lnTo>
                    <a:pt x="442967" y="734974"/>
                  </a:lnTo>
                  <a:lnTo>
                    <a:pt x="439047" y="734974"/>
                  </a:lnTo>
                  <a:lnTo>
                    <a:pt x="435126" y="734974"/>
                  </a:lnTo>
                  <a:lnTo>
                    <a:pt x="431206" y="734974"/>
                  </a:lnTo>
                  <a:lnTo>
                    <a:pt x="427286" y="734974"/>
                  </a:lnTo>
                  <a:lnTo>
                    <a:pt x="423366" y="734974"/>
                  </a:lnTo>
                  <a:lnTo>
                    <a:pt x="419446" y="734974"/>
                  </a:lnTo>
                  <a:lnTo>
                    <a:pt x="415526" y="734974"/>
                  </a:lnTo>
                  <a:lnTo>
                    <a:pt x="411606" y="734974"/>
                  </a:lnTo>
                  <a:lnTo>
                    <a:pt x="407686" y="734974"/>
                  </a:lnTo>
                  <a:lnTo>
                    <a:pt x="403766" y="734974"/>
                  </a:lnTo>
                  <a:lnTo>
                    <a:pt x="399846" y="734974"/>
                  </a:lnTo>
                  <a:lnTo>
                    <a:pt x="395926" y="734974"/>
                  </a:lnTo>
                  <a:lnTo>
                    <a:pt x="392006" y="734974"/>
                  </a:lnTo>
                  <a:lnTo>
                    <a:pt x="388086" y="734974"/>
                  </a:lnTo>
                  <a:lnTo>
                    <a:pt x="384166" y="734974"/>
                  </a:lnTo>
                  <a:lnTo>
                    <a:pt x="380246" y="734974"/>
                  </a:lnTo>
                  <a:lnTo>
                    <a:pt x="376326" y="734974"/>
                  </a:lnTo>
                  <a:lnTo>
                    <a:pt x="372405" y="734974"/>
                  </a:lnTo>
                  <a:lnTo>
                    <a:pt x="368485" y="734974"/>
                  </a:lnTo>
                  <a:lnTo>
                    <a:pt x="364565" y="734974"/>
                  </a:lnTo>
                  <a:lnTo>
                    <a:pt x="360645" y="734974"/>
                  </a:lnTo>
                  <a:lnTo>
                    <a:pt x="356725" y="734974"/>
                  </a:lnTo>
                  <a:lnTo>
                    <a:pt x="352805" y="734974"/>
                  </a:lnTo>
                  <a:lnTo>
                    <a:pt x="348885" y="734974"/>
                  </a:lnTo>
                  <a:lnTo>
                    <a:pt x="344965" y="734974"/>
                  </a:lnTo>
                  <a:lnTo>
                    <a:pt x="341045" y="734974"/>
                  </a:lnTo>
                  <a:lnTo>
                    <a:pt x="337125" y="734974"/>
                  </a:lnTo>
                  <a:lnTo>
                    <a:pt x="333205" y="734974"/>
                  </a:lnTo>
                  <a:lnTo>
                    <a:pt x="329285" y="734974"/>
                  </a:lnTo>
                  <a:lnTo>
                    <a:pt x="325365" y="734974"/>
                  </a:lnTo>
                  <a:lnTo>
                    <a:pt x="321445" y="734974"/>
                  </a:lnTo>
                  <a:lnTo>
                    <a:pt x="317525" y="734974"/>
                  </a:lnTo>
                  <a:lnTo>
                    <a:pt x="313605" y="734974"/>
                  </a:lnTo>
                  <a:lnTo>
                    <a:pt x="309684" y="734974"/>
                  </a:lnTo>
                  <a:lnTo>
                    <a:pt x="305764" y="734974"/>
                  </a:lnTo>
                  <a:lnTo>
                    <a:pt x="301844" y="734974"/>
                  </a:lnTo>
                  <a:lnTo>
                    <a:pt x="297924" y="734974"/>
                  </a:lnTo>
                  <a:lnTo>
                    <a:pt x="294004" y="734974"/>
                  </a:lnTo>
                  <a:lnTo>
                    <a:pt x="290084" y="734974"/>
                  </a:lnTo>
                  <a:lnTo>
                    <a:pt x="286164" y="734974"/>
                  </a:lnTo>
                  <a:lnTo>
                    <a:pt x="282244" y="734974"/>
                  </a:lnTo>
                  <a:lnTo>
                    <a:pt x="278324" y="734974"/>
                  </a:lnTo>
                  <a:lnTo>
                    <a:pt x="274404" y="734974"/>
                  </a:lnTo>
                  <a:lnTo>
                    <a:pt x="270484" y="734974"/>
                  </a:lnTo>
                  <a:lnTo>
                    <a:pt x="266564" y="734974"/>
                  </a:lnTo>
                  <a:lnTo>
                    <a:pt x="262644" y="734974"/>
                  </a:lnTo>
                  <a:lnTo>
                    <a:pt x="258724" y="734974"/>
                  </a:lnTo>
                  <a:lnTo>
                    <a:pt x="254804" y="734974"/>
                  </a:lnTo>
                  <a:lnTo>
                    <a:pt x="250884" y="734974"/>
                  </a:lnTo>
                  <a:lnTo>
                    <a:pt x="246963" y="734974"/>
                  </a:lnTo>
                  <a:lnTo>
                    <a:pt x="243043" y="734974"/>
                  </a:lnTo>
                  <a:lnTo>
                    <a:pt x="239123" y="734974"/>
                  </a:lnTo>
                  <a:lnTo>
                    <a:pt x="235203" y="734974"/>
                  </a:lnTo>
                  <a:lnTo>
                    <a:pt x="231283" y="734974"/>
                  </a:lnTo>
                  <a:lnTo>
                    <a:pt x="227363" y="734974"/>
                  </a:lnTo>
                  <a:lnTo>
                    <a:pt x="223443" y="734974"/>
                  </a:lnTo>
                  <a:lnTo>
                    <a:pt x="219523" y="734974"/>
                  </a:lnTo>
                  <a:lnTo>
                    <a:pt x="215603" y="734974"/>
                  </a:lnTo>
                  <a:lnTo>
                    <a:pt x="211683" y="734974"/>
                  </a:lnTo>
                  <a:lnTo>
                    <a:pt x="207763" y="734974"/>
                  </a:lnTo>
                  <a:lnTo>
                    <a:pt x="203843" y="734974"/>
                  </a:lnTo>
                  <a:lnTo>
                    <a:pt x="199923" y="734974"/>
                  </a:lnTo>
                  <a:lnTo>
                    <a:pt x="196003" y="734974"/>
                  </a:lnTo>
                  <a:lnTo>
                    <a:pt x="192083" y="734974"/>
                  </a:lnTo>
                  <a:lnTo>
                    <a:pt x="188163" y="734974"/>
                  </a:lnTo>
                  <a:lnTo>
                    <a:pt x="184242" y="734974"/>
                  </a:lnTo>
                  <a:lnTo>
                    <a:pt x="180322" y="734974"/>
                  </a:lnTo>
                  <a:lnTo>
                    <a:pt x="176402" y="734974"/>
                  </a:lnTo>
                  <a:lnTo>
                    <a:pt x="172482" y="734974"/>
                  </a:lnTo>
                  <a:lnTo>
                    <a:pt x="168562" y="734974"/>
                  </a:lnTo>
                  <a:lnTo>
                    <a:pt x="164642" y="734974"/>
                  </a:lnTo>
                  <a:lnTo>
                    <a:pt x="160722" y="734974"/>
                  </a:lnTo>
                  <a:lnTo>
                    <a:pt x="156802" y="734974"/>
                  </a:lnTo>
                  <a:lnTo>
                    <a:pt x="152882" y="734974"/>
                  </a:lnTo>
                  <a:lnTo>
                    <a:pt x="148962" y="734974"/>
                  </a:lnTo>
                  <a:lnTo>
                    <a:pt x="145042" y="734974"/>
                  </a:lnTo>
                  <a:lnTo>
                    <a:pt x="141122" y="734974"/>
                  </a:lnTo>
                  <a:lnTo>
                    <a:pt x="137202" y="734974"/>
                  </a:lnTo>
                  <a:lnTo>
                    <a:pt x="133282" y="734974"/>
                  </a:lnTo>
                  <a:lnTo>
                    <a:pt x="129362" y="734974"/>
                  </a:lnTo>
                  <a:lnTo>
                    <a:pt x="125442" y="734974"/>
                  </a:lnTo>
                  <a:lnTo>
                    <a:pt x="121521" y="734974"/>
                  </a:lnTo>
                  <a:lnTo>
                    <a:pt x="117601" y="734974"/>
                  </a:lnTo>
                  <a:lnTo>
                    <a:pt x="113681" y="734974"/>
                  </a:lnTo>
                  <a:lnTo>
                    <a:pt x="109761" y="734974"/>
                  </a:lnTo>
                  <a:lnTo>
                    <a:pt x="105841" y="734974"/>
                  </a:lnTo>
                  <a:lnTo>
                    <a:pt x="101921" y="734974"/>
                  </a:lnTo>
                  <a:lnTo>
                    <a:pt x="98001" y="734974"/>
                  </a:lnTo>
                  <a:lnTo>
                    <a:pt x="94081" y="734974"/>
                  </a:lnTo>
                  <a:lnTo>
                    <a:pt x="90161" y="734974"/>
                  </a:lnTo>
                  <a:lnTo>
                    <a:pt x="86241" y="734974"/>
                  </a:lnTo>
                  <a:lnTo>
                    <a:pt x="82321" y="734974"/>
                  </a:lnTo>
                  <a:lnTo>
                    <a:pt x="78401" y="734974"/>
                  </a:lnTo>
                  <a:lnTo>
                    <a:pt x="74481" y="734974"/>
                  </a:lnTo>
                  <a:lnTo>
                    <a:pt x="70561" y="734974"/>
                  </a:lnTo>
                  <a:lnTo>
                    <a:pt x="66641" y="734974"/>
                  </a:lnTo>
                  <a:lnTo>
                    <a:pt x="62721" y="734974"/>
                  </a:lnTo>
                  <a:lnTo>
                    <a:pt x="58800" y="734974"/>
                  </a:lnTo>
                  <a:lnTo>
                    <a:pt x="54880" y="734974"/>
                  </a:lnTo>
                  <a:lnTo>
                    <a:pt x="50960" y="734974"/>
                  </a:lnTo>
                  <a:lnTo>
                    <a:pt x="47040" y="734974"/>
                  </a:lnTo>
                  <a:lnTo>
                    <a:pt x="43120" y="734974"/>
                  </a:lnTo>
                  <a:lnTo>
                    <a:pt x="39200" y="734974"/>
                  </a:lnTo>
                  <a:lnTo>
                    <a:pt x="35280" y="734974"/>
                  </a:lnTo>
                  <a:lnTo>
                    <a:pt x="31360" y="734974"/>
                  </a:lnTo>
                  <a:lnTo>
                    <a:pt x="27440" y="734974"/>
                  </a:lnTo>
                  <a:lnTo>
                    <a:pt x="23520" y="734974"/>
                  </a:lnTo>
                  <a:lnTo>
                    <a:pt x="19600" y="734974"/>
                  </a:lnTo>
                  <a:lnTo>
                    <a:pt x="15680" y="734974"/>
                  </a:lnTo>
                  <a:lnTo>
                    <a:pt x="11760" y="734974"/>
                  </a:lnTo>
                  <a:lnTo>
                    <a:pt x="7840" y="734974"/>
                  </a:lnTo>
                  <a:lnTo>
                    <a:pt x="3920" y="734974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83" name="pl83"/>
            <p:cNvSpPr/>
            <p:nvPr/>
          </p:nvSpPr>
          <p:spPr>
            <a:xfrm>
              <a:off x="8937061" y="5556574"/>
              <a:ext cx="2003152" cy="734974"/>
            </a:xfrm>
            <a:custGeom>
              <a:avLst/>
              <a:gdLst/>
              <a:ahLst/>
              <a:cxnLst/>
              <a:rect l="0" t="0" r="0" b="0"/>
              <a:pathLst>
                <a:path w="2003152" h="734974">
                  <a:moveTo>
                    <a:pt x="0" y="734974"/>
                  </a:moveTo>
                  <a:lnTo>
                    <a:pt x="3920" y="734974"/>
                  </a:lnTo>
                  <a:lnTo>
                    <a:pt x="7840" y="734974"/>
                  </a:lnTo>
                  <a:lnTo>
                    <a:pt x="11760" y="734974"/>
                  </a:lnTo>
                  <a:lnTo>
                    <a:pt x="15680" y="734974"/>
                  </a:lnTo>
                  <a:lnTo>
                    <a:pt x="19600" y="734974"/>
                  </a:lnTo>
                  <a:lnTo>
                    <a:pt x="23520" y="734974"/>
                  </a:lnTo>
                  <a:lnTo>
                    <a:pt x="27440" y="734974"/>
                  </a:lnTo>
                  <a:lnTo>
                    <a:pt x="31360" y="734974"/>
                  </a:lnTo>
                  <a:lnTo>
                    <a:pt x="35280" y="734974"/>
                  </a:lnTo>
                  <a:lnTo>
                    <a:pt x="39200" y="734974"/>
                  </a:lnTo>
                  <a:lnTo>
                    <a:pt x="43120" y="734974"/>
                  </a:lnTo>
                  <a:lnTo>
                    <a:pt x="47040" y="734974"/>
                  </a:lnTo>
                  <a:lnTo>
                    <a:pt x="50960" y="734974"/>
                  </a:lnTo>
                  <a:lnTo>
                    <a:pt x="54880" y="734974"/>
                  </a:lnTo>
                  <a:lnTo>
                    <a:pt x="58800" y="734974"/>
                  </a:lnTo>
                  <a:lnTo>
                    <a:pt x="62721" y="734974"/>
                  </a:lnTo>
                  <a:lnTo>
                    <a:pt x="66641" y="734974"/>
                  </a:lnTo>
                  <a:lnTo>
                    <a:pt x="70561" y="734974"/>
                  </a:lnTo>
                  <a:lnTo>
                    <a:pt x="74481" y="734974"/>
                  </a:lnTo>
                  <a:lnTo>
                    <a:pt x="78401" y="734974"/>
                  </a:lnTo>
                  <a:lnTo>
                    <a:pt x="82321" y="734973"/>
                  </a:lnTo>
                  <a:lnTo>
                    <a:pt x="86241" y="734972"/>
                  </a:lnTo>
                  <a:lnTo>
                    <a:pt x="90161" y="734970"/>
                  </a:lnTo>
                  <a:lnTo>
                    <a:pt x="94081" y="734964"/>
                  </a:lnTo>
                  <a:lnTo>
                    <a:pt x="98001" y="734953"/>
                  </a:lnTo>
                  <a:lnTo>
                    <a:pt x="101921" y="734930"/>
                  </a:lnTo>
                  <a:lnTo>
                    <a:pt x="105841" y="734883"/>
                  </a:lnTo>
                  <a:lnTo>
                    <a:pt x="109761" y="734793"/>
                  </a:lnTo>
                  <a:lnTo>
                    <a:pt x="113681" y="734628"/>
                  </a:lnTo>
                  <a:lnTo>
                    <a:pt x="117601" y="734337"/>
                  </a:lnTo>
                  <a:lnTo>
                    <a:pt x="121521" y="733840"/>
                  </a:lnTo>
                  <a:lnTo>
                    <a:pt x="125442" y="733024"/>
                  </a:lnTo>
                  <a:lnTo>
                    <a:pt x="129362" y="731733"/>
                  </a:lnTo>
                  <a:lnTo>
                    <a:pt x="133282" y="729764"/>
                  </a:lnTo>
                  <a:lnTo>
                    <a:pt x="137202" y="726864"/>
                  </a:lnTo>
                  <a:lnTo>
                    <a:pt x="141122" y="722739"/>
                  </a:lnTo>
                  <a:lnTo>
                    <a:pt x="145042" y="717072"/>
                  </a:lnTo>
                  <a:lnTo>
                    <a:pt x="148962" y="709530"/>
                  </a:lnTo>
                  <a:lnTo>
                    <a:pt x="152882" y="699683"/>
                  </a:lnTo>
                  <a:lnTo>
                    <a:pt x="156802" y="687572"/>
                  </a:lnTo>
                  <a:lnTo>
                    <a:pt x="160722" y="673261"/>
                  </a:lnTo>
                  <a:lnTo>
                    <a:pt x="164642" y="657033"/>
                  </a:lnTo>
                  <a:lnTo>
                    <a:pt x="168562" y="639395"/>
                  </a:lnTo>
                  <a:lnTo>
                    <a:pt x="172482" y="621073"/>
                  </a:lnTo>
                  <a:lnTo>
                    <a:pt x="176402" y="602960"/>
                  </a:lnTo>
                  <a:lnTo>
                    <a:pt x="180322" y="586045"/>
                  </a:lnTo>
                  <a:lnTo>
                    <a:pt x="184242" y="571317"/>
                  </a:lnTo>
                  <a:lnTo>
                    <a:pt x="188163" y="559665"/>
                  </a:lnTo>
                  <a:lnTo>
                    <a:pt x="192083" y="551784"/>
                  </a:lnTo>
                  <a:lnTo>
                    <a:pt x="196003" y="548098"/>
                  </a:lnTo>
                  <a:lnTo>
                    <a:pt x="199923" y="548833"/>
                  </a:lnTo>
                  <a:lnTo>
                    <a:pt x="203843" y="553842"/>
                  </a:lnTo>
                  <a:lnTo>
                    <a:pt x="207763" y="562275"/>
                  </a:lnTo>
                  <a:lnTo>
                    <a:pt x="211683" y="573370"/>
                  </a:lnTo>
                  <a:lnTo>
                    <a:pt x="215603" y="586267"/>
                  </a:lnTo>
                  <a:lnTo>
                    <a:pt x="219523" y="600089"/>
                  </a:lnTo>
                  <a:lnTo>
                    <a:pt x="223443" y="614018"/>
                  </a:lnTo>
                  <a:lnTo>
                    <a:pt x="227363" y="627350"/>
                  </a:lnTo>
                  <a:lnTo>
                    <a:pt x="231283" y="639535"/>
                  </a:lnTo>
                  <a:lnTo>
                    <a:pt x="235203" y="650183"/>
                  </a:lnTo>
                  <a:lnTo>
                    <a:pt x="239123" y="659063"/>
                  </a:lnTo>
                  <a:lnTo>
                    <a:pt x="243043" y="666079"/>
                  </a:lnTo>
                  <a:lnTo>
                    <a:pt x="246963" y="671238"/>
                  </a:lnTo>
                  <a:lnTo>
                    <a:pt x="250884" y="674543"/>
                  </a:lnTo>
                  <a:lnTo>
                    <a:pt x="254804" y="676128"/>
                  </a:lnTo>
                  <a:lnTo>
                    <a:pt x="258724" y="676189"/>
                  </a:lnTo>
                  <a:lnTo>
                    <a:pt x="262644" y="674817"/>
                  </a:lnTo>
                  <a:lnTo>
                    <a:pt x="266564" y="672069"/>
                  </a:lnTo>
                  <a:lnTo>
                    <a:pt x="270484" y="667964"/>
                  </a:lnTo>
                  <a:lnTo>
                    <a:pt x="274404" y="662479"/>
                  </a:lnTo>
                  <a:lnTo>
                    <a:pt x="278324" y="655551"/>
                  </a:lnTo>
                  <a:lnTo>
                    <a:pt x="282244" y="647088"/>
                  </a:lnTo>
                  <a:lnTo>
                    <a:pt x="286164" y="636975"/>
                  </a:lnTo>
                  <a:lnTo>
                    <a:pt x="290084" y="625087"/>
                  </a:lnTo>
                  <a:lnTo>
                    <a:pt x="294004" y="611301"/>
                  </a:lnTo>
                  <a:lnTo>
                    <a:pt x="297924" y="595512"/>
                  </a:lnTo>
                  <a:lnTo>
                    <a:pt x="301844" y="577501"/>
                  </a:lnTo>
                  <a:lnTo>
                    <a:pt x="305764" y="557305"/>
                  </a:lnTo>
                  <a:lnTo>
                    <a:pt x="309684" y="534976"/>
                  </a:lnTo>
                  <a:lnTo>
                    <a:pt x="313605" y="510530"/>
                  </a:lnTo>
                  <a:lnTo>
                    <a:pt x="317525" y="483989"/>
                  </a:lnTo>
                  <a:lnTo>
                    <a:pt x="321445" y="455373"/>
                  </a:lnTo>
                  <a:lnTo>
                    <a:pt x="325365" y="424692"/>
                  </a:lnTo>
                  <a:lnTo>
                    <a:pt x="329285" y="391954"/>
                  </a:lnTo>
                  <a:lnTo>
                    <a:pt x="333205" y="357182"/>
                  </a:lnTo>
                  <a:lnTo>
                    <a:pt x="337125" y="320453"/>
                  </a:lnTo>
                  <a:lnTo>
                    <a:pt x="341045" y="281948"/>
                  </a:lnTo>
                  <a:lnTo>
                    <a:pt x="344965" y="242004"/>
                  </a:lnTo>
                  <a:lnTo>
                    <a:pt x="348885" y="201182"/>
                  </a:lnTo>
                  <a:lnTo>
                    <a:pt x="352805" y="160425"/>
                  </a:lnTo>
                  <a:lnTo>
                    <a:pt x="356725" y="121039"/>
                  </a:lnTo>
                  <a:lnTo>
                    <a:pt x="360645" y="84498"/>
                  </a:lnTo>
                  <a:lnTo>
                    <a:pt x="364565" y="52456"/>
                  </a:lnTo>
                  <a:lnTo>
                    <a:pt x="368485" y="26634"/>
                  </a:lnTo>
                  <a:lnTo>
                    <a:pt x="372405" y="8675"/>
                  </a:lnTo>
                  <a:lnTo>
                    <a:pt x="376326" y="0"/>
                  </a:lnTo>
                  <a:lnTo>
                    <a:pt x="380246" y="1657"/>
                  </a:lnTo>
                  <a:lnTo>
                    <a:pt x="384166" y="14210"/>
                  </a:lnTo>
                  <a:lnTo>
                    <a:pt x="388086" y="37657"/>
                  </a:lnTo>
                  <a:lnTo>
                    <a:pt x="392006" y="71403"/>
                  </a:lnTo>
                  <a:lnTo>
                    <a:pt x="395926" y="114287"/>
                  </a:lnTo>
                  <a:lnTo>
                    <a:pt x="399846" y="164713"/>
                  </a:lnTo>
                  <a:lnTo>
                    <a:pt x="403766" y="220801"/>
                  </a:lnTo>
                  <a:lnTo>
                    <a:pt x="407686" y="279707"/>
                  </a:lnTo>
                  <a:lnTo>
                    <a:pt x="411606" y="339245"/>
                  </a:lnTo>
                  <a:lnTo>
                    <a:pt x="415526" y="397413"/>
                  </a:lnTo>
                  <a:lnTo>
                    <a:pt x="419446" y="452508"/>
                  </a:lnTo>
                  <a:lnTo>
                    <a:pt x="423366" y="503201"/>
                  </a:lnTo>
                  <a:lnTo>
                    <a:pt x="427286" y="548572"/>
                  </a:lnTo>
                  <a:lnTo>
                    <a:pt x="431206" y="588110"/>
                  </a:lnTo>
                  <a:lnTo>
                    <a:pt x="435126" y="621675"/>
                  </a:lnTo>
                  <a:lnTo>
                    <a:pt x="439047" y="649441"/>
                  </a:lnTo>
                  <a:lnTo>
                    <a:pt x="442967" y="671827"/>
                  </a:lnTo>
                  <a:lnTo>
                    <a:pt x="446887" y="689413"/>
                  </a:lnTo>
                  <a:lnTo>
                    <a:pt x="450807" y="702776"/>
                  </a:lnTo>
                  <a:lnTo>
                    <a:pt x="454727" y="712585"/>
                  </a:lnTo>
                  <a:lnTo>
                    <a:pt x="458647" y="719755"/>
                  </a:lnTo>
                  <a:lnTo>
                    <a:pt x="462567" y="724867"/>
                  </a:lnTo>
                  <a:lnTo>
                    <a:pt x="466487" y="728420"/>
                  </a:lnTo>
                  <a:lnTo>
                    <a:pt x="470407" y="730823"/>
                  </a:lnTo>
                  <a:lnTo>
                    <a:pt x="474327" y="732399"/>
                  </a:lnTo>
                  <a:lnTo>
                    <a:pt x="478247" y="733398"/>
                  </a:lnTo>
                  <a:lnTo>
                    <a:pt x="482167" y="734003"/>
                  </a:lnTo>
                  <a:lnTo>
                    <a:pt x="486087" y="734342"/>
                  </a:lnTo>
                  <a:lnTo>
                    <a:pt x="490007" y="734506"/>
                  </a:lnTo>
                  <a:lnTo>
                    <a:pt x="493927" y="734552"/>
                  </a:lnTo>
                  <a:lnTo>
                    <a:pt x="497847" y="734519"/>
                  </a:lnTo>
                  <a:lnTo>
                    <a:pt x="501768" y="734430"/>
                  </a:lnTo>
                  <a:lnTo>
                    <a:pt x="505688" y="734303"/>
                  </a:lnTo>
                  <a:lnTo>
                    <a:pt x="509608" y="734154"/>
                  </a:lnTo>
                  <a:lnTo>
                    <a:pt x="513528" y="733996"/>
                  </a:lnTo>
                  <a:lnTo>
                    <a:pt x="517448" y="733841"/>
                  </a:lnTo>
                  <a:lnTo>
                    <a:pt x="521368" y="733704"/>
                  </a:lnTo>
                  <a:lnTo>
                    <a:pt x="525288" y="733596"/>
                  </a:lnTo>
                  <a:lnTo>
                    <a:pt x="529208" y="733528"/>
                  </a:lnTo>
                  <a:lnTo>
                    <a:pt x="533128" y="733505"/>
                  </a:lnTo>
                  <a:lnTo>
                    <a:pt x="537048" y="733531"/>
                  </a:lnTo>
                  <a:lnTo>
                    <a:pt x="540968" y="733603"/>
                  </a:lnTo>
                  <a:lnTo>
                    <a:pt x="544888" y="733715"/>
                  </a:lnTo>
                  <a:lnTo>
                    <a:pt x="548808" y="733856"/>
                  </a:lnTo>
                  <a:lnTo>
                    <a:pt x="552728" y="734016"/>
                  </a:lnTo>
                  <a:lnTo>
                    <a:pt x="556648" y="734179"/>
                  </a:lnTo>
                  <a:lnTo>
                    <a:pt x="560569" y="734336"/>
                  </a:lnTo>
                  <a:lnTo>
                    <a:pt x="564489" y="734479"/>
                  </a:lnTo>
                  <a:lnTo>
                    <a:pt x="568409" y="734602"/>
                  </a:lnTo>
                  <a:lnTo>
                    <a:pt x="572329" y="734704"/>
                  </a:lnTo>
                  <a:lnTo>
                    <a:pt x="576249" y="734784"/>
                  </a:lnTo>
                  <a:lnTo>
                    <a:pt x="580169" y="734845"/>
                  </a:lnTo>
                  <a:lnTo>
                    <a:pt x="584089" y="734890"/>
                  </a:lnTo>
                  <a:lnTo>
                    <a:pt x="588009" y="734921"/>
                  </a:lnTo>
                  <a:lnTo>
                    <a:pt x="591929" y="734942"/>
                  </a:lnTo>
                  <a:lnTo>
                    <a:pt x="595849" y="734955"/>
                  </a:lnTo>
                  <a:lnTo>
                    <a:pt x="599769" y="734963"/>
                  </a:lnTo>
                  <a:lnTo>
                    <a:pt x="603689" y="734968"/>
                  </a:lnTo>
                  <a:lnTo>
                    <a:pt x="607609" y="734971"/>
                  </a:lnTo>
                  <a:lnTo>
                    <a:pt x="611529" y="734973"/>
                  </a:lnTo>
                  <a:lnTo>
                    <a:pt x="615449" y="734973"/>
                  </a:lnTo>
                  <a:lnTo>
                    <a:pt x="619369" y="734974"/>
                  </a:lnTo>
                  <a:lnTo>
                    <a:pt x="623290" y="734974"/>
                  </a:lnTo>
                  <a:lnTo>
                    <a:pt x="627210" y="734974"/>
                  </a:lnTo>
                  <a:lnTo>
                    <a:pt x="631130" y="734974"/>
                  </a:lnTo>
                  <a:lnTo>
                    <a:pt x="635050" y="734974"/>
                  </a:lnTo>
                  <a:lnTo>
                    <a:pt x="638970" y="734974"/>
                  </a:lnTo>
                  <a:lnTo>
                    <a:pt x="642890" y="734974"/>
                  </a:lnTo>
                  <a:lnTo>
                    <a:pt x="646810" y="734974"/>
                  </a:lnTo>
                  <a:lnTo>
                    <a:pt x="650730" y="734974"/>
                  </a:lnTo>
                  <a:lnTo>
                    <a:pt x="654650" y="734974"/>
                  </a:lnTo>
                  <a:lnTo>
                    <a:pt x="658570" y="734974"/>
                  </a:lnTo>
                  <a:lnTo>
                    <a:pt x="662490" y="734974"/>
                  </a:lnTo>
                  <a:lnTo>
                    <a:pt x="666410" y="734974"/>
                  </a:lnTo>
                  <a:lnTo>
                    <a:pt x="670330" y="734974"/>
                  </a:lnTo>
                  <a:lnTo>
                    <a:pt x="674250" y="734974"/>
                  </a:lnTo>
                  <a:lnTo>
                    <a:pt x="678170" y="734974"/>
                  </a:lnTo>
                  <a:lnTo>
                    <a:pt x="682090" y="734974"/>
                  </a:lnTo>
                  <a:lnTo>
                    <a:pt x="686011" y="734974"/>
                  </a:lnTo>
                  <a:lnTo>
                    <a:pt x="689931" y="734974"/>
                  </a:lnTo>
                  <a:lnTo>
                    <a:pt x="693851" y="734974"/>
                  </a:lnTo>
                  <a:lnTo>
                    <a:pt x="697771" y="734974"/>
                  </a:lnTo>
                  <a:lnTo>
                    <a:pt x="701691" y="734974"/>
                  </a:lnTo>
                  <a:lnTo>
                    <a:pt x="705611" y="734974"/>
                  </a:lnTo>
                  <a:lnTo>
                    <a:pt x="709531" y="734974"/>
                  </a:lnTo>
                  <a:lnTo>
                    <a:pt x="713451" y="734974"/>
                  </a:lnTo>
                  <a:lnTo>
                    <a:pt x="717371" y="734974"/>
                  </a:lnTo>
                  <a:lnTo>
                    <a:pt x="721291" y="734974"/>
                  </a:lnTo>
                  <a:lnTo>
                    <a:pt x="725211" y="734974"/>
                  </a:lnTo>
                  <a:lnTo>
                    <a:pt x="729131" y="734974"/>
                  </a:lnTo>
                  <a:lnTo>
                    <a:pt x="733051" y="734974"/>
                  </a:lnTo>
                  <a:lnTo>
                    <a:pt x="736971" y="734974"/>
                  </a:lnTo>
                  <a:lnTo>
                    <a:pt x="740891" y="734974"/>
                  </a:lnTo>
                  <a:lnTo>
                    <a:pt x="744811" y="734974"/>
                  </a:lnTo>
                  <a:lnTo>
                    <a:pt x="748732" y="734974"/>
                  </a:lnTo>
                  <a:lnTo>
                    <a:pt x="752652" y="734974"/>
                  </a:lnTo>
                  <a:lnTo>
                    <a:pt x="756572" y="734974"/>
                  </a:lnTo>
                  <a:lnTo>
                    <a:pt x="760492" y="734974"/>
                  </a:lnTo>
                  <a:lnTo>
                    <a:pt x="764412" y="734974"/>
                  </a:lnTo>
                  <a:lnTo>
                    <a:pt x="768332" y="734974"/>
                  </a:lnTo>
                  <a:lnTo>
                    <a:pt x="772252" y="734974"/>
                  </a:lnTo>
                  <a:lnTo>
                    <a:pt x="776172" y="734974"/>
                  </a:lnTo>
                  <a:lnTo>
                    <a:pt x="780092" y="734974"/>
                  </a:lnTo>
                  <a:lnTo>
                    <a:pt x="784012" y="734974"/>
                  </a:lnTo>
                  <a:lnTo>
                    <a:pt x="787932" y="734974"/>
                  </a:lnTo>
                  <a:lnTo>
                    <a:pt x="791852" y="734974"/>
                  </a:lnTo>
                  <a:lnTo>
                    <a:pt x="795772" y="734974"/>
                  </a:lnTo>
                  <a:lnTo>
                    <a:pt x="799692" y="734974"/>
                  </a:lnTo>
                  <a:lnTo>
                    <a:pt x="803612" y="734974"/>
                  </a:lnTo>
                  <a:lnTo>
                    <a:pt x="807532" y="734974"/>
                  </a:lnTo>
                  <a:lnTo>
                    <a:pt x="811453" y="734974"/>
                  </a:lnTo>
                  <a:lnTo>
                    <a:pt x="815373" y="734974"/>
                  </a:lnTo>
                  <a:lnTo>
                    <a:pt x="819293" y="734974"/>
                  </a:lnTo>
                  <a:lnTo>
                    <a:pt x="823213" y="734974"/>
                  </a:lnTo>
                  <a:lnTo>
                    <a:pt x="827133" y="734974"/>
                  </a:lnTo>
                  <a:lnTo>
                    <a:pt x="831053" y="734974"/>
                  </a:lnTo>
                  <a:lnTo>
                    <a:pt x="834973" y="734974"/>
                  </a:lnTo>
                  <a:lnTo>
                    <a:pt x="838893" y="734974"/>
                  </a:lnTo>
                  <a:lnTo>
                    <a:pt x="842813" y="734974"/>
                  </a:lnTo>
                  <a:lnTo>
                    <a:pt x="846733" y="734974"/>
                  </a:lnTo>
                  <a:lnTo>
                    <a:pt x="850653" y="734974"/>
                  </a:lnTo>
                  <a:lnTo>
                    <a:pt x="854573" y="734974"/>
                  </a:lnTo>
                  <a:lnTo>
                    <a:pt x="858493" y="734974"/>
                  </a:lnTo>
                  <a:lnTo>
                    <a:pt x="862413" y="734974"/>
                  </a:lnTo>
                  <a:lnTo>
                    <a:pt x="866333" y="734974"/>
                  </a:lnTo>
                  <a:lnTo>
                    <a:pt x="870253" y="734974"/>
                  </a:lnTo>
                  <a:lnTo>
                    <a:pt x="874174" y="734974"/>
                  </a:lnTo>
                  <a:lnTo>
                    <a:pt x="878094" y="734974"/>
                  </a:lnTo>
                  <a:lnTo>
                    <a:pt x="882014" y="734974"/>
                  </a:lnTo>
                  <a:lnTo>
                    <a:pt x="885934" y="734974"/>
                  </a:lnTo>
                  <a:lnTo>
                    <a:pt x="889854" y="734974"/>
                  </a:lnTo>
                  <a:lnTo>
                    <a:pt x="893774" y="734974"/>
                  </a:lnTo>
                  <a:lnTo>
                    <a:pt x="897694" y="734974"/>
                  </a:lnTo>
                  <a:lnTo>
                    <a:pt x="901614" y="734974"/>
                  </a:lnTo>
                  <a:lnTo>
                    <a:pt x="905534" y="734974"/>
                  </a:lnTo>
                  <a:lnTo>
                    <a:pt x="909454" y="734974"/>
                  </a:lnTo>
                  <a:lnTo>
                    <a:pt x="913374" y="734974"/>
                  </a:lnTo>
                  <a:lnTo>
                    <a:pt x="917294" y="734974"/>
                  </a:lnTo>
                  <a:lnTo>
                    <a:pt x="921214" y="734974"/>
                  </a:lnTo>
                  <a:lnTo>
                    <a:pt x="925134" y="734974"/>
                  </a:lnTo>
                  <a:lnTo>
                    <a:pt x="929054" y="734974"/>
                  </a:lnTo>
                  <a:lnTo>
                    <a:pt x="932974" y="734974"/>
                  </a:lnTo>
                  <a:lnTo>
                    <a:pt x="936895" y="734974"/>
                  </a:lnTo>
                  <a:lnTo>
                    <a:pt x="940815" y="734974"/>
                  </a:lnTo>
                  <a:lnTo>
                    <a:pt x="944735" y="734974"/>
                  </a:lnTo>
                  <a:lnTo>
                    <a:pt x="948655" y="734974"/>
                  </a:lnTo>
                  <a:lnTo>
                    <a:pt x="952575" y="734974"/>
                  </a:lnTo>
                  <a:lnTo>
                    <a:pt x="956495" y="734974"/>
                  </a:lnTo>
                  <a:lnTo>
                    <a:pt x="960415" y="734974"/>
                  </a:lnTo>
                  <a:lnTo>
                    <a:pt x="964335" y="734974"/>
                  </a:lnTo>
                  <a:lnTo>
                    <a:pt x="968255" y="734974"/>
                  </a:lnTo>
                  <a:lnTo>
                    <a:pt x="972175" y="734974"/>
                  </a:lnTo>
                  <a:lnTo>
                    <a:pt x="976095" y="734974"/>
                  </a:lnTo>
                  <a:lnTo>
                    <a:pt x="980015" y="734974"/>
                  </a:lnTo>
                  <a:lnTo>
                    <a:pt x="983935" y="734974"/>
                  </a:lnTo>
                  <a:lnTo>
                    <a:pt x="987855" y="734974"/>
                  </a:lnTo>
                  <a:lnTo>
                    <a:pt x="991775" y="734974"/>
                  </a:lnTo>
                  <a:lnTo>
                    <a:pt x="995695" y="734974"/>
                  </a:lnTo>
                  <a:lnTo>
                    <a:pt x="999616" y="734974"/>
                  </a:lnTo>
                  <a:lnTo>
                    <a:pt x="1003536" y="734974"/>
                  </a:lnTo>
                  <a:lnTo>
                    <a:pt x="1007456" y="734974"/>
                  </a:lnTo>
                  <a:lnTo>
                    <a:pt x="1011376" y="734974"/>
                  </a:lnTo>
                  <a:lnTo>
                    <a:pt x="1015296" y="734974"/>
                  </a:lnTo>
                  <a:lnTo>
                    <a:pt x="1019216" y="734974"/>
                  </a:lnTo>
                  <a:lnTo>
                    <a:pt x="1023136" y="734974"/>
                  </a:lnTo>
                  <a:lnTo>
                    <a:pt x="1027056" y="734974"/>
                  </a:lnTo>
                  <a:lnTo>
                    <a:pt x="1030976" y="734974"/>
                  </a:lnTo>
                  <a:lnTo>
                    <a:pt x="1034896" y="734974"/>
                  </a:lnTo>
                  <a:lnTo>
                    <a:pt x="1038816" y="734974"/>
                  </a:lnTo>
                  <a:lnTo>
                    <a:pt x="1042736" y="734974"/>
                  </a:lnTo>
                  <a:lnTo>
                    <a:pt x="1046656" y="734974"/>
                  </a:lnTo>
                  <a:lnTo>
                    <a:pt x="1050576" y="734974"/>
                  </a:lnTo>
                  <a:lnTo>
                    <a:pt x="1054496" y="734974"/>
                  </a:lnTo>
                  <a:lnTo>
                    <a:pt x="1058417" y="734974"/>
                  </a:lnTo>
                  <a:lnTo>
                    <a:pt x="1062337" y="734974"/>
                  </a:lnTo>
                  <a:lnTo>
                    <a:pt x="1066257" y="734974"/>
                  </a:lnTo>
                  <a:lnTo>
                    <a:pt x="1070177" y="734974"/>
                  </a:lnTo>
                  <a:lnTo>
                    <a:pt x="1074097" y="734974"/>
                  </a:lnTo>
                  <a:lnTo>
                    <a:pt x="1078017" y="734974"/>
                  </a:lnTo>
                  <a:lnTo>
                    <a:pt x="1081937" y="734974"/>
                  </a:lnTo>
                  <a:lnTo>
                    <a:pt x="1085857" y="734974"/>
                  </a:lnTo>
                  <a:lnTo>
                    <a:pt x="1089777" y="734974"/>
                  </a:lnTo>
                  <a:lnTo>
                    <a:pt x="1093697" y="734974"/>
                  </a:lnTo>
                  <a:lnTo>
                    <a:pt x="1097617" y="734974"/>
                  </a:lnTo>
                  <a:lnTo>
                    <a:pt x="1101537" y="734974"/>
                  </a:lnTo>
                  <a:lnTo>
                    <a:pt x="1105457" y="734974"/>
                  </a:lnTo>
                  <a:lnTo>
                    <a:pt x="1109377" y="734974"/>
                  </a:lnTo>
                  <a:lnTo>
                    <a:pt x="1113297" y="734974"/>
                  </a:lnTo>
                  <a:lnTo>
                    <a:pt x="1117217" y="734974"/>
                  </a:lnTo>
                  <a:lnTo>
                    <a:pt x="1121138" y="734974"/>
                  </a:lnTo>
                  <a:lnTo>
                    <a:pt x="1125058" y="734974"/>
                  </a:lnTo>
                  <a:lnTo>
                    <a:pt x="1128978" y="734974"/>
                  </a:lnTo>
                  <a:lnTo>
                    <a:pt x="1132898" y="734974"/>
                  </a:lnTo>
                  <a:lnTo>
                    <a:pt x="1136818" y="734974"/>
                  </a:lnTo>
                  <a:lnTo>
                    <a:pt x="1140738" y="734974"/>
                  </a:lnTo>
                  <a:lnTo>
                    <a:pt x="1144658" y="734974"/>
                  </a:lnTo>
                  <a:lnTo>
                    <a:pt x="1148578" y="734974"/>
                  </a:lnTo>
                  <a:lnTo>
                    <a:pt x="1152498" y="734974"/>
                  </a:lnTo>
                  <a:lnTo>
                    <a:pt x="1156418" y="734974"/>
                  </a:lnTo>
                  <a:lnTo>
                    <a:pt x="1160338" y="734974"/>
                  </a:lnTo>
                  <a:lnTo>
                    <a:pt x="1164258" y="734974"/>
                  </a:lnTo>
                  <a:lnTo>
                    <a:pt x="1168178" y="734974"/>
                  </a:lnTo>
                  <a:lnTo>
                    <a:pt x="1172098" y="734974"/>
                  </a:lnTo>
                  <a:lnTo>
                    <a:pt x="1176018" y="734974"/>
                  </a:lnTo>
                  <a:lnTo>
                    <a:pt x="1179938" y="734974"/>
                  </a:lnTo>
                  <a:lnTo>
                    <a:pt x="1183859" y="734974"/>
                  </a:lnTo>
                  <a:lnTo>
                    <a:pt x="1187779" y="734974"/>
                  </a:lnTo>
                  <a:lnTo>
                    <a:pt x="1191699" y="734974"/>
                  </a:lnTo>
                  <a:lnTo>
                    <a:pt x="1195619" y="734974"/>
                  </a:lnTo>
                  <a:lnTo>
                    <a:pt x="1199539" y="734974"/>
                  </a:lnTo>
                  <a:lnTo>
                    <a:pt x="1203459" y="734974"/>
                  </a:lnTo>
                  <a:lnTo>
                    <a:pt x="1207379" y="734974"/>
                  </a:lnTo>
                  <a:lnTo>
                    <a:pt x="1211299" y="734974"/>
                  </a:lnTo>
                  <a:lnTo>
                    <a:pt x="1215219" y="734974"/>
                  </a:lnTo>
                  <a:lnTo>
                    <a:pt x="1219139" y="734974"/>
                  </a:lnTo>
                  <a:lnTo>
                    <a:pt x="1223059" y="734974"/>
                  </a:lnTo>
                  <a:lnTo>
                    <a:pt x="1226979" y="734974"/>
                  </a:lnTo>
                  <a:lnTo>
                    <a:pt x="1230899" y="734974"/>
                  </a:lnTo>
                  <a:lnTo>
                    <a:pt x="1234819" y="734974"/>
                  </a:lnTo>
                  <a:lnTo>
                    <a:pt x="1238739" y="734974"/>
                  </a:lnTo>
                  <a:lnTo>
                    <a:pt x="1242659" y="734974"/>
                  </a:lnTo>
                  <a:lnTo>
                    <a:pt x="1246580" y="734974"/>
                  </a:lnTo>
                  <a:lnTo>
                    <a:pt x="1250500" y="734974"/>
                  </a:lnTo>
                  <a:lnTo>
                    <a:pt x="1254420" y="734974"/>
                  </a:lnTo>
                  <a:lnTo>
                    <a:pt x="1258340" y="734974"/>
                  </a:lnTo>
                  <a:lnTo>
                    <a:pt x="1262260" y="734974"/>
                  </a:lnTo>
                  <a:lnTo>
                    <a:pt x="1266180" y="734974"/>
                  </a:lnTo>
                  <a:lnTo>
                    <a:pt x="1270100" y="734974"/>
                  </a:lnTo>
                  <a:lnTo>
                    <a:pt x="1274020" y="734974"/>
                  </a:lnTo>
                  <a:lnTo>
                    <a:pt x="1277940" y="734974"/>
                  </a:lnTo>
                  <a:lnTo>
                    <a:pt x="1281860" y="734974"/>
                  </a:lnTo>
                  <a:lnTo>
                    <a:pt x="1285780" y="734974"/>
                  </a:lnTo>
                  <a:lnTo>
                    <a:pt x="1289700" y="734974"/>
                  </a:lnTo>
                  <a:lnTo>
                    <a:pt x="1293620" y="734974"/>
                  </a:lnTo>
                  <a:lnTo>
                    <a:pt x="1297540" y="734974"/>
                  </a:lnTo>
                  <a:lnTo>
                    <a:pt x="1301460" y="734974"/>
                  </a:lnTo>
                  <a:lnTo>
                    <a:pt x="1305380" y="734974"/>
                  </a:lnTo>
                  <a:lnTo>
                    <a:pt x="1309301" y="734974"/>
                  </a:lnTo>
                  <a:lnTo>
                    <a:pt x="1313221" y="734974"/>
                  </a:lnTo>
                  <a:lnTo>
                    <a:pt x="1317141" y="734974"/>
                  </a:lnTo>
                  <a:lnTo>
                    <a:pt x="1321061" y="734974"/>
                  </a:lnTo>
                  <a:lnTo>
                    <a:pt x="1324981" y="734974"/>
                  </a:lnTo>
                  <a:lnTo>
                    <a:pt x="1328901" y="734974"/>
                  </a:lnTo>
                  <a:lnTo>
                    <a:pt x="1332821" y="734974"/>
                  </a:lnTo>
                  <a:lnTo>
                    <a:pt x="1336741" y="734974"/>
                  </a:lnTo>
                  <a:lnTo>
                    <a:pt x="1340661" y="734974"/>
                  </a:lnTo>
                  <a:lnTo>
                    <a:pt x="1344581" y="734974"/>
                  </a:lnTo>
                  <a:lnTo>
                    <a:pt x="1348501" y="734974"/>
                  </a:lnTo>
                  <a:lnTo>
                    <a:pt x="1352421" y="734974"/>
                  </a:lnTo>
                  <a:lnTo>
                    <a:pt x="1356341" y="734974"/>
                  </a:lnTo>
                  <a:lnTo>
                    <a:pt x="1360261" y="734974"/>
                  </a:lnTo>
                  <a:lnTo>
                    <a:pt x="1364181" y="734974"/>
                  </a:lnTo>
                  <a:lnTo>
                    <a:pt x="1368101" y="734974"/>
                  </a:lnTo>
                  <a:lnTo>
                    <a:pt x="1372022" y="734974"/>
                  </a:lnTo>
                  <a:lnTo>
                    <a:pt x="1375942" y="734974"/>
                  </a:lnTo>
                  <a:lnTo>
                    <a:pt x="1379862" y="734974"/>
                  </a:lnTo>
                  <a:lnTo>
                    <a:pt x="1383782" y="734974"/>
                  </a:lnTo>
                  <a:lnTo>
                    <a:pt x="1387702" y="734974"/>
                  </a:lnTo>
                  <a:lnTo>
                    <a:pt x="1391622" y="734974"/>
                  </a:lnTo>
                  <a:lnTo>
                    <a:pt x="1395542" y="734974"/>
                  </a:lnTo>
                  <a:lnTo>
                    <a:pt x="1399462" y="734974"/>
                  </a:lnTo>
                  <a:lnTo>
                    <a:pt x="1403382" y="734974"/>
                  </a:lnTo>
                  <a:lnTo>
                    <a:pt x="1407302" y="734974"/>
                  </a:lnTo>
                  <a:lnTo>
                    <a:pt x="1411222" y="734974"/>
                  </a:lnTo>
                  <a:lnTo>
                    <a:pt x="1415142" y="734974"/>
                  </a:lnTo>
                  <a:lnTo>
                    <a:pt x="1419062" y="734974"/>
                  </a:lnTo>
                  <a:lnTo>
                    <a:pt x="1422982" y="734974"/>
                  </a:lnTo>
                  <a:lnTo>
                    <a:pt x="1426902" y="734974"/>
                  </a:lnTo>
                  <a:lnTo>
                    <a:pt x="1430822" y="734974"/>
                  </a:lnTo>
                  <a:lnTo>
                    <a:pt x="1434743" y="734974"/>
                  </a:lnTo>
                  <a:lnTo>
                    <a:pt x="1438663" y="734974"/>
                  </a:lnTo>
                  <a:lnTo>
                    <a:pt x="1442583" y="734974"/>
                  </a:lnTo>
                  <a:lnTo>
                    <a:pt x="1446503" y="734974"/>
                  </a:lnTo>
                  <a:lnTo>
                    <a:pt x="1450423" y="734974"/>
                  </a:lnTo>
                  <a:lnTo>
                    <a:pt x="1454343" y="734974"/>
                  </a:lnTo>
                  <a:lnTo>
                    <a:pt x="1458263" y="734974"/>
                  </a:lnTo>
                  <a:lnTo>
                    <a:pt x="1462183" y="734974"/>
                  </a:lnTo>
                  <a:lnTo>
                    <a:pt x="1466103" y="734974"/>
                  </a:lnTo>
                  <a:lnTo>
                    <a:pt x="1470023" y="734974"/>
                  </a:lnTo>
                  <a:lnTo>
                    <a:pt x="1473943" y="734974"/>
                  </a:lnTo>
                  <a:lnTo>
                    <a:pt x="1477863" y="734974"/>
                  </a:lnTo>
                  <a:lnTo>
                    <a:pt x="1481783" y="734974"/>
                  </a:lnTo>
                  <a:lnTo>
                    <a:pt x="1485703" y="734974"/>
                  </a:lnTo>
                  <a:lnTo>
                    <a:pt x="1489623" y="734974"/>
                  </a:lnTo>
                  <a:lnTo>
                    <a:pt x="1493543" y="734974"/>
                  </a:lnTo>
                  <a:lnTo>
                    <a:pt x="1497464" y="734974"/>
                  </a:lnTo>
                  <a:lnTo>
                    <a:pt x="1501384" y="734974"/>
                  </a:lnTo>
                  <a:lnTo>
                    <a:pt x="1505304" y="734974"/>
                  </a:lnTo>
                  <a:lnTo>
                    <a:pt x="1509224" y="734974"/>
                  </a:lnTo>
                  <a:lnTo>
                    <a:pt x="1513144" y="734974"/>
                  </a:lnTo>
                  <a:lnTo>
                    <a:pt x="1517064" y="734974"/>
                  </a:lnTo>
                  <a:lnTo>
                    <a:pt x="1520984" y="734974"/>
                  </a:lnTo>
                  <a:lnTo>
                    <a:pt x="1524904" y="734974"/>
                  </a:lnTo>
                  <a:lnTo>
                    <a:pt x="1528824" y="734974"/>
                  </a:lnTo>
                  <a:lnTo>
                    <a:pt x="1532744" y="734974"/>
                  </a:lnTo>
                  <a:lnTo>
                    <a:pt x="1536664" y="734974"/>
                  </a:lnTo>
                  <a:lnTo>
                    <a:pt x="1540584" y="734974"/>
                  </a:lnTo>
                  <a:lnTo>
                    <a:pt x="1544504" y="734974"/>
                  </a:lnTo>
                  <a:lnTo>
                    <a:pt x="1548424" y="734974"/>
                  </a:lnTo>
                  <a:lnTo>
                    <a:pt x="1552344" y="734974"/>
                  </a:lnTo>
                  <a:lnTo>
                    <a:pt x="1556265" y="734974"/>
                  </a:lnTo>
                  <a:lnTo>
                    <a:pt x="1560185" y="734974"/>
                  </a:lnTo>
                  <a:lnTo>
                    <a:pt x="1564105" y="734974"/>
                  </a:lnTo>
                  <a:lnTo>
                    <a:pt x="1568025" y="734974"/>
                  </a:lnTo>
                  <a:lnTo>
                    <a:pt x="1571945" y="734974"/>
                  </a:lnTo>
                  <a:lnTo>
                    <a:pt x="1575865" y="734974"/>
                  </a:lnTo>
                  <a:lnTo>
                    <a:pt x="1579785" y="734974"/>
                  </a:lnTo>
                  <a:lnTo>
                    <a:pt x="1583705" y="734974"/>
                  </a:lnTo>
                  <a:lnTo>
                    <a:pt x="1587625" y="734974"/>
                  </a:lnTo>
                  <a:lnTo>
                    <a:pt x="1591545" y="734974"/>
                  </a:lnTo>
                  <a:lnTo>
                    <a:pt x="1595465" y="734974"/>
                  </a:lnTo>
                  <a:lnTo>
                    <a:pt x="1599385" y="734974"/>
                  </a:lnTo>
                  <a:lnTo>
                    <a:pt x="1603305" y="734974"/>
                  </a:lnTo>
                  <a:lnTo>
                    <a:pt x="1607225" y="734974"/>
                  </a:lnTo>
                  <a:lnTo>
                    <a:pt x="1611145" y="734974"/>
                  </a:lnTo>
                  <a:lnTo>
                    <a:pt x="1615065" y="734974"/>
                  </a:lnTo>
                  <a:lnTo>
                    <a:pt x="1618986" y="734974"/>
                  </a:lnTo>
                  <a:lnTo>
                    <a:pt x="1622906" y="734974"/>
                  </a:lnTo>
                  <a:lnTo>
                    <a:pt x="1626826" y="734974"/>
                  </a:lnTo>
                  <a:lnTo>
                    <a:pt x="1630746" y="734974"/>
                  </a:lnTo>
                  <a:lnTo>
                    <a:pt x="1634666" y="734974"/>
                  </a:lnTo>
                  <a:lnTo>
                    <a:pt x="1638586" y="734974"/>
                  </a:lnTo>
                  <a:lnTo>
                    <a:pt x="1642506" y="734974"/>
                  </a:lnTo>
                  <a:lnTo>
                    <a:pt x="1646426" y="734974"/>
                  </a:lnTo>
                  <a:lnTo>
                    <a:pt x="1650346" y="734974"/>
                  </a:lnTo>
                  <a:lnTo>
                    <a:pt x="1654266" y="734974"/>
                  </a:lnTo>
                  <a:lnTo>
                    <a:pt x="1658186" y="734974"/>
                  </a:lnTo>
                  <a:lnTo>
                    <a:pt x="1662106" y="734974"/>
                  </a:lnTo>
                  <a:lnTo>
                    <a:pt x="1666026" y="734974"/>
                  </a:lnTo>
                  <a:lnTo>
                    <a:pt x="1669946" y="734974"/>
                  </a:lnTo>
                  <a:lnTo>
                    <a:pt x="1673866" y="734974"/>
                  </a:lnTo>
                  <a:lnTo>
                    <a:pt x="1677786" y="734974"/>
                  </a:lnTo>
                  <a:lnTo>
                    <a:pt x="1681707" y="734974"/>
                  </a:lnTo>
                  <a:lnTo>
                    <a:pt x="1685627" y="734974"/>
                  </a:lnTo>
                  <a:lnTo>
                    <a:pt x="1689547" y="734974"/>
                  </a:lnTo>
                  <a:lnTo>
                    <a:pt x="1693467" y="734974"/>
                  </a:lnTo>
                  <a:lnTo>
                    <a:pt x="1697387" y="734974"/>
                  </a:lnTo>
                  <a:lnTo>
                    <a:pt x="1701307" y="734974"/>
                  </a:lnTo>
                  <a:lnTo>
                    <a:pt x="1705227" y="734974"/>
                  </a:lnTo>
                  <a:lnTo>
                    <a:pt x="1709147" y="734974"/>
                  </a:lnTo>
                  <a:lnTo>
                    <a:pt x="1713067" y="734974"/>
                  </a:lnTo>
                  <a:lnTo>
                    <a:pt x="1716987" y="734974"/>
                  </a:lnTo>
                  <a:lnTo>
                    <a:pt x="1720907" y="734974"/>
                  </a:lnTo>
                  <a:lnTo>
                    <a:pt x="1724827" y="734974"/>
                  </a:lnTo>
                  <a:lnTo>
                    <a:pt x="1728747" y="734974"/>
                  </a:lnTo>
                  <a:lnTo>
                    <a:pt x="1732667" y="734974"/>
                  </a:lnTo>
                  <a:lnTo>
                    <a:pt x="1736587" y="734974"/>
                  </a:lnTo>
                  <a:lnTo>
                    <a:pt x="1740507" y="734974"/>
                  </a:lnTo>
                  <a:lnTo>
                    <a:pt x="1744428" y="734974"/>
                  </a:lnTo>
                  <a:lnTo>
                    <a:pt x="1748348" y="734974"/>
                  </a:lnTo>
                  <a:lnTo>
                    <a:pt x="1752268" y="734974"/>
                  </a:lnTo>
                  <a:lnTo>
                    <a:pt x="1756188" y="734974"/>
                  </a:lnTo>
                  <a:lnTo>
                    <a:pt x="1760108" y="734974"/>
                  </a:lnTo>
                  <a:lnTo>
                    <a:pt x="1764028" y="734974"/>
                  </a:lnTo>
                  <a:lnTo>
                    <a:pt x="1767948" y="734974"/>
                  </a:lnTo>
                  <a:lnTo>
                    <a:pt x="1771868" y="734974"/>
                  </a:lnTo>
                  <a:lnTo>
                    <a:pt x="1775788" y="734974"/>
                  </a:lnTo>
                  <a:lnTo>
                    <a:pt x="1779708" y="734974"/>
                  </a:lnTo>
                  <a:lnTo>
                    <a:pt x="1783628" y="734974"/>
                  </a:lnTo>
                  <a:lnTo>
                    <a:pt x="1787548" y="734974"/>
                  </a:lnTo>
                  <a:lnTo>
                    <a:pt x="1791468" y="734974"/>
                  </a:lnTo>
                  <a:lnTo>
                    <a:pt x="1795388" y="734974"/>
                  </a:lnTo>
                  <a:lnTo>
                    <a:pt x="1799308" y="734974"/>
                  </a:lnTo>
                  <a:lnTo>
                    <a:pt x="1803228" y="734974"/>
                  </a:lnTo>
                  <a:lnTo>
                    <a:pt x="1807149" y="734974"/>
                  </a:lnTo>
                  <a:lnTo>
                    <a:pt x="1811069" y="734974"/>
                  </a:lnTo>
                  <a:lnTo>
                    <a:pt x="1814989" y="734974"/>
                  </a:lnTo>
                  <a:lnTo>
                    <a:pt x="1818909" y="734974"/>
                  </a:lnTo>
                  <a:lnTo>
                    <a:pt x="1822829" y="734974"/>
                  </a:lnTo>
                  <a:lnTo>
                    <a:pt x="1826749" y="734974"/>
                  </a:lnTo>
                  <a:lnTo>
                    <a:pt x="1830669" y="734974"/>
                  </a:lnTo>
                  <a:lnTo>
                    <a:pt x="1834589" y="734974"/>
                  </a:lnTo>
                  <a:lnTo>
                    <a:pt x="1838509" y="734974"/>
                  </a:lnTo>
                  <a:lnTo>
                    <a:pt x="1842429" y="734974"/>
                  </a:lnTo>
                  <a:lnTo>
                    <a:pt x="1846349" y="734974"/>
                  </a:lnTo>
                  <a:lnTo>
                    <a:pt x="1850269" y="734974"/>
                  </a:lnTo>
                  <a:lnTo>
                    <a:pt x="1854189" y="734974"/>
                  </a:lnTo>
                  <a:lnTo>
                    <a:pt x="1858109" y="734974"/>
                  </a:lnTo>
                  <a:lnTo>
                    <a:pt x="1862029" y="734974"/>
                  </a:lnTo>
                  <a:lnTo>
                    <a:pt x="1865949" y="734974"/>
                  </a:lnTo>
                  <a:lnTo>
                    <a:pt x="1869870" y="734974"/>
                  </a:lnTo>
                  <a:lnTo>
                    <a:pt x="1873790" y="734974"/>
                  </a:lnTo>
                  <a:lnTo>
                    <a:pt x="1877710" y="734974"/>
                  </a:lnTo>
                  <a:lnTo>
                    <a:pt x="1881630" y="734974"/>
                  </a:lnTo>
                  <a:lnTo>
                    <a:pt x="1885550" y="734974"/>
                  </a:lnTo>
                  <a:lnTo>
                    <a:pt x="1889470" y="734974"/>
                  </a:lnTo>
                  <a:lnTo>
                    <a:pt x="1893390" y="734974"/>
                  </a:lnTo>
                  <a:lnTo>
                    <a:pt x="1897310" y="734974"/>
                  </a:lnTo>
                  <a:lnTo>
                    <a:pt x="1901230" y="734974"/>
                  </a:lnTo>
                  <a:lnTo>
                    <a:pt x="1905150" y="734974"/>
                  </a:lnTo>
                  <a:lnTo>
                    <a:pt x="1909070" y="734974"/>
                  </a:lnTo>
                  <a:lnTo>
                    <a:pt x="1912990" y="734974"/>
                  </a:lnTo>
                  <a:lnTo>
                    <a:pt x="1916910" y="734974"/>
                  </a:lnTo>
                  <a:lnTo>
                    <a:pt x="1920830" y="734974"/>
                  </a:lnTo>
                  <a:lnTo>
                    <a:pt x="1924750" y="734974"/>
                  </a:lnTo>
                  <a:lnTo>
                    <a:pt x="1928670" y="734974"/>
                  </a:lnTo>
                  <a:lnTo>
                    <a:pt x="1932591" y="734974"/>
                  </a:lnTo>
                  <a:lnTo>
                    <a:pt x="1936511" y="734974"/>
                  </a:lnTo>
                  <a:lnTo>
                    <a:pt x="1940431" y="734974"/>
                  </a:lnTo>
                  <a:lnTo>
                    <a:pt x="1944351" y="734974"/>
                  </a:lnTo>
                  <a:lnTo>
                    <a:pt x="1948271" y="734974"/>
                  </a:lnTo>
                  <a:lnTo>
                    <a:pt x="1952191" y="734974"/>
                  </a:lnTo>
                  <a:lnTo>
                    <a:pt x="1956111" y="734974"/>
                  </a:lnTo>
                  <a:lnTo>
                    <a:pt x="1960031" y="734974"/>
                  </a:lnTo>
                  <a:lnTo>
                    <a:pt x="1963951" y="734974"/>
                  </a:lnTo>
                  <a:lnTo>
                    <a:pt x="1967871" y="734974"/>
                  </a:lnTo>
                  <a:lnTo>
                    <a:pt x="1971791" y="734974"/>
                  </a:lnTo>
                  <a:lnTo>
                    <a:pt x="1975711" y="734974"/>
                  </a:lnTo>
                  <a:lnTo>
                    <a:pt x="1979631" y="734974"/>
                  </a:lnTo>
                  <a:lnTo>
                    <a:pt x="1983551" y="734974"/>
                  </a:lnTo>
                  <a:lnTo>
                    <a:pt x="1987471" y="734974"/>
                  </a:lnTo>
                  <a:lnTo>
                    <a:pt x="1991391" y="734974"/>
                  </a:lnTo>
                  <a:lnTo>
                    <a:pt x="1995312" y="734974"/>
                  </a:lnTo>
                  <a:lnTo>
                    <a:pt x="1999232" y="734974"/>
                  </a:lnTo>
                  <a:lnTo>
                    <a:pt x="2003152" y="734974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84" name="pg84"/>
            <p:cNvSpPr/>
            <p:nvPr/>
          </p:nvSpPr>
          <p:spPr>
            <a:xfrm>
              <a:off x="8937061" y="4526206"/>
              <a:ext cx="2003152" cy="1765342"/>
            </a:xfrm>
            <a:custGeom>
              <a:avLst/>
              <a:gdLst/>
              <a:ahLst/>
              <a:cxnLst/>
              <a:rect l="0" t="0" r="0" b="0"/>
              <a:pathLst>
                <a:path w="2003152" h="1765342">
                  <a:moveTo>
                    <a:pt x="0" y="1765342"/>
                  </a:moveTo>
                  <a:lnTo>
                    <a:pt x="3920" y="1765342"/>
                  </a:lnTo>
                  <a:lnTo>
                    <a:pt x="7840" y="1765342"/>
                  </a:lnTo>
                  <a:lnTo>
                    <a:pt x="11760" y="1765342"/>
                  </a:lnTo>
                  <a:lnTo>
                    <a:pt x="15680" y="1765342"/>
                  </a:lnTo>
                  <a:lnTo>
                    <a:pt x="19600" y="1765342"/>
                  </a:lnTo>
                  <a:lnTo>
                    <a:pt x="23520" y="1765342"/>
                  </a:lnTo>
                  <a:lnTo>
                    <a:pt x="27440" y="1765342"/>
                  </a:lnTo>
                  <a:lnTo>
                    <a:pt x="31360" y="1765342"/>
                  </a:lnTo>
                  <a:lnTo>
                    <a:pt x="35280" y="1765342"/>
                  </a:lnTo>
                  <a:lnTo>
                    <a:pt x="39200" y="1765342"/>
                  </a:lnTo>
                  <a:lnTo>
                    <a:pt x="43120" y="1765342"/>
                  </a:lnTo>
                  <a:lnTo>
                    <a:pt x="47040" y="1765342"/>
                  </a:lnTo>
                  <a:lnTo>
                    <a:pt x="50960" y="1765342"/>
                  </a:lnTo>
                  <a:lnTo>
                    <a:pt x="54880" y="1765342"/>
                  </a:lnTo>
                  <a:lnTo>
                    <a:pt x="58800" y="1765342"/>
                  </a:lnTo>
                  <a:lnTo>
                    <a:pt x="62721" y="1765342"/>
                  </a:lnTo>
                  <a:lnTo>
                    <a:pt x="66641" y="1765342"/>
                  </a:lnTo>
                  <a:lnTo>
                    <a:pt x="70561" y="1765342"/>
                  </a:lnTo>
                  <a:lnTo>
                    <a:pt x="74481" y="1765342"/>
                  </a:lnTo>
                  <a:lnTo>
                    <a:pt x="78401" y="1765342"/>
                  </a:lnTo>
                  <a:lnTo>
                    <a:pt x="82321" y="1765342"/>
                  </a:lnTo>
                  <a:lnTo>
                    <a:pt x="86241" y="1765342"/>
                  </a:lnTo>
                  <a:lnTo>
                    <a:pt x="90161" y="1765342"/>
                  </a:lnTo>
                  <a:lnTo>
                    <a:pt x="94081" y="1765342"/>
                  </a:lnTo>
                  <a:lnTo>
                    <a:pt x="98001" y="1765342"/>
                  </a:lnTo>
                  <a:lnTo>
                    <a:pt x="101921" y="1765342"/>
                  </a:lnTo>
                  <a:lnTo>
                    <a:pt x="105841" y="1765342"/>
                  </a:lnTo>
                  <a:lnTo>
                    <a:pt x="109761" y="1765342"/>
                  </a:lnTo>
                  <a:lnTo>
                    <a:pt x="113681" y="1765342"/>
                  </a:lnTo>
                  <a:lnTo>
                    <a:pt x="117601" y="1765342"/>
                  </a:lnTo>
                  <a:lnTo>
                    <a:pt x="121521" y="1765342"/>
                  </a:lnTo>
                  <a:lnTo>
                    <a:pt x="125442" y="1765342"/>
                  </a:lnTo>
                  <a:lnTo>
                    <a:pt x="129362" y="1765342"/>
                  </a:lnTo>
                  <a:lnTo>
                    <a:pt x="133282" y="1765342"/>
                  </a:lnTo>
                  <a:lnTo>
                    <a:pt x="137202" y="1765342"/>
                  </a:lnTo>
                  <a:lnTo>
                    <a:pt x="141122" y="1765342"/>
                  </a:lnTo>
                  <a:lnTo>
                    <a:pt x="145042" y="1765342"/>
                  </a:lnTo>
                  <a:lnTo>
                    <a:pt x="148962" y="1765340"/>
                  </a:lnTo>
                  <a:lnTo>
                    <a:pt x="152882" y="1765332"/>
                  </a:lnTo>
                  <a:lnTo>
                    <a:pt x="156802" y="1765301"/>
                  </a:lnTo>
                  <a:lnTo>
                    <a:pt x="160722" y="1765202"/>
                  </a:lnTo>
                  <a:lnTo>
                    <a:pt x="164642" y="1764938"/>
                  </a:lnTo>
                  <a:lnTo>
                    <a:pt x="168562" y="1764342"/>
                  </a:lnTo>
                  <a:lnTo>
                    <a:pt x="172482" y="1763205"/>
                  </a:lnTo>
                  <a:lnTo>
                    <a:pt x="176402" y="1761356"/>
                  </a:lnTo>
                  <a:lnTo>
                    <a:pt x="180322" y="1758793"/>
                  </a:lnTo>
                  <a:lnTo>
                    <a:pt x="184242" y="1755793"/>
                  </a:lnTo>
                  <a:lnTo>
                    <a:pt x="188163" y="1752947"/>
                  </a:lnTo>
                  <a:lnTo>
                    <a:pt x="192083" y="1750902"/>
                  </a:lnTo>
                  <a:lnTo>
                    <a:pt x="196003" y="1750104"/>
                  </a:lnTo>
                  <a:lnTo>
                    <a:pt x="199923" y="1750632"/>
                  </a:lnTo>
                  <a:lnTo>
                    <a:pt x="203843" y="1752259"/>
                  </a:lnTo>
                  <a:lnTo>
                    <a:pt x="207763" y="1754557"/>
                  </a:lnTo>
                  <a:lnTo>
                    <a:pt x="211683" y="1756928"/>
                  </a:lnTo>
                  <a:lnTo>
                    <a:pt x="215603" y="1758704"/>
                  </a:lnTo>
                  <a:lnTo>
                    <a:pt x="219523" y="1759450"/>
                  </a:lnTo>
                  <a:lnTo>
                    <a:pt x="223443" y="1759269"/>
                  </a:lnTo>
                  <a:lnTo>
                    <a:pt x="227363" y="1758772"/>
                  </a:lnTo>
                  <a:lnTo>
                    <a:pt x="231283" y="1758677"/>
                  </a:lnTo>
                  <a:lnTo>
                    <a:pt x="235203" y="1759346"/>
                  </a:lnTo>
                  <a:lnTo>
                    <a:pt x="239123" y="1760586"/>
                  </a:lnTo>
                  <a:lnTo>
                    <a:pt x="243043" y="1761820"/>
                  </a:lnTo>
                  <a:lnTo>
                    <a:pt x="246963" y="1762450"/>
                  </a:lnTo>
                  <a:lnTo>
                    <a:pt x="250884" y="1762176"/>
                  </a:lnTo>
                  <a:lnTo>
                    <a:pt x="254804" y="1761125"/>
                  </a:lnTo>
                  <a:lnTo>
                    <a:pt x="258724" y="1759794"/>
                  </a:lnTo>
                  <a:lnTo>
                    <a:pt x="262644" y="1758795"/>
                  </a:lnTo>
                  <a:lnTo>
                    <a:pt x="266564" y="1758521"/>
                  </a:lnTo>
                  <a:lnTo>
                    <a:pt x="270484" y="1758923"/>
                  </a:lnTo>
                  <a:lnTo>
                    <a:pt x="274404" y="1759605"/>
                  </a:lnTo>
                  <a:lnTo>
                    <a:pt x="278324" y="1760179"/>
                  </a:lnTo>
                  <a:lnTo>
                    <a:pt x="282244" y="1760550"/>
                  </a:lnTo>
                  <a:lnTo>
                    <a:pt x="286164" y="1760857"/>
                  </a:lnTo>
                  <a:lnTo>
                    <a:pt x="290084" y="1761173"/>
                  </a:lnTo>
                  <a:lnTo>
                    <a:pt x="294004" y="1761376"/>
                  </a:lnTo>
                  <a:lnTo>
                    <a:pt x="297924" y="1761348"/>
                  </a:lnTo>
                  <a:lnTo>
                    <a:pt x="301844" y="1761212"/>
                  </a:lnTo>
                  <a:lnTo>
                    <a:pt x="305764" y="1761199"/>
                  </a:lnTo>
                  <a:lnTo>
                    <a:pt x="309684" y="1761329"/>
                  </a:lnTo>
                  <a:lnTo>
                    <a:pt x="313605" y="1761405"/>
                  </a:lnTo>
                  <a:lnTo>
                    <a:pt x="317525" y="1761283"/>
                  </a:lnTo>
                  <a:lnTo>
                    <a:pt x="321445" y="1761038"/>
                  </a:lnTo>
                  <a:lnTo>
                    <a:pt x="325365" y="1760791"/>
                  </a:lnTo>
                  <a:lnTo>
                    <a:pt x="329285" y="1760479"/>
                  </a:lnTo>
                  <a:lnTo>
                    <a:pt x="333205" y="1759900"/>
                  </a:lnTo>
                  <a:lnTo>
                    <a:pt x="337125" y="1759017"/>
                  </a:lnTo>
                  <a:lnTo>
                    <a:pt x="341045" y="1758095"/>
                  </a:lnTo>
                  <a:lnTo>
                    <a:pt x="344965" y="1757448"/>
                  </a:lnTo>
                  <a:lnTo>
                    <a:pt x="348885" y="1757015"/>
                  </a:lnTo>
                  <a:lnTo>
                    <a:pt x="352805" y="1756261"/>
                  </a:lnTo>
                  <a:lnTo>
                    <a:pt x="356725" y="1754501"/>
                  </a:lnTo>
                  <a:lnTo>
                    <a:pt x="360645" y="1751352"/>
                  </a:lnTo>
                  <a:lnTo>
                    <a:pt x="364565" y="1746913"/>
                  </a:lnTo>
                  <a:lnTo>
                    <a:pt x="368485" y="1741714"/>
                  </a:lnTo>
                  <a:lnTo>
                    <a:pt x="372405" y="1736657"/>
                  </a:lnTo>
                  <a:lnTo>
                    <a:pt x="376326" y="1732857"/>
                  </a:lnTo>
                  <a:lnTo>
                    <a:pt x="380246" y="1731081"/>
                  </a:lnTo>
                  <a:lnTo>
                    <a:pt x="384166" y="1730955"/>
                  </a:lnTo>
                  <a:lnTo>
                    <a:pt x="388086" y="1730801"/>
                  </a:lnTo>
                  <a:lnTo>
                    <a:pt x="392006" y="1728670"/>
                  </a:lnTo>
                  <a:lnTo>
                    <a:pt x="395926" y="1723848"/>
                  </a:lnTo>
                  <a:lnTo>
                    <a:pt x="399846" y="1717479"/>
                  </a:lnTo>
                  <a:lnTo>
                    <a:pt x="403766" y="1711739"/>
                  </a:lnTo>
                  <a:lnTo>
                    <a:pt x="407686" y="1708354"/>
                  </a:lnTo>
                  <a:lnTo>
                    <a:pt x="411606" y="1707648"/>
                  </a:lnTo>
                  <a:lnTo>
                    <a:pt x="415526" y="1708597"/>
                  </a:lnTo>
                  <a:lnTo>
                    <a:pt x="419446" y="1709388"/>
                  </a:lnTo>
                  <a:lnTo>
                    <a:pt x="423366" y="1708127"/>
                  </a:lnTo>
                  <a:lnTo>
                    <a:pt x="427286" y="1703146"/>
                  </a:lnTo>
                  <a:lnTo>
                    <a:pt x="431206" y="1693184"/>
                  </a:lnTo>
                  <a:lnTo>
                    <a:pt x="435126" y="1677730"/>
                  </a:lnTo>
                  <a:lnTo>
                    <a:pt x="439047" y="1656932"/>
                  </a:lnTo>
                  <a:lnTo>
                    <a:pt x="442967" y="1630647"/>
                  </a:lnTo>
                  <a:lnTo>
                    <a:pt x="446887" y="1597782"/>
                  </a:lnTo>
                  <a:lnTo>
                    <a:pt x="450807" y="1558082"/>
                  </a:lnTo>
                  <a:lnTo>
                    <a:pt x="454727" y="1515936"/>
                  </a:lnTo>
                  <a:lnTo>
                    <a:pt x="458647" y="1481303"/>
                  </a:lnTo>
                  <a:lnTo>
                    <a:pt x="462567" y="1463684"/>
                  </a:lnTo>
                  <a:lnTo>
                    <a:pt x="466487" y="1462638"/>
                  </a:lnTo>
                  <a:lnTo>
                    <a:pt x="470407" y="1463367"/>
                  </a:lnTo>
                  <a:lnTo>
                    <a:pt x="474327" y="1441653"/>
                  </a:lnTo>
                  <a:lnTo>
                    <a:pt x="478247" y="1374659"/>
                  </a:lnTo>
                  <a:lnTo>
                    <a:pt x="482167" y="1251949"/>
                  </a:lnTo>
                  <a:lnTo>
                    <a:pt x="486087" y="1082538"/>
                  </a:lnTo>
                  <a:lnTo>
                    <a:pt x="490007" y="892924"/>
                  </a:lnTo>
                  <a:lnTo>
                    <a:pt x="493927" y="712112"/>
                  </a:lnTo>
                  <a:lnTo>
                    <a:pt x="497847" y="550796"/>
                  </a:lnTo>
                  <a:lnTo>
                    <a:pt x="501768" y="395277"/>
                  </a:lnTo>
                  <a:lnTo>
                    <a:pt x="505688" y="230435"/>
                  </a:lnTo>
                  <a:lnTo>
                    <a:pt x="509608" y="76349"/>
                  </a:lnTo>
                  <a:lnTo>
                    <a:pt x="513528" y="0"/>
                  </a:lnTo>
                  <a:lnTo>
                    <a:pt x="517448" y="78869"/>
                  </a:lnTo>
                  <a:lnTo>
                    <a:pt x="521368" y="339099"/>
                  </a:lnTo>
                  <a:lnTo>
                    <a:pt x="525288" y="722661"/>
                  </a:lnTo>
                  <a:lnTo>
                    <a:pt x="529208" y="1117888"/>
                  </a:lnTo>
                  <a:lnTo>
                    <a:pt x="533128" y="1427363"/>
                  </a:lnTo>
                  <a:lnTo>
                    <a:pt x="537048" y="1615702"/>
                  </a:lnTo>
                  <a:lnTo>
                    <a:pt x="540968" y="1709395"/>
                  </a:lnTo>
                  <a:lnTo>
                    <a:pt x="544888" y="1747693"/>
                  </a:lnTo>
                  <a:lnTo>
                    <a:pt x="548808" y="1760655"/>
                  </a:lnTo>
                  <a:lnTo>
                    <a:pt x="552728" y="1764299"/>
                  </a:lnTo>
                  <a:lnTo>
                    <a:pt x="556648" y="1765149"/>
                  </a:lnTo>
                  <a:lnTo>
                    <a:pt x="560569" y="1765313"/>
                  </a:lnTo>
                  <a:lnTo>
                    <a:pt x="564489" y="1765339"/>
                  </a:lnTo>
                  <a:lnTo>
                    <a:pt x="568409" y="1765342"/>
                  </a:lnTo>
                  <a:lnTo>
                    <a:pt x="572329" y="1765342"/>
                  </a:lnTo>
                  <a:lnTo>
                    <a:pt x="576249" y="1765342"/>
                  </a:lnTo>
                  <a:lnTo>
                    <a:pt x="580169" y="1765342"/>
                  </a:lnTo>
                  <a:lnTo>
                    <a:pt x="584089" y="1765342"/>
                  </a:lnTo>
                  <a:lnTo>
                    <a:pt x="588009" y="1765342"/>
                  </a:lnTo>
                  <a:lnTo>
                    <a:pt x="591929" y="1765342"/>
                  </a:lnTo>
                  <a:lnTo>
                    <a:pt x="595849" y="1765342"/>
                  </a:lnTo>
                  <a:lnTo>
                    <a:pt x="599769" y="1765342"/>
                  </a:lnTo>
                  <a:lnTo>
                    <a:pt x="603689" y="1765342"/>
                  </a:lnTo>
                  <a:lnTo>
                    <a:pt x="607609" y="1765342"/>
                  </a:lnTo>
                  <a:lnTo>
                    <a:pt x="611529" y="1765342"/>
                  </a:lnTo>
                  <a:lnTo>
                    <a:pt x="615449" y="1765342"/>
                  </a:lnTo>
                  <a:lnTo>
                    <a:pt x="619369" y="1765342"/>
                  </a:lnTo>
                  <a:lnTo>
                    <a:pt x="623290" y="1765342"/>
                  </a:lnTo>
                  <a:lnTo>
                    <a:pt x="627210" y="1765342"/>
                  </a:lnTo>
                  <a:lnTo>
                    <a:pt x="631130" y="1765342"/>
                  </a:lnTo>
                  <a:lnTo>
                    <a:pt x="635050" y="1765342"/>
                  </a:lnTo>
                  <a:lnTo>
                    <a:pt x="638970" y="1765342"/>
                  </a:lnTo>
                  <a:lnTo>
                    <a:pt x="642890" y="1765342"/>
                  </a:lnTo>
                  <a:lnTo>
                    <a:pt x="646810" y="1765342"/>
                  </a:lnTo>
                  <a:lnTo>
                    <a:pt x="650730" y="1765342"/>
                  </a:lnTo>
                  <a:lnTo>
                    <a:pt x="654650" y="1765342"/>
                  </a:lnTo>
                  <a:lnTo>
                    <a:pt x="658570" y="1765342"/>
                  </a:lnTo>
                  <a:lnTo>
                    <a:pt x="662490" y="1765342"/>
                  </a:lnTo>
                  <a:lnTo>
                    <a:pt x="666410" y="1765342"/>
                  </a:lnTo>
                  <a:lnTo>
                    <a:pt x="670330" y="1765342"/>
                  </a:lnTo>
                  <a:lnTo>
                    <a:pt x="674250" y="1765342"/>
                  </a:lnTo>
                  <a:lnTo>
                    <a:pt x="678170" y="1765342"/>
                  </a:lnTo>
                  <a:lnTo>
                    <a:pt x="682090" y="1765342"/>
                  </a:lnTo>
                  <a:lnTo>
                    <a:pt x="686011" y="1765342"/>
                  </a:lnTo>
                  <a:lnTo>
                    <a:pt x="689931" y="1765342"/>
                  </a:lnTo>
                  <a:lnTo>
                    <a:pt x="693851" y="1765342"/>
                  </a:lnTo>
                  <a:lnTo>
                    <a:pt x="697771" y="1765342"/>
                  </a:lnTo>
                  <a:lnTo>
                    <a:pt x="701691" y="1765342"/>
                  </a:lnTo>
                  <a:lnTo>
                    <a:pt x="705611" y="1765342"/>
                  </a:lnTo>
                  <a:lnTo>
                    <a:pt x="709531" y="1765342"/>
                  </a:lnTo>
                  <a:lnTo>
                    <a:pt x="713451" y="1765342"/>
                  </a:lnTo>
                  <a:lnTo>
                    <a:pt x="717371" y="1765342"/>
                  </a:lnTo>
                  <a:lnTo>
                    <a:pt x="721291" y="1765342"/>
                  </a:lnTo>
                  <a:lnTo>
                    <a:pt x="725211" y="1765342"/>
                  </a:lnTo>
                  <a:lnTo>
                    <a:pt x="729131" y="1765342"/>
                  </a:lnTo>
                  <a:lnTo>
                    <a:pt x="733051" y="1765342"/>
                  </a:lnTo>
                  <a:lnTo>
                    <a:pt x="736971" y="1765342"/>
                  </a:lnTo>
                  <a:lnTo>
                    <a:pt x="740891" y="1765342"/>
                  </a:lnTo>
                  <a:lnTo>
                    <a:pt x="744811" y="1765342"/>
                  </a:lnTo>
                  <a:lnTo>
                    <a:pt x="748732" y="1765342"/>
                  </a:lnTo>
                  <a:lnTo>
                    <a:pt x="752652" y="1765342"/>
                  </a:lnTo>
                  <a:lnTo>
                    <a:pt x="756572" y="1765342"/>
                  </a:lnTo>
                  <a:lnTo>
                    <a:pt x="760492" y="1765342"/>
                  </a:lnTo>
                  <a:lnTo>
                    <a:pt x="764412" y="1765342"/>
                  </a:lnTo>
                  <a:lnTo>
                    <a:pt x="768332" y="1765342"/>
                  </a:lnTo>
                  <a:lnTo>
                    <a:pt x="772252" y="1765342"/>
                  </a:lnTo>
                  <a:lnTo>
                    <a:pt x="776172" y="1765342"/>
                  </a:lnTo>
                  <a:lnTo>
                    <a:pt x="780092" y="1765342"/>
                  </a:lnTo>
                  <a:lnTo>
                    <a:pt x="784012" y="1765342"/>
                  </a:lnTo>
                  <a:lnTo>
                    <a:pt x="787932" y="1765342"/>
                  </a:lnTo>
                  <a:lnTo>
                    <a:pt x="791852" y="1765342"/>
                  </a:lnTo>
                  <a:lnTo>
                    <a:pt x="795772" y="1765342"/>
                  </a:lnTo>
                  <a:lnTo>
                    <a:pt x="799692" y="1765342"/>
                  </a:lnTo>
                  <a:lnTo>
                    <a:pt x="803612" y="1765342"/>
                  </a:lnTo>
                  <a:lnTo>
                    <a:pt x="807532" y="1765342"/>
                  </a:lnTo>
                  <a:lnTo>
                    <a:pt x="811453" y="1765342"/>
                  </a:lnTo>
                  <a:lnTo>
                    <a:pt x="815373" y="1765342"/>
                  </a:lnTo>
                  <a:lnTo>
                    <a:pt x="819293" y="1765342"/>
                  </a:lnTo>
                  <a:lnTo>
                    <a:pt x="823213" y="1765342"/>
                  </a:lnTo>
                  <a:lnTo>
                    <a:pt x="827133" y="1765342"/>
                  </a:lnTo>
                  <a:lnTo>
                    <a:pt x="831053" y="1765342"/>
                  </a:lnTo>
                  <a:lnTo>
                    <a:pt x="834973" y="1765342"/>
                  </a:lnTo>
                  <a:lnTo>
                    <a:pt x="838893" y="1765342"/>
                  </a:lnTo>
                  <a:lnTo>
                    <a:pt x="842813" y="1765342"/>
                  </a:lnTo>
                  <a:lnTo>
                    <a:pt x="846733" y="1765342"/>
                  </a:lnTo>
                  <a:lnTo>
                    <a:pt x="850653" y="1765342"/>
                  </a:lnTo>
                  <a:lnTo>
                    <a:pt x="854573" y="1765342"/>
                  </a:lnTo>
                  <a:lnTo>
                    <a:pt x="858493" y="1765342"/>
                  </a:lnTo>
                  <a:lnTo>
                    <a:pt x="862413" y="1765342"/>
                  </a:lnTo>
                  <a:lnTo>
                    <a:pt x="866333" y="1765342"/>
                  </a:lnTo>
                  <a:lnTo>
                    <a:pt x="870253" y="1765342"/>
                  </a:lnTo>
                  <a:lnTo>
                    <a:pt x="874174" y="1765342"/>
                  </a:lnTo>
                  <a:lnTo>
                    <a:pt x="878094" y="1765342"/>
                  </a:lnTo>
                  <a:lnTo>
                    <a:pt x="882014" y="1765342"/>
                  </a:lnTo>
                  <a:lnTo>
                    <a:pt x="885934" y="1765342"/>
                  </a:lnTo>
                  <a:lnTo>
                    <a:pt x="889854" y="1765342"/>
                  </a:lnTo>
                  <a:lnTo>
                    <a:pt x="893774" y="1765342"/>
                  </a:lnTo>
                  <a:lnTo>
                    <a:pt x="897694" y="1765342"/>
                  </a:lnTo>
                  <a:lnTo>
                    <a:pt x="901614" y="1765342"/>
                  </a:lnTo>
                  <a:lnTo>
                    <a:pt x="905534" y="1765342"/>
                  </a:lnTo>
                  <a:lnTo>
                    <a:pt x="909454" y="1765342"/>
                  </a:lnTo>
                  <a:lnTo>
                    <a:pt x="913374" y="1765342"/>
                  </a:lnTo>
                  <a:lnTo>
                    <a:pt x="917294" y="1765342"/>
                  </a:lnTo>
                  <a:lnTo>
                    <a:pt x="921214" y="1765342"/>
                  </a:lnTo>
                  <a:lnTo>
                    <a:pt x="925134" y="1765342"/>
                  </a:lnTo>
                  <a:lnTo>
                    <a:pt x="929054" y="1765342"/>
                  </a:lnTo>
                  <a:lnTo>
                    <a:pt x="932974" y="1765342"/>
                  </a:lnTo>
                  <a:lnTo>
                    <a:pt x="936895" y="1765342"/>
                  </a:lnTo>
                  <a:lnTo>
                    <a:pt x="940815" y="1765342"/>
                  </a:lnTo>
                  <a:lnTo>
                    <a:pt x="944735" y="1765342"/>
                  </a:lnTo>
                  <a:lnTo>
                    <a:pt x="948655" y="1765342"/>
                  </a:lnTo>
                  <a:lnTo>
                    <a:pt x="952575" y="1765342"/>
                  </a:lnTo>
                  <a:lnTo>
                    <a:pt x="956495" y="1765342"/>
                  </a:lnTo>
                  <a:lnTo>
                    <a:pt x="960415" y="1765342"/>
                  </a:lnTo>
                  <a:lnTo>
                    <a:pt x="964335" y="1765342"/>
                  </a:lnTo>
                  <a:lnTo>
                    <a:pt x="968255" y="1765342"/>
                  </a:lnTo>
                  <a:lnTo>
                    <a:pt x="972175" y="1765342"/>
                  </a:lnTo>
                  <a:lnTo>
                    <a:pt x="976095" y="1765342"/>
                  </a:lnTo>
                  <a:lnTo>
                    <a:pt x="980015" y="1765342"/>
                  </a:lnTo>
                  <a:lnTo>
                    <a:pt x="983935" y="1765342"/>
                  </a:lnTo>
                  <a:lnTo>
                    <a:pt x="987855" y="1765342"/>
                  </a:lnTo>
                  <a:lnTo>
                    <a:pt x="991775" y="1765342"/>
                  </a:lnTo>
                  <a:lnTo>
                    <a:pt x="995695" y="1765342"/>
                  </a:lnTo>
                  <a:lnTo>
                    <a:pt x="999616" y="1765342"/>
                  </a:lnTo>
                  <a:lnTo>
                    <a:pt x="1003536" y="1765342"/>
                  </a:lnTo>
                  <a:lnTo>
                    <a:pt x="1007456" y="1765342"/>
                  </a:lnTo>
                  <a:lnTo>
                    <a:pt x="1011376" y="1765342"/>
                  </a:lnTo>
                  <a:lnTo>
                    <a:pt x="1015296" y="1765342"/>
                  </a:lnTo>
                  <a:lnTo>
                    <a:pt x="1019216" y="1765342"/>
                  </a:lnTo>
                  <a:lnTo>
                    <a:pt x="1023136" y="1765342"/>
                  </a:lnTo>
                  <a:lnTo>
                    <a:pt x="1027056" y="1765342"/>
                  </a:lnTo>
                  <a:lnTo>
                    <a:pt x="1030976" y="1765342"/>
                  </a:lnTo>
                  <a:lnTo>
                    <a:pt x="1034896" y="1765342"/>
                  </a:lnTo>
                  <a:lnTo>
                    <a:pt x="1038816" y="1765342"/>
                  </a:lnTo>
                  <a:lnTo>
                    <a:pt x="1042736" y="1765342"/>
                  </a:lnTo>
                  <a:lnTo>
                    <a:pt x="1046656" y="1765342"/>
                  </a:lnTo>
                  <a:lnTo>
                    <a:pt x="1050576" y="1765342"/>
                  </a:lnTo>
                  <a:lnTo>
                    <a:pt x="1054496" y="1765342"/>
                  </a:lnTo>
                  <a:lnTo>
                    <a:pt x="1058417" y="1765342"/>
                  </a:lnTo>
                  <a:lnTo>
                    <a:pt x="1062337" y="1765342"/>
                  </a:lnTo>
                  <a:lnTo>
                    <a:pt x="1066257" y="1765342"/>
                  </a:lnTo>
                  <a:lnTo>
                    <a:pt x="1070177" y="1765342"/>
                  </a:lnTo>
                  <a:lnTo>
                    <a:pt x="1074097" y="1765342"/>
                  </a:lnTo>
                  <a:lnTo>
                    <a:pt x="1078017" y="1765342"/>
                  </a:lnTo>
                  <a:lnTo>
                    <a:pt x="1081937" y="1765342"/>
                  </a:lnTo>
                  <a:lnTo>
                    <a:pt x="1085857" y="1765342"/>
                  </a:lnTo>
                  <a:lnTo>
                    <a:pt x="1089777" y="1765342"/>
                  </a:lnTo>
                  <a:lnTo>
                    <a:pt x="1093697" y="1765342"/>
                  </a:lnTo>
                  <a:lnTo>
                    <a:pt x="1097617" y="1765342"/>
                  </a:lnTo>
                  <a:lnTo>
                    <a:pt x="1101537" y="1765342"/>
                  </a:lnTo>
                  <a:lnTo>
                    <a:pt x="1105457" y="1765342"/>
                  </a:lnTo>
                  <a:lnTo>
                    <a:pt x="1109377" y="1765342"/>
                  </a:lnTo>
                  <a:lnTo>
                    <a:pt x="1113297" y="1765342"/>
                  </a:lnTo>
                  <a:lnTo>
                    <a:pt x="1117217" y="1765342"/>
                  </a:lnTo>
                  <a:lnTo>
                    <a:pt x="1121138" y="1765342"/>
                  </a:lnTo>
                  <a:lnTo>
                    <a:pt x="1125058" y="1765342"/>
                  </a:lnTo>
                  <a:lnTo>
                    <a:pt x="1128978" y="1765342"/>
                  </a:lnTo>
                  <a:lnTo>
                    <a:pt x="1132898" y="1765342"/>
                  </a:lnTo>
                  <a:lnTo>
                    <a:pt x="1136818" y="1765342"/>
                  </a:lnTo>
                  <a:lnTo>
                    <a:pt x="1140738" y="1765342"/>
                  </a:lnTo>
                  <a:lnTo>
                    <a:pt x="1144658" y="1765342"/>
                  </a:lnTo>
                  <a:lnTo>
                    <a:pt x="1148578" y="1765342"/>
                  </a:lnTo>
                  <a:lnTo>
                    <a:pt x="1152498" y="1765342"/>
                  </a:lnTo>
                  <a:lnTo>
                    <a:pt x="1156418" y="1765342"/>
                  </a:lnTo>
                  <a:lnTo>
                    <a:pt x="1160338" y="1765342"/>
                  </a:lnTo>
                  <a:lnTo>
                    <a:pt x="1164258" y="1765342"/>
                  </a:lnTo>
                  <a:lnTo>
                    <a:pt x="1168178" y="1765342"/>
                  </a:lnTo>
                  <a:lnTo>
                    <a:pt x="1172098" y="1765342"/>
                  </a:lnTo>
                  <a:lnTo>
                    <a:pt x="1176018" y="1765342"/>
                  </a:lnTo>
                  <a:lnTo>
                    <a:pt x="1179938" y="1765342"/>
                  </a:lnTo>
                  <a:lnTo>
                    <a:pt x="1183859" y="1765342"/>
                  </a:lnTo>
                  <a:lnTo>
                    <a:pt x="1187779" y="1765342"/>
                  </a:lnTo>
                  <a:lnTo>
                    <a:pt x="1191699" y="1765342"/>
                  </a:lnTo>
                  <a:lnTo>
                    <a:pt x="1195619" y="1765342"/>
                  </a:lnTo>
                  <a:lnTo>
                    <a:pt x="1199539" y="1765342"/>
                  </a:lnTo>
                  <a:lnTo>
                    <a:pt x="1203459" y="1765342"/>
                  </a:lnTo>
                  <a:lnTo>
                    <a:pt x="1207379" y="1765342"/>
                  </a:lnTo>
                  <a:lnTo>
                    <a:pt x="1211299" y="1765342"/>
                  </a:lnTo>
                  <a:lnTo>
                    <a:pt x="1215219" y="1765342"/>
                  </a:lnTo>
                  <a:lnTo>
                    <a:pt x="1219139" y="1765342"/>
                  </a:lnTo>
                  <a:lnTo>
                    <a:pt x="1223059" y="1765342"/>
                  </a:lnTo>
                  <a:lnTo>
                    <a:pt x="1226979" y="1765342"/>
                  </a:lnTo>
                  <a:lnTo>
                    <a:pt x="1230899" y="1765342"/>
                  </a:lnTo>
                  <a:lnTo>
                    <a:pt x="1234819" y="1765342"/>
                  </a:lnTo>
                  <a:lnTo>
                    <a:pt x="1238739" y="1765342"/>
                  </a:lnTo>
                  <a:lnTo>
                    <a:pt x="1242659" y="1765342"/>
                  </a:lnTo>
                  <a:lnTo>
                    <a:pt x="1246580" y="1765342"/>
                  </a:lnTo>
                  <a:lnTo>
                    <a:pt x="1250500" y="1765342"/>
                  </a:lnTo>
                  <a:lnTo>
                    <a:pt x="1254420" y="1765342"/>
                  </a:lnTo>
                  <a:lnTo>
                    <a:pt x="1258340" y="1765342"/>
                  </a:lnTo>
                  <a:lnTo>
                    <a:pt x="1262260" y="1765342"/>
                  </a:lnTo>
                  <a:lnTo>
                    <a:pt x="1266180" y="1765342"/>
                  </a:lnTo>
                  <a:lnTo>
                    <a:pt x="1270100" y="1765342"/>
                  </a:lnTo>
                  <a:lnTo>
                    <a:pt x="1274020" y="1765342"/>
                  </a:lnTo>
                  <a:lnTo>
                    <a:pt x="1277940" y="1765342"/>
                  </a:lnTo>
                  <a:lnTo>
                    <a:pt x="1281860" y="1765342"/>
                  </a:lnTo>
                  <a:lnTo>
                    <a:pt x="1285780" y="1765342"/>
                  </a:lnTo>
                  <a:lnTo>
                    <a:pt x="1289700" y="1765342"/>
                  </a:lnTo>
                  <a:lnTo>
                    <a:pt x="1293620" y="1765342"/>
                  </a:lnTo>
                  <a:lnTo>
                    <a:pt x="1297540" y="1765342"/>
                  </a:lnTo>
                  <a:lnTo>
                    <a:pt x="1301460" y="1765342"/>
                  </a:lnTo>
                  <a:lnTo>
                    <a:pt x="1305380" y="1765342"/>
                  </a:lnTo>
                  <a:lnTo>
                    <a:pt x="1309301" y="1765342"/>
                  </a:lnTo>
                  <a:lnTo>
                    <a:pt x="1313221" y="1765342"/>
                  </a:lnTo>
                  <a:lnTo>
                    <a:pt x="1317141" y="1765342"/>
                  </a:lnTo>
                  <a:lnTo>
                    <a:pt x="1321061" y="1765342"/>
                  </a:lnTo>
                  <a:lnTo>
                    <a:pt x="1324981" y="1765342"/>
                  </a:lnTo>
                  <a:lnTo>
                    <a:pt x="1328901" y="1765342"/>
                  </a:lnTo>
                  <a:lnTo>
                    <a:pt x="1332821" y="1765342"/>
                  </a:lnTo>
                  <a:lnTo>
                    <a:pt x="1336741" y="1765342"/>
                  </a:lnTo>
                  <a:lnTo>
                    <a:pt x="1340661" y="1765342"/>
                  </a:lnTo>
                  <a:lnTo>
                    <a:pt x="1344581" y="1765342"/>
                  </a:lnTo>
                  <a:lnTo>
                    <a:pt x="1348501" y="1765342"/>
                  </a:lnTo>
                  <a:lnTo>
                    <a:pt x="1352421" y="1765342"/>
                  </a:lnTo>
                  <a:lnTo>
                    <a:pt x="1356341" y="1765342"/>
                  </a:lnTo>
                  <a:lnTo>
                    <a:pt x="1360261" y="1765342"/>
                  </a:lnTo>
                  <a:lnTo>
                    <a:pt x="1364181" y="1765342"/>
                  </a:lnTo>
                  <a:lnTo>
                    <a:pt x="1368101" y="1765342"/>
                  </a:lnTo>
                  <a:lnTo>
                    <a:pt x="1372022" y="1765342"/>
                  </a:lnTo>
                  <a:lnTo>
                    <a:pt x="1375942" y="1765342"/>
                  </a:lnTo>
                  <a:lnTo>
                    <a:pt x="1379862" y="1765342"/>
                  </a:lnTo>
                  <a:lnTo>
                    <a:pt x="1383782" y="1765342"/>
                  </a:lnTo>
                  <a:lnTo>
                    <a:pt x="1387702" y="1765342"/>
                  </a:lnTo>
                  <a:lnTo>
                    <a:pt x="1391622" y="1765342"/>
                  </a:lnTo>
                  <a:lnTo>
                    <a:pt x="1395542" y="1765342"/>
                  </a:lnTo>
                  <a:lnTo>
                    <a:pt x="1399462" y="1765342"/>
                  </a:lnTo>
                  <a:lnTo>
                    <a:pt x="1403382" y="1765342"/>
                  </a:lnTo>
                  <a:lnTo>
                    <a:pt x="1407302" y="1765342"/>
                  </a:lnTo>
                  <a:lnTo>
                    <a:pt x="1411222" y="1765342"/>
                  </a:lnTo>
                  <a:lnTo>
                    <a:pt x="1415142" y="1765342"/>
                  </a:lnTo>
                  <a:lnTo>
                    <a:pt x="1419062" y="1765342"/>
                  </a:lnTo>
                  <a:lnTo>
                    <a:pt x="1422982" y="1765342"/>
                  </a:lnTo>
                  <a:lnTo>
                    <a:pt x="1426902" y="1765342"/>
                  </a:lnTo>
                  <a:lnTo>
                    <a:pt x="1430822" y="1765342"/>
                  </a:lnTo>
                  <a:lnTo>
                    <a:pt x="1434743" y="1765342"/>
                  </a:lnTo>
                  <a:lnTo>
                    <a:pt x="1438663" y="1765342"/>
                  </a:lnTo>
                  <a:lnTo>
                    <a:pt x="1442583" y="1765342"/>
                  </a:lnTo>
                  <a:lnTo>
                    <a:pt x="1446503" y="1765342"/>
                  </a:lnTo>
                  <a:lnTo>
                    <a:pt x="1450423" y="1765342"/>
                  </a:lnTo>
                  <a:lnTo>
                    <a:pt x="1454343" y="1765342"/>
                  </a:lnTo>
                  <a:lnTo>
                    <a:pt x="1458263" y="1765342"/>
                  </a:lnTo>
                  <a:lnTo>
                    <a:pt x="1462183" y="1765342"/>
                  </a:lnTo>
                  <a:lnTo>
                    <a:pt x="1466103" y="1765342"/>
                  </a:lnTo>
                  <a:lnTo>
                    <a:pt x="1470023" y="1765342"/>
                  </a:lnTo>
                  <a:lnTo>
                    <a:pt x="1473943" y="1765342"/>
                  </a:lnTo>
                  <a:lnTo>
                    <a:pt x="1477863" y="1765342"/>
                  </a:lnTo>
                  <a:lnTo>
                    <a:pt x="1481783" y="1765342"/>
                  </a:lnTo>
                  <a:lnTo>
                    <a:pt x="1485703" y="1765342"/>
                  </a:lnTo>
                  <a:lnTo>
                    <a:pt x="1489623" y="1765342"/>
                  </a:lnTo>
                  <a:lnTo>
                    <a:pt x="1493543" y="1765342"/>
                  </a:lnTo>
                  <a:lnTo>
                    <a:pt x="1497464" y="1765342"/>
                  </a:lnTo>
                  <a:lnTo>
                    <a:pt x="1501384" y="1765342"/>
                  </a:lnTo>
                  <a:lnTo>
                    <a:pt x="1505304" y="1765342"/>
                  </a:lnTo>
                  <a:lnTo>
                    <a:pt x="1509224" y="1765342"/>
                  </a:lnTo>
                  <a:lnTo>
                    <a:pt x="1513144" y="1765342"/>
                  </a:lnTo>
                  <a:lnTo>
                    <a:pt x="1517064" y="1765342"/>
                  </a:lnTo>
                  <a:lnTo>
                    <a:pt x="1520984" y="1765342"/>
                  </a:lnTo>
                  <a:lnTo>
                    <a:pt x="1524904" y="1765342"/>
                  </a:lnTo>
                  <a:lnTo>
                    <a:pt x="1528824" y="1765342"/>
                  </a:lnTo>
                  <a:lnTo>
                    <a:pt x="1532744" y="1765342"/>
                  </a:lnTo>
                  <a:lnTo>
                    <a:pt x="1536664" y="1765342"/>
                  </a:lnTo>
                  <a:lnTo>
                    <a:pt x="1540584" y="1765342"/>
                  </a:lnTo>
                  <a:lnTo>
                    <a:pt x="1544504" y="1765342"/>
                  </a:lnTo>
                  <a:lnTo>
                    <a:pt x="1548424" y="1765342"/>
                  </a:lnTo>
                  <a:lnTo>
                    <a:pt x="1552344" y="1765342"/>
                  </a:lnTo>
                  <a:lnTo>
                    <a:pt x="1556265" y="1765342"/>
                  </a:lnTo>
                  <a:lnTo>
                    <a:pt x="1560185" y="1765342"/>
                  </a:lnTo>
                  <a:lnTo>
                    <a:pt x="1564105" y="1765342"/>
                  </a:lnTo>
                  <a:lnTo>
                    <a:pt x="1568025" y="1765342"/>
                  </a:lnTo>
                  <a:lnTo>
                    <a:pt x="1571945" y="1765342"/>
                  </a:lnTo>
                  <a:lnTo>
                    <a:pt x="1575865" y="1765342"/>
                  </a:lnTo>
                  <a:lnTo>
                    <a:pt x="1579785" y="1765342"/>
                  </a:lnTo>
                  <a:lnTo>
                    <a:pt x="1583705" y="1765342"/>
                  </a:lnTo>
                  <a:lnTo>
                    <a:pt x="1587625" y="1765342"/>
                  </a:lnTo>
                  <a:lnTo>
                    <a:pt x="1591545" y="1765342"/>
                  </a:lnTo>
                  <a:lnTo>
                    <a:pt x="1595465" y="1765342"/>
                  </a:lnTo>
                  <a:lnTo>
                    <a:pt x="1599385" y="1765342"/>
                  </a:lnTo>
                  <a:lnTo>
                    <a:pt x="1603305" y="1765342"/>
                  </a:lnTo>
                  <a:lnTo>
                    <a:pt x="1607225" y="1765342"/>
                  </a:lnTo>
                  <a:lnTo>
                    <a:pt x="1611145" y="1765342"/>
                  </a:lnTo>
                  <a:lnTo>
                    <a:pt x="1615065" y="1765342"/>
                  </a:lnTo>
                  <a:lnTo>
                    <a:pt x="1618986" y="1765342"/>
                  </a:lnTo>
                  <a:lnTo>
                    <a:pt x="1622906" y="1765342"/>
                  </a:lnTo>
                  <a:lnTo>
                    <a:pt x="1626826" y="1765342"/>
                  </a:lnTo>
                  <a:lnTo>
                    <a:pt x="1630746" y="1765342"/>
                  </a:lnTo>
                  <a:lnTo>
                    <a:pt x="1634666" y="1765342"/>
                  </a:lnTo>
                  <a:lnTo>
                    <a:pt x="1638586" y="1765342"/>
                  </a:lnTo>
                  <a:lnTo>
                    <a:pt x="1642506" y="1765342"/>
                  </a:lnTo>
                  <a:lnTo>
                    <a:pt x="1646426" y="1765342"/>
                  </a:lnTo>
                  <a:lnTo>
                    <a:pt x="1650346" y="1765342"/>
                  </a:lnTo>
                  <a:lnTo>
                    <a:pt x="1654266" y="1765342"/>
                  </a:lnTo>
                  <a:lnTo>
                    <a:pt x="1658186" y="1765342"/>
                  </a:lnTo>
                  <a:lnTo>
                    <a:pt x="1662106" y="1765342"/>
                  </a:lnTo>
                  <a:lnTo>
                    <a:pt x="1666026" y="1765342"/>
                  </a:lnTo>
                  <a:lnTo>
                    <a:pt x="1669946" y="1765342"/>
                  </a:lnTo>
                  <a:lnTo>
                    <a:pt x="1673866" y="1765342"/>
                  </a:lnTo>
                  <a:lnTo>
                    <a:pt x="1677786" y="1765342"/>
                  </a:lnTo>
                  <a:lnTo>
                    <a:pt x="1681707" y="1765342"/>
                  </a:lnTo>
                  <a:lnTo>
                    <a:pt x="1685627" y="1765342"/>
                  </a:lnTo>
                  <a:lnTo>
                    <a:pt x="1689547" y="1765342"/>
                  </a:lnTo>
                  <a:lnTo>
                    <a:pt x="1693467" y="1765342"/>
                  </a:lnTo>
                  <a:lnTo>
                    <a:pt x="1697387" y="1765342"/>
                  </a:lnTo>
                  <a:lnTo>
                    <a:pt x="1701307" y="1765342"/>
                  </a:lnTo>
                  <a:lnTo>
                    <a:pt x="1705227" y="1765342"/>
                  </a:lnTo>
                  <a:lnTo>
                    <a:pt x="1709147" y="1765342"/>
                  </a:lnTo>
                  <a:lnTo>
                    <a:pt x="1713067" y="1765342"/>
                  </a:lnTo>
                  <a:lnTo>
                    <a:pt x="1716987" y="1765342"/>
                  </a:lnTo>
                  <a:lnTo>
                    <a:pt x="1720907" y="1765342"/>
                  </a:lnTo>
                  <a:lnTo>
                    <a:pt x="1724827" y="1765342"/>
                  </a:lnTo>
                  <a:lnTo>
                    <a:pt x="1728747" y="1765342"/>
                  </a:lnTo>
                  <a:lnTo>
                    <a:pt x="1732667" y="1765342"/>
                  </a:lnTo>
                  <a:lnTo>
                    <a:pt x="1736587" y="1765342"/>
                  </a:lnTo>
                  <a:lnTo>
                    <a:pt x="1740507" y="1765342"/>
                  </a:lnTo>
                  <a:lnTo>
                    <a:pt x="1744428" y="1765342"/>
                  </a:lnTo>
                  <a:lnTo>
                    <a:pt x="1748348" y="1765342"/>
                  </a:lnTo>
                  <a:lnTo>
                    <a:pt x="1752268" y="1765342"/>
                  </a:lnTo>
                  <a:lnTo>
                    <a:pt x="1756188" y="1765342"/>
                  </a:lnTo>
                  <a:lnTo>
                    <a:pt x="1760108" y="1765342"/>
                  </a:lnTo>
                  <a:lnTo>
                    <a:pt x="1764028" y="1765342"/>
                  </a:lnTo>
                  <a:lnTo>
                    <a:pt x="1767948" y="1765342"/>
                  </a:lnTo>
                  <a:lnTo>
                    <a:pt x="1771868" y="1765342"/>
                  </a:lnTo>
                  <a:lnTo>
                    <a:pt x="1775788" y="1765342"/>
                  </a:lnTo>
                  <a:lnTo>
                    <a:pt x="1779708" y="1765342"/>
                  </a:lnTo>
                  <a:lnTo>
                    <a:pt x="1783628" y="1765342"/>
                  </a:lnTo>
                  <a:lnTo>
                    <a:pt x="1787548" y="1765342"/>
                  </a:lnTo>
                  <a:lnTo>
                    <a:pt x="1791468" y="1765342"/>
                  </a:lnTo>
                  <a:lnTo>
                    <a:pt x="1795388" y="1765342"/>
                  </a:lnTo>
                  <a:lnTo>
                    <a:pt x="1799308" y="1765342"/>
                  </a:lnTo>
                  <a:lnTo>
                    <a:pt x="1803228" y="1765342"/>
                  </a:lnTo>
                  <a:lnTo>
                    <a:pt x="1807149" y="1765342"/>
                  </a:lnTo>
                  <a:lnTo>
                    <a:pt x="1811069" y="1765342"/>
                  </a:lnTo>
                  <a:lnTo>
                    <a:pt x="1814989" y="1765342"/>
                  </a:lnTo>
                  <a:lnTo>
                    <a:pt x="1818909" y="1765342"/>
                  </a:lnTo>
                  <a:lnTo>
                    <a:pt x="1822829" y="1765342"/>
                  </a:lnTo>
                  <a:lnTo>
                    <a:pt x="1826749" y="1765342"/>
                  </a:lnTo>
                  <a:lnTo>
                    <a:pt x="1830669" y="1765342"/>
                  </a:lnTo>
                  <a:lnTo>
                    <a:pt x="1834589" y="1765342"/>
                  </a:lnTo>
                  <a:lnTo>
                    <a:pt x="1838509" y="1765342"/>
                  </a:lnTo>
                  <a:lnTo>
                    <a:pt x="1842429" y="1765342"/>
                  </a:lnTo>
                  <a:lnTo>
                    <a:pt x="1846349" y="1765342"/>
                  </a:lnTo>
                  <a:lnTo>
                    <a:pt x="1850269" y="1765342"/>
                  </a:lnTo>
                  <a:lnTo>
                    <a:pt x="1854189" y="1765342"/>
                  </a:lnTo>
                  <a:lnTo>
                    <a:pt x="1858109" y="1765342"/>
                  </a:lnTo>
                  <a:lnTo>
                    <a:pt x="1862029" y="1765342"/>
                  </a:lnTo>
                  <a:lnTo>
                    <a:pt x="1865949" y="1765342"/>
                  </a:lnTo>
                  <a:lnTo>
                    <a:pt x="1869870" y="1765342"/>
                  </a:lnTo>
                  <a:lnTo>
                    <a:pt x="1873790" y="1765342"/>
                  </a:lnTo>
                  <a:lnTo>
                    <a:pt x="1877710" y="1765342"/>
                  </a:lnTo>
                  <a:lnTo>
                    <a:pt x="1881630" y="1765342"/>
                  </a:lnTo>
                  <a:lnTo>
                    <a:pt x="1885550" y="1765342"/>
                  </a:lnTo>
                  <a:lnTo>
                    <a:pt x="1889470" y="1765342"/>
                  </a:lnTo>
                  <a:lnTo>
                    <a:pt x="1893390" y="1765342"/>
                  </a:lnTo>
                  <a:lnTo>
                    <a:pt x="1897310" y="1765342"/>
                  </a:lnTo>
                  <a:lnTo>
                    <a:pt x="1901230" y="1765342"/>
                  </a:lnTo>
                  <a:lnTo>
                    <a:pt x="1905150" y="1765342"/>
                  </a:lnTo>
                  <a:lnTo>
                    <a:pt x="1909070" y="1765342"/>
                  </a:lnTo>
                  <a:lnTo>
                    <a:pt x="1912990" y="1765342"/>
                  </a:lnTo>
                  <a:lnTo>
                    <a:pt x="1916910" y="1765342"/>
                  </a:lnTo>
                  <a:lnTo>
                    <a:pt x="1920830" y="1765342"/>
                  </a:lnTo>
                  <a:lnTo>
                    <a:pt x="1924750" y="1765342"/>
                  </a:lnTo>
                  <a:lnTo>
                    <a:pt x="1928670" y="1765342"/>
                  </a:lnTo>
                  <a:lnTo>
                    <a:pt x="1932591" y="1765342"/>
                  </a:lnTo>
                  <a:lnTo>
                    <a:pt x="1936511" y="1765342"/>
                  </a:lnTo>
                  <a:lnTo>
                    <a:pt x="1940431" y="1765342"/>
                  </a:lnTo>
                  <a:lnTo>
                    <a:pt x="1944351" y="1765342"/>
                  </a:lnTo>
                  <a:lnTo>
                    <a:pt x="1948271" y="1765342"/>
                  </a:lnTo>
                  <a:lnTo>
                    <a:pt x="1952191" y="1765342"/>
                  </a:lnTo>
                  <a:lnTo>
                    <a:pt x="1956111" y="1765342"/>
                  </a:lnTo>
                  <a:lnTo>
                    <a:pt x="1960031" y="1765342"/>
                  </a:lnTo>
                  <a:lnTo>
                    <a:pt x="1963951" y="1765342"/>
                  </a:lnTo>
                  <a:lnTo>
                    <a:pt x="1967871" y="1765342"/>
                  </a:lnTo>
                  <a:lnTo>
                    <a:pt x="1971791" y="1765342"/>
                  </a:lnTo>
                  <a:lnTo>
                    <a:pt x="1975711" y="1765342"/>
                  </a:lnTo>
                  <a:lnTo>
                    <a:pt x="1979631" y="1765342"/>
                  </a:lnTo>
                  <a:lnTo>
                    <a:pt x="1983551" y="1765342"/>
                  </a:lnTo>
                  <a:lnTo>
                    <a:pt x="1987471" y="1765342"/>
                  </a:lnTo>
                  <a:lnTo>
                    <a:pt x="1991391" y="1765342"/>
                  </a:lnTo>
                  <a:lnTo>
                    <a:pt x="1995312" y="1765342"/>
                  </a:lnTo>
                  <a:lnTo>
                    <a:pt x="1999232" y="1765342"/>
                  </a:lnTo>
                  <a:lnTo>
                    <a:pt x="2003152" y="1765342"/>
                  </a:lnTo>
                  <a:lnTo>
                    <a:pt x="1999232" y="1765342"/>
                  </a:lnTo>
                  <a:lnTo>
                    <a:pt x="1995312" y="1765342"/>
                  </a:lnTo>
                  <a:lnTo>
                    <a:pt x="1991391" y="1765342"/>
                  </a:lnTo>
                  <a:lnTo>
                    <a:pt x="1987471" y="1765342"/>
                  </a:lnTo>
                  <a:lnTo>
                    <a:pt x="1983551" y="1765342"/>
                  </a:lnTo>
                  <a:lnTo>
                    <a:pt x="1979631" y="1765342"/>
                  </a:lnTo>
                  <a:lnTo>
                    <a:pt x="1975711" y="1765342"/>
                  </a:lnTo>
                  <a:lnTo>
                    <a:pt x="1971791" y="1765342"/>
                  </a:lnTo>
                  <a:lnTo>
                    <a:pt x="1967871" y="1765342"/>
                  </a:lnTo>
                  <a:lnTo>
                    <a:pt x="1963951" y="1765342"/>
                  </a:lnTo>
                  <a:lnTo>
                    <a:pt x="1960031" y="1765342"/>
                  </a:lnTo>
                  <a:lnTo>
                    <a:pt x="1956111" y="1765342"/>
                  </a:lnTo>
                  <a:lnTo>
                    <a:pt x="1952191" y="1765342"/>
                  </a:lnTo>
                  <a:lnTo>
                    <a:pt x="1948271" y="1765342"/>
                  </a:lnTo>
                  <a:lnTo>
                    <a:pt x="1944351" y="1765342"/>
                  </a:lnTo>
                  <a:lnTo>
                    <a:pt x="1940431" y="1765342"/>
                  </a:lnTo>
                  <a:lnTo>
                    <a:pt x="1936511" y="1765342"/>
                  </a:lnTo>
                  <a:lnTo>
                    <a:pt x="1932591" y="1765342"/>
                  </a:lnTo>
                  <a:lnTo>
                    <a:pt x="1928670" y="1765342"/>
                  </a:lnTo>
                  <a:lnTo>
                    <a:pt x="1924750" y="1765342"/>
                  </a:lnTo>
                  <a:lnTo>
                    <a:pt x="1920830" y="1765342"/>
                  </a:lnTo>
                  <a:lnTo>
                    <a:pt x="1916910" y="1765342"/>
                  </a:lnTo>
                  <a:lnTo>
                    <a:pt x="1912990" y="1765342"/>
                  </a:lnTo>
                  <a:lnTo>
                    <a:pt x="1909070" y="1765342"/>
                  </a:lnTo>
                  <a:lnTo>
                    <a:pt x="1905150" y="1765342"/>
                  </a:lnTo>
                  <a:lnTo>
                    <a:pt x="1901230" y="1765342"/>
                  </a:lnTo>
                  <a:lnTo>
                    <a:pt x="1897310" y="1765342"/>
                  </a:lnTo>
                  <a:lnTo>
                    <a:pt x="1893390" y="1765342"/>
                  </a:lnTo>
                  <a:lnTo>
                    <a:pt x="1889470" y="1765342"/>
                  </a:lnTo>
                  <a:lnTo>
                    <a:pt x="1885550" y="1765342"/>
                  </a:lnTo>
                  <a:lnTo>
                    <a:pt x="1881630" y="1765342"/>
                  </a:lnTo>
                  <a:lnTo>
                    <a:pt x="1877710" y="1765342"/>
                  </a:lnTo>
                  <a:lnTo>
                    <a:pt x="1873790" y="1765342"/>
                  </a:lnTo>
                  <a:lnTo>
                    <a:pt x="1869870" y="1765342"/>
                  </a:lnTo>
                  <a:lnTo>
                    <a:pt x="1865949" y="1765342"/>
                  </a:lnTo>
                  <a:lnTo>
                    <a:pt x="1862029" y="1765342"/>
                  </a:lnTo>
                  <a:lnTo>
                    <a:pt x="1858109" y="1765342"/>
                  </a:lnTo>
                  <a:lnTo>
                    <a:pt x="1854189" y="1765342"/>
                  </a:lnTo>
                  <a:lnTo>
                    <a:pt x="1850269" y="1765342"/>
                  </a:lnTo>
                  <a:lnTo>
                    <a:pt x="1846349" y="1765342"/>
                  </a:lnTo>
                  <a:lnTo>
                    <a:pt x="1842429" y="1765342"/>
                  </a:lnTo>
                  <a:lnTo>
                    <a:pt x="1838509" y="1765342"/>
                  </a:lnTo>
                  <a:lnTo>
                    <a:pt x="1834589" y="1765342"/>
                  </a:lnTo>
                  <a:lnTo>
                    <a:pt x="1830669" y="1765342"/>
                  </a:lnTo>
                  <a:lnTo>
                    <a:pt x="1826749" y="1765342"/>
                  </a:lnTo>
                  <a:lnTo>
                    <a:pt x="1822829" y="1765342"/>
                  </a:lnTo>
                  <a:lnTo>
                    <a:pt x="1818909" y="1765342"/>
                  </a:lnTo>
                  <a:lnTo>
                    <a:pt x="1814989" y="1765342"/>
                  </a:lnTo>
                  <a:lnTo>
                    <a:pt x="1811069" y="1765342"/>
                  </a:lnTo>
                  <a:lnTo>
                    <a:pt x="1807149" y="1765342"/>
                  </a:lnTo>
                  <a:lnTo>
                    <a:pt x="1803228" y="1765342"/>
                  </a:lnTo>
                  <a:lnTo>
                    <a:pt x="1799308" y="1765342"/>
                  </a:lnTo>
                  <a:lnTo>
                    <a:pt x="1795388" y="1765342"/>
                  </a:lnTo>
                  <a:lnTo>
                    <a:pt x="1791468" y="1765342"/>
                  </a:lnTo>
                  <a:lnTo>
                    <a:pt x="1787548" y="1765342"/>
                  </a:lnTo>
                  <a:lnTo>
                    <a:pt x="1783628" y="1765342"/>
                  </a:lnTo>
                  <a:lnTo>
                    <a:pt x="1779708" y="1765342"/>
                  </a:lnTo>
                  <a:lnTo>
                    <a:pt x="1775788" y="1765342"/>
                  </a:lnTo>
                  <a:lnTo>
                    <a:pt x="1771868" y="1765342"/>
                  </a:lnTo>
                  <a:lnTo>
                    <a:pt x="1767948" y="1765342"/>
                  </a:lnTo>
                  <a:lnTo>
                    <a:pt x="1764028" y="1765342"/>
                  </a:lnTo>
                  <a:lnTo>
                    <a:pt x="1760108" y="1765342"/>
                  </a:lnTo>
                  <a:lnTo>
                    <a:pt x="1756188" y="1765342"/>
                  </a:lnTo>
                  <a:lnTo>
                    <a:pt x="1752268" y="1765342"/>
                  </a:lnTo>
                  <a:lnTo>
                    <a:pt x="1748348" y="1765342"/>
                  </a:lnTo>
                  <a:lnTo>
                    <a:pt x="1744428" y="1765342"/>
                  </a:lnTo>
                  <a:lnTo>
                    <a:pt x="1740507" y="1765342"/>
                  </a:lnTo>
                  <a:lnTo>
                    <a:pt x="1736587" y="1765342"/>
                  </a:lnTo>
                  <a:lnTo>
                    <a:pt x="1732667" y="1765342"/>
                  </a:lnTo>
                  <a:lnTo>
                    <a:pt x="1728747" y="1765342"/>
                  </a:lnTo>
                  <a:lnTo>
                    <a:pt x="1724827" y="1765342"/>
                  </a:lnTo>
                  <a:lnTo>
                    <a:pt x="1720907" y="1765342"/>
                  </a:lnTo>
                  <a:lnTo>
                    <a:pt x="1716987" y="1765342"/>
                  </a:lnTo>
                  <a:lnTo>
                    <a:pt x="1713067" y="1765342"/>
                  </a:lnTo>
                  <a:lnTo>
                    <a:pt x="1709147" y="1765342"/>
                  </a:lnTo>
                  <a:lnTo>
                    <a:pt x="1705227" y="1765342"/>
                  </a:lnTo>
                  <a:lnTo>
                    <a:pt x="1701307" y="1765342"/>
                  </a:lnTo>
                  <a:lnTo>
                    <a:pt x="1697387" y="1765342"/>
                  </a:lnTo>
                  <a:lnTo>
                    <a:pt x="1693467" y="1765342"/>
                  </a:lnTo>
                  <a:lnTo>
                    <a:pt x="1689547" y="1765342"/>
                  </a:lnTo>
                  <a:lnTo>
                    <a:pt x="1685627" y="1765342"/>
                  </a:lnTo>
                  <a:lnTo>
                    <a:pt x="1681707" y="1765342"/>
                  </a:lnTo>
                  <a:lnTo>
                    <a:pt x="1677786" y="1765342"/>
                  </a:lnTo>
                  <a:lnTo>
                    <a:pt x="1673866" y="1765342"/>
                  </a:lnTo>
                  <a:lnTo>
                    <a:pt x="1669946" y="1765342"/>
                  </a:lnTo>
                  <a:lnTo>
                    <a:pt x="1666026" y="1765342"/>
                  </a:lnTo>
                  <a:lnTo>
                    <a:pt x="1662106" y="1765342"/>
                  </a:lnTo>
                  <a:lnTo>
                    <a:pt x="1658186" y="1765342"/>
                  </a:lnTo>
                  <a:lnTo>
                    <a:pt x="1654266" y="1765342"/>
                  </a:lnTo>
                  <a:lnTo>
                    <a:pt x="1650346" y="1765342"/>
                  </a:lnTo>
                  <a:lnTo>
                    <a:pt x="1646426" y="1765342"/>
                  </a:lnTo>
                  <a:lnTo>
                    <a:pt x="1642506" y="1765342"/>
                  </a:lnTo>
                  <a:lnTo>
                    <a:pt x="1638586" y="1765342"/>
                  </a:lnTo>
                  <a:lnTo>
                    <a:pt x="1634666" y="1765342"/>
                  </a:lnTo>
                  <a:lnTo>
                    <a:pt x="1630746" y="1765342"/>
                  </a:lnTo>
                  <a:lnTo>
                    <a:pt x="1626826" y="1765342"/>
                  </a:lnTo>
                  <a:lnTo>
                    <a:pt x="1622906" y="1765342"/>
                  </a:lnTo>
                  <a:lnTo>
                    <a:pt x="1618986" y="1765342"/>
                  </a:lnTo>
                  <a:lnTo>
                    <a:pt x="1615065" y="1765342"/>
                  </a:lnTo>
                  <a:lnTo>
                    <a:pt x="1611145" y="1765342"/>
                  </a:lnTo>
                  <a:lnTo>
                    <a:pt x="1607225" y="1765342"/>
                  </a:lnTo>
                  <a:lnTo>
                    <a:pt x="1603305" y="1765342"/>
                  </a:lnTo>
                  <a:lnTo>
                    <a:pt x="1599385" y="1765342"/>
                  </a:lnTo>
                  <a:lnTo>
                    <a:pt x="1595465" y="1765342"/>
                  </a:lnTo>
                  <a:lnTo>
                    <a:pt x="1591545" y="1765342"/>
                  </a:lnTo>
                  <a:lnTo>
                    <a:pt x="1587625" y="1765342"/>
                  </a:lnTo>
                  <a:lnTo>
                    <a:pt x="1583705" y="1765342"/>
                  </a:lnTo>
                  <a:lnTo>
                    <a:pt x="1579785" y="1765342"/>
                  </a:lnTo>
                  <a:lnTo>
                    <a:pt x="1575865" y="1765342"/>
                  </a:lnTo>
                  <a:lnTo>
                    <a:pt x="1571945" y="1765342"/>
                  </a:lnTo>
                  <a:lnTo>
                    <a:pt x="1568025" y="1765342"/>
                  </a:lnTo>
                  <a:lnTo>
                    <a:pt x="1564105" y="1765342"/>
                  </a:lnTo>
                  <a:lnTo>
                    <a:pt x="1560185" y="1765342"/>
                  </a:lnTo>
                  <a:lnTo>
                    <a:pt x="1556265" y="1765342"/>
                  </a:lnTo>
                  <a:lnTo>
                    <a:pt x="1552344" y="1765342"/>
                  </a:lnTo>
                  <a:lnTo>
                    <a:pt x="1548424" y="1765342"/>
                  </a:lnTo>
                  <a:lnTo>
                    <a:pt x="1544504" y="1765342"/>
                  </a:lnTo>
                  <a:lnTo>
                    <a:pt x="1540584" y="1765342"/>
                  </a:lnTo>
                  <a:lnTo>
                    <a:pt x="1536664" y="1765342"/>
                  </a:lnTo>
                  <a:lnTo>
                    <a:pt x="1532744" y="1765342"/>
                  </a:lnTo>
                  <a:lnTo>
                    <a:pt x="1528824" y="1765342"/>
                  </a:lnTo>
                  <a:lnTo>
                    <a:pt x="1524904" y="1765342"/>
                  </a:lnTo>
                  <a:lnTo>
                    <a:pt x="1520984" y="1765342"/>
                  </a:lnTo>
                  <a:lnTo>
                    <a:pt x="1517064" y="1765342"/>
                  </a:lnTo>
                  <a:lnTo>
                    <a:pt x="1513144" y="1765342"/>
                  </a:lnTo>
                  <a:lnTo>
                    <a:pt x="1509224" y="1765342"/>
                  </a:lnTo>
                  <a:lnTo>
                    <a:pt x="1505304" y="1765342"/>
                  </a:lnTo>
                  <a:lnTo>
                    <a:pt x="1501384" y="1765342"/>
                  </a:lnTo>
                  <a:lnTo>
                    <a:pt x="1497464" y="1765342"/>
                  </a:lnTo>
                  <a:lnTo>
                    <a:pt x="1493543" y="1765342"/>
                  </a:lnTo>
                  <a:lnTo>
                    <a:pt x="1489623" y="1765342"/>
                  </a:lnTo>
                  <a:lnTo>
                    <a:pt x="1485703" y="1765342"/>
                  </a:lnTo>
                  <a:lnTo>
                    <a:pt x="1481783" y="1765342"/>
                  </a:lnTo>
                  <a:lnTo>
                    <a:pt x="1477863" y="1765342"/>
                  </a:lnTo>
                  <a:lnTo>
                    <a:pt x="1473943" y="1765342"/>
                  </a:lnTo>
                  <a:lnTo>
                    <a:pt x="1470023" y="1765342"/>
                  </a:lnTo>
                  <a:lnTo>
                    <a:pt x="1466103" y="1765342"/>
                  </a:lnTo>
                  <a:lnTo>
                    <a:pt x="1462183" y="1765342"/>
                  </a:lnTo>
                  <a:lnTo>
                    <a:pt x="1458263" y="1765342"/>
                  </a:lnTo>
                  <a:lnTo>
                    <a:pt x="1454343" y="1765342"/>
                  </a:lnTo>
                  <a:lnTo>
                    <a:pt x="1450423" y="1765342"/>
                  </a:lnTo>
                  <a:lnTo>
                    <a:pt x="1446503" y="1765342"/>
                  </a:lnTo>
                  <a:lnTo>
                    <a:pt x="1442583" y="1765342"/>
                  </a:lnTo>
                  <a:lnTo>
                    <a:pt x="1438663" y="1765342"/>
                  </a:lnTo>
                  <a:lnTo>
                    <a:pt x="1434743" y="1765342"/>
                  </a:lnTo>
                  <a:lnTo>
                    <a:pt x="1430822" y="1765342"/>
                  </a:lnTo>
                  <a:lnTo>
                    <a:pt x="1426902" y="1765342"/>
                  </a:lnTo>
                  <a:lnTo>
                    <a:pt x="1422982" y="1765342"/>
                  </a:lnTo>
                  <a:lnTo>
                    <a:pt x="1419062" y="1765342"/>
                  </a:lnTo>
                  <a:lnTo>
                    <a:pt x="1415142" y="1765342"/>
                  </a:lnTo>
                  <a:lnTo>
                    <a:pt x="1411222" y="1765342"/>
                  </a:lnTo>
                  <a:lnTo>
                    <a:pt x="1407302" y="1765342"/>
                  </a:lnTo>
                  <a:lnTo>
                    <a:pt x="1403382" y="1765342"/>
                  </a:lnTo>
                  <a:lnTo>
                    <a:pt x="1399462" y="1765342"/>
                  </a:lnTo>
                  <a:lnTo>
                    <a:pt x="1395542" y="1765342"/>
                  </a:lnTo>
                  <a:lnTo>
                    <a:pt x="1391622" y="1765342"/>
                  </a:lnTo>
                  <a:lnTo>
                    <a:pt x="1387702" y="1765342"/>
                  </a:lnTo>
                  <a:lnTo>
                    <a:pt x="1383782" y="1765342"/>
                  </a:lnTo>
                  <a:lnTo>
                    <a:pt x="1379862" y="1765342"/>
                  </a:lnTo>
                  <a:lnTo>
                    <a:pt x="1375942" y="1765342"/>
                  </a:lnTo>
                  <a:lnTo>
                    <a:pt x="1372022" y="1765342"/>
                  </a:lnTo>
                  <a:lnTo>
                    <a:pt x="1368101" y="1765342"/>
                  </a:lnTo>
                  <a:lnTo>
                    <a:pt x="1364181" y="1765342"/>
                  </a:lnTo>
                  <a:lnTo>
                    <a:pt x="1360261" y="1765342"/>
                  </a:lnTo>
                  <a:lnTo>
                    <a:pt x="1356341" y="1765342"/>
                  </a:lnTo>
                  <a:lnTo>
                    <a:pt x="1352421" y="1765342"/>
                  </a:lnTo>
                  <a:lnTo>
                    <a:pt x="1348501" y="1765342"/>
                  </a:lnTo>
                  <a:lnTo>
                    <a:pt x="1344581" y="1765342"/>
                  </a:lnTo>
                  <a:lnTo>
                    <a:pt x="1340661" y="1765342"/>
                  </a:lnTo>
                  <a:lnTo>
                    <a:pt x="1336741" y="1765342"/>
                  </a:lnTo>
                  <a:lnTo>
                    <a:pt x="1332821" y="1765342"/>
                  </a:lnTo>
                  <a:lnTo>
                    <a:pt x="1328901" y="1765342"/>
                  </a:lnTo>
                  <a:lnTo>
                    <a:pt x="1324981" y="1765342"/>
                  </a:lnTo>
                  <a:lnTo>
                    <a:pt x="1321061" y="1765342"/>
                  </a:lnTo>
                  <a:lnTo>
                    <a:pt x="1317141" y="1765342"/>
                  </a:lnTo>
                  <a:lnTo>
                    <a:pt x="1313221" y="1765342"/>
                  </a:lnTo>
                  <a:lnTo>
                    <a:pt x="1309301" y="1765342"/>
                  </a:lnTo>
                  <a:lnTo>
                    <a:pt x="1305380" y="1765342"/>
                  </a:lnTo>
                  <a:lnTo>
                    <a:pt x="1301460" y="1765342"/>
                  </a:lnTo>
                  <a:lnTo>
                    <a:pt x="1297540" y="1765342"/>
                  </a:lnTo>
                  <a:lnTo>
                    <a:pt x="1293620" y="1765342"/>
                  </a:lnTo>
                  <a:lnTo>
                    <a:pt x="1289700" y="1765342"/>
                  </a:lnTo>
                  <a:lnTo>
                    <a:pt x="1285780" y="1765342"/>
                  </a:lnTo>
                  <a:lnTo>
                    <a:pt x="1281860" y="1765342"/>
                  </a:lnTo>
                  <a:lnTo>
                    <a:pt x="1277940" y="1765342"/>
                  </a:lnTo>
                  <a:lnTo>
                    <a:pt x="1274020" y="1765342"/>
                  </a:lnTo>
                  <a:lnTo>
                    <a:pt x="1270100" y="1765342"/>
                  </a:lnTo>
                  <a:lnTo>
                    <a:pt x="1266180" y="1765342"/>
                  </a:lnTo>
                  <a:lnTo>
                    <a:pt x="1262260" y="1765342"/>
                  </a:lnTo>
                  <a:lnTo>
                    <a:pt x="1258340" y="1765342"/>
                  </a:lnTo>
                  <a:lnTo>
                    <a:pt x="1254420" y="1765342"/>
                  </a:lnTo>
                  <a:lnTo>
                    <a:pt x="1250500" y="1765342"/>
                  </a:lnTo>
                  <a:lnTo>
                    <a:pt x="1246580" y="1765342"/>
                  </a:lnTo>
                  <a:lnTo>
                    <a:pt x="1242659" y="1765342"/>
                  </a:lnTo>
                  <a:lnTo>
                    <a:pt x="1238739" y="1765342"/>
                  </a:lnTo>
                  <a:lnTo>
                    <a:pt x="1234819" y="1765342"/>
                  </a:lnTo>
                  <a:lnTo>
                    <a:pt x="1230899" y="1765342"/>
                  </a:lnTo>
                  <a:lnTo>
                    <a:pt x="1226979" y="1765342"/>
                  </a:lnTo>
                  <a:lnTo>
                    <a:pt x="1223059" y="1765342"/>
                  </a:lnTo>
                  <a:lnTo>
                    <a:pt x="1219139" y="1765342"/>
                  </a:lnTo>
                  <a:lnTo>
                    <a:pt x="1215219" y="1765342"/>
                  </a:lnTo>
                  <a:lnTo>
                    <a:pt x="1211299" y="1765342"/>
                  </a:lnTo>
                  <a:lnTo>
                    <a:pt x="1207379" y="1765342"/>
                  </a:lnTo>
                  <a:lnTo>
                    <a:pt x="1203459" y="1765342"/>
                  </a:lnTo>
                  <a:lnTo>
                    <a:pt x="1199539" y="1765342"/>
                  </a:lnTo>
                  <a:lnTo>
                    <a:pt x="1195619" y="1765342"/>
                  </a:lnTo>
                  <a:lnTo>
                    <a:pt x="1191699" y="1765342"/>
                  </a:lnTo>
                  <a:lnTo>
                    <a:pt x="1187779" y="1765342"/>
                  </a:lnTo>
                  <a:lnTo>
                    <a:pt x="1183859" y="1765342"/>
                  </a:lnTo>
                  <a:lnTo>
                    <a:pt x="1179938" y="1765342"/>
                  </a:lnTo>
                  <a:lnTo>
                    <a:pt x="1176018" y="1765342"/>
                  </a:lnTo>
                  <a:lnTo>
                    <a:pt x="1172098" y="1765342"/>
                  </a:lnTo>
                  <a:lnTo>
                    <a:pt x="1168178" y="1765342"/>
                  </a:lnTo>
                  <a:lnTo>
                    <a:pt x="1164258" y="1765342"/>
                  </a:lnTo>
                  <a:lnTo>
                    <a:pt x="1160338" y="1765342"/>
                  </a:lnTo>
                  <a:lnTo>
                    <a:pt x="1156418" y="1765342"/>
                  </a:lnTo>
                  <a:lnTo>
                    <a:pt x="1152498" y="1765342"/>
                  </a:lnTo>
                  <a:lnTo>
                    <a:pt x="1148578" y="1765342"/>
                  </a:lnTo>
                  <a:lnTo>
                    <a:pt x="1144658" y="1765342"/>
                  </a:lnTo>
                  <a:lnTo>
                    <a:pt x="1140738" y="1765342"/>
                  </a:lnTo>
                  <a:lnTo>
                    <a:pt x="1136818" y="1765342"/>
                  </a:lnTo>
                  <a:lnTo>
                    <a:pt x="1132898" y="1765342"/>
                  </a:lnTo>
                  <a:lnTo>
                    <a:pt x="1128978" y="1765342"/>
                  </a:lnTo>
                  <a:lnTo>
                    <a:pt x="1125058" y="1765342"/>
                  </a:lnTo>
                  <a:lnTo>
                    <a:pt x="1121138" y="1765342"/>
                  </a:lnTo>
                  <a:lnTo>
                    <a:pt x="1117217" y="1765342"/>
                  </a:lnTo>
                  <a:lnTo>
                    <a:pt x="1113297" y="1765342"/>
                  </a:lnTo>
                  <a:lnTo>
                    <a:pt x="1109377" y="1765342"/>
                  </a:lnTo>
                  <a:lnTo>
                    <a:pt x="1105457" y="1765342"/>
                  </a:lnTo>
                  <a:lnTo>
                    <a:pt x="1101537" y="1765342"/>
                  </a:lnTo>
                  <a:lnTo>
                    <a:pt x="1097617" y="1765342"/>
                  </a:lnTo>
                  <a:lnTo>
                    <a:pt x="1093697" y="1765342"/>
                  </a:lnTo>
                  <a:lnTo>
                    <a:pt x="1089777" y="1765342"/>
                  </a:lnTo>
                  <a:lnTo>
                    <a:pt x="1085857" y="1765342"/>
                  </a:lnTo>
                  <a:lnTo>
                    <a:pt x="1081937" y="1765342"/>
                  </a:lnTo>
                  <a:lnTo>
                    <a:pt x="1078017" y="1765342"/>
                  </a:lnTo>
                  <a:lnTo>
                    <a:pt x="1074097" y="1765342"/>
                  </a:lnTo>
                  <a:lnTo>
                    <a:pt x="1070177" y="1765342"/>
                  </a:lnTo>
                  <a:lnTo>
                    <a:pt x="1066257" y="1765342"/>
                  </a:lnTo>
                  <a:lnTo>
                    <a:pt x="1062337" y="1765342"/>
                  </a:lnTo>
                  <a:lnTo>
                    <a:pt x="1058417" y="1765342"/>
                  </a:lnTo>
                  <a:lnTo>
                    <a:pt x="1054496" y="1765342"/>
                  </a:lnTo>
                  <a:lnTo>
                    <a:pt x="1050576" y="1765342"/>
                  </a:lnTo>
                  <a:lnTo>
                    <a:pt x="1046656" y="1765342"/>
                  </a:lnTo>
                  <a:lnTo>
                    <a:pt x="1042736" y="1765342"/>
                  </a:lnTo>
                  <a:lnTo>
                    <a:pt x="1038816" y="1765342"/>
                  </a:lnTo>
                  <a:lnTo>
                    <a:pt x="1034896" y="1765342"/>
                  </a:lnTo>
                  <a:lnTo>
                    <a:pt x="1030976" y="1765342"/>
                  </a:lnTo>
                  <a:lnTo>
                    <a:pt x="1027056" y="1765342"/>
                  </a:lnTo>
                  <a:lnTo>
                    <a:pt x="1023136" y="1765342"/>
                  </a:lnTo>
                  <a:lnTo>
                    <a:pt x="1019216" y="1765342"/>
                  </a:lnTo>
                  <a:lnTo>
                    <a:pt x="1015296" y="1765342"/>
                  </a:lnTo>
                  <a:lnTo>
                    <a:pt x="1011376" y="1765342"/>
                  </a:lnTo>
                  <a:lnTo>
                    <a:pt x="1007456" y="1765342"/>
                  </a:lnTo>
                  <a:lnTo>
                    <a:pt x="1003536" y="1765342"/>
                  </a:lnTo>
                  <a:lnTo>
                    <a:pt x="999616" y="1765342"/>
                  </a:lnTo>
                  <a:lnTo>
                    <a:pt x="995695" y="1765342"/>
                  </a:lnTo>
                  <a:lnTo>
                    <a:pt x="991775" y="1765342"/>
                  </a:lnTo>
                  <a:lnTo>
                    <a:pt x="987855" y="1765342"/>
                  </a:lnTo>
                  <a:lnTo>
                    <a:pt x="983935" y="1765342"/>
                  </a:lnTo>
                  <a:lnTo>
                    <a:pt x="980015" y="1765342"/>
                  </a:lnTo>
                  <a:lnTo>
                    <a:pt x="976095" y="1765342"/>
                  </a:lnTo>
                  <a:lnTo>
                    <a:pt x="972175" y="1765342"/>
                  </a:lnTo>
                  <a:lnTo>
                    <a:pt x="968255" y="1765342"/>
                  </a:lnTo>
                  <a:lnTo>
                    <a:pt x="964335" y="1765342"/>
                  </a:lnTo>
                  <a:lnTo>
                    <a:pt x="960415" y="1765342"/>
                  </a:lnTo>
                  <a:lnTo>
                    <a:pt x="956495" y="1765342"/>
                  </a:lnTo>
                  <a:lnTo>
                    <a:pt x="952575" y="1765342"/>
                  </a:lnTo>
                  <a:lnTo>
                    <a:pt x="948655" y="1765342"/>
                  </a:lnTo>
                  <a:lnTo>
                    <a:pt x="944735" y="1765342"/>
                  </a:lnTo>
                  <a:lnTo>
                    <a:pt x="940815" y="1765342"/>
                  </a:lnTo>
                  <a:lnTo>
                    <a:pt x="936895" y="1765342"/>
                  </a:lnTo>
                  <a:lnTo>
                    <a:pt x="932974" y="1765342"/>
                  </a:lnTo>
                  <a:lnTo>
                    <a:pt x="929054" y="1765342"/>
                  </a:lnTo>
                  <a:lnTo>
                    <a:pt x="925134" y="1765342"/>
                  </a:lnTo>
                  <a:lnTo>
                    <a:pt x="921214" y="1765342"/>
                  </a:lnTo>
                  <a:lnTo>
                    <a:pt x="917294" y="1765342"/>
                  </a:lnTo>
                  <a:lnTo>
                    <a:pt x="913374" y="1765342"/>
                  </a:lnTo>
                  <a:lnTo>
                    <a:pt x="909454" y="1765342"/>
                  </a:lnTo>
                  <a:lnTo>
                    <a:pt x="905534" y="1765342"/>
                  </a:lnTo>
                  <a:lnTo>
                    <a:pt x="901614" y="1765342"/>
                  </a:lnTo>
                  <a:lnTo>
                    <a:pt x="897694" y="1765342"/>
                  </a:lnTo>
                  <a:lnTo>
                    <a:pt x="893774" y="1765342"/>
                  </a:lnTo>
                  <a:lnTo>
                    <a:pt x="889854" y="1765342"/>
                  </a:lnTo>
                  <a:lnTo>
                    <a:pt x="885934" y="1765342"/>
                  </a:lnTo>
                  <a:lnTo>
                    <a:pt x="882014" y="1765342"/>
                  </a:lnTo>
                  <a:lnTo>
                    <a:pt x="878094" y="1765342"/>
                  </a:lnTo>
                  <a:lnTo>
                    <a:pt x="874174" y="1765342"/>
                  </a:lnTo>
                  <a:lnTo>
                    <a:pt x="870253" y="1765342"/>
                  </a:lnTo>
                  <a:lnTo>
                    <a:pt x="866333" y="1765342"/>
                  </a:lnTo>
                  <a:lnTo>
                    <a:pt x="862413" y="1765342"/>
                  </a:lnTo>
                  <a:lnTo>
                    <a:pt x="858493" y="1765342"/>
                  </a:lnTo>
                  <a:lnTo>
                    <a:pt x="854573" y="1765342"/>
                  </a:lnTo>
                  <a:lnTo>
                    <a:pt x="850653" y="1765342"/>
                  </a:lnTo>
                  <a:lnTo>
                    <a:pt x="846733" y="1765342"/>
                  </a:lnTo>
                  <a:lnTo>
                    <a:pt x="842813" y="1765342"/>
                  </a:lnTo>
                  <a:lnTo>
                    <a:pt x="838893" y="1765342"/>
                  </a:lnTo>
                  <a:lnTo>
                    <a:pt x="834973" y="1765342"/>
                  </a:lnTo>
                  <a:lnTo>
                    <a:pt x="831053" y="1765342"/>
                  </a:lnTo>
                  <a:lnTo>
                    <a:pt x="827133" y="1765342"/>
                  </a:lnTo>
                  <a:lnTo>
                    <a:pt x="823213" y="1765342"/>
                  </a:lnTo>
                  <a:lnTo>
                    <a:pt x="819293" y="1765342"/>
                  </a:lnTo>
                  <a:lnTo>
                    <a:pt x="815373" y="1765342"/>
                  </a:lnTo>
                  <a:lnTo>
                    <a:pt x="811453" y="1765342"/>
                  </a:lnTo>
                  <a:lnTo>
                    <a:pt x="807532" y="1765342"/>
                  </a:lnTo>
                  <a:lnTo>
                    <a:pt x="803612" y="1765342"/>
                  </a:lnTo>
                  <a:lnTo>
                    <a:pt x="799692" y="1765342"/>
                  </a:lnTo>
                  <a:lnTo>
                    <a:pt x="795772" y="1765342"/>
                  </a:lnTo>
                  <a:lnTo>
                    <a:pt x="791852" y="1765342"/>
                  </a:lnTo>
                  <a:lnTo>
                    <a:pt x="787932" y="1765342"/>
                  </a:lnTo>
                  <a:lnTo>
                    <a:pt x="784012" y="1765342"/>
                  </a:lnTo>
                  <a:lnTo>
                    <a:pt x="780092" y="1765342"/>
                  </a:lnTo>
                  <a:lnTo>
                    <a:pt x="776172" y="1765342"/>
                  </a:lnTo>
                  <a:lnTo>
                    <a:pt x="772252" y="1765342"/>
                  </a:lnTo>
                  <a:lnTo>
                    <a:pt x="768332" y="1765342"/>
                  </a:lnTo>
                  <a:lnTo>
                    <a:pt x="764412" y="1765342"/>
                  </a:lnTo>
                  <a:lnTo>
                    <a:pt x="760492" y="1765342"/>
                  </a:lnTo>
                  <a:lnTo>
                    <a:pt x="756572" y="1765342"/>
                  </a:lnTo>
                  <a:lnTo>
                    <a:pt x="752652" y="1765342"/>
                  </a:lnTo>
                  <a:lnTo>
                    <a:pt x="748732" y="1765342"/>
                  </a:lnTo>
                  <a:lnTo>
                    <a:pt x="744811" y="1765342"/>
                  </a:lnTo>
                  <a:lnTo>
                    <a:pt x="740891" y="1765342"/>
                  </a:lnTo>
                  <a:lnTo>
                    <a:pt x="736971" y="1765342"/>
                  </a:lnTo>
                  <a:lnTo>
                    <a:pt x="733051" y="1765342"/>
                  </a:lnTo>
                  <a:lnTo>
                    <a:pt x="729131" y="1765342"/>
                  </a:lnTo>
                  <a:lnTo>
                    <a:pt x="725211" y="1765342"/>
                  </a:lnTo>
                  <a:lnTo>
                    <a:pt x="721291" y="1765342"/>
                  </a:lnTo>
                  <a:lnTo>
                    <a:pt x="717371" y="1765342"/>
                  </a:lnTo>
                  <a:lnTo>
                    <a:pt x="713451" y="1765342"/>
                  </a:lnTo>
                  <a:lnTo>
                    <a:pt x="709531" y="1765342"/>
                  </a:lnTo>
                  <a:lnTo>
                    <a:pt x="705611" y="1765342"/>
                  </a:lnTo>
                  <a:lnTo>
                    <a:pt x="701691" y="1765342"/>
                  </a:lnTo>
                  <a:lnTo>
                    <a:pt x="697771" y="1765342"/>
                  </a:lnTo>
                  <a:lnTo>
                    <a:pt x="693851" y="1765342"/>
                  </a:lnTo>
                  <a:lnTo>
                    <a:pt x="689931" y="1765342"/>
                  </a:lnTo>
                  <a:lnTo>
                    <a:pt x="686011" y="1765342"/>
                  </a:lnTo>
                  <a:lnTo>
                    <a:pt x="682090" y="1765342"/>
                  </a:lnTo>
                  <a:lnTo>
                    <a:pt x="678170" y="1765342"/>
                  </a:lnTo>
                  <a:lnTo>
                    <a:pt x="674250" y="1765342"/>
                  </a:lnTo>
                  <a:lnTo>
                    <a:pt x="670330" y="1765342"/>
                  </a:lnTo>
                  <a:lnTo>
                    <a:pt x="666410" y="1765342"/>
                  </a:lnTo>
                  <a:lnTo>
                    <a:pt x="662490" y="1765342"/>
                  </a:lnTo>
                  <a:lnTo>
                    <a:pt x="658570" y="1765342"/>
                  </a:lnTo>
                  <a:lnTo>
                    <a:pt x="654650" y="1765342"/>
                  </a:lnTo>
                  <a:lnTo>
                    <a:pt x="650730" y="1765342"/>
                  </a:lnTo>
                  <a:lnTo>
                    <a:pt x="646810" y="1765342"/>
                  </a:lnTo>
                  <a:lnTo>
                    <a:pt x="642890" y="1765342"/>
                  </a:lnTo>
                  <a:lnTo>
                    <a:pt x="638970" y="1765342"/>
                  </a:lnTo>
                  <a:lnTo>
                    <a:pt x="635050" y="1765342"/>
                  </a:lnTo>
                  <a:lnTo>
                    <a:pt x="631130" y="1765342"/>
                  </a:lnTo>
                  <a:lnTo>
                    <a:pt x="627210" y="1765342"/>
                  </a:lnTo>
                  <a:lnTo>
                    <a:pt x="623290" y="1765342"/>
                  </a:lnTo>
                  <a:lnTo>
                    <a:pt x="619369" y="1765342"/>
                  </a:lnTo>
                  <a:lnTo>
                    <a:pt x="615449" y="1765342"/>
                  </a:lnTo>
                  <a:lnTo>
                    <a:pt x="611529" y="1765342"/>
                  </a:lnTo>
                  <a:lnTo>
                    <a:pt x="607609" y="1765342"/>
                  </a:lnTo>
                  <a:lnTo>
                    <a:pt x="603689" y="1765342"/>
                  </a:lnTo>
                  <a:lnTo>
                    <a:pt x="599769" y="1765342"/>
                  </a:lnTo>
                  <a:lnTo>
                    <a:pt x="595849" y="1765342"/>
                  </a:lnTo>
                  <a:lnTo>
                    <a:pt x="591929" y="1765342"/>
                  </a:lnTo>
                  <a:lnTo>
                    <a:pt x="588009" y="1765342"/>
                  </a:lnTo>
                  <a:lnTo>
                    <a:pt x="584089" y="1765342"/>
                  </a:lnTo>
                  <a:lnTo>
                    <a:pt x="580169" y="1765342"/>
                  </a:lnTo>
                  <a:lnTo>
                    <a:pt x="576249" y="1765342"/>
                  </a:lnTo>
                  <a:lnTo>
                    <a:pt x="572329" y="1765342"/>
                  </a:lnTo>
                  <a:lnTo>
                    <a:pt x="568409" y="1765342"/>
                  </a:lnTo>
                  <a:lnTo>
                    <a:pt x="564489" y="1765342"/>
                  </a:lnTo>
                  <a:lnTo>
                    <a:pt x="560569" y="1765342"/>
                  </a:lnTo>
                  <a:lnTo>
                    <a:pt x="556648" y="1765342"/>
                  </a:lnTo>
                  <a:lnTo>
                    <a:pt x="552728" y="1765342"/>
                  </a:lnTo>
                  <a:lnTo>
                    <a:pt x="548808" y="1765342"/>
                  </a:lnTo>
                  <a:lnTo>
                    <a:pt x="544888" y="1765342"/>
                  </a:lnTo>
                  <a:lnTo>
                    <a:pt x="540968" y="1765342"/>
                  </a:lnTo>
                  <a:lnTo>
                    <a:pt x="537048" y="1765342"/>
                  </a:lnTo>
                  <a:lnTo>
                    <a:pt x="533128" y="1765342"/>
                  </a:lnTo>
                  <a:lnTo>
                    <a:pt x="529208" y="1765342"/>
                  </a:lnTo>
                  <a:lnTo>
                    <a:pt x="525288" y="1765342"/>
                  </a:lnTo>
                  <a:lnTo>
                    <a:pt x="521368" y="1765342"/>
                  </a:lnTo>
                  <a:lnTo>
                    <a:pt x="517448" y="1765342"/>
                  </a:lnTo>
                  <a:lnTo>
                    <a:pt x="513528" y="1765342"/>
                  </a:lnTo>
                  <a:lnTo>
                    <a:pt x="509608" y="1765342"/>
                  </a:lnTo>
                  <a:lnTo>
                    <a:pt x="505688" y="1765342"/>
                  </a:lnTo>
                  <a:lnTo>
                    <a:pt x="501768" y="1765342"/>
                  </a:lnTo>
                  <a:lnTo>
                    <a:pt x="497847" y="1765342"/>
                  </a:lnTo>
                  <a:lnTo>
                    <a:pt x="493927" y="1765342"/>
                  </a:lnTo>
                  <a:lnTo>
                    <a:pt x="490007" y="1765342"/>
                  </a:lnTo>
                  <a:lnTo>
                    <a:pt x="486087" y="1765342"/>
                  </a:lnTo>
                  <a:lnTo>
                    <a:pt x="482167" y="1765342"/>
                  </a:lnTo>
                  <a:lnTo>
                    <a:pt x="478247" y="1765342"/>
                  </a:lnTo>
                  <a:lnTo>
                    <a:pt x="474327" y="1765342"/>
                  </a:lnTo>
                  <a:lnTo>
                    <a:pt x="470407" y="1765342"/>
                  </a:lnTo>
                  <a:lnTo>
                    <a:pt x="466487" y="1765342"/>
                  </a:lnTo>
                  <a:lnTo>
                    <a:pt x="462567" y="1765342"/>
                  </a:lnTo>
                  <a:lnTo>
                    <a:pt x="458647" y="1765342"/>
                  </a:lnTo>
                  <a:lnTo>
                    <a:pt x="454727" y="1765342"/>
                  </a:lnTo>
                  <a:lnTo>
                    <a:pt x="450807" y="1765342"/>
                  </a:lnTo>
                  <a:lnTo>
                    <a:pt x="446887" y="1765342"/>
                  </a:lnTo>
                  <a:lnTo>
                    <a:pt x="442967" y="1765342"/>
                  </a:lnTo>
                  <a:lnTo>
                    <a:pt x="439047" y="1765342"/>
                  </a:lnTo>
                  <a:lnTo>
                    <a:pt x="435126" y="1765342"/>
                  </a:lnTo>
                  <a:lnTo>
                    <a:pt x="431206" y="1765342"/>
                  </a:lnTo>
                  <a:lnTo>
                    <a:pt x="427286" y="1765342"/>
                  </a:lnTo>
                  <a:lnTo>
                    <a:pt x="423366" y="1765342"/>
                  </a:lnTo>
                  <a:lnTo>
                    <a:pt x="419446" y="1765342"/>
                  </a:lnTo>
                  <a:lnTo>
                    <a:pt x="415526" y="1765342"/>
                  </a:lnTo>
                  <a:lnTo>
                    <a:pt x="411606" y="1765342"/>
                  </a:lnTo>
                  <a:lnTo>
                    <a:pt x="407686" y="1765342"/>
                  </a:lnTo>
                  <a:lnTo>
                    <a:pt x="403766" y="1765342"/>
                  </a:lnTo>
                  <a:lnTo>
                    <a:pt x="399846" y="1765342"/>
                  </a:lnTo>
                  <a:lnTo>
                    <a:pt x="395926" y="1765342"/>
                  </a:lnTo>
                  <a:lnTo>
                    <a:pt x="392006" y="1765342"/>
                  </a:lnTo>
                  <a:lnTo>
                    <a:pt x="388086" y="1765342"/>
                  </a:lnTo>
                  <a:lnTo>
                    <a:pt x="384166" y="1765342"/>
                  </a:lnTo>
                  <a:lnTo>
                    <a:pt x="380246" y="1765342"/>
                  </a:lnTo>
                  <a:lnTo>
                    <a:pt x="376326" y="1765342"/>
                  </a:lnTo>
                  <a:lnTo>
                    <a:pt x="372405" y="1765342"/>
                  </a:lnTo>
                  <a:lnTo>
                    <a:pt x="368485" y="1765342"/>
                  </a:lnTo>
                  <a:lnTo>
                    <a:pt x="364565" y="1765342"/>
                  </a:lnTo>
                  <a:lnTo>
                    <a:pt x="360645" y="1765342"/>
                  </a:lnTo>
                  <a:lnTo>
                    <a:pt x="356725" y="1765342"/>
                  </a:lnTo>
                  <a:lnTo>
                    <a:pt x="352805" y="1765342"/>
                  </a:lnTo>
                  <a:lnTo>
                    <a:pt x="348885" y="1765342"/>
                  </a:lnTo>
                  <a:lnTo>
                    <a:pt x="344965" y="1765342"/>
                  </a:lnTo>
                  <a:lnTo>
                    <a:pt x="341045" y="1765342"/>
                  </a:lnTo>
                  <a:lnTo>
                    <a:pt x="337125" y="1765342"/>
                  </a:lnTo>
                  <a:lnTo>
                    <a:pt x="333205" y="1765342"/>
                  </a:lnTo>
                  <a:lnTo>
                    <a:pt x="329285" y="1765342"/>
                  </a:lnTo>
                  <a:lnTo>
                    <a:pt x="325365" y="1765342"/>
                  </a:lnTo>
                  <a:lnTo>
                    <a:pt x="321445" y="1765342"/>
                  </a:lnTo>
                  <a:lnTo>
                    <a:pt x="317525" y="1765342"/>
                  </a:lnTo>
                  <a:lnTo>
                    <a:pt x="313605" y="1765342"/>
                  </a:lnTo>
                  <a:lnTo>
                    <a:pt x="309684" y="1765342"/>
                  </a:lnTo>
                  <a:lnTo>
                    <a:pt x="305764" y="1765342"/>
                  </a:lnTo>
                  <a:lnTo>
                    <a:pt x="301844" y="1765342"/>
                  </a:lnTo>
                  <a:lnTo>
                    <a:pt x="297924" y="1765342"/>
                  </a:lnTo>
                  <a:lnTo>
                    <a:pt x="294004" y="1765342"/>
                  </a:lnTo>
                  <a:lnTo>
                    <a:pt x="290084" y="1765342"/>
                  </a:lnTo>
                  <a:lnTo>
                    <a:pt x="286164" y="1765342"/>
                  </a:lnTo>
                  <a:lnTo>
                    <a:pt x="282244" y="1765342"/>
                  </a:lnTo>
                  <a:lnTo>
                    <a:pt x="278324" y="1765342"/>
                  </a:lnTo>
                  <a:lnTo>
                    <a:pt x="274404" y="1765342"/>
                  </a:lnTo>
                  <a:lnTo>
                    <a:pt x="270484" y="1765342"/>
                  </a:lnTo>
                  <a:lnTo>
                    <a:pt x="266564" y="1765342"/>
                  </a:lnTo>
                  <a:lnTo>
                    <a:pt x="262644" y="1765342"/>
                  </a:lnTo>
                  <a:lnTo>
                    <a:pt x="258724" y="1765342"/>
                  </a:lnTo>
                  <a:lnTo>
                    <a:pt x="254804" y="1765342"/>
                  </a:lnTo>
                  <a:lnTo>
                    <a:pt x="250884" y="1765342"/>
                  </a:lnTo>
                  <a:lnTo>
                    <a:pt x="246963" y="1765342"/>
                  </a:lnTo>
                  <a:lnTo>
                    <a:pt x="243043" y="1765342"/>
                  </a:lnTo>
                  <a:lnTo>
                    <a:pt x="239123" y="1765342"/>
                  </a:lnTo>
                  <a:lnTo>
                    <a:pt x="235203" y="1765342"/>
                  </a:lnTo>
                  <a:lnTo>
                    <a:pt x="231283" y="1765342"/>
                  </a:lnTo>
                  <a:lnTo>
                    <a:pt x="227363" y="1765342"/>
                  </a:lnTo>
                  <a:lnTo>
                    <a:pt x="223443" y="1765342"/>
                  </a:lnTo>
                  <a:lnTo>
                    <a:pt x="219523" y="1765342"/>
                  </a:lnTo>
                  <a:lnTo>
                    <a:pt x="215603" y="1765342"/>
                  </a:lnTo>
                  <a:lnTo>
                    <a:pt x="211683" y="1765342"/>
                  </a:lnTo>
                  <a:lnTo>
                    <a:pt x="207763" y="1765342"/>
                  </a:lnTo>
                  <a:lnTo>
                    <a:pt x="203843" y="1765342"/>
                  </a:lnTo>
                  <a:lnTo>
                    <a:pt x="199923" y="1765342"/>
                  </a:lnTo>
                  <a:lnTo>
                    <a:pt x="196003" y="1765342"/>
                  </a:lnTo>
                  <a:lnTo>
                    <a:pt x="192083" y="1765342"/>
                  </a:lnTo>
                  <a:lnTo>
                    <a:pt x="188163" y="1765342"/>
                  </a:lnTo>
                  <a:lnTo>
                    <a:pt x="184242" y="1765342"/>
                  </a:lnTo>
                  <a:lnTo>
                    <a:pt x="180322" y="1765342"/>
                  </a:lnTo>
                  <a:lnTo>
                    <a:pt x="176402" y="1765342"/>
                  </a:lnTo>
                  <a:lnTo>
                    <a:pt x="172482" y="1765342"/>
                  </a:lnTo>
                  <a:lnTo>
                    <a:pt x="168562" y="1765342"/>
                  </a:lnTo>
                  <a:lnTo>
                    <a:pt x="164642" y="1765342"/>
                  </a:lnTo>
                  <a:lnTo>
                    <a:pt x="160722" y="1765342"/>
                  </a:lnTo>
                  <a:lnTo>
                    <a:pt x="156802" y="1765342"/>
                  </a:lnTo>
                  <a:lnTo>
                    <a:pt x="152882" y="1765342"/>
                  </a:lnTo>
                  <a:lnTo>
                    <a:pt x="148962" y="1765342"/>
                  </a:lnTo>
                  <a:lnTo>
                    <a:pt x="145042" y="1765342"/>
                  </a:lnTo>
                  <a:lnTo>
                    <a:pt x="141122" y="1765342"/>
                  </a:lnTo>
                  <a:lnTo>
                    <a:pt x="137202" y="1765342"/>
                  </a:lnTo>
                  <a:lnTo>
                    <a:pt x="133282" y="1765342"/>
                  </a:lnTo>
                  <a:lnTo>
                    <a:pt x="129362" y="1765342"/>
                  </a:lnTo>
                  <a:lnTo>
                    <a:pt x="125442" y="1765342"/>
                  </a:lnTo>
                  <a:lnTo>
                    <a:pt x="121521" y="1765342"/>
                  </a:lnTo>
                  <a:lnTo>
                    <a:pt x="117601" y="1765342"/>
                  </a:lnTo>
                  <a:lnTo>
                    <a:pt x="113681" y="1765342"/>
                  </a:lnTo>
                  <a:lnTo>
                    <a:pt x="109761" y="1765342"/>
                  </a:lnTo>
                  <a:lnTo>
                    <a:pt x="105841" y="1765342"/>
                  </a:lnTo>
                  <a:lnTo>
                    <a:pt x="101921" y="1765342"/>
                  </a:lnTo>
                  <a:lnTo>
                    <a:pt x="98001" y="1765342"/>
                  </a:lnTo>
                  <a:lnTo>
                    <a:pt x="94081" y="1765342"/>
                  </a:lnTo>
                  <a:lnTo>
                    <a:pt x="90161" y="1765342"/>
                  </a:lnTo>
                  <a:lnTo>
                    <a:pt x="86241" y="1765342"/>
                  </a:lnTo>
                  <a:lnTo>
                    <a:pt x="82321" y="1765342"/>
                  </a:lnTo>
                  <a:lnTo>
                    <a:pt x="78401" y="1765342"/>
                  </a:lnTo>
                  <a:lnTo>
                    <a:pt x="74481" y="1765342"/>
                  </a:lnTo>
                  <a:lnTo>
                    <a:pt x="70561" y="1765342"/>
                  </a:lnTo>
                  <a:lnTo>
                    <a:pt x="66641" y="1765342"/>
                  </a:lnTo>
                  <a:lnTo>
                    <a:pt x="62721" y="1765342"/>
                  </a:lnTo>
                  <a:lnTo>
                    <a:pt x="58800" y="1765342"/>
                  </a:lnTo>
                  <a:lnTo>
                    <a:pt x="54880" y="1765342"/>
                  </a:lnTo>
                  <a:lnTo>
                    <a:pt x="50960" y="1765342"/>
                  </a:lnTo>
                  <a:lnTo>
                    <a:pt x="47040" y="1765342"/>
                  </a:lnTo>
                  <a:lnTo>
                    <a:pt x="43120" y="1765342"/>
                  </a:lnTo>
                  <a:lnTo>
                    <a:pt x="39200" y="1765342"/>
                  </a:lnTo>
                  <a:lnTo>
                    <a:pt x="35280" y="1765342"/>
                  </a:lnTo>
                  <a:lnTo>
                    <a:pt x="31360" y="1765342"/>
                  </a:lnTo>
                  <a:lnTo>
                    <a:pt x="27440" y="1765342"/>
                  </a:lnTo>
                  <a:lnTo>
                    <a:pt x="23520" y="1765342"/>
                  </a:lnTo>
                  <a:lnTo>
                    <a:pt x="19600" y="1765342"/>
                  </a:lnTo>
                  <a:lnTo>
                    <a:pt x="15680" y="1765342"/>
                  </a:lnTo>
                  <a:lnTo>
                    <a:pt x="11760" y="1765342"/>
                  </a:lnTo>
                  <a:lnTo>
                    <a:pt x="7840" y="1765342"/>
                  </a:lnTo>
                  <a:lnTo>
                    <a:pt x="3920" y="1765342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85" name="pl85"/>
            <p:cNvSpPr/>
            <p:nvPr/>
          </p:nvSpPr>
          <p:spPr>
            <a:xfrm>
              <a:off x="8937061" y="4526206"/>
              <a:ext cx="2003152" cy="1765342"/>
            </a:xfrm>
            <a:custGeom>
              <a:avLst/>
              <a:gdLst/>
              <a:ahLst/>
              <a:cxnLst/>
              <a:rect l="0" t="0" r="0" b="0"/>
              <a:pathLst>
                <a:path w="2003152" h="1765342">
                  <a:moveTo>
                    <a:pt x="0" y="1765342"/>
                  </a:moveTo>
                  <a:lnTo>
                    <a:pt x="3920" y="1765342"/>
                  </a:lnTo>
                  <a:lnTo>
                    <a:pt x="7840" y="1765342"/>
                  </a:lnTo>
                  <a:lnTo>
                    <a:pt x="11760" y="1765342"/>
                  </a:lnTo>
                  <a:lnTo>
                    <a:pt x="15680" y="1765342"/>
                  </a:lnTo>
                  <a:lnTo>
                    <a:pt x="19600" y="1765342"/>
                  </a:lnTo>
                  <a:lnTo>
                    <a:pt x="23520" y="1765342"/>
                  </a:lnTo>
                  <a:lnTo>
                    <a:pt x="27440" y="1765342"/>
                  </a:lnTo>
                  <a:lnTo>
                    <a:pt x="31360" y="1765342"/>
                  </a:lnTo>
                  <a:lnTo>
                    <a:pt x="35280" y="1765342"/>
                  </a:lnTo>
                  <a:lnTo>
                    <a:pt x="39200" y="1765342"/>
                  </a:lnTo>
                  <a:lnTo>
                    <a:pt x="43120" y="1765342"/>
                  </a:lnTo>
                  <a:lnTo>
                    <a:pt x="47040" y="1765342"/>
                  </a:lnTo>
                  <a:lnTo>
                    <a:pt x="50960" y="1765342"/>
                  </a:lnTo>
                  <a:lnTo>
                    <a:pt x="54880" y="1765342"/>
                  </a:lnTo>
                  <a:lnTo>
                    <a:pt x="58800" y="1765342"/>
                  </a:lnTo>
                  <a:lnTo>
                    <a:pt x="62721" y="1765342"/>
                  </a:lnTo>
                  <a:lnTo>
                    <a:pt x="66641" y="1765342"/>
                  </a:lnTo>
                  <a:lnTo>
                    <a:pt x="70561" y="1765342"/>
                  </a:lnTo>
                  <a:lnTo>
                    <a:pt x="74481" y="1765342"/>
                  </a:lnTo>
                  <a:lnTo>
                    <a:pt x="78401" y="1765342"/>
                  </a:lnTo>
                  <a:lnTo>
                    <a:pt x="82321" y="1765342"/>
                  </a:lnTo>
                  <a:lnTo>
                    <a:pt x="86241" y="1765342"/>
                  </a:lnTo>
                  <a:lnTo>
                    <a:pt x="90161" y="1765342"/>
                  </a:lnTo>
                  <a:lnTo>
                    <a:pt x="94081" y="1765342"/>
                  </a:lnTo>
                  <a:lnTo>
                    <a:pt x="98001" y="1765342"/>
                  </a:lnTo>
                  <a:lnTo>
                    <a:pt x="101921" y="1765342"/>
                  </a:lnTo>
                  <a:lnTo>
                    <a:pt x="105841" y="1765342"/>
                  </a:lnTo>
                  <a:lnTo>
                    <a:pt x="109761" y="1765342"/>
                  </a:lnTo>
                  <a:lnTo>
                    <a:pt x="113681" y="1765342"/>
                  </a:lnTo>
                  <a:lnTo>
                    <a:pt x="117601" y="1765342"/>
                  </a:lnTo>
                  <a:lnTo>
                    <a:pt x="121521" y="1765342"/>
                  </a:lnTo>
                  <a:lnTo>
                    <a:pt x="125442" y="1765342"/>
                  </a:lnTo>
                  <a:lnTo>
                    <a:pt x="129362" y="1765342"/>
                  </a:lnTo>
                  <a:lnTo>
                    <a:pt x="133282" y="1765342"/>
                  </a:lnTo>
                  <a:lnTo>
                    <a:pt x="137202" y="1765342"/>
                  </a:lnTo>
                  <a:lnTo>
                    <a:pt x="141122" y="1765342"/>
                  </a:lnTo>
                  <a:lnTo>
                    <a:pt x="145042" y="1765342"/>
                  </a:lnTo>
                  <a:lnTo>
                    <a:pt x="148962" y="1765340"/>
                  </a:lnTo>
                  <a:lnTo>
                    <a:pt x="152882" y="1765332"/>
                  </a:lnTo>
                  <a:lnTo>
                    <a:pt x="156802" y="1765301"/>
                  </a:lnTo>
                  <a:lnTo>
                    <a:pt x="160722" y="1765202"/>
                  </a:lnTo>
                  <a:lnTo>
                    <a:pt x="164642" y="1764938"/>
                  </a:lnTo>
                  <a:lnTo>
                    <a:pt x="168562" y="1764342"/>
                  </a:lnTo>
                  <a:lnTo>
                    <a:pt x="172482" y="1763205"/>
                  </a:lnTo>
                  <a:lnTo>
                    <a:pt x="176402" y="1761356"/>
                  </a:lnTo>
                  <a:lnTo>
                    <a:pt x="180322" y="1758793"/>
                  </a:lnTo>
                  <a:lnTo>
                    <a:pt x="184242" y="1755793"/>
                  </a:lnTo>
                  <a:lnTo>
                    <a:pt x="188163" y="1752947"/>
                  </a:lnTo>
                  <a:lnTo>
                    <a:pt x="192083" y="1750902"/>
                  </a:lnTo>
                  <a:lnTo>
                    <a:pt x="196003" y="1750104"/>
                  </a:lnTo>
                  <a:lnTo>
                    <a:pt x="199923" y="1750632"/>
                  </a:lnTo>
                  <a:lnTo>
                    <a:pt x="203843" y="1752259"/>
                  </a:lnTo>
                  <a:lnTo>
                    <a:pt x="207763" y="1754557"/>
                  </a:lnTo>
                  <a:lnTo>
                    <a:pt x="211683" y="1756928"/>
                  </a:lnTo>
                  <a:lnTo>
                    <a:pt x="215603" y="1758704"/>
                  </a:lnTo>
                  <a:lnTo>
                    <a:pt x="219523" y="1759450"/>
                  </a:lnTo>
                  <a:lnTo>
                    <a:pt x="223443" y="1759269"/>
                  </a:lnTo>
                  <a:lnTo>
                    <a:pt x="227363" y="1758772"/>
                  </a:lnTo>
                  <a:lnTo>
                    <a:pt x="231283" y="1758677"/>
                  </a:lnTo>
                  <a:lnTo>
                    <a:pt x="235203" y="1759346"/>
                  </a:lnTo>
                  <a:lnTo>
                    <a:pt x="239123" y="1760586"/>
                  </a:lnTo>
                  <a:lnTo>
                    <a:pt x="243043" y="1761820"/>
                  </a:lnTo>
                  <a:lnTo>
                    <a:pt x="246963" y="1762450"/>
                  </a:lnTo>
                  <a:lnTo>
                    <a:pt x="250884" y="1762176"/>
                  </a:lnTo>
                  <a:lnTo>
                    <a:pt x="254804" y="1761125"/>
                  </a:lnTo>
                  <a:lnTo>
                    <a:pt x="258724" y="1759794"/>
                  </a:lnTo>
                  <a:lnTo>
                    <a:pt x="262644" y="1758795"/>
                  </a:lnTo>
                  <a:lnTo>
                    <a:pt x="266564" y="1758521"/>
                  </a:lnTo>
                  <a:lnTo>
                    <a:pt x="270484" y="1758923"/>
                  </a:lnTo>
                  <a:lnTo>
                    <a:pt x="274404" y="1759605"/>
                  </a:lnTo>
                  <a:lnTo>
                    <a:pt x="278324" y="1760179"/>
                  </a:lnTo>
                  <a:lnTo>
                    <a:pt x="282244" y="1760550"/>
                  </a:lnTo>
                  <a:lnTo>
                    <a:pt x="286164" y="1760857"/>
                  </a:lnTo>
                  <a:lnTo>
                    <a:pt x="290084" y="1761173"/>
                  </a:lnTo>
                  <a:lnTo>
                    <a:pt x="294004" y="1761376"/>
                  </a:lnTo>
                  <a:lnTo>
                    <a:pt x="297924" y="1761348"/>
                  </a:lnTo>
                  <a:lnTo>
                    <a:pt x="301844" y="1761212"/>
                  </a:lnTo>
                  <a:lnTo>
                    <a:pt x="305764" y="1761199"/>
                  </a:lnTo>
                  <a:lnTo>
                    <a:pt x="309684" y="1761329"/>
                  </a:lnTo>
                  <a:lnTo>
                    <a:pt x="313605" y="1761405"/>
                  </a:lnTo>
                  <a:lnTo>
                    <a:pt x="317525" y="1761283"/>
                  </a:lnTo>
                  <a:lnTo>
                    <a:pt x="321445" y="1761038"/>
                  </a:lnTo>
                  <a:lnTo>
                    <a:pt x="325365" y="1760791"/>
                  </a:lnTo>
                  <a:lnTo>
                    <a:pt x="329285" y="1760479"/>
                  </a:lnTo>
                  <a:lnTo>
                    <a:pt x="333205" y="1759900"/>
                  </a:lnTo>
                  <a:lnTo>
                    <a:pt x="337125" y="1759017"/>
                  </a:lnTo>
                  <a:lnTo>
                    <a:pt x="341045" y="1758095"/>
                  </a:lnTo>
                  <a:lnTo>
                    <a:pt x="344965" y="1757448"/>
                  </a:lnTo>
                  <a:lnTo>
                    <a:pt x="348885" y="1757015"/>
                  </a:lnTo>
                  <a:lnTo>
                    <a:pt x="352805" y="1756261"/>
                  </a:lnTo>
                  <a:lnTo>
                    <a:pt x="356725" y="1754501"/>
                  </a:lnTo>
                  <a:lnTo>
                    <a:pt x="360645" y="1751352"/>
                  </a:lnTo>
                  <a:lnTo>
                    <a:pt x="364565" y="1746913"/>
                  </a:lnTo>
                  <a:lnTo>
                    <a:pt x="368485" y="1741714"/>
                  </a:lnTo>
                  <a:lnTo>
                    <a:pt x="372405" y="1736657"/>
                  </a:lnTo>
                  <a:lnTo>
                    <a:pt x="376326" y="1732857"/>
                  </a:lnTo>
                  <a:lnTo>
                    <a:pt x="380246" y="1731081"/>
                  </a:lnTo>
                  <a:lnTo>
                    <a:pt x="384166" y="1730955"/>
                  </a:lnTo>
                  <a:lnTo>
                    <a:pt x="388086" y="1730801"/>
                  </a:lnTo>
                  <a:lnTo>
                    <a:pt x="392006" y="1728670"/>
                  </a:lnTo>
                  <a:lnTo>
                    <a:pt x="395926" y="1723848"/>
                  </a:lnTo>
                  <a:lnTo>
                    <a:pt x="399846" y="1717479"/>
                  </a:lnTo>
                  <a:lnTo>
                    <a:pt x="403766" y="1711739"/>
                  </a:lnTo>
                  <a:lnTo>
                    <a:pt x="407686" y="1708354"/>
                  </a:lnTo>
                  <a:lnTo>
                    <a:pt x="411606" y="1707648"/>
                  </a:lnTo>
                  <a:lnTo>
                    <a:pt x="415526" y="1708597"/>
                  </a:lnTo>
                  <a:lnTo>
                    <a:pt x="419446" y="1709388"/>
                  </a:lnTo>
                  <a:lnTo>
                    <a:pt x="423366" y="1708127"/>
                  </a:lnTo>
                  <a:lnTo>
                    <a:pt x="427286" y="1703146"/>
                  </a:lnTo>
                  <a:lnTo>
                    <a:pt x="431206" y="1693184"/>
                  </a:lnTo>
                  <a:lnTo>
                    <a:pt x="435126" y="1677730"/>
                  </a:lnTo>
                  <a:lnTo>
                    <a:pt x="439047" y="1656932"/>
                  </a:lnTo>
                  <a:lnTo>
                    <a:pt x="442967" y="1630647"/>
                  </a:lnTo>
                  <a:lnTo>
                    <a:pt x="446887" y="1597782"/>
                  </a:lnTo>
                  <a:lnTo>
                    <a:pt x="450807" y="1558082"/>
                  </a:lnTo>
                  <a:lnTo>
                    <a:pt x="454727" y="1515936"/>
                  </a:lnTo>
                  <a:lnTo>
                    <a:pt x="458647" y="1481303"/>
                  </a:lnTo>
                  <a:lnTo>
                    <a:pt x="462567" y="1463684"/>
                  </a:lnTo>
                  <a:lnTo>
                    <a:pt x="466487" y="1462638"/>
                  </a:lnTo>
                  <a:lnTo>
                    <a:pt x="470407" y="1463367"/>
                  </a:lnTo>
                  <a:lnTo>
                    <a:pt x="474327" y="1441653"/>
                  </a:lnTo>
                  <a:lnTo>
                    <a:pt x="478247" y="1374659"/>
                  </a:lnTo>
                  <a:lnTo>
                    <a:pt x="482167" y="1251949"/>
                  </a:lnTo>
                  <a:lnTo>
                    <a:pt x="486087" y="1082538"/>
                  </a:lnTo>
                  <a:lnTo>
                    <a:pt x="490007" y="892924"/>
                  </a:lnTo>
                  <a:lnTo>
                    <a:pt x="493927" y="712112"/>
                  </a:lnTo>
                  <a:lnTo>
                    <a:pt x="497847" y="550796"/>
                  </a:lnTo>
                  <a:lnTo>
                    <a:pt x="501768" y="395277"/>
                  </a:lnTo>
                  <a:lnTo>
                    <a:pt x="505688" y="230435"/>
                  </a:lnTo>
                  <a:lnTo>
                    <a:pt x="509608" y="76349"/>
                  </a:lnTo>
                  <a:lnTo>
                    <a:pt x="513528" y="0"/>
                  </a:lnTo>
                  <a:lnTo>
                    <a:pt x="517448" y="78869"/>
                  </a:lnTo>
                  <a:lnTo>
                    <a:pt x="521368" y="339099"/>
                  </a:lnTo>
                  <a:lnTo>
                    <a:pt x="525288" y="722661"/>
                  </a:lnTo>
                  <a:lnTo>
                    <a:pt x="529208" y="1117888"/>
                  </a:lnTo>
                  <a:lnTo>
                    <a:pt x="533128" y="1427363"/>
                  </a:lnTo>
                  <a:lnTo>
                    <a:pt x="537048" y="1615702"/>
                  </a:lnTo>
                  <a:lnTo>
                    <a:pt x="540968" y="1709395"/>
                  </a:lnTo>
                  <a:lnTo>
                    <a:pt x="544888" y="1747693"/>
                  </a:lnTo>
                  <a:lnTo>
                    <a:pt x="548808" y="1760655"/>
                  </a:lnTo>
                  <a:lnTo>
                    <a:pt x="552728" y="1764299"/>
                  </a:lnTo>
                  <a:lnTo>
                    <a:pt x="556648" y="1765149"/>
                  </a:lnTo>
                  <a:lnTo>
                    <a:pt x="560569" y="1765313"/>
                  </a:lnTo>
                  <a:lnTo>
                    <a:pt x="564489" y="1765339"/>
                  </a:lnTo>
                  <a:lnTo>
                    <a:pt x="568409" y="1765342"/>
                  </a:lnTo>
                  <a:lnTo>
                    <a:pt x="572329" y="1765342"/>
                  </a:lnTo>
                  <a:lnTo>
                    <a:pt x="576249" y="1765342"/>
                  </a:lnTo>
                  <a:lnTo>
                    <a:pt x="580169" y="1765342"/>
                  </a:lnTo>
                  <a:lnTo>
                    <a:pt x="584089" y="1765342"/>
                  </a:lnTo>
                  <a:lnTo>
                    <a:pt x="588009" y="1765342"/>
                  </a:lnTo>
                  <a:lnTo>
                    <a:pt x="591929" y="1765342"/>
                  </a:lnTo>
                  <a:lnTo>
                    <a:pt x="595849" y="1765342"/>
                  </a:lnTo>
                  <a:lnTo>
                    <a:pt x="599769" y="1765342"/>
                  </a:lnTo>
                  <a:lnTo>
                    <a:pt x="603689" y="1765342"/>
                  </a:lnTo>
                  <a:lnTo>
                    <a:pt x="607609" y="1765342"/>
                  </a:lnTo>
                  <a:lnTo>
                    <a:pt x="611529" y="1765342"/>
                  </a:lnTo>
                  <a:lnTo>
                    <a:pt x="615449" y="1765342"/>
                  </a:lnTo>
                  <a:lnTo>
                    <a:pt x="619369" y="1765342"/>
                  </a:lnTo>
                  <a:lnTo>
                    <a:pt x="623290" y="1765342"/>
                  </a:lnTo>
                  <a:lnTo>
                    <a:pt x="627210" y="1765342"/>
                  </a:lnTo>
                  <a:lnTo>
                    <a:pt x="631130" y="1765342"/>
                  </a:lnTo>
                  <a:lnTo>
                    <a:pt x="635050" y="1765342"/>
                  </a:lnTo>
                  <a:lnTo>
                    <a:pt x="638970" y="1765342"/>
                  </a:lnTo>
                  <a:lnTo>
                    <a:pt x="642890" y="1765342"/>
                  </a:lnTo>
                  <a:lnTo>
                    <a:pt x="646810" y="1765342"/>
                  </a:lnTo>
                  <a:lnTo>
                    <a:pt x="650730" y="1765342"/>
                  </a:lnTo>
                  <a:lnTo>
                    <a:pt x="654650" y="1765342"/>
                  </a:lnTo>
                  <a:lnTo>
                    <a:pt x="658570" y="1765342"/>
                  </a:lnTo>
                  <a:lnTo>
                    <a:pt x="662490" y="1765342"/>
                  </a:lnTo>
                  <a:lnTo>
                    <a:pt x="666410" y="1765342"/>
                  </a:lnTo>
                  <a:lnTo>
                    <a:pt x="670330" y="1765342"/>
                  </a:lnTo>
                  <a:lnTo>
                    <a:pt x="674250" y="1765342"/>
                  </a:lnTo>
                  <a:lnTo>
                    <a:pt x="678170" y="1765342"/>
                  </a:lnTo>
                  <a:lnTo>
                    <a:pt x="682090" y="1765342"/>
                  </a:lnTo>
                  <a:lnTo>
                    <a:pt x="686011" y="1765342"/>
                  </a:lnTo>
                  <a:lnTo>
                    <a:pt x="689931" y="1765342"/>
                  </a:lnTo>
                  <a:lnTo>
                    <a:pt x="693851" y="1765342"/>
                  </a:lnTo>
                  <a:lnTo>
                    <a:pt x="697771" y="1765342"/>
                  </a:lnTo>
                  <a:lnTo>
                    <a:pt x="701691" y="1765342"/>
                  </a:lnTo>
                  <a:lnTo>
                    <a:pt x="705611" y="1765342"/>
                  </a:lnTo>
                  <a:lnTo>
                    <a:pt x="709531" y="1765342"/>
                  </a:lnTo>
                  <a:lnTo>
                    <a:pt x="713451" y="1765342"/>
                  </a:lnTo>
                  <a:lnTo>
                    <a:pt x="717371" y="1765342"/>
                  </a:lnTo>
                  <a:lnTo>
                    <a:pt x="721291" y="1765342"/>
                  </a:lnTo>
                  <a:lnTo>
                    <a:pt x="725211" y="1765342"/>
                  </a:lnTo>
                  <a:lnTo>
                    <a:pt x="729131" y="1765342"/>
                  </a:lnTo>
                  <a:lnTo>
                    <a:pt x="733051" y="1765342"/>
                  </a:lnTo>
                  <a:lnTo>
                    <a:pt x="736971" y="1765342"/>
                  </a:lnTo>
                  <a:lnTo>
                    <a:pt x="740891" y="1765342"/>
                  </a:lnTo>
                  <a:lnTo>
                    <a:pt x="744811" y="1765342"/>
                  </a:lnTo>
                  <a:lnTo>
                    <a:pt x="748732" y="1765342"/>
                  </a:lnTo>
                  <a:lnTo>
                    <a:pt x="752652" y="1765342"/>
                  </a:lnTo>
                  <a:lnTo>
                    <a:pt x="756572" y="1765342"/>
                  </a:lnTo>
                  <a:lnTo>
                    <a:pt x="760492" y="1765342"/>
                  </a:lnTo>
                  <a:lnTo>
                    <a:pt x="764412" y="1765342"/>
                  </a:lnTo>
                  <a:lnTo>
                    <a:pt x="768332" y="1765342"/>
                  </a:lnTo>
                  <a:lnTo>
                    <a:pt x="772252" y="1765342"/>
                  </a:lnTo>
                  <a:lnTo>
                    <a:pt x="776172" y="1765342"/>
                  </a:lnTo>
                  <a:lnTo>
                    <a:pt x="780092" y="1765342"/>
                  </a:lnTo>
                  <a:lnTo>
                    <a:pt x="784012" y="1765342"/>
                  </a:lnTo>
                  <a:lnTo>
                    <a:pt x="787932" y="1765342"/>
                  </a:lnTo>
                  <a:lnTo>
                    <a:pt x="791852" y="1765342"/>
                  </a:lnTo>
                  <a:lnTo>
                    <a:pt x="795772" y="1765342"/>
                  </a:lnTo>
                  <a:lnTo>
                    <a:pt x="799692" y="1765342"/>
                  </a:lnTo>
                  <a:lnTo>
                    <a:pt x="803612" y="1765342"/>
                  </a:lnTo>
                  <a:lnTo>
                    <a:pt x="807532" y="1765342"/>
                  </a:lnTo>
                  <a:lnTo>
                    <a:pt x="811453" y="1765342"/>
                  </a:lnTo>
                  <a:lnTo>
                    <a:pt x="815373" y="1765342"/>
                  </a:lnTo>
                  <a:lnTo>
                    <a:pt x="819293" y="1765342"/>
                  </a:lnTo>
                  <a:lnTo>
                    <a:pt x="823213" y="1765342"/>
                  </a:lnTo>
                  <a:lnTo>
                    <a:pt x="827133" y="1765342"/>
                  </a:lnTo>
                  <a:lnTo>
                    <a:pt x="831053" y="1765342"/>
                  </a:lnTo>
                  <a:lnTo>
                    <a:pt x="834973" y="1765342"/>
                  </a:lnTo>
                  <a:lnTo>
                    <a:pt x="838893" y="1765342"/>
                  </a:lnTo>
                  <a:lnTo>
                    <a:pt x="842813" y="1765342"/>
                  </a:lnTo>
                  <a:lnTo>
                    <a:pt x="846733" y="1765342"/>
                  </a:lnTo>
                  <a:lnTo>
                    <a:pt x="850653" y="1765342"/>
                  </a:lnTo>
                  <a:lnTo>
                    <a:pt x="854573" y="1765342"/>
                  </a:lnTo>
                  <a:lnTo>
                    <a:pt x="858493" y="1765342"/>
                  </a:lnTo>
                  <a:lnTo>
                    <a:pt x="862413" y="1765342"/>
                  </a:lnTo>
                  <a:lnTo>
                    <a:pt x="866333" y="1765342"/>
                  </a:lnTo>
                  <a:lnTo>
                    <a:pt x="870253" y="1765342"/>
                  </a:lnTo>
                  <a:lnTo>
                    <a:pt x="874174" y="1765342"/>
                  </a:lnTo>
                  <a:lnTo>
                    <a:pt x="878094" y="1765342"/>
                  </a:lnTo>
                  <a:lnTo>
                    <a:pt x="882014" y="1765342"/>
                  </a:lnTo>
                  <a:lnTo>
                    <a:pt x="885934" y="1765342"/>
                  </a:lnTo>
                  <a:lnTo>
                    <a:pt x="889854" y="1765342"/>
                  </a:lnTo>
                  <a:lnTo>
                    <a:pt x="893774" y="1765342"/>
                  </a:lnTo>
                  <a:lnTo>
                    <a:pt x="897694" y="1765342"/>
                  </a:lnTo>
                  <a:lnTo>
                    <a:pt x="901614" y="1765342"/>
                  </a:lnTo>
                  <a:lnTo>
                    <a:pt x="905534" y="1765342"/>
                  </a:lnTo>
                  <a:lnTo>
                    <a:pt x="909454" y="1765342"/>
                  </a:lnTo>
                  <a:lnTo>
                    <a:pt x="913374" y="1765342"/>
                  </a:lnTo>
                  <a:lnTo>
                    <a:pt x="917294" y="1765342"/>
                  </a:lnTo>
                  <a:lnTo>
                    <a:pt x="921214" y="1765342"/>
                  </a:lnTo>
                  <a:lnTo>
                    <a:pt x="925134" y="1765342"/>
                  </a:lnTo>
                  <a:lnTo>
                    <a:pt x="929054" y="1765342"/>
                  </a:lnTo>
                  <a:lnTo>
                    <a:pt x="932974" y="1765342"/>
                  </a:lnTo>
                  <a:lnTo>
                    <a:pt x="936895" y="1765342"/>
                  </a:lnTo>
                  <a:lnTo>
                    <a:pt x="940815" y="1765342"/>
                  </a:lnTo>
                  <a:lnTo>
                    <a:pt x="944735" y="1765342"/>
                  </a:lnTo>
                  <a:lnTo>
                    <a:pt x="948655" y="1765342"/>
                  </a:lnTo>
                  <a:lnTo>
                    <a:pt x="952575" y="1765342"/>
                  </a:lnTo>
                  <a:lnTo>
                    <a:pt x="956495" y="1765342"/>
                  </a:lnTo>
                  <a:lnTo>
                    <a:pt x="960415" y="1765342"/>
                  </a:lnTo>
                  <a:lnTo>
                    <a:pt x="964335" y="1765342"/>
                  </a:lnTo>
                  <a:lnTo>
                    <a:pt x="968255" y="1765342"/>
                  </a:lnTo>
                  <a:lnTo>
                    <a:pt x="972175" y="1765342"/>
                  </a:lnTo>
                  <a:lnTo>
                    <a:pt x="976095" y="1765342"/>
                  </a:lnTo>
                  <a:lnTo>
                    <a:pt x="980015" y="1765342"/>
                  </a:lnTo>
                  <a:lnTo>
                    <a:pt x="983935" y="1765342"/>
                  </a:lnTo>
                  <a:lnTo>
                    <a:pt x="987855" y="1765342"/>
                  </a:lnTo>
                  <a:lnTo>
                    <a:pt x="991775" y="1765342"/>
                  </a:lnTo>
                  <a:lnTo>
                    <a:pt x="995695" y="1765342"/>
                  </a:lnTo>
                  <a:lnTo>
                    <a:pt x="999616" y="1765342"/>
                  </a:lnTo>
                  <a:lnTo>
                    <a:pt x="1003536" y="1765342"/>
                  </a:lnTo>
                  <a:lnTo>
                    <a:pt x="1007456" y="1765342"/>
                  </a:lnTo>
                  <a:lnTo>
                    <a:pt x="1011376" y="1765342"/>
                  </a:lnTo>
                  <a:lnTo>
                    <a:pt x="1015296" y="1765342"/>
                  </a:lnTo>
                  <a:lnTo>
                    <a:pt x="1019216" y="1765342"/>
                  </a:lnTo>
                  <a:lnTo>
                    <a:pt x="1023136" y="1765342"/>
                  </a:lnTo>
                  <a:lnTo>
                    <a:pt x="1027056" y="1765342"/>
                  </a:lnTo>
                  <a:lnTo>
                    <a:pt x="1030976" y="1765342"/>
                  </a:lnTo>
                  <a:lnTo>
                    <a:pt x="1034896" y="1765342"/>
                  </a:lnTo>
                  <a:lnTo>
                    <a:pt x="1038816" y="1765342"/>
                  </a:lnTo>
                  <a:lnTo>
                    <a:pt x="1042736" y="1765342"/>
                  </a:lnTo>
                  <a:lnTo>
                    <a:pt x="1046656" y="1765342"/>
                  </a:lnTo>
                  <a:lnTo>
                    <a:pt x="1050576" y="1765342"/>
                  </a:lnTo>
                  <a:lnTo>
                    <a:pt x="1054496" y="1765342"/>
                  </a:lnTo>
                  <a:lnTo>
                    <a:pt x="1058417" y="1765342"/>
                  </a:lnTo>
                  <a:lnTo>
                    <a:pt x="1062337" y="1765342"/>
                  </a:lnTo>
                  <a:lnTo>
                    <a:pt x="1066257" y="1765342"/>
                  </a:lnTo>
                  <a:lnTo>
                    <a:pt x="1070177" y="1765342"/>
                  </a:lnTo>
                  <a:lnTo>
                    <a:pt x="1074097" y="1765342"/>
                  </a:lnTo>
                  <a:lnTo>
                    <a:pt x="1078017" y="1765342"/>
                  </a:lnTo>
                  <a:lnTo>
                    <a:pt x="1081937" y="1765342"/>
                  </a:lnTo>
                  <a:lnTo>
                    <a:pt x="1085857" y="1765342"/>
                  </a:lnTo>
                  <a:lnTo>
                    <a:pt x="1089777" y="1765342"/>
                  </a:lnTo>
                  <a:lnTo>
                    <a:pt x="1093697" y="1765342"/>
                  </a:lnTo>
                  <a:lnTo>
                    <a:pt x="1097617" y="1765342"/>
                  </a:lnTo>
                  <a:lnTo>
                    <a:pt x="1101537" y="1765342"/>
                  </a:lnTo>
                  <a:lnTo>
                    <a:pt x="1105457" y="1765342"/>
                  </a:lnTo>
                  <a:lnTo>
                    <a:pt x="1109377" y="1765342"/>
                  </a:lnTo>
                  <a:lnTo>
                    <a:pt x="1113297" y="1765342"/>
                  </a:lnTo>
                  <a:lnTo>
                    <a:pt x="1117217" y="1765342"/>
                  </a:lnTo>
                  <a:lnTo>
                    <a:pt x="1121138" y="1765342"/>
                  </a:lnTo>
                  <a:lnTo>
                    <a:pt x="1125058" y="1765342"/>
                  </a:lnTo>
                  <a:lnTo>
                    <a:pt x="1128978" y="1765342"/>
                  </a:lnTo>
                  <a:lnTo>
                    <a:pt x="1132898" y="1765342"/>
                  </a:lnTo>
                  <a:lnTo>
                    <a:pt x="1136818" y="1765342"/>
                  </a:lnTo>
                  <a:lnTo>
                    <a:pt x="1140738" y="1765342"/>
                  </a:lnTo>
                  <a:lnTo>
                    <a:pt x="1144658" y="1765342"/>
                  </a:lnTo>
                  <a:lnTo>
                    <a:pt x="1148578" y="1765342"/>
                  </a:lnTo>
                  <a:lnTo>
                    <a:pt x="1152498" y="1765342"/>
                  </a:lnTo>
                  <a:lnTo>
                    <a:pt x="1156418" y="1765342"/>
                  </a:lnTo>
                  <a:lnTo>
                    <a:pt x="1160338" y="1765342"/>
                  </a:lnTo>
                  <a:lnTo>
                    <a:pt x="1164258" y="1765342"/>
                  </a:lnTo>
                  <a:lnTo>
                    <a:pt x="1168178" y="1765342"/>
                  </a:lnTo>
                  <a:lnTo>
                    <a:pt x="1172098" y="1765342"/>
                  </a:lnTo>
                  <a:lnTo>
                    <a:pt x="1176018" y="1765342"/>
                  </a:lnTo>
                  <a:lnTo>
                    <a:pt x="1179938" y="1765342"/>
                  </a:lnTo>
                  <a:lnTo>
                    <a:pt x="1183859" y="1765342"/>
                  </a:lnTo>
                  <a:lnTo>
                    <a:pt x="1187779" y="1765342"/>
                  </a:lnTo>
                  <a:lnTo>
                    <a:pt x="1191699" y="1765342"/>
                  </a:lnTo>
                  <a:lnTo>
                    <a:pt x="1195619" y="1765342"/>
                  </a:lnTo>
                  <a:lnTo>
                    <a:pt x="1199539" y="1765342"/>
                  </a:lnTo>
                  <a:lnTo>
                    <a:pt x="1203459" y="1765342"/>
                  </a:lnTo>
                  <a:lnTo>
                    <a:pt x="1207379" y="1765342"/>
                  </a:lnTo>
                  <a:lnTo>
                    <a:pt x="1211299" y="1765342"/>
                  </a:lnTo>
                  <a:lnTo>
                    <a:pt x="1215219" y="1765342"/>
                  </a:lnTo>
                  <a:lnTo>
                    <a:pt x="1219139" y="1765342"/>
                  </a:lnTo>
                  <a:lnTo>
                    <a:pt x="1223059" y="1765342"/>
                  </a:lnTo>
                  <a:lnTo>
                    <a:pt x="1226979" y="1765342"/>
                  </a:lnTo>
                  <a:lnTo>
                    <a:pt x="1230899" y="1765342"/>
                  </a:lnTo>
                  <a:lnTo>
                    <a:pt x="1234819" y="1765342"/>
                  </a:lnTo>
                  <a:lnTo>
                    <a:pt x="1238739" y="1765342"/>
                  </a:lnTo>
                  <a:lnTo>
                    <a:pt x="1242659" y="1765342"/>
                  </a:lnTo>
                  <a:lnTo>
                    <a:pt x="1246580" y="1765342"/>
                  </a:lnTo>
                  <a:lnTo>
                    <a:pt x="1250500" y="1765342"/>
                  </a:lnTo>
                  <a:lnTo>
                    <a:pt x="1254420" y="1765342"/>
                  </a:lnTo>
                  <a:lnTo>
                    <a:pt x="1258340" y="1765342"/>
                  </a:lnTo>
                  <a:lnTo>
                    <a:pt x="1262260" y="1765342"/>
                  </a:lnTo>
                  <a:lnTo>
                    <a:pt x="1266180" y="1765342"/>
                  </a:lnTo>
                  <a:lnTo>
                    <a:pt x="1270100" y="1765342"/>
                  </a:lnTo>
                  <a:lnTo>
                    <a:pt x="1274020" y="1765342"/>
                  </a:lnTo>
                  <a:lnTo>
                    <a:pt x="1277940" y="1765342"/>
                  </a:lnTo>
                  <a:lnTo>
                    <a:pt x="1281860" y="1765342"/>
                  </a:lnTo>
                  <a:lnTo>
                    <a:pt x="1285780" y="1765342"/>
                  </a:lnTo>
                  <a:lnTo>
                    <a:pt x="1289700" y="1765342"/>
                  </a:lnTo>
                  <a:lnTo>
                    <a:pt x="1293620" y="1765342"/>
                  </a:lnTo>
                  <a:lnTo>
                    <a:pt x="1297540" y="1765342"/>
                  </a:lnTo>
                  <a:lnTo>
                    <a:pt x="1301460" y="1765342"/>
                  </a:lnTo>
                  <a:lnTo>
                    <a:pt x="1305380" y="1765342"/>
                  </a:lnTo>
                  <a:lnTo>
                    <a:pt x="1309301" y="1765342"/>
                  </a:lnTo>
                  <a:lnTo>
                    <a:pt x="1313221" y="1765342"/>
                  </a:lnTo>
                  <a:lnTo>
                    <a:pt x="1317141" y="1765342"/>
                  </a:lnTo>
                  <a:lnTo>
                    <a:pt x="1321061" y="1765342"/>
                  </a:lnTo>
                  <a:lnTo>
                    <a:pt x="1324981" y="1765342"/>
                  </a:lnTo>
                  <a:lnTo>
                    <a:pt x="1328901" y="1765342"/>
                  </a:lnTo>
                  <a:lnTo>
                    <a:pt x="1332821" y="1765342"/>
                  </a:lnTo>
                  <a:lnTo>
                    <a:pt x="1336741" y="1765342"/>
                  </a:lnTo>
                  <a:lnTo>
                    <a:pt x="1340661" y="1765342"/>
                  </a:lnTo>
                  <a:lnTo>
                    <a:pt x="1344581" y="1765342"/>
                  </a:lnTo>
                  <a:lnTo>
                    <a:pt x="1348501" y="1765342"/>
                  </a:lnTo>
                  <a:lnTo>
                    <a:pt x="1352421" y="1765342"/>
                  </a:lnTo>
                  <a:lnTo>
                    <a:pt x="1356341" y="1765342"/>
                  </a:lnTo>
                  <a:lnTo>
                    <a:pt x="1360261" y="1765342"/>
                  </a:lnTo>
                  <a:lnTo>
                    <a:pt x="1364181" y="1765342"/>
                  </a:lnTo>
                  <a:lnTo>
                    <a:pt x="1368101" y="1765342"/>
                  </a:lnTo>
                  <a:lnTo>
                    <a:pt x="1372022" y="1765342"/>
                  </a:lnTo>
                  <a:lnTo>
                    <a:pt x="1375942" y="1765342"/>
                  </a:lnTo>
                  <a:lnTo>
                    <a:pt x="1379862" y="1765342"/>
                  </a:lnTo>
                  <a:lnTo>
                    <a:pt x="1383782" y="1765342"/>
                  </a:lnTo>
                  <a:lnTo>
                    <a:pt x="1387702" y="1765342"/>
                  </a:lnTo>
                  <a:lnTo>
                    <a:pt x="1391622" y="1765342"/>
                  </a:lnTo>
                  <a:lnTo>
                    <a:pt x="1395542" y="1765342"/>
                  </a:lnTo>
                  <a:lnTo>
                    <a:pt x="1399462" y="1765342"/>
                  </a:lnTo>
                  <a:lnTo>
                    <a:pt x="1403382" y="1765342"/>
                  </a:lnTo>
                  <a:lnTo>
                    <a:pt x="1407302" y="1765342"/>
                  </a:lnTo>
                  <a:lnTo>
                    <a:pt x="1411222" y="1765342"/>
                  </a:lnTo>
                  <a:lnTo>
                    <a:pt x="1415142" y="1765342"/>
                  </a:lnTo>
                  <a:lnTo>
                    <a:pt x="1419062" y="1765342"/>
                  </a:lnTo>
                  <a:lnTo>
                    <a:pt x="1422982" y="1765342"/>
                  </a:lnTo>
                  <a:lnTo>
                    <a:pt x="1426902" y="1765342"/>
                  </a:lnTo>
                  <a:lnTo>
                    <a:pt x="1430822" y="1765342"/>
                  </a:lnTo>
                  <a:lnTo>
                    <a:pt x="1434743" y="1765342"/>
                  </a:lnTo>
                  <a:lnTo>
                    <a:pt x="1438663" y="1765342"/>
                  </a:lnTo>
                  <a:lnTo>
                    <a:pt x="1442583" y="1765342"/>
                  </a:lnTo>
                  <a:lnTo>
                    <a:pt x="1446503" y="1765342"/>
                  </a:lnTo>
                  <a:lnTo>
                    <a:pt x="1450423" y="1765342"/>
                  </a:lnTo>
                  <a:lnTo>
                    <a:pt x="1454343" y="1765342"/>
                  </a:lnTo>
                  <a:lnTo>
                    <a:pt x="1458263" y="1765342"/>
                  </a:lnTo>
                  <a:lnTo>
                    <a:pt x="1462183" y="1765342"/>
                  </a:lnTo>
                  <a:lnTo>
                    <a:pt x="1466103" y="1765342"/>
                  </a:lnTo>
                  <a:lnTo>
                    <a:pt x="1470023" y="1765342"/>
                  </a:lnTo>
                  <a:lnTo>
                    <a:pt x="1473943" y="1765342"/>
                  </a:lnTo>
                  <a:lnTo>
                    <a:pt x="1477863" y="1765342"/>
                  </a:lnTo>
                  <a:lnTo>
                    <a:pt x="1481783" y="1765342"/>
                  </a:lnTo>
                  <a:lnTo>
                    <a:pt x="1485703" y="1765342"/>
                  </a:lnTo>
                  <a:lnTo>
                    <a:pt x="1489623" y="1765342"/>
                  </a:lnTo>
                  <a:lnTo>
                    <a:pt x="1493543" y="1765342"/>
                  </a:lnTo>
                  <a:lnTo>
                    <a:pt x="1497464" y="1765342"/>
                  </a:lnTo>
                  <a:lnTo>
                    <a:pt x="1501384" y="1765342"/>
                  </a:lnTo>
                  <a:lnTo>
                    <a:pt x="1505304" y="1765342"/>
                  </a:lnTo>
                  <a:lnTo>
                    <a:pt x="1509224" y="1765342"/>
                  </a:lnTo>
                  <a:lnTo>
                    <a:pt x="1513144" y="1765342"/>
                  </a:lnTo>
                  <a:lnTo>
                    <a:pt x="1517064" y="1765342"/>
                  </a:lnTo>
                  <a:lnTo>
                    <a:pt x="1520984" y="1765342"/>
                  </a:lnTo>
                  <a:lnTo>
                    <a:pt x="1524904" y="1765342"/>
                  </a:lnTo>
                  <a:lnTo>
                    <a:pt x="1528824" y="1765342"/>
                  </a:lnTo>
                  <a:lnTo>
                    <a:pt x="1532744" y="1765342"/>
                  </a:lnTo>
                  <a:lnTo>
                    <a:pt x="1536664" y="1765342"/>
                  </a:lnTo>
                  <a:lnTo>
                    <a:pt x="1540584" y="1765342"/>
                  </a:lnTo>
                  <a:lnTo>
                    <a:pt x="1544504" y="1765342"/>
                  </a:lnTo>
                  <a:lnTo>
                    <a:pt x="1548424" y="1765342"/>
                  </a:lnTo>
                  <a:lnTo>
                    <a:pt x="1552344" y="1765342"/>
                  </a:lnTo>
                  <a:lnTo>
                    <a:pt x="1556265" y="1765342"/>
                  </a:lnTo>
                  <a:lnTo>
                    <a:pt x="1560185" y="1765342"/>
                  </a:lnTo>
                  <a:lnTo>
                    <a:pt x="1564105" y="1765342"/>
                  </a:lnTo>
                  <a:lnTo>
                    <a:pt x="1568025" y="1765342"/>
                  </a:lnTo>
                  <a:lnTo>
                    <a:pt x="1571945" y="1765342"/>
                  </a:lnTo>
                  <a:lnTo>
                    <a:pt x="1575865" y="1765342"/>
                  </a:lnTo>
                  <a:lnTo>
                    <a:pt x="1579785" y="1765342"/>
                  </a:lnTo>
                  <a:lnTo>
                    <a:pt x="1583705" y="1765342"/>
                  </a:lnTo>
                  <a:lnTo>
                    <a:pt x="1587625" y="1765342"/>
                  </a:lnTo>
                  <a:lnTo>
                    <a:pt x="1591545" y="1765342"/>
                  </a:lnTo>
                  <a:lnTo>
                    <a:pt x="1595465" y="1765342"/>
                  </a:lnTo>
                  <a:lnTo>
                    <a:pt x="1599385" y="1765342"/>
                  </a:lnTo>
                  <a:lnTo>
                    <a:pt x="1603305" y="1765342"/>
                  </a:lnTo>
                  <a:lnTo>
                    <a:pt x="1607225" y="1765342"/>
                  </a:lnTo>
                  <a:lnTo>
                    <a:pt x="1611145" y="1765342"/>
                  </a:lnTo>
                  <a:lnTo>
                    <a:pt x="1615065" y="1765342"/>
                  </a:lnTo>
                  <a:lnTo>
                    <a:pt x="1618986" y="1765342"/>
                  </a:lnTo>
                  <a:lnTo>
                    <a:pt x="1622906" y="1765342"/>
                  </a:lnTo>
                  <a:lnTo>
                    <a:pt x="1626826" y="1765342"/>
                  </a:lnTo>
                  <a:lnTo>
                    <a:pt x="1630746" y="1765342"/>
                  </a:lnTo>
                  <a:lnTo>
                    <a:pt x="1634666" y="1765342"/>
                  </a:lnTo>
                  <a:lnTo>
                    <a:pt x="1638586" y="1765342"/>
                  </a:lnTo>
                  <a:lnTo>
                    <a:pt x="1642506" y="1765342"/>
                  </a:lnTo>
                  <a:lnTo>
                    <a:pt x="1646426" y="1765342"/>
                  </a:lnTo>
                  <a:lnTo>
                    <a:pt x="1650346" y="1765342"/>
                  </a:lnTo>
                  <a:lnTo>
                    <a:pt x="1654266" y="1765342"/>
                  </a:lnTo>
                  <a:lnTo>
                    <a:pt x="1658186" y="1765342"/>
                  </a:lnTo>
                  <a:lnTo>
                    <a:pt x="1662106" y="1765342"/>
                  </a:lnTo>
                  <a:lnTo>
                    <a:pt x="1666026" y="1765342"/>
                  </a:lnTo>
                  <a:lnTo>
                    <a:pt x="1669946" y="1765342"/>
                  </a:lnTo>
                  <a:lnTo>
                    <a:pt x="1673866" y="1765342"/>
                  </a:lnTo>
                  <a:lnTo>
                    <a:pt x="1677786" y="1765342"/>
                  </a:lnTo>
                  <a:lnTo>
                    <a:pt x="1681707" y="1765342"/>
                  </a:lnTo>
                  <a:lnTo>
                    <a:pt x="1685627" y="1765342"/>
                  </a:lnTo>
                  <a:lnTo>
                    <a:pt x="1689547" y="1765342"/>
                  </a:lnTo>
                  <a:lnTo>
                    <a:pt x="1693467" y="1765342"/>
                  </a:lnTo>
                  <a:lnTo>
                    <a:pt x="1697387" y="1765342"/>
                  </a:lnTo>
                  <a:lnTo>
                    <a:pt x="1701307" y="1765342"/>
                  </a:lnTo>
                  <a:lnTo>
                    <a:pt x="1705227" y="1765342"/>
                  </a:lnTo>
                  <a:lnTo>
                    <a:pt x="1709147" y="1765342"/>
                  </a:lnTo>
                  <a:lnTo>
                    <a:pt x="1713067" y="1765342"/>
                  </a:lnTo>
                  <a:lnTo>
                    <a:pt x="1716987" y="1765342"/>
                  </a:lnTo>
                  <a:lnTo>
                    <a:pt x="1720907" y="1765342"/>
                  </a:lnTo>
                  <a:lnTo>
                    <a:pt x="1724827" y="1765342"/>
                  </a:lnTo>
                  <a:lnTo>
                    <a:pt x="1728747" y="1765342"/>
                  </a:lnTo>
                  <a:lnTo>
                    <a:pt x="1732667" y="1765342"/>
                  </a:lnTo>
                  <a:lnTo>
                    <a:pt x="1736587" y="1765342"/>
                  </a:lnTo>
                  <a:lnTo>
                    <a:pt x="1740507" y="1765342"/>
                  </a:lnTo>
                  <a:lnTo>
                    <a:pt x="1744428" y="1765342"/>
                  </a:lnTo>
                  <a:lnTo>
                    <a:pt x="1748348" y="1765342"/>
                  </a:lnTo>
                  <a:lnTo>
                    <a:pt x="1752268" y="1765342"/>
                  </a:lnTo>
                  <a:lnTo>
                    <a:pt x="1756188" y="1765342"/>
                  </a:lnTo>
                  <a:lnTo>
                    <a:pt x="1760108" y="1765342"/>
                  </a:lnTo>
                  <a:lnTo>
                    <a:pt x="1764028" y="1765342"/>
                  </a:lnTo>
                  <a:lnTo>
                    <a:pt x="1767948" y="1765342"/>
                  </a:lnTo>
                  <a:lnTo>
                    <a:pt x="1771868" y="1765342"/>
                  </a:lnTo>
                  <a:lnTo>
                    <a:pt x="1775788" y="1765342"/>
                  </a:lnTo>
                  <a:lnTo>
                    <a:pt x="1779708" y="1765342"/>
                  </a:lnTo>
                  <a:lnTo>
                    <a:pt x="1783628" y="1765342"/>
                  </a:lnTo>
                  <a:lnTo>
                    <a:pt x="1787548" y="1765342"/>
                  </a:lnTo>
                  <a:lnTo>
                    <a:pt x="1791468" y="1765342"/>
                  </a:lnTo>
                  <a:lnTo>
                    <a:pt x="1795388" y="1765342"/>
                  </a:lnTo>
                  <a:lnTo>
                    <a:pt x="1799308" y="1765342"/>
                  </a:lnTo>
                  <a:lnTo>
                    <a:pt x="1803228" y="1765342"/>
                  </a:lnTo>
                  <a:lnTo>
                    <a:pt x="1807149" y="1765342"/>
                  </a:lnTo>
                  <a:lnTo>
                    <a:pt x="1811069" y="1765342"/>
                  </a:lnTo>
                  <a:lnTo>
                    <a:pt x="1814989" y="1765342"/>
                  </a:lnTo>
                  <a:lnTo>
                    <a:pt x="1818909" y="1765342"/>
                  </a:lnTo>
                  <a:lnTo>
                    <a:pt x="1822829" y="1765342"/>
                  </a:lnTo>
                  <a:lnTo>
                    <a:pt x="1826749" y="1765342"/>
                  </a:lnTo>
                  <a:lnTo>
                    <a:pt x="1830669" y="1765342"/>
                  </a:lnTo>
                  <a:lnTo>
                    <a:pt x="1834589" y="1765342"/>
                  </a:lnTo>
                  <a:lnTo>
                    <a:pt x="1838509" y="1765342"/>
                  </a:lnTo>
                  <a:lnTo>
                    <a:pt x="1842429" y="1765342"/>
                  </a:lnTo>
                  <a:lnTo>
                    <a:pt x="1846349" y="1765342"/>
                  </a:lnTo>
                  <a:lnTo>
                    <a:pt x="1850269" y="1765342"/>
                  </a:lnTo>
                  <a:lnTo>
                    <a:pt x="1854189" y="1765342"/>
                  </a:lnTo>
                  <a:lnTo>
                    <a:pt x="1858109" y="1765342"/>
                  </a:lnTo>
                  <a:lnTo>
                    <a:pt x="1862029" y="1765342"/>
                  </a:lnTo>
                  <a:lnTo>
                    <a:pt x="1865949" y="1765342"/>
                  </a:lnTo>
                  <a:lnTo>
                    <a:pt x="1869870" y="1765342"/>
                  </a:lnTo>
                  <a:lnTo>
                    <a:pt x="1873790" y="1765342"/>
                  </a:lnTo>
                  <a:lnTo>
                    <a:pt x="1877710" y="1765342"/>
                  </a:lnTo>
                  <a:lnTo>
                    <a:pt x="1881630" y="1765342"/>
                  </a:lnTo>
                  <a:lnTo>
                    <a:pt x="1885550" y="1765342"/>
                  </a:lnTo>
                  <a:lnTo>
                    <a:pt x="1889470" y="1765342"/>
                  </a:lnTo>
                  <a:lnTo>
                    <a:pt x="1893390" y="1765342"/>
                  </a:lnTo>
                  <a:lnTo>
                    <a:pt x="1897310" y="1765342"/>
                  </a:lnTo>
                  <a:lnTo>
                    <a:pt x="1901230" y="1765342"/>
                  </a:lnTo>
                  <a:lnTo>
                    <a:pt x="1905150" y="1765342"/>
                  </a:lnTo>
                  <a:lnTo>
                    <a:pt x="1909070" y="1765342"/>
                  </a:lnTo>
                  <a:lnTo>
                    <a:pt x="1912990" y="1765342"/>
                  </a:lnTo>
                  <a:lnTo>
                    <a:pt x="1916910" y="1765342"/>
                  </a:lnTo>
                  <a:lnTo>
                    <a:pt x="1920830" y="1765342"/>
                  </a:lnTo>
                  <a:lnTo>
                    <a:pt x="1924750" y="1765342"/>
                  </a:lnTo>
                  <a:lnTo>
                    <a:pt x="1928670" y="1765342"/>
                  </a:lnTo>
                  <a:lnTo>
                    <a:pt x="1932591" y="1765342"/>
                  </a:lnTo>
                  <a:lnTo>
                    <a:pt x="1936511" y="1765342"/>
                  </a:lnTo>
                  <a:lnTo>
                    <a:pt x="1940431" y="1765342"/>
                  </a:lnTo>
                  <a:lnTo>
                    <a:pt x="1944351" y="1765342"/>
                  </a:lnTo>
                  <a:lnTo>
                    <a:pt x="1948271" y="1765342"/>
                  </a:lnTo>
                  <a:lnTo>
                    <a:pt x="1952191" y="1765342"/>
                  </a:lnTo>
                  <a:lnTo>
                    <a:pt x="1956111" y="1765342"/>
                  </a:lnTo>
                  <a:lnTo>
                    <a:pt x="1960031" y="1765342"/>
                  </a:lnTo>
                  <a:lnTo>
                    <a:pt x="1963951" y="1765342"/>
                  </a:lnTo>
                  <a:lnTo>
                    <a:pt x="1967871" y="1765342"/>
                  </a:lnTo>
                  <a:lnTo>
                    <a:pt x="1971791" y="1765342"/>
                  </a:lnTo>
                  <a:lnTo>
                    <a:pt x="1975711" y="1765342"/>
                  </a:lnTo>
                  <a:lnTo>
                    <a:pt x="1979631" y="1765342"/>
                  </a:lnTo>
                  <a:lnTo>
                    <a:pt x="1983551" y="1765342"/>
                  </a:lnTo>
                  <a:lnTo>
                    <a:pt x="1987471" y="1765342"/>
                  </a:lnTo>
                  <a:lnTo>
                    <a:pt x="1991391" y="1765342"/>
                  </a:lnTo>
                  <a:lnTo>
                    <a:pt x="1995312" y="1765342"/>
                  </a:lnTo>
                  <a:lnTo>
                    <a:pt x="1999232" y="1765342"/>
                  </a:lnTo>
                  <a:lnTo>
                    <a:pt x="2003152" y="1765342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86" name="pg86"/>
            <p:cNvSpPr/>
            <p:nvPr/>
          </p:nvSpPr>
          <p:spPr>
            <a:xfrm>
              <a:off x="8937061" y="5761876"/>
              <a:ext cx="2003152" cy="529673"/>
            </a:xfrm>
            <a:custGeom>
              <a:avLst/>
              <a:gdLst/>
              <a:ahLst/>
              <a:cxnLst/>
              <a:rect l="0" t="0" r="0" b="0"/>
              <a:pathLst>
                <a:path w="2003152" h="529673">
                  <a:moveTo>
                    <a:pt x="0" y="529673"/>
                  </a:moveTo>
                  <a:lnTo>
                    <a:pt x="3920" y="529673"/>
                  </a:lnTo>
                  <a:lnTo>
                    <a:pt x="7840" y="529673"/>
                  </a:lnTo>
                  <a:lnTo>
                    <a:pt x="11760" y="529673"/>
                  </a:lnTo>
                  <a:lnTo>
                    <a:pt x="15680" y="529673"/>
                  </a:lnTo>
                  <a:lnTo>
                    <a:pt x="19600" y="529673"/>
                  </a:lnTo>
                  <a:lnTo>
                    <a:pt x="23520" y="529673"/>
                  </a:lnTo>
                  <a:lnTo>
                    <a:pt x="27440" y="529673"/>
                  </a:lnTo>
                  <a:lnTo>
                    <a:pt x="31360" y="529673"/>
                  </a:lnTo>
                  <a:lnTo>
                    <a:pt x="35280" y="529673"/>
                  </a:lnTo>
                  <a:lnTo>
                    <a:pt x="39200" y="529673"/>
                  </a:lnTo>
                  <a:lnTo>
                    <a:pt x="43120" y="529673"/>
                  </a:lnTo>
                  <a:lnTo>
                    <a:pt x="47040" y="529673"/>
                  </a:lnTo>
                  <a:lnTo>
                    <a:pt x="50960" y="529673"/>
                  </a:lnTo>
                  <a:lnTo>
                    <a:pt x="54880" y="529673"/>
                  </a:lnTo>
                  <a:lnTo>
                    <a:pt x="58800" y="529673"/>
                  </a:lnTo>
                  <a:lnTo>
                    <a:pt x="62721" y="529673"/>
                  </a:lnTo>
                  <a:lnTo>
                    <a:pt x="66641" y="529673"/>
                  </a:lnTo>
                  <a:lnTo>
                    <a:pt x="70561" y="529673"/>
                  </a:lnTo>
                  <a:lnTo>
                    <a:pt x="74481" y="529673"/>
                  </a:lnTo>
                  <a:lnTo>
                    <a:pt x="78401" y="529673"/>
                  </a:lnTo>
                  <a:lnTo>
                    <a:pt x="82321" y="529673"/>
                  </a:lnTo>
                  <a:lnTo>
                    <a:pt x="86241" y="529672"/>
                  </a:lnTo>
                  <a:lnTo>
                    <a:pt x="90161" y="529672"/>
                  </a:lnTo>
                  <a:lnTo>
                    <a:pt x="94081" y="529671"/>
                  </a:lnTo>
                  <a:lnTo>
                    <a:pt x="98001" y="529670"/>
                  </a:lnTo>
                  <a:lnTo>
                    <a:pt x="101921" y="529668"/>
                  </a:lnTo>
                  <a:lnTo>
                    <a:pt x="105841" y="529664"/>
                  </a:lnTo>
                  <a:lnTo>
                    <a:pt x="109761" y="529658"/>
                  </a:lnTo>
                  <a:lnTo>
                    <a:pt x="113681" y="529649"/>
                  </a:lnTo>
                  <a:lnTo>
                    <a:pt x="117601" y="529636"/>
                  </a:lnTo>
                  <a:lnTo>
                    <a:pt x="121521" y="529617"/>
                  </a:lnTo>
                  <a:lnTo>
                    <a:pt x="125442" y="529589"/>
                  </a:lnTo>
                  <a:lnTo>
                    <a:pt x="129362" y="529551"/>
                  </a:lnTo>
                  <a:lnTo>
                    <a:pt x="133282" y="529498"/>
                  </a:lnTo>
                  <a:lnTo>
                    <a:pt x="137202" y="529430"/>
                  </a:lnTo>
                  <a:lnTo>
                    <a:pt x="141122" y="529343"/>
                  </a:lnTo>
                  <a:lnTo>
                    <a:pt x="145042" y="529236"/>
                  </a:lnTo>
                  <a:lnTo>
                    <a:pt x="148962" y="529107"/>
                  </a:lnTo>
                  <a:lnTo>
                    <a:pt x="152882" y="528957"/>
                  </a:lnTo>
                  <a:lnTo>
                    <a:pt x="156802" y="528787"/>
                  </a:lnTo>
                  <a:lnTo>
                    <a:pt x="160722" y="528599"/>
                  </a:lnTo>
                  <a:lnTo>
                    <a:pt x="164642" y="528399"/>
                  </a:lnTo>
                  <a:lnTo>
                    <a:pt x="168562" y="528194"/>
                  </a:lnTo>
                  <a:lnTo>
                    <a:pt x="172482" y="527994"/>
                  </a:lnTo>
                  <a:lnTo>
                    <a:pt x="176402" y="527806"/>
                  </a:lnTo>
                  <a:lnTo>
                    <a:pt x="180322" y="527641"/>
                  </a:lnTo>
                  <a:lnTo>
                    <a:pt x="184242" y="527506"/>
                  </a:lnTo>
                  <a:lnTo>
                    <a:pt x="188163" y="527409"/>
                  </a:lnTo>
                  <a:lnTo>
                    <a:pt x="192083" y="527355"/>
                  </a:lnTo>
                  <a:lnTo>
                    <a:pt x="196003" y="527345"/>
                  </a:lnTo>
                  <a:lnTo>
                    <a:pt x="199923" y="527381"/>
                  </a:lnTo>
                  <a:lnTo>
                    <a:pt x="203843" y="527460"/>
                  </a:lnTo>
                  <a:lnTo>
                    <a:pt x="207763" y="527575"/>
                  </a:lnTo>
                  <a:lnTo>
                    <a:pt x="211683" y="527721"/>
                  </a:lnTo>
                  <a:lnTo>
                    <a:pt x="215603" y="527883"/>
                  </a:lnTo>
                  <a:lnTo>
                    <a:pt x="219523" y="528051"/>
                  </a:lnTo>
                  <a:lnTo>
                    <a:pt x="223443" y="528213"/>
                  </a:lnTo>
                  <a:lnTo>
                    <a:pt x="227363" y="528357"/>
                  </a:lnTo>
                  <a:lnTo>
                    <a:pt x="231283" y="528474"/>
                  </a:lnTo>
                  <a:lnTo>
                    <a:pt x="235203" y="528556"/>
                  </a:lnTo>
                  <a:lnTo>
                    <a:pt x="239123" y="528596"/>
                  </a:lnTo>
                  <a:lnTo>
                    <a:pt x="243043" y="528591"/>
                  </a:lnTo>
                  <a:lnTo>
                    <a:pt x="246963" y="528540"/>
                  </a:lnTo>
                  <a:lnTo>
                    <a:pt x="250884" y="528444"/>
                  </a:lnTo>
                  <a:lnTo>
                    <a:pt x="254804" y="528302"/>
                  </a:lnTo>
                  <a:lnTo>
                    <a:pt x="258724" y="528124"/>
                  </a:lnTo>
                  <a:lnTo>
                    <a:pt x="262644" y="527917"/>
                  </a:lnTo>
                  <a:lnTo>
                    <a:pt x="266564" y="527688"/>
                  </a:lnTo>
                  <a:lnTo>
                    <a:pt x="270484" y="527445"/>
                  </a:lnTo>
                  <a:lnTo>
                    <a:pt x="274404" y="527197"/>
                  </a:lnTo>
                  <a:lnTo>
                    <a:pt x="278324" y="526949"/>
                  </a:lnTo>
                  <a:lnTo>
                    <a:pt x="282244" y="526708"/>
                  </a:lnTo>
                  <a:lnTo>
                    <a:pt x="286164" y="526480"/>
                  </a:lnTo>
                  <a:lnTo>
                    <a:pt x="290084" y="526272"/>
                  </a:lnTo>
                  <a:lnTo>
                    <a:pt x="294004" y="526089"/>
                  </a:lnTo>
                  <a:lnTo>
                    <a:pt x="297924" y="525939"/>
                  </a:lnTo>
                  <a:lnTo>
                    <a:pt x="301844" y="525830"/>
                  </a:lnTo>
                  <a:lnTo>
                    <a:pt x="305764" y="525765"/>
                  </a:lnTo>
                  <a:lnTo>
                    <a:pt x="309684" y="525750"/>
                  </a:lnTo>
                  <a:lnTo>
                    <a:pt x="313605" y="525790"/>
                  </a:lnTo>
                  <a:lnTo>
                    <a:pt x="317525" y="525886"/>
                  </a:lnTo>
                  <a:lnTo>
                    <a:pt x="321445" y="526037"/>
                  </a:lnTo>
                  <a:lnTo>
                    <a:pt x="325365" y="526241"/>
                  </a:lnTo>
                  <a:lnTo>
                    <a:pt x="329285" y="526491"/>
                  </a:lnTo>
                  <a:lnTo>
                    <a:pt x="333205" y="526779"/>
                  </a:lnTo>
                  <a:lnTo>
                    <a:pt x="337125" y="527092"/>
                  </a:lnTo>
                  <a:lnTo>
                    <a:pt x="341045" y="527418"/>
                  </a:lnTo>
                  <a:lnTo>
                    <a:pt x="344965" y="527742"/>
                  </a:lnTo>
                  <a:lnTo>
                    <a:pt x="348885" y="528051"/>
                  </a:lnTo>
                  <a:lnTo>
                    <a:pt x="352805" y="528335"/>
                  </a:lnTo>
                  <a:lnTo>
                    <a:pt x="356725" y="528584"/>
                  </a:lnTo>
                  <a:lnTo>
                    <a:pt x="360645" y="528794"/>
                  </a:lnTo>
                  <a:lnTo>
                    <a:pt x="364565" y="528961"/>
                  </a:lnTo>
                  <a:lnTo>
                    <a:pt x="368485" y="529084"/>
                  </a:lnTo>
                  <a:lnTo>
                    <a:pt x="372405" y="529162"/>
                  </a:lnTo>
                  <a:lnTo>
                    <a:pt x="376326" y="529197"/>
                  </a:lnTo>
                  <a:lnTo>
                    <a:pt x="380246" y="529192"/>
                  </a:lnTo>
                  <a:lnTo>
                    <a:pt x="384166" y="529148"/>
                  </a:lnTo>
                  <a:lnTo>
                    <a:pt x="388086" y="529067"/>
                  </a:lnTo>
                  <a:lnTo>
                    <a:pt x="392006" y="528955"/>
                  </a:lnTo>
                  <a:lnTo>
                    <a:pt x="395926" y="528815"/>
                  </a:lnTo>
                  <a:lnTo>
                    <a:pt x="399846" y="528651"/>
                  </a:lnTo>
                  <a:lnTo>
                    <a:pt x="403766" y="528462"/>
                  </a:lnTo>
                  <a:lnTo>
                    <a:pt x="407686" y="528251"/>
                  </a:lnTo>
                  <a:lnTo>
                    <a:pt x="411606" y="528015"/>
                  </a:lnTo>
                  <a:lnTo>
                    <a:pt x="415526" y="527751"/>
                  </a:lnTo>
                  <a:lnTo>
                    <a:pt x="419446" y="527453"/>
                  </a:lnTo>
                  <a:lnTo>
                    <a:pt x="423366" y="527114"/>
                  </a:lnTo>
                  <a:lnTo>
                    <a:pt x="427286" y="526723"/>
                  </a:lnTo>
                  <a:lnTo>
                    <a:pt x="431206" y="526265"/>
                  </a:lnTo>
                  <a:lnTo>
                    <a:pt x="435126" y="525730"/>
                  </a:lnTo>
                  <a:lnTo>
                    <a:pt x="439047" y="525112"/>
                  </a:lnTo>
                  <a:lnTo>
                    <a:pt x="442967" y="524405"/>
                  </a:lnTo>
                  <a:lnTo>
                    <a:pt x="446887" y="523606"/>
                  </a:lnTo>
                  <a:lnTo>
                    <a:pt x="450807" y="522717"/>
                  </a:lnTo>
                  <a:lnTo>
                    <a:pt x="454727" y="521741"/>
                  </a:lnTo>
                  <a:lnTo>
                    <a:pt x="458647" y="520688"/>
                  </a:lnTo>
                  <a:lnTo>
                    <a:pt x="462567" y="519566"/>
                  </a:lnTo>
                  <a:lnTo>
                    <a:pt x="466487" y="518390"/>
                  </a:lnTo>
                  <a:lnTo>
                    <a:pt x="470407" y="517171"/>
                  </a:lnTo>
                  <a:lnTo>
                    <a:pt x="474327" y="515925"/>
                  </a:lnTo>
                  <a:lnTo>
                    <a:pt x="478247" y="514668"/>
                  </a:lnTo>
                  <a:lnTo>
                    <a:pt x="482167" y="513416"/>
                  </a:lnTo>
                  <a:lnTo>
                    <a:pt x="486087" y="512180"/>
                  </a:lnTo>
                  <a:lnTo>
                    <a:pt x="490007" y="510964"/>
                  </a:lnTo>
                  <a:lnTo>
                    <a:pt x="493927" y="509770"/>
                  </a:lnTo>
                  <a:lnTo>
                    <a:pt x="497847" y="508588"/>
                  </a:lnTo>
                  <a:lnTo>
                    <a:pt x="501768" y="507397"/>
                  </a:lnTo>
                  <a:lnTo>
                    <a:pt x="505688" y="506165"/>
                  </a:lnTo>
                  <a:lnTo>
                    <a:pt x="509608" y="504844"/>
                  </a:lnTo>
                  <a:lnTo>
                    <a:pt x="513528" y="503376"/>
                  </a:lnTo>
                  <a:lnTo>
                    <a:pt x="517448" y="501683"/>
                  </a:lnTo>
                  <a:lnTo>
                    <a:pt x="521368" y="499649"/>
                  </a:lnTo>
                  <a:lnTo>
                    <a:pt x="525288" y="497205"/>
                  </a:lnTo>
                  <a:lnTo>
                    <a:pt x="529208" y="494260"/>
                  </a:lnTo>
                  <a:lnTo>
                    <a:pt x="533128" y="490723"/>
                  </a:lnTo>
                  <a:lnTo>
                    <a:pt x="537048" y="486506"/>
                  </a:lnTo>
                  <a:lnTo>
                    <a:pt x="540968" y="481522"/>
                  </a:lnTo>
                  <a:lnTo>
                    <a:pt x="544888" y="475686"/>
                  </a:lnTo>
                  <a:lnTo>
                    <a:pt x="548808" y="468916"/>
                  </a:lnTo>
                  <a:lnTo>
                    <a:pt x="552728" y="461129"/>
                  </a:lnTo>
                  <a:lnTo>
                    <a:pt x="556648" y="452243"/>
                  </a:lnTo>
                  <a:lnTo>
                    <a:pt x="560569" y="442180"/>
                  </a:lnTo>
                  <a:lnTo>
                    <a:pt x="564489" y="430734"/>
                  </a:lnTo>
                  <a:lnTo>
                    <a:pt x="568409" y="417945"/>
                  </a:lnTo>
                  <a:lnTo>
                    <a:pt x="572329" y="403778"/>
                  </a:lnTo>
                  <a:lnTo>
                    <a:pt x="576249" y="388204"/>
                  </a:lnTo>
                  <a:lnTo>
                    <a:pt x="580169" y="371219"/>
                  </a:lnTo>
                  <a:lnTo>
                    <a:pt x="584089" y="352842"/>
                  </a:lnTo>
                  <a:lnTo>
                    <a:pt x="588009" y="333119"/>
                  </a:lnTo>
                  <a:lnTo>
                    <a:pt x="591929" y="312128"/>
                  </a:lnTo>
                  <a:lnTo>
                    <a:pt x="595849" y="289975"/>
                  </a:lnTo>
                  <a:lnTo>
                    <a:pt x="599769" y="266798"/>
                  </a:lnTo>
                  <a:lnTo>
                    <a:pt x="603689" y="242769"/>
                  </a:lnTo>
                  <a:lnTo>
                    <a:pt x="607609" y="218073"/>
                  </a:lnTo>
                  <a:lnTo>
                    <a:pt x="611529" y="193029"/>
                  </a:lnTo>
                  <a:lnTo>
                    <a:pt x="615449" y="167964"/>
                  </a:lnTo>
                  <a:lnTo>
                    <a:pt x="619369" y="143221"/>
                  </a:lnTo>
                  <a:lnTo>
                    <a:pt x="623290" y="119179"/>
                  </a:lnTo>
                  <a:lnTo>
                    <a:pt x="627210" y="96244"/>
                  </a:lnTo>
                  <a:lnTo>
                    <a:pt x="631130" y="74835"/>
                  </a:lnTo>
                  <a:lnTo>
                    <a:pt x="635050" y="55372"/>
                  </a:lnTo>
                  <a:lnTo>
                    <a:pt x="638970" y="38262"/>
                  </a:lnTo>
                  <a:lnTo>
                    <a:pt x="642890" y="23876"/>
                  </a:lnTo>
                  <a:lnTo>
                    <a:pt x="646810" y="12537"/>
                  </a:lnTo>
                  <a:lnTo>
                    <a:pt x="650730" y="4671"/>
                  </a:lnTo>
                  <a:lnTo>
                    <a:pt x="654650" y="533"/>
                  </a:lnTo>
                  <a:lnTo>
                    <a:pt x="658570" y="0"/>
                  </a:lnTo>
                  <a:lnTo>
                    <a:pt x="662490" y="3071"/>
                  </a:lnTo>
                  <a:lnTo>
                    <a:pt x="666410" y="9677"/>
                  </a:lnTo>
                  <a:lnTo>
                    <a:pt x="670330" y="19676"/>
                  </a:lnTo>
                  <a:lnTo>
                    <a:pt x="674250" y="32865"/>
                  </a:lnTo>
                  <a:lnTo>
                    <a:pt x="678170" y="48986"/>
                  </a:lnTo>
                  <a:lnTo>
                    <a:pt x="682090" y="67729"/>
                  </a:lnTo>
                  <a:lnTo>
                    <a:pt x="686011" y="88739"/>
                  </a:lnTo>
                  <a:lnTo>
                    <a:pt x="689931" y="111625"/>
                  </a:lnTo>
                  <a:lnTo>
                    <a:pt x="693851" y="135987"/>
                  </a:lnTo>
                  <a:lnTo>
                    <a:pt x="697771" y="161383"/>
                  </a:lnTo>
                  <a:lnTo>
                    <a:pt x="701691" y="187241"/>
                  </a:lnTo>
                  <a:lnTo>
                    <a:pt x="705611" y="213133"/>
                  </a:lnTo>
                  <a:lnTo>
                    <a:pt x="709531" y="238663"/>
                  </a:lnTo>
                  <a:lnTo>
                    <a:pt x="713451" y="263480"/>
                  </a:lnTo>
                  <a:lnTo>
                    <a:pt x="717371" y="287294"/>
                  </a:lnTo>
                  <a:lnTo>
                    <a:pt x="721291" y="309884"/>
                  </a:lnTo>
                  <a:lnTo>
                    <a:pt x="725211" y="331102"/>
                  </a:lnTo>
                  <a:lnTo>
                    <a:pt x="729131" y="350873"/>
                  </a:lnTo>
                  <a:lnTo>
                    <a:pt x="733051" y="369187"/>
                  </a:lnTo>
                  <a:lnTo>
                    <a:pt x="736971" y="386091"/>
                  </a:lnTo>
                  <a:lnTo>
                    <a:pt x="740891" y="401546"/>
                  </a:lnTo>
                  <a:lnTo>
                    <a:pt x="744811" y="415804"/>
                  </a:lnTo>
                  <a:lnTo>
                    <a:pt x="748732" y="428978"/>
                  </a:lnTo>
                  <a:lnTo>
                    <a:pt x="752652" y="441162"/>
                  </a:lnTo>
                  <a:lnTo>
                    <a:pt x="756572" y="452426"/>
                  </a:lnTo>
                  <a:lnTo>
                    <a:pt x="760492" y="462817"/>
                  </a:lnTo>
                  <a:lnTo>
                    <a:pt x="764412" y="472360"/>
                  </a:lnTo>
                  <a:lnTo>
                    <a:pt x="768332" y="481063"/>
                  </a:lnTo>
                  <a:lnTo>
                    <a:pt x="772252" y="488923"/>
                  </a:lnTo>
                  <a:lnTo>
                    <a:pt x="776172" y="495940"/>
                  </a:lnTo>
                  <a:lnTo>
                    <a:pt x="780092" y="502116"/>
                  </a:lnTo>
                  <a:lnTo>
                    <a:pt x="784012" y="507408"/>
                  </a:lnTo>
                  <a:lnTo>
                    <a:pt x="787932" y="511894"/>
                  </a:lnTo>
                  <a:lnTo>
                    <a:pt x="791852" y="515655"/>
                  </a:lnTo>
                  <a:lnTo>
                    <a:pt x="795772" y="518757"/>
                  </a:lnTo>
                  <a:lnTo>
                    <a:pt x="799692" y="521275"/>
                  </a:lnTo>
                  <a:lnTo>
                    <a:pt x="803612" y="523286"/>
                  </a:lnTo>
                  <a:lnTo>
                    <a:pt x="807532" y="524870"/>
                  </a:lnTo>
                  <a:lnTo>
                    <a:pt x="811453" y="526098"/>
                  </a:lnTo>
                  <a:lnTo>
                    <a:pt x="815373" y="527040"/>
                  </a:lnTo>
                  <a:lnTo>
                    <a:pt x="819293" y="527752"/>
                  </a:lnTo>
                  <a:lnTo>
                    <a:pt x="823213" y="528285"/>
                  </a:lnTo>
                  <a:lnTo>
                    <a:pt x="827133" y="528673"/>
                  </a:lnTo>
                  <a:lnTo>
                    <a:pt x="831053" y="528954"/>
                  </a:lnTo>
                  <a:lnTo>
                    <a:pt x="834973" y="529157"/>
                  </a:lnTo>
                  <a:lnTo>
                    <a:pt x="838893" y="529300"/>
                  </a:lnTo>
                  <a:lnTo>
                    <a:pt x="842813" y="529396"/>
                  </a:lnTo>
                  <a:lnTo>
                    <a:pt x="846733" y="529453"/>
                  </a:lnTo>
                  <a:lnTo>
                    <a:pt x="850653" y="529477"/>
                  </a:lnTo>
                  <a:lnTo>
                    <a:pt x="854573" y="529472"/>
                  </a:lnTo>
                  <a:lnTo>
                    <a:pt x="858493" y="529440"/>
                  </a:lnTo>
                  <a:lnTo>
                    <a:pt x="862413" y="529379"/>
                  </a:lnTo>
                  <a:lnTo>
                    <a:pt x="866333" y="529289"/>
                  </a:lnTo>
                  <a:lnTo>
                    <a:pt x="870253" y="529167"/>
                  </a:lnTo>
                  <a:lnTo>
                    <a:pt x="874174" y="529011"/>
                  </a:lnTo>
                  <a:lnTo>
                    <a:pt x="878094" y="528822"/>
                  </a:lnTo>
                  <a:lnTo>
                    <a:pt x="882014" y="528601"/>
                  </a:lnTo>
                  <a:lnTo>
                    <a:pt x="885934" y="528353"/>
                  </a:lnTo>
                  <a:lnTo>
                    <a:pt x="889854" y="528082"/>
                  </a:lnTo>
                  <a:lnTo>
                    <a:pt x="893774" y="527797"/>
                  </a:lnTo>
                  <a:lnTo>
                    <a:pt x="897694" y="527507"/>
                  </a:lnTo>
                  <a:lnTo>
                    <a:pt x="901614" y="527224"/>
                  </a:lnTo>
                  <a:lnTo>
                    <a:pt x="905534" y="526960"/>
                  </a:lnTo>
                  <a:lnTo>
                    <a:pt x="909454" y="526726"/>
                  </a:lnTo>
                  <a:lnTo>
                    <a:pt x="913374" y="526534"/>
                  </a:lnTo>
                  <a:lnTo>
                    <a:pt x="917294" y="526399"/>
                  </a:lnTo>
                  <a:lnTo>
                    <a:pt x="921214" y="526321"/>
                  </a:lnTo>
                  <a:lnTo>
                    <a:pt x="925134" y="526302"/>
                  </a:lnTo>
                  <a:lnTo>
                    <a:pt x="929054" y="526340"/>
                  </a:lnTo>
                  <a:lnTo>
                    <a:pt x="932974" y="526430"/>
                  </a:lnTo>
                  <a:lnTo>
                    <a:pt x="936895" y="526564"/>
                  </a:lnTo>
                  <a:lnTo>
                    <a:pt x="940815" y="526733"/>
                  </a:lnTo>
                  <a:lnTo>
                    <a:pt x="944735" y="526924"/>
                  </a:lnTo>
                  <a:lnTo>
                    <a:pt x="948655" y="527125"/>
                  </a:lnTo>
                  <a:lnTo>
                    <a:pt x="952575" y="527326"/>
                  </a:lnTo>
                  <a:lnTo>
                    <a:pt x="956495" y="527514"/>
                  </a:lnTo>
                  <a:lnTo>
                    <a:pt x="960415" y="527679"/>
                  </a:lnTo>
                  <a:lnTo>
                    <a:pt x="964335" y="527815"/>
                  </a:lnTo>
                  <a:lnTo>
                    <a:pt x="968255" y="527923"/>
                  </a:lnTo>
                  <a:lnTo>
                    <a:pt x="972175" y="528004"/>
                  </a:lnTo>
                  <a:lnTo>
                    <a:pt x="976095" y="528061"/>
                  </a:lnTo>
                  <a:lnTo>
                    <a:pt x="980015" y="528102"/>
                  </a:lnTo>
                  <a:lnTo>
                    <a:pt x="983935" y="528133"/>
                  </a:lnTo>
                  <a:lnTo>
                    <a:pt x="987855" y="528164"/>
                  </a:lnTo>
                  <a:lnTo>
                    <a:pt x="991775" y="528202"/>
                  </a:lnTo>
                  <a:lnTo>
                    <a:pt x="995695" y="528253"/>
                  </a:lnTo>
                  <a:lnTo>
                    <a:pt x="999616" y="528321"/>
                  </a:lnTo>
                  <a:lnTo>
                    <a:pt x="1003536" y="528408"/>
                  </a:lnTo>
                  <a:lnTo>
                    <a:pt x="1007456" y="528513"/>
                  </a:lnTo>
                  <a:lnTo>
                    <a:pt x="1011376" y="528631"/>
                  </a:lnTo>
                  <a:lnTo>
                    <a:pt x="1015296" y="528756"/>
                  </a:lnTo>
                  <a:lnTo>
                    <a:pt x="1019216" y="528883"/>
                  </a:lnTo>
                  <a:lnTo>
                    <a:pt x="1023136" y="529006"/>
                  </a:lnTo>
                  <a:lnTo>
                    <a:pt x="1027056" y="529119"/>
                  </a:lnTo>
                  <a:lnTo>
                    <a:pt x="1030976" y="529218"/>
                  </a:lnTo>
                  <a:lnTo>
                    <a:pt x="1034896" y="529300"/>
                  </a:lnTo>
                  <a:lnTo>
                    <a:pt x="1038816" y="529361"/>
                  </a:lnTo>
                  <a:lnTo>
                    <a:pt x="1042736" y="529400"/>
                  </a:lnTo>
                  <a:lnTo>
                    <a:pt x="1046656" y="529415"/>
                  </a:lnTo>
                  <a:lnTo>
                    <a:pt x="1050576" y="529404"/>
                  </a:lnTo>
                  <a:lnTo>
                    <a:pt x="1054496" y="529370"/>
                  </a:lnTo>
                  <a:lnTo>
                    <a:pt x="1058417" y="529313"/>
                  </a:lnTo>
                  <a:lnTo>
                    <a:pt x="1062337" y="529235"/>
                  </a:lnTo>
                  <a:lnTo>
                    <a:pt x="1066257" y="529138"/>
                  </a:lnTo>
                  <a:lnTo>
                    <a:pt x="1070177" y="529023"/>
                  </a:lnTo>
                  <a:lnTo>
                    <a:pt x="1074097" y="528896"/>
                  </a:lnTo>
                  <a:lnTo>
                    <a:pt x="1078017" y="528759"/>
                  </a:lnTo>
                  <a:lnTo>
                    <a:pt x="1081937" y="528616"/>
                  </a:lnTo>
                  <a:lnTo>
                    <a:pt x="1085857" y="528470"/>
                  </a:lnTo>
                  <a:lnTo>
                    <a:pt x="1089777" y="528322"/>
                  </a:lnTo>
                  <a:lnTo>
                    <a:pt x="1093697" y="528172"/>
                  </a:lnTo>
                  <a:lnTo>
                    <a:pt x="1097617" y="528013"/>
                  </a:lnTo>
                  <a:lnTo>
                    <a:pt x="1101537" y="527837"/>
                  </a:lnTo>
                  <a:lnTo>
                    <a:pt x="1105457" y="527632"/>
                  </a:lnTo>
                  <a:lnTo>
                    <a:pt x="1109377" y="527383"/>
                  </a:lnTo>
                  <a:lnTo>
                    <a:pt x="1113297" y="527073"/>
                  </a:lnTo>
                  <a:lnTo>
                    <a:pt x="1117217" y="526688"/>
                  </a:lnTo>
                  <a:lnTo>
                    <a:pt x="1121138" y="526211"/>
                  </a:lnTo>
                  <a:lnTo>
                    <a:pt x="1125058" y="525633"/>
                  </a:lnTo>
                  <a:lnTo>
                    <a:pt x="1128978" y="524947"/>
                  </a:lnTo>
                  <a:lnTo>
                    <a:pt x="1132898" y="524154"/>
                  </a:lnTo>
                  <a:lnTo>
                    <a:pt x="1136818" y="523252"/>
                  </a:lnTo>
                  <a:lnTo>
                    <a:pt x="1140738" y="522265"/>
                  </a:lnTo>
                  <a:lnTo>
                    <a:pt x="1144658" y="521213"/>
                  </a:lnTo>
                  <a:lnTo>
                    <a:pt x="1148578" y="520117"/>
                  </a:lnTo>
                  <a:lnTo>
                    <a:pt x="1152498" y="518999"/>
                  </a:lnTo>
                  <a:lnTo>
                    <a:pt x="1156418" y="517878"/>
                  </a:lnTo>
                  <a:lnTo>
                    <a:pt x="1160338" y="516771"/>
                  </a:lnTo>
                  <a:lnTo>
                    <a:pt x="1164258" y="515689"/>
                  </a:lnTo>
                  <a:lnTo>
                    <a:pt x="1168178" y="514636"/>
                  </a:lnTo>
                  <a:lnTo>
                    <a:pt x="1172098" y="513610"/>
                  </a:lnTo>
                  <a:lnTo>
                    <a:pt x="1176018" y="512601"/>
                  </a:lnTo>
                  <a:lnTo>
                    <a:pt x="1179938" y="511591"/>
                  </a:lnTo>
                  <a:lnTo>
                    <a:pt x="1183859" y="510549"/>
                  </a:lnTo>
                  <a:lnTo>
                    <a:pt x="1187779" y="509445"/>
                  </a:lnTo>
                  <a:lnTo>
                    <a:pt x="1191699" y="508247"/>
                  </a:lnTo>
                  <a:lnTo>
                    <a:pt x="1195619" y="506921"/>
                  </a:lnTo>
                  <a:lnTo>
                    <a:pt x="1199539" y="505439"/>
                  </a:lnTo>
                  <a:lnTo>
                    <a:pt x="1203459" y="503780"/>
                  </a:lnTo>
                  <a:lnTo>
                    <a:pt x="1207379" y="501934"/>
                  </a:lnTo>
                  <a:lnTo>
                    <a:pt x="1211299" y="499902"/>
                  </a:lnTo>
                  <a:lnTo>
                    <a:pt x="1215219" y="497700"/>
                  </a:lnTo>
                  <a:lnTo>
                    <a:pt x="1219139" y="495355"/>
                  </a:lnTo>
                  <a:lnTo>
                    <a:pt x="1223059" y="492906"/>
                  </a:lnTo>
                  <a:lnTo>
                    <a:pt x="1226979" y="490403"/>
                  </a:lnTo>
                  <a:lnTo>
                    <a:pt x="1230899" y="487904"/>
                  </a:lnTo>
                  <a:lnTo>
                    <a:pt x="1234819" y="485452"/>
                  </a:lnTo>
                  <a:lnTo>
                    <a:pt x="1238739" y="483083"/>
                  </a:lnTo>
                  <a:lnTo>
                    <a:pt x="1242659" y="480822"/>
                  </a:lnTo>
                  <a:lnTo>
                    <a:pt x="1246580" y="478685"/>
                  </a:lnTo>
                  <a:lnTo>
                    <a:pt x="1250500" y="476675"/>
                  </a:lnTo>
                  <a:lnTo>
                    <a:pt x="1254420" y="474791"/>
                  </a:lnTo>
                  <a:lnTo>
                    <a:pt x="1258340" y="473025"/>
                  </a:lnTo>
                  <a:lnTo>
                    <a:pt x="1262260" y="471370"/>
                  </a:lnTo>
                  <a:lnTo>
                    <a:pt x="1266180" y="469821"/>
                  </a:lnTo>
                  <a:lnTo>
                    <a:pt x="1270100" y="468390"/>
                  </a:lnTo>
                  <a:lnTo>
                    <a:pt x="1274020" y="467074"/>
                  </a:lnTo>
                  <a:lnTo>
                    <a:pt x="1277940" y="465890"/>
                  </a:lnTo>
                  <a:lnTo>
                    <a:pt x="1281860" y="464861"/>
                  </a:lnTo>
                  <a:lnTo>
                    <a:pt x="1285780" y="464014"/>
                  </a:lnTo>
                  <a:lnTo>
                    <a:pt x="1289700" y="463380"/>
                  </a:lnTo>
                  <a:lnTo>
                    <a:pt x="1293620" y="462991"/>
                  </a:lnTo>
                  <a:lnTo>
                    <a:pt x="1297540" y="462878"/>
                  </a:lnTo>
                  <a:lnTo>
                    <a:pt x="1301460" y="463069"/>
                  </a:lnTo>
                  <a:lnTo>
                    <a:pt x="1305380" y="463588"/>
                  </a:lnTo>
                  <a:lnTo>
                    <a:pt x="1309301" y="464452"/>
                  </a:lnTo>
                  <a:lnTo>
                    <a:pt x="1313221" y="465697"/>
                  </a:lnTo>
                  <a:lnTo>
                    <a:pt x="1317141" y="467293"/>
                  </a:lnTo>
                  <a:lnTo>
                    <a:pt x="1321061" y="469208"/>
                  </a:lnTo>
                  <a:lnTo>
                    <a:pt x="1324981" y="471407"/>
                  </a:lnTo>
                  <a:lnTo>
                    <a:pt x="1328901" y="473844"/>
                  </a:lnTo>
                  <a:lnTo>
                    <a:pt x="1332821" y="476463"/>
                  </a:lnTo>
                  <a:lnTo>
                    <a:pt x="1336741" y="479200"/>
                  </a:lnTo>
                  <a:lnTo>
                    <a:pt x="1340661" y="481991"/>
                  </a:lnTo>
                  <a:lnTo>
                    <a:pt x="1344581" y="484774"/>
                  </a:lnTo>
                  <a:lnTo>
                    <a:pt x="1348501" y="487494"/>
                  </a:lnTo>
                  <a:lnTo>
                    <a:pt x="1352421" y="490104"/>
                  </a:lnTo>
                  <a:lnTo>
                    <a:pt x="1356341" y="492561"/>
                  </a:lnTo>
                  <a:lnTo>
                    <a:pt x="1360261" y="494845"/>
                  </a:lnTo>
                  <a:lnTo>
                    <a:pt x="1364181" y="496962"/>
                  </a:lnTo>
                  <a:lnTo>
                    <a:pt x="1368101" y="498920"/>
                  </a:lnTo>
                  <a:lnTo>
                    <a:pt x="1372022" y="500738"/>
                  </a:lnTo>
                  <a:lnTo>
                    <a:pt x="1375942" y="502438"/>
                  </a:lnTo>
                  <a:lnTo>
                    <a:pt x="1379862" y="504047"/>
                  </a:lnTo>
                  <a:lnTo>
                    <a:pt x="1383782" y="505588"/>
                  </a:lnTo>
                  <a:lnTo>
                    <a:pt x="1387702" y="507087"/>
                  </a:lnTo>
                  <a:lnTo>
                    <a:pt x="1391622" y="508562"/>
                  </a:lnTo>
                  <a:lnTo>
                    <a:pt x="1395542" y="510027"/>
                  </a:lnTo>
                  <a:lnTo>
                    <a:pt x="1399462" y="511489"/>
                  </a:lnTo>
                  <a:lnTo>
                    <a:pt x="1403382" y="512950"/>
                  </a:lnTo>
                  <a:lnTo>
                    <a:pt x="1407302" y="514404"/>
                  </a:lnTo>
                  <a:lnTo>
                    <a:pt x="1411222" y="515841"/>
                  </a:lnTo>
                  <a:lnTo>
                    <a:pt x="1415142" y="517250"/>
                  </a:lnTo>
                  <a:lnTo>
                    <a:pt x="1419062" y="518616"/>
                  </a:lnTo>
                  <a:lnTo>
                    <a:pt x="1422982" y="519927"/>
                  </a:lnTo>
                  <a:lnTo>
                    <a:pt x="1426902" y="521168"/>
                  </a:lnTo>
                  <a:lnTo>
                    <a:pt x="1430822" y="522329"/>
                  </a:lnTo>
                  <a:lnTo>
                    <a:pt x="1434743" y="523398"/>
                  </a:lnTo>
                  <a:lnTo>
                    <a:pt x="1438663" y="524367"/>
                  </a:lnTo>
                  <a:lnTo>
                    <a:pt x="1442583" y="525230"/>
                  </a:lnTo>
                  <a:lnTo>
                    <a:pt x="1446503" y="525972"/>
                  </a:lnTo>
                  <a:lnTo>
                    <a:pt x="1450423" y="526603"/>
                  </a:lnTo>
                  <a:lnTo>
                    <a:pt x="1454343" y="527125"/>
                  </a:lnTo>
                  <a:lnTo>
                    <a:pt x="1458263" y="527542"/>
                  </a:lnTo>
                  <a:lnTo>
                    <a:pt x="1462183" y="527862"/>
                  </a:lnTo>
                  <a:lnTo>
                    <a:pt x="1466103" y="528092"/>
                  </a:lnTo>
                  <a:lnTo>
                    <a:pt x="1470023" y="528245"/>
                  </a:lnTo>
                  <a:lnTo>
                    <a:pt x="1473943" y="528334"/>
                  </a:lnTo>
                  <a:lnTo>
                    <a:pt x="1477863" y="528373"/>
                  </a:lnTo>
                  <a:lnTo>
                    <a:pt x="1481783" y="528377"/>
                  </a:lnTo>
                  <a:lnTo>
                    <a:pt x="1485703" y="528362"/>
                  </a:lnTo>
                  <a:lnTo>
                    <a:pt x="1489623" y="528342"/>
                  </a:lnTo>
                  <a:lnTo>
                    <a:pt x="1493543" y="528331"/>
                  </a:lnTo>
                  <a:lnTo>
                    <a:pt x="1497464" y="528337"/>
                  </a:lnTo>
                  <a:lnTo>
                    <a:pt x="1501384" y="528365"/>
                  </a:lnTo>
                  <a:lnTo>
                    <a:pt x="1505304" y="528419"/>
                  </a:lnTo>
                  <a:lnTo>
                    <a:pt x="1509224" y="528495"/>
                  </a:lnTo>
                  <a:lnTo>
                    <a:pt x="1513144" y="528593"/>
                  </a:lnTo>
                  <a:lnTo>
                    <a:pt x="1517064" y="528706"/>
                  </a:lnTo>
                  <a:lnTo>
                    <a:pt x="1520984" y="528828"/>
                  </a:lnTo>
                  <a:lnTo>
                    <a:pt x="1524904" y="528954"/>
                  </a:lnTo>
                  <a:lnTo>
                    <a:pt x="1528824" y="529076"/>
                  </a:lnTo>
                  <a:lnTo>
                    <a:pt x="1532744" y="529190"/>
                  </a:lnTo>
                  <a:lnTo>
                    <a:pt x="1536664" y="529292"/>
                  </a:lnTo>
                  <a:lnTo>
                    <a:pt x="1540584" y="529379"/>
                  </a:lnTo>
                  <a:lnTo>
                    <a:pt x="1544504" y="529452"/>
                  </a:lnTo>
                  <a:lnTo>
                    <a:pt x="1548424" y="529511"/>
                  </a:lnTo>
                  <a:lnTo>
                    <a:pt x="1552344" y="529558"/>
                  </a:lnTo>
                  <a:lnTo>
                    <a:pt x="1556265" y="529593"/>
                  </a:lnTo>
                  <a:lnTo>
                    <a:pt x="1560185" y="529619"/>
                  </a:lnTo>
                  <a:lnTo>
                    <a:pt x="1564105" y="529637"/>
                  </a:lnTo>
                  <a:lnTo>
                    <a:pt x="1568025" y="529650"/>
                  </a:lnTo>
                  <a:lnTo>
                    <a:pt x="1571945" y="529659"/>
                  </a:lnTo>
                  <a:lnTo>
                    <a:pt x="1575865" y="529664"/>
                  </a:lnTo>
                  <a:lnTo>
                    <a:pt x="1579785" y="529668"/>
                  </a:lnTo>
                  <a:lnTo>
                    <a:pt x="1583705" y="529670"/>
                  </a:lnTo>
                  <a:lnTo>
                    <a:pt x="1587625" y="529671"/>
                  </a:lnTo>
                  <a:lnTo>
                    <a:pt x="1591545" y="529672"/>
                  </a:lnTo>
                  <a:lnTo>
                    <a:pt x="1595465" y="529672"/>
                  </a:lnTo>
                  <a:lnTo>
                    <a:pt x="1599385" y="529673"/>
                  </a:lnTo>
                  <a:lnTo>
                    <a:pt x="1603305" y="529673"/>
                  </a:lnTo>
                  <a:lnTo>
                    <a:pt x="1607225" y="529673"/>
                  </a:lnTo>
                  <a:lnTo>
                    <a:pt x="1611145" y="529673"/>
                  </a:lnTo>
                  <a:lnTo>
                    <a:pt x="1615065" y="529673"/>
                  </a:lnTo>
                  <a:lnTo>
                    <a:pt x="1618986" y="529673"/>
                  </a:lnTo>
                  <a:lnTo>
                    <a:pt x="1622906" y="529673"/>
                  </a:lnTo>
                  <a:lnTo>
                    <a:pt x="1626826" y="529673"/>
                  </a:lnTo>
                  <a:lnTo>
                    <a:pt x="1630746" y="529673"/>
                  </a:lnTo>
                  <a:lnTo>
                    <a:pt x="1634666" y="529673"/>
                  </a:lnTo>
                  <a:lnTo>
                    <a:pt x="1638586" y="529673"/>
                  </a:lnTo>
                  <a:lnTo>
                    <a:pt x="1642506" y="529673"/>
                  </a:lnTo>
                  <a:lnTo>
                    <a:pt x="1646426" y="529673"/>
                  </a:lnTo>
                  <a:lnTo>
                    <a:pt x="1650346" y="529673"/>
                  </a:lnTo>
                  <a:lnTo>
                    <a:pt x="1654266" y="529673"/>
                  </a:lnTo>
                  <a:lnTo>
                    <a:pt x="1658186" y="529673"/>
                  </a:lnTo>
                  <a:lnTo>
                    <a:pt x="1662106" y="529673"/>
                  </a:lnTo>
                  <a:lnTo>
                    <a:pt x="1666026" y="529673"/>
                  </a:lnTo>
                  <a:lnTo>
                    <a:pt x="1669946" y="529673"/>
                  </a:lnTo>
                  <a:lnTo>
                    <a:pt x="1673866" y="529673"/>
                  </a:lnTo>
                  <a:lnTo>
                    <a:pt x="1677786" y="529673"/>
                  </a:lnTo>
                  <a:lnTo>
                    <a:pt x="1681707" y="529673"/>
                  </a:lnTo>
                  <a:lnTo>
                    <a:pt x="1685627" y="529673"/>
                  </a:lnTo>
                  <a:lnTo>
                    <a:pt x="1689547" y="529673"/>
                  </a:lnTo>
                  <a:lnTo>
                    <a:pt x="1693467" y="529673"/>
                  </a:lnTo>
                  <a:lnTo>
                    <a:pt x="1697387" y="529673"/>
                  </a:lnTo>
                  <a:lnTo>
                    <a:pt x="1701307" y="529673"/>
                  </a:lnTo>
                  <a:lnTo>
                    <a:pt x="1705227" y="529673"/>
                  </a:lnTo>
                  <a:lnTo>
                    <a:pt x="1709147" y="529673"/>
                  </a:lnTo>
                  <a:lnTo>
                    <a:pt x="1713067" y="529673"/>
                  </a:lnTo>
                  <a:lnTo>
                    <a:pt x="1716987" y="529673"/>
                  </a:lnTo>
                  <a:lnTo>
                    <a:pt x="1720907" y="529673"/>
                  </a:lnTo>
                  <a:lnTo>
                    <a:pt x="1724827" y="529673"/>
                  </a:lnTo>
                  <a:lnTo>
                    <a:pt x="1728747" y="529673"/>
                  </a:lnTo>
                  <a:lnTo>
                    <a:pt x="1732667" y="529673"/>
                  </a:lnTo>
                  <a:lnTo>
                    <a:pt x="1736587" y="529673"/>
                  </a:lnTo>
                  <a:lnTo>
                    <a:pt x="1740507" y="529673"/>
                  </a:lnTo>
                  <a:lnTo>
                    <a:pt x="1744428" y="529673"/>
                  </a:lnTo>
                  <a:lnTo>
                    <a:pt x="1748348" y="529673"/>
                  </a:lnTo>
                  <a:lnTo>
                    <a:pt x="1752268" y="529673"/>
                  </a:lnTo>
                  <a:lnTo>
                    <a:pt x="1756188" y="529673"/>
                  </a:lnTo>
                  <a:lnTo>
                    <a:pt x="1760108" y="529673"/>
                  </a:lnTo>
                  <a:lnTo>
                    <a:pt x="1764028" y="529673"/>
                  </a:lnTo>
                  <a:lnTo>
                    <a:pt x="1767948" y="529673"/>
                  </a:lnTo>
                  <a:lnTo>
                    <a:pt x="1771868" y="529673"/>
                  </a:lnTo>
                  <a:lnTo>
                    <a:pt x="1775788" y="529673"/>
                  </a:lnTo>
                  <a:lnTo>
                    <a:pt x="1779708" y="529673"/>
                  </a:lnTo>
                  <a:lnTo>
                    <a:pt x="1783628" y="529673"/>
                  </a:lnTo>
                  <a:lnTo>
                    <a:pt x="1787548" y="529673"/>
                  </a:lnTo>
                  <a:lnTo>
                    <a:pt x="1791468" y="529673"/>
                  </a:lnTo>
                  <a:lnTo>
                    <a:pt x="1795388" y="529673"/>
                  </a:lnTo>
                  <a:lnTo>
                    <a:pt x="1799308" y="529673"/>
                  </a:lnTo>
                  <a:lnTo>
                    <a:pt x="1803228" y="529673"/>
                  </a:lnTo>
                  <a:lnTo>
                    <a:pt x="1807149" y="529673"/>
                  </a:lnTo>
                  <a:lnTo>
                    <a:pt x="1811069" y="529673"/>
                  </a:lnTo>
                  <a:lnTo>
                    <a:pt x="1814989" y="529673"/>
                  </a:lnTo>
                  <a:lnTo>
                    <a:pt x="1818909" y="529673"/>
                  </a:lnTo>
                  <a:lnTo>
                    <a:pt x="1822829" y="529673"/>
                  </a:lnTo>
                  <a:lnTo>
                    <a:pt x="1826749" y="529673"/>
                  </a:lnTo>
                  <a:lnTo>
                    <a:pt x="1830669" y="529673"/>
                  </a:lnTo>
                  <a:lnTo>
                    <a:pt x="1834589" y="529673"/>
                  </a:lnTo>
                  <a:lnTo>
                    <a:pt x="1838509" y="529673"/>
                  </a:lnTo>
                  <a:lnTo>
                    <a:pt x="1842429" y="529673"/>
                  </a:lnTo>
                  <a:lnTo>
                    <a:pt x="1846349" y="529673"/>
                  </a:lnTo>
                  <a:lnTo>
                    <a:pt x="1850269" y="529673"/>
                  </a:lnTo>
                  <a:lnTo>
                    <a:pt x="1854189" y="529673"/>
                  </a:lnTo>
                  <a:lnTo>
                    <a:pt x="1858109" y="529673"/>
                  </a:lnTo>
                  <a:lnTo>
                    <a:pt x="1862029" y="529673"/>
                  </a:lnTo>
                  <a:lnTo>
                    <a:pt x="1865949" y="529673"/>
                  </a:lnTo>
                  <a:lnTo>
                    <a:pt x="1869870" y="529673"/>
                  </a:lnTo>
                  <a:lnTo>
                    <a:pt x="1873790" y="529673"/>
                  </a:lnTo>
                  <a:lnTo>
                    <a:pt x="1877710" y="529673"/>
                  </a:lnTo>
                  <a:lnTo>
                    <a:pt x="1881630" y="529673"/>
                  </a:lnTo>
                  <a:lnTo>
                    <a:pt x="1885550" y="529673"/>
                  </a:lnTo>
                  <a:lnTo>
                    <a:pt x="1889470" y="529673"/>
                  </a:lnTo>
                  <a:lnTo>
                    <a:pt x="1893390" y="529673"/>
                  </a:lnTo>
                  <a:lnTo>
                    <a:pt x="1897310" y="529673"/>
                  </a:lnTo>
                  <a:lnTo>
                    <a:pt x="1901230" y="529673"/>
                  </a:lnTo>
                  <a:lnTo>
                    <a:pt x="1905150" y="529673"/>
                  </a:lnTo>
                  <a:lnTo>
                    <a:pt x="1909070" y="529673"/>
                  </a:lnTo>
                  <a:lnTo>
                    <a:pt x="1912990" y="529673"/>
                  </a:lnTo>
                  <a:lnTo>
                    <a:pt x="1916910" y="529673"/>
                  </a:lnTo>
                  <a:lnTo>
                    <a:pt x="1920830" y="529673"/>
                  </a:lnTo>
                  <a:lnTo>
                    <a:pt x="1924750" y="529673"/>
                  </a:lnTo>
                  <a:lnTo>
                    <a:pt x="1928670" y="529673"/>
                  </a:lnTo>
                  <a:lnTo>
                    <a:pt x="1932591" y="529673"/>
                  </a:lnTo>
                  <a:lnTo>
                    <a:pt x="1936511" y="529673"/>
                  </a:lnTo>
                  <a:lnTo>
                    <a:pt x="1940431" y="529673"/>
                  </a:lnTo>
                  <a:lnTo>
                    <a:pt x="1944351" y="529673"/>
                  </a:lnTo>
                  <a:lnTo>
                    <a:pt x="1948271" y="529673"/>
                  </a:lnTo>
                  <a:lnTo>
                    <a:pt x="1952191" y="529673"/>
                  </a:lnTo>
                  <a:lnTo>
                    <a:pt x="1956111" y="529673"/>
                  </a:lnTo>
                  <a:lnTo>
                    <a:pt x="1960031" y="529673"/>
                  </a:lnTo>
                  <a:lnTo>
                    <a:pt x="1963951" y="529673"/>
                  </a:lnTo>
                  <a:lnTo>
                    <a:pt x="1967871" y="529673"/>
                  </a:lnTo>
                  <a:lnTo>
                    <a:pt x="1971791" y="529673"/>
                  </a:lnTo>
                  <a:lnTo>
                    <a:pt x="1975711" y="529673"/>
                  </a:lnTo>
                  <a:lnTo>
                    <a:pt x="1979631" y="529673"/>
                  </a:lnTo>
                  <a:lnTo>
                    <a:pt x="1983551" y="529673"/>
                  </a:lnTo>
                  <a:lnTo>
                    <a:pt x="1987471" y="529673"/>
                  </a:lnTo>
                  <a:lnTo>
                    <a:pt x="1991391" y="529673"/>
                  </a:lnTo>
                  <a:lnTo>
                    <a:pt x="1995312" y="529673"/>
                  </a:lnTo>
                  <a:lnTo>
                    <a:pt x="1999232" y="529673"/>
                  </a:lnTo>
                  <a:lnTo>
                    <a:pt x="2003152" y="529673"/>
                  </a:lnTo>
                  <a:lnTo>
                    <a:pt x="1999232" y="529673"/>
                  </a:lnTo>
                  <a:lnTo>
                    <a:pt x="1995312" y="529673"/>
                  </a:lnTo>
                  <a:lnTo>
                    <a:pt x="1991391" y="529673"/>
                  </a:lnTo>
                  <a:lnTo>
                    <a:pt x="1987471" y="529673"/>
                  </a:lnTo>
                  <a:lnTo>
                    <a:pt x="1983551" y="529673"/>
                  </a:lnTo>
                  <a:lnTo>
                    <a:pt x="1979631" y="529673"/>
                  </a:lnTo>
                  <a:lnTo>
                    <a:pt x="1975711" y="529673"/>
                  </a:lnTo>
                  <a:lnTo>
                    <a:pt x="1971791" y="529673"/>
                  </a:lnTo>
                  <a:lnTo>
                    <a:pt x="1967871" y="529673"/>
                  </a:lnTo>
                  <a:lnTo>
                    <a:pt x="1963951" y="529673"/>
                  </a:lnTo>
                  <a:lnTo>
                    <a:pt x="1960031" y="529673"/>
                  </a:lnTo>
                  <a:lnTo>
                    <a:pt x="1956111" y="529673"/>
                  </a:lnTo>
                  <a:lnTo>
                    <a:pt x="1952191" y="529673"/>
                  </a:lnTo>
                  <a:lnTo>
                    <a:pt x="1948271" y="529673"/>
                  </a:lnTo>
                  <a:lnTo>
                    <a:pt x="1944351" y="529673"/>
                  </a:lnTo>
                  <a:lnTo>
                    <a:pt x="1940431" y="529673"/>
                  </a:lnTo>
                  <a:lnTo>
                    <a:pt x="1936511" y="529673"/>
                  </a:lnTo>
                  <a:lnTo>
                    <a:pt x="1932591" y="529673"/>
                  </a:lnTo>
                  <a:lnTo>
                    <a:pt x="1928670" y="529673"/>
                  </a:lnTo>
                  <a:lnTo>
                    <a:pt x="1924750" y="529673"/>
                  </a:lnTo>
                  <a:lnTo>
                    <a:pt x="1920830" y="529673"/>
                  </a:lnTo>
                  <a:lnTo>
                    <a:pt x="1916910" y="529673"/>
                  </a:lnTo>
                  <a:lnTo>
                    <a:pt x="1912990" y="529673"/>
                  </a:lnTo>
                  <a:lnTo>
                    <a:pt x="1909070" y="529673"/>
                  </a:lnTo>
                  <a:lnTo>
                    <a:pt x="1905150" y="529673"/>
                  </a:lnTo>
                  <a:lnTo>
                    <a:pt x="1901230" y="529673"/>
                  </a:lnTo>
                  <a:lnTo>
                    <a:pt x="1897310" y="529673"/>
                  </a:lnTo>
                  <a:lnTo>
                    <a:pt x="1893390" y="529673"/>
                  </a:lnTo>
                  <a:lnTo>
                    <a:pt x="1889470" y="529673"/>
                  </a:lnTo>
                  <a:lnTo>
                    <a:pt x="1885550" y="529673"/>
                  </a:lnTo>
                  <a:lnTo>
                    <a:pt x="1881630" y="529673"/>
                  </a:lnTo>
                  <a:lnTo>
                    <a:pt x="1877710" y="529673"/>
                  </a:lnTo>
                  <a:lnTo>
                    <a:pt x="1873790" y="529673"/>
                  </a:lnTo>
                  <a:lnTo>
                    <a:pt x="1869870" y="529673"/>
                  </a:lnTo>
                  <a:lnTo>
                    <a:pt x="1865949" y="529673"/>
                  </a:lnTo>
                  <a:lnTo>
                    <a:pt x="1862029" y="529673"/>
                  </a:lnTo>
                  <a:lnTo>
                    <a:pt x="1858109" y="529673"/>
                  </a:lnTo>
                  <a:lnTo>
                    <a:pt x="1854189" y="529673"/>
                  </a:lnTo>
                  <a:lnTo>
                    <a:pt x="1850269" y="529673"/>
                  </a:lnTo>
                  <a:lnTo>
                    <a:pt x="1846349" y="529673"/>
                  </a:lnTo>
                  <a:lnTo>
                    <a:pt x="1842429" y="529673"/>
                  </a:lnTo>
                  <a:lnTo>
                    <a:pt x="1838509" y="529673"/>
                  </a:lnTo>
                  <a:lnTo>
                    <a:pt x="1834589" y="529673"/>
                  </a:lnTo>
                  <a:lnTo>
                    <a:pt x="1830669" y="529673"/>
                  </a:lnTo>
                  <a:lnTo>
                    <a:pt x="1826749" y="529673"/>
                  </a:lnTo>
                  <a:lnTo>
                    <a:pt x="1822829" y="529673"/>
                  </a:lnTo>
                  <a:lnTo>
                    <a:pt x="1818909" y="529673"/>
                  </a:lnTo>
                  <a:lnTo>
                    <a:pt x="1814989" y="529673"/>
                  </a:lnTo>
                  <a:lnTo>
                    <a:pt x="1811069" y="529673"/>
                  </a:lnTo>
                  <a:lnTo>
                    <a:pt x="1807149" y="529673"/>
                  </a:lnTo>
                  <a:lnTo>
                    <a:pt x="1803228" y="529673"/>
                  </a:lnTo>
                  <a:lnTo>
                    <a:pt x="1799308" y="529673"/>
                  </a:lnTo>
                  <a:lnTo>
                    <a:pt x="1795388" y="529673"/>
                  </a:lnTo>
                  <a:lnTo>
                    <a:pt x="1791468" y="529673"/>
                  </a:lnTo>
                  <a:lnTo>
                    <a:pt x="1787548" y="529673"/>
                  </a:lnTo>
                  <a:lnTo>
                    <a:pt x="1783628" y="529673"/>
                  </a:lnTo>
                  <a:lnTo>
                    <a:pt x="1779708" y="529673"/>
                  </a:lnTo>
                  <a:lnTo>
                    <a:pt x="1775788" y="529673"/>
                  </a:lnTo>
                  <a:lnTo>
                    <a:pt x="1771868" y="529673"/>
                  </a:lnTo>
                  <a:lnTo>
                    <a:pt x="1767948" y="529673"/>
                  </a:lnTo>
                  <a:lnTo>
                    <a:pt x="1764028" y="529673"/>
                  </a:lnTo>
                  <a:lnTo>
                    <a:pt x="1760108" y="529673"/>
                  </a:lnTo>
                  <a:lnTo>
                    <a:pt x="1756188" y="529673"/>
                  </a:lnTo>
                  <a:lnTo>
                    <a:pt x="1752268" y="529673"/>
                  </a:lnTo>
                  <a:lnTo>
                    <a:pt x="1748348" y="529673"/>
                  </a:lnTo>
                  <a:lnTo>
                    <a:pt x="1744428" y="529673"/>
                  </a:lnTo>
                  <a:lnTo>
                    <a:pt x="1740507" y="529673"/>
                  </a:lnTo>
                  <a:lnTo>
                    <a:pt x="1736587" y="529673"/>
                  </a:lnTo>
                  <a:lnTo>
                    <a:pt x="1732667" y="529673"/>
                  </a:lnTo>
                  <a:lnTo>
                    <a:pt x="1728747" y="529673"/>
                  </a:lnTo>
                  <a:lnTo>
                    <a:pt x="1724827" y="529673"/>
                  </a:lnTo>
                  <a:lnTo>
                    <a:pt x="1720907" y="529673"/>
                  </a:lnTo>
                  <a:lnTo>
                    <a:pt x="1716987" y="529673"/>
                  </a:lnTo>
                  <a:lnTo>
                    <a:pt x="1713067" y="529673"/>
                  </a:lnTo>
                  <a:lnTo>
                    <a:pt x="1709147" y="529673"/>
                  </a:lnTo>
                  <a:lnTo>
                    <a:pt x="1705227" y="529673"/>
                  </a:lnTo>
                  <a:lnTo>
                    <a:pt x="1701307" y="529673"/>
                  </a:lnTo>
                  <a:lnTo>
                    <a:pt x="1697387" y="529673"/>
                  </a:lnTo>
                  <a:lnTo>
                    <a:pt x="1693467" y="529673"/>
                  </a:lnTo>
                  <a:lnTo>
                    <a:pt x="1689547" y="529673"/>
                  </a:lnTo>
                  <a:lnTo>
                    <a:pt x="1685627" y="529673"/>
                  </a:lnTo>
                  <a:lnTo>
                    <a:pt x="1681707" y="529673"/>
                  </a:lnTo>
                  <a:lnTo>
                    <a:pt x="1677786" y="529673"/>
                  </a:lnTo>
                  <a:lnTo>
                    <a:pt x="1673866" y="529673"/>
                  </a:lnTo>
                  <a:lnTo>
                    <a:pt x="1669946" y="529673"/>
                  </a:lnTo>
                  <a:lnTo>
                    <a:pt x="1666026" y="529673"/>
                  </a:lnTo>
                  <a:lnTo>
                    <a:pt x="1662106" y="529673"/>
                  </a:lnTo>
                  <a:lnTo>
                    <a:pt x="1658186" y="529673"/>
                  </a:lnTo>
                  <a:lnTo>
                    <a:pt x="1654266" y="529673"/>
                  </a:lnTo>
                  <a:lnTo>
                    <a:pt x="1650346" y="529673"/>
                  </a:lnTo>
                  <a:lnTo>
                    <a:pt x="1646426" y="529673"/>
                  </a:lnTo>
                  <a:lnTo>
                    <a:pt x="1642506" y="529673"/>
                  </a:lnTo>
                  <a:lnTo>
                    <a:pt x="1638586" y="529673"/>
                  </a:lnTo>
                  <a:lnTo>
                    <a:pt x="1634666" y="529673"/>
                  </a:lnTo>
                  <a:lnTo>
                    <a:pt x="1630746" y="529673"/>
                  </a:lnTo>
                  <a:lnTo>
                    <a:pt x="1626826" y="529673"/>
                  </a:lnTo>
                  <a:lnTo>
                    <a:pt x="1622906" y="529673"/>
                  </a:lnTo>
                  <a:lnTo>
                    <a:pt x="1618986" y="529673"/>
                  </a:lnTo>
                  <a:lnTo>
                    <a:pt x="1615065" y="529673"/>
                  </a:lnTo>
                  <a:lnTo>
                    <a:pt x="1611145" y="529673"/>
                  </a:lnTo>
                  <a:lnTo>
                    <a:pt x="1607225" y="529673"/>
                  </a:lnTo>
                  <a:lnTo>
                    <a:pt x="1603305" y="529673"/>
                  </a:lnTo>
                  <a:lnTo>
                    <a:pt x="1599385" y="529673"/>
                  </a:lnTo>
                  <a:lnTo>
                    <a:pt x="1595465" y="529673"/>
                  </a:lnTo>
                  <a:lnTo>
                    <a:pt x="1591545" y="529673"/>
                  </a:lnTo>
                  <a:lnTo>
                    <a:pt x="1587625" y="529673"/>
                  </a:lnTo>
                  <a:lnTo>
                    <a:pt x="1583705" y="529673"/>
                  </a:lnTo>
                  <a:lnTo>
                    <a:pt x="1579785" y="529673"/>
                  </a:lnTo>
                  <a:lnTo>
                    <a:pt x="1575865" y="529673"/>
                  </a:lnTo>
                  <a:lnTo>
                    <a:pt x="1571945" y="529673"/>
                  </a:lnTo>
                  <a:lnTo>
                    <a:pt x="1568025" y="529673"/>
                  </a:lnTo>
                  <a:lnTo>
                    <a:pt x="1564105" y="529673"/>
                  </a:lnTo>
                  <a:lnTo>
                    <a:pt x="1560185" y="529673"/>
                  </a:lnTo>
                  <a:lnTo>
                    <a:pt x="1556265" y="529673"/>
                  </a:lnTo>
                  <a:lnTo>
                    <a:pt x="1552344" y="529673"/>
                  </a:lnTo>
                  <a:lnTo>
                    <a:pt x="1548424" y="529673"/>
                  </a:lnTo>
                  <a:lnTo>
                    <a:pt x="1544504" y="529673"/>
                  </a:lnTo>
                  <a:lnTo>
                    <a:pt x="1540584" y="529673"/>
                  </a:lnTo>
                  <a:lnTo>
                    <a:pt x="1536664" y="529673"/>
                  </a:lnTo>
                  <a:lnTo>
                    <a:pt x="1532744" y="529673"/>
                  </a:lnTo>
                  <a:lnTo>
                    <a:pt x="1528824" y="529673"/>
                  </a:lnTo>
                  <a:lnTo>
                    <a:pt x="1524904" y="529673"/>
                  </a:lnTo>
                  <a:lnTo>
                    <a:pt x="1520984" y="529673"/>
                  </a:lnTo>
                  <a:lnTo>
                    <a:pt x="1517064" y="529673"/>
                  </a:lnTo>
                  <a:lnTo>
                    <a:pt x="1513144" y="529673"/>
                  </a:lnTo>
                  <a:lnTo>
                    <a:pt x="1509224" y="529673"/>
                  </a:lnTo>
                  <a:lnTo>
                    <a:pt x="1505304" y="529673"/>
                  </a:lnTo>
                  <a:lnTo>
                    <a:pt x="1501384" y="529673"/>
                  </a:lnTo>
                  <a:lnTo>
                    <a:pt x="1497464" y="529673"/>
                  </a:lnTo>
                  <a:lnTo>
                    <a:pt x="1493543" y="529673"/>
                  </a:lnTo>
                  <a:lnTo>
                    <a:pt x="1489623" y="529673"/>
                  </a:lnTo>
                  <a:lnTo>
                    <a:pt x="1485703" y="529673"/>
                  </a:lnTo>
                  <a:lnTo>
                    <a:pt x="1481783" y="529673"/>
                  </a:lnTo>
                  <a:lnTo>
                    <a:pt x="1477863" y="529673"/>
                  </a:lnTo>
                  <a:lnTo>
                    <a:pt x="1473943" y="529673"/>
                  </a:lnTo>
                  <a:lnTo>
                    <a:pt x="1470023" y="529673"/>
                  </a:lnTo>
                  <a:lnTo>
                    <a:pt x="1466103" y="529673"/>
                  </a:lnTo>
                  <a:lnTo>
                    <a:pt x="1462183" y="529673"/>
                  </a:lnTo>
                  <a:lnTo>
                    <a:pt x="1458263" y="529673"/>
                  </a:lnTo>
                  <a:lnTo>
                    <a:pt x="1454343" y="529673"/>
                  </a:lnTo>
                  <a:lnTo>
                    <a:pt x="1450423" y="529673"/>
                  </a:lnTo>
                  <a:lnTo>
                    <a:pt x="1446503" y="529673"/>
                  </a:lnTo>
                  <a:lnTo>
                    <a:pt x="1442583" y="529673"/>
                  </a:lnTo>
                  <a:lnTo>
                    <a:pt x="1438663" y="529673"/>
                  </a:lnTo>
                  <a:lnTo>
                    <a:pt x="1434743" y="529673"/>
                  </a:lnTo>
                  <a:lnTo>
                    <a:pt x="1430822" y="529673"/>
                  </a:lnTo>
                  <a:lnTo>
                    <a:pt x="1426902" y="529673"/>
                  </a:lnTo>
                  <a:lnTo>
                    <a:pt x="1422982" y="529673"/>
                  </a:lnTo>
                  <a:lnTo>
                    <a:pt x="1419062" y="529673"/>
                  </a:lnTo>
                  <a:lnTo>
                    <a:pt x="1415142" y="529673"/>
                  </a:lnTo>
                  <a:lnTo>
                    <a:pt x="1411222" y="529673"/>
                  </a:lnTo>
                  <a:lnTo>
                    <a:pt x="1407302" y="529673"/>
                  </a:lnTo>
                  <a:lnTo>
                    <a:pt x="1403382" y="529673"/>
                  </a:lnTo>
                  <a:lnTo>
                    <a:pt x="1399462" y="529673"/>
                  </a:lnTo>
                  <a:lnTo>
                    <a:pt x="1395542" y="529673"/>
                  </a:lnTo>
                  <a:lnTo>
                    <a:pt x="1391622" y="529673"/>
                  </a:lnTo>
                  <a:lnTo>
                    <a:pt x="1387702" y="529673"/>
                  </a:lnTo>
                  <a:lnTo>
                    <a:pt x="1383782" y="529673"/>
                  </a:lnTo>
                  <a:lnTo>
                    <a:pt x="1379862" y="529673"/>
                  </a:lnTo>
                  <a:lnTo>
                    <a:pt x="1375942" y="529673"/>
                  </a:lnTo>
                  <a:lnTo>
                    <a:pt x="1372022" y="529673"/>
                  </a:lnTo>
                  <a:lnTo>
                    <a:pt x="1368101" y="529673"/>
                  </a:lnTo>
                  <a:lnTo>
                    <a:pt x="1364181" y="529673"/>
                  </a:lnTo>
                  <a:lnTo>
                    <a:pt x="1360261" y="529673"/>
                  </a:lnTo>
                  <a:lnTo>
                    <a:pt x="1356341" y="529673"/>
                  </a:lnTo>
                  <a:lnTo>
                    <a:pt x="1352421" y="529673"/>
                  </a:lnTo>
                  <a:lnTo>
                    <a:pt x="1348501" y="529673"/>
                  </a:lnTo>
                  <a:lnTo>
                    <a:pt x="1344581" y="529673"/>
                  </a:lnTo>
                  <a:lnTo>
                    <a:pt x="1340661" y="529673"/>
                  </a:lnTo>
                  <a:lnTo>
                    <a:pt x="1336741" y="529673"/>
                  </a:lnTo>
                  <a:lnTo>
                    <a:pt x="1332821" y="529673"/>
                  </a:lnTo>
                  <a:lnTo>
                    <a:pt x="1328901" y="529673"/>
                  </a:lnTo>
                  <a:lnTo>
                    <a:pt x="1324981" y="529673"/>
                  </a:lnTo>
                  <a:lnTo>
                    <a:pt x="1321061" y="529673"/>
                  </a:lnTo>
                  <a:lnTo>
                    <a:pt x="1317141" y="529673"/>
                  </a:lnTo>
                  <a:lnTo>
                    <a:pt x="1313221" y="529673"/>
                  </a:lnTo>
                  <a:lnTo>
                    <a:pt x="1309301" y="529673"/>
                  </a:lnTo>
                  <a:lnTo>
                    <a:pt x="1305380" y="529673"/>
                  </a:lnTo>
                  <a:lnTo>
                    <a:pt x="1301460" y="529673"/>
                  </a:lnTo>
                  <a:lnTo>
                    <a:pt x="1297540" y="529673"/>
                  </a:lnTo>
                  <a:lnTo>
                    <a:pt x="1293620" y="529673"/>
                  </a:lnTo>
                  <a:lnTo>
                    <a:pt x="1289700" y="529673"/>
                  </a:lnTo>
                  <a:lnTo>
                    <a:pt x="1285780" y="529673"/>
                  </a:lnTo>
                  <a:lnTo>
                    <a:pt x="1281860" y="529673"/>
                  </a:lnTo>
                  <a:lnTo>
                    <a:pt x="1277940" y="529673"/>
                  </a:lnTo>
                  <a:lnTo>
                    <a:pt x="1274020" y="529673"/>
                  </a:lnTo>
                  <a:lnTo>
                    <a:pt x="1270100" y="529673"/>
                  </a:lnTo>
                  <a:lnTo>
                    <a:pt x="1266180" y="529673"/>
                  </a:lnTo>
                  <a:lnTo>
                    <a:pt x="1262260" y="529673"/>
                  </a:lnTo>
                  <a:lnTo>
                    <a:pt x="1258340" y="529673"/>
                  </a:lnTo>
                  <a:lnTo>
                    <a:pt x="1254420" y="529673"/>
                  </a:lnTo>
                  <a:lnTo>
                    <a:pt x="1250500" y="529673"/>
                  </a:lnTo>
                  <a:lnTo>
                    <a:pt x="1246580" y="529673"/>
                  </a:lnTo>
                  <a:lnTo>
                    <a:pt x="1242659" y="529673"/>
                  </a:lnTo>
                  <a:lnTo>
                    <a:pt x="1238739" y="529673"/>
                  </a:lnTo>
                  <a:lnTo>
                    <a:pt x="1234819" y="529673"/>
                  </a:lnTo>
                  <a:lnTo>
                    <a:pt x="1230899" y="529673"/>
                  </a:lnTo>
                  <a:lnTo>
                    <a:pt x="1226979" y="529673"/>
                  </a:lnTo>
                  <a:lnTo>
                    <a:pt x="1223059" y="529673"/>
                  </a:lnTo>
                  <a:lnTo>
                    <a:pt x="1219139" y="529673"/>
                  </a:lnTo>
                  <a:lnTo>
                    <a:pt x="1215219" y="529673"/>
                  </a:lnTo>
                  <a:lnTo>
                    <a:pt x="1211299" y="529673"/>
                  </a:lnTo>
                  <a:lnTo>
                    <a:pt x="1207379" y="529673"/>
                  </a:lnTo>
                  <a:lnTo>
                    <a:pt x="1203459" y="529673"/>
                  </a:lnTo>
                  <a:lnTo>
                    <a:pt x="1199539" y="529673"/>
                  </a:lnTo>
                  <a:lnTo>
                    <a:pt x="1195619" y="529673"/>
                  </a:lnTo>
                  <a:lnTo>
                    <a:pt x="1191699" y="529673"/>
                  </a:lnTo>
                  <a:lnTo>
                    <a:pt x="1187779" y="529673"/>
                  </a:lnTo>
                  <a:lnTo>
                    <a:pt x="1183859" y="529673"/>
                  </a:lnTo>
                  <a:lnTo>
                    <a:pt x="1179938" y="529673"/>
                  </a:lnTo>
                  <a:lnTo>
                    <a:pt x="1176018" y="529673"/>
                  </a:lnTo>
                  <a:lnTo>
                    <a:pt x="1172098" y="529673"/>
                  </a:lnTo>
                  <a:lnTo>
                    <a:pt x="1168178" y="529673"/>
                  </a:lnTo>
                  <a:lnTo>
                    <a:pt x="1164258" y="529673"/>
                  </a:lnTo>
                  <a:lnTo>
                    <a:pt x="1160338" y="529673"/>
                  </a:lnTo>
                  <a:lnTo>
                    <a:pt x="1156418" y="529673"/>
                  </a:lnTo>
                  <a:lnTo>
                    <a:pt x="1152498" y="529673"/>
                  </a:lnTo>
                  <a:lnTo>
                    <a:pt x="1148578" y="529673"/>
                  </a:lnTo>
                  <a:lnTo>
                    <a:pt x="1144658" y="529673"/>
                  </a:lnTo>
                  <a:lnTo>
                    <a:pt x="1140738" y="529673"/>
                  </a:lnTo>
                  <a:lnTo>
                    <a:pt x="1136818" y="529673"/>
                  </a:lnTo>
                  <a:lnTo>
                    <a:pt x="1132898" y="529673"/>
                  </a:lnTo>
                  <a:lnTo>
                    <a:pt x="1128978" y="529673"/>
                  </a:lnTo>
                  <a:lnTo>
                    <a:pt x="1125058" y="529673"/>
                  </a:lnTo>
                  <a:lnTo>
                    <a:pt x="1121138" y="529673"/>
                  </a:lnTo>
                  <a:lnTo>
                    <a:pt x="1117217" y="529673"/>
                  </a:lnTo>
                  <a:lnTo>
                    <a:pt x="1113297" y="529673"/>
                  </a:lnTo>
                  <a:lnTo>
                    <a:pt x="1109377" y="529673"/>
                  </a:lnTo>
                  <a:lnTo>
                    <a:pt x="1105457" y="529673"/>
                  </a:lnTo>
                  <a:lnTo>
                    <a:pt x="1101537" y="529673"/>
                  </a:lnTo>
                  <a:lnTo>
                    <a:pt x="1097617" y="529673"/>
                  </a:lnTo>
                  <a:lnTo>
                    <a:pt x="1093697" y="529673"/>
                  </a:lnTo>
                  <a:lnTo>
                    <a:pt x="1089777" y="529673"/>
                  </a:lnTo>
                  <a:lnTo>
                    <a:pt x="1085857" y="529673"/>
                  </a:lnTo>
                  <a:lnTo>
                    <a:pt x="1081937" y="529673"/>
                  </a:lnTo>
                  <a:lnTo>
                    <a:pt x="1078017" y="529673"/>
                  </a:lnTo>
                  <a:lnTo>
                    <a:pt x="1074097" y="529673"/>
                  </a:lnTo>
                  <a:lnTo>
                    <a:pt x="1070177" y="529673"/>
                  </a:lnTo>
                  <a:lnTo>
                    <a:pt x="1066257" y="529673"/>
                  </a:lnTo>
                  <a:lnTo>
                    <a:pt x="1062337" y="529673"/>
                  </a:lnTo>
                  <a:lnTo>
                    <a:pt x="1058417" y="529673"/>
                  </a:lnTo>
                  <a:lnTo>
                    <a:pt x="1054496" y="529673"/>
                  </a:lnTo>
                  <a:lnTo>
                    <a:pt x="1050576" y="529673"/>
                  </a:lnTo>
                  <a:lnTo>
                    <a:pt x="1046656" y="529673"/>
                  </a:lnTo>
                  <a:lnTo>
                    <a:pt x="1042736" y="529673"/>
                  </a:lnTo>
                  <a:lnTo>
                    <a:pt x="1038816" y="529673"/>
                  </a:lnTo>
                  <a:lnTo>
                    <a:pt x="1034896" y="529673"/>
                  </a:lnTo>
                  <a:lnTo>
                    <a:pt x="1030976" y="529673"/>
                  </a:lnTo>
                  <a:lnTo>
                    <a:pt x="1027056" y="529673"/>
                  </a:lnTo>
                  <a:lnTo>
                    <a:pt x="1023136" y="529673"/>
                  </a:lnTo>
                  <a:lnTo>
                    <a:pt x="1019216" y="529673"/>
                  </a:lnTo>
                  <a:lnTo>
                    <a:pt x="1015296" y="529673"/>
                  </a:lnTo>
                  <a:lnTo>
                    <a:pt x="1011376" y="529673"/>
                  </a:lnTo>
                  <a:lnTo>
                    <a:pt x="1007456" y="529673"/>
                  </a:lnTo>
                  <a:lnTo>
                    <a:pt x="1003536" y="529673"/>
                  </a:lnTo>
                  <a:lnTo>
                    <a:pt x="999616" y="529673"/>
                  </a:lnTo>
                  <a:lnTo>
                    <a:pt x="995695" y="529673"/>
                  </a:lnTo>
                  <a:lnTo>
                    <a:pt x="991775" y="529673"/>
                  </a:lnTo>
                  <a:lnTo>
                    <a:pt x="987855" y="529673"/>
                  </a:lnTo>
                  <a:lnTo>
                    <a:pt x="983935" y="529673"/>
                  </a:lnTo>
                  <a:lnTo>
                    <a:pt x="980015" y="529673"/>
                  </a:lnTo>
                  <a:lnTo>
                    <a:pt x="976095" y="529673"/>
                  </a:lnTo>
                  <a:lnTo>
                    <a:pt x="972175" y="529673"/>
                  </a:lnTo>
                  <a:lnTo>
                    <a:pt x="968255" y="529673"/>
                  </a:lnTo>
                  <a:lnTo>
                    <a:pt x="964335" y="529673"/>
                  </a:lnTo>
                  <a:lnTo>
                    <a:pt x="960415" y="529673"/>
                  </a:lnTo>
                  <a:lnTo>
                    <a:pt x="956495" y="529673"/>
                  </a:lnTo>
                  <a:lnTo>
                    <a:pt x="952575" y="529673"/>
                  </a:lnTo>
                  <a:lnTo>
                    <a:pt x="948655" y="529673"/>
                  </a:lnTo>
                  <a:lnTo>
                    <a:pt x="944735" y="529673"/>
                  </a:lnTo>
                  <a:lnTo>
                    <a:pt x="940815" y="529673"/>
                  </a:lnTo>
                  <a:lnTo>
                    <a:pt x="936895" y="529673"/>
                  </a:lnTo>
                  <a:lnTo>
                    <a:pt x="932974" y="529673"/>
                  </a:lnTo>
                  <a:lnTo>
                    <a:pt x="929054" y="529673"/>
                  </a:lnTo>
                  <a:lnTo>
                    <a:pt x="925134" y="529673"/>
                  </a:lnTo>
                  <a:lnTo>
                    <a:pt x="921214" y="529673"/>
                  </a:lnTo>
                  <a:lnTo>
                    <a:pt x="917294" y="529673"/>
                  </a:lnTo>
                  <a:lnTo>
                    <a:pt x="913374" y="529673"/>
                  </a:lnTo>
                  <a:lnTo>
                    <a:pt x="909454" y="529673"/>
                  </a:lnTo>
                  <a:lnTo>
                    <a:pt x="905534" y="529673"/>
                  </a:lnTo>
                  <a:lnTo>
                    <a:pt x="901614" y="529673"/>
                  </a:lnTo>
                  <a:lnTo>
                    <a:pt x="897694" y="529673"/>
                  </a:lnTo>
                  <a:lnTo>
                    <a:pt x="893774" y="529673"/>
                  </a:lnTo>
                  <a:lnTo>
                    <a:pt x="889854" y="529673"/>
                  </a:lnTo>
                  <a:lnTo>
                    <a:pt x="885934" y="529673"/>
                  </a:lnTo>
                  <a:lnTo>
                    <a:pt x="882014" y="529673"/>
                  </a:lnTo>
                  <a:lnTo>
                    <a:pt x="878094" y="529673"/>
                  </a:lnTo>
                  <a:lnTo>
                    <a:pt x="874174" y="529673"/>
                  </a:lnTo>
                  <a:lnTo>
                    <a:pt x="870253" y="529673"/>
                  </a:lnTo>
                  <a:lnTo>
                    <a:pt x="866333" y="529673"/>
                  </a:lnTo>
                  <a:lnTo>
                    <a:pt x="862413" y="529673"/>
                  </a:lnTo>
                  <a:lnTo>
                    <a:pt x="858493" y="529673"/>
                  </a:lnTo>
                  <a:lnTo>
                    <a:pt x="854573" y="529673"/>
                  </a:lnTo>
                  <a:lnTo>
                    <a:pt x="850653" y="529673"/>
                  </a:lnTo>
                  <a:lnTo>
                    <a:pt x="846733" y="529673"/>
                  </a:lnTo>
                  <a:lnTo>
                    <a:pt x="842813" y="529673"/>
                  </a:lnTo>
                  <a:lnTo>
                    <a:pt x="838893" y="529673"/>
                  </a:lnTo>
                  <a:lnTo>
                    <a:pt x="834973" y="529673"/>
                  </a:lnTo>
                  <a:lnTo>
                    <a:pt x="831053" y="529673"/>
                  </a:lnTo>
                  <a:lnTo>
                    <a:pt x="827133" y="529673"/>
                  </a:lnTo>
                  <a:lnTo>
                    <a:pt x="823213" y="529673"/>
                  </a:lnTo>
                  <a:lnTo>
                    <a:pt x="819293" y="529673"/>
                  </a:lnTo>
                  <a:lnTo>
                    <a:pt x="815373" y="529673"/>
                  </a:lnTo>
                  <a:lnTo>
                    <a:pt x="811453" y="529673"/>
                  </a:lnTo>
                  <a:lnTo>
                    <a:pt x="807532" y="529673"/>
                  </a:lnTo>
                  <a:lnTo>
                    <a:pt x="803612" y="529673"/>
                  </a:lnTo>
                  <a:lnTo>
                    <a:pt x="799692" y="529673"/>
                  </a:lnTo>
                  <a:lnTo>
                    <a:pt x="795772" y="529673"/>
                  </a:lnTo>
                  <a:lnTo>
                    <a:pt x="791852" y="529673"/>
                  </a:lnTo>
                  <a:lnTo>
                    <a:pt x="787932" y="529673"/>
                  </a:lnTo>
                  <a:lnTo>
                    <a:pt x="784012" y="529673"/>
                  </a:lnTo>
                  <a:lnTo>
                    <a:pt x="780092" y="529673"/>
                  </a:lnTo>
                  <a:lnTo>
                    <a:pt x="776172" y="529673"/>
                  </a:lnTo>
                  <a:lnTo>
                    <a:pt x="772252" y="529673"/>
                  </a:lnTo>
                  <a:lnTo>
                    <a:pt x="768332" y="529673"/>
                  </a:lnTo>
                  <a:lnTo>
                    <a:pt x="764412" y="529673"/>
                  </a:lnTo>
                  <a:lnTo>
                    <a:pt x="760492" y="529673"/>
                  </a:lnTo>
                  <a:lnTo>
                    <a:pt x="756572" y="529673"/>
                  </a:lnTo>
                  <a:lnTo>
                    <a:pt x="752652" y="529673"/>
                  </a:lnTo>
                  <a:lnTo>
                    <a:pt x="748732" y="529673"/>
                  </a:lnTo>
                  <a:lnTo>
                    <a:pt x="744811" y="529673"/>
                  </a:lnTo>
                  <a:lnTo>
                    <a:pt x="740891" y="529673"/>
                  </a:lnTo>
                  <a:lnTo>
                    <a:pt x="736971" y="529673"/>
                  </a:lnTo>
                  <a:lnTo>
                    <a:pt x="733051" y="529673"/>
                  </a:lnTo>
                  <a:lnTo>
                    <a:pt x="729131" y="529673"/>
                  </a:lnTo>
                  <a:lnTo>
                    <a:pt x="725211" y="529673"/>
                  </a:lnTo>
                  <a:lnTo>
                    <a:pt x="721291" y="529673"/>
                  </a:lnTo>
                  <a:lnTo>
                    <a:pt x="717371" y="529673"/>
                  </a:lnTo>
                  <a:lnTo>
                    <a:pt x="713451" y="529673"/>
                  </a:lnTo>
                  <a:lnTo>
                    <a:pt x="709531" y="529673"/>
                  </a:lnTo>
                  <a:lnTo>
                    <a:pt x="705611" y="529673"/>
                  </a:lnTo>
                  <a:lnTo>
                    <a:pt x="701691" y="529673"/>
                  </a:lnTo>
                  <a:lnTo>
                    <a:pt x="697771" y="529673"/>
                  </a:lnTo>
                  <a:lnTo>
                    <a:pt x="693851" y="529673"/>
                  </a:lnTo>
                  <a:lnTo>
                    <a:pt x="689931" y="529673"/>
                  </a:lnTo>
                  <a:lnTo>
                    <a:pt x="686011" y="529673"/>
                  </a:lnTo>
                  <a:lnTo>
                    <a:pt x="682090" y="529673"/>
                  </a:lnTo>
                  <a:lnTo>
                    <a:pt x="678170" y="529673"/>
                  </a:lnTo>
                  <a:lnTo>
                    <a:pt x="674250" y="529673"/>
                  </a:lnTo>
                  <a:lnTo>
                    <a:pt x="670330" y="529673"/>
                  </a:lnTo>
                  <a:lnTo>
                    <a:pt x="666410" y="529673"/>
                  </a:lnTo>
                  <a:lnTo>
                    <a:pt x="662490" y="529673"/>
                  </a:lnTo>
                  <a:lnTo>
                    <a:pt x="658570" y="529673"/>
                  </a:lnTo>
                  <a:lnTo>
                    <a:pt x="654650" y="529673"/>
                  </a:lnTo>
                  <a:lnTo>
                    <a:pt x="650730" y="529673"/>
                  </a:lnTo>
                  <a:lnTo>
                    <a:pt x="646810" y="529673"/>
                  </a:lnTo>
                  <a:lnTo>
                    <a:pt x="642890" y="529673"/>
                  </a:lnTo>
                  <a:lnTo>
                    <a:pt x="638970" y="529673"/>
                  </a:lnTo>
                  <a:lnTo>
                    <a:pt x="635050" y="529673"/>
                  </a:lnTo>
                  <a:lnTo>
                    <a:pt x="631130" y="529673"/>
                  </a:lnTo>
                  <a:lnTo>
                    <a:pt x="627210" y="529673"/>
                  </a:lnTo>
                  <a:lnTo>
                    <a:pt x="623290" y="529673"/>
                  </a:lnTo>
                  <a:lnTo>
                    <a:pt x="619369" y="529673"/>
                  </a:lnTo>
                  <a:lnTo>
                    <a:pt x="615449" y="529673"/>
                  </a:lnTo>
                  <a:lnTo>
                    <a:pt x="611529" y="529673"/>
                  </a:lnTo>
                  <a:lnTo>
                    <a:pt x="607609" y="529673"/>
                  </a:lnTo>
                  <a:lnTo>
                    <a:pt x="603689" y="529673"/>
                  </a:lnTo>
                  <a:lnTo>
                    <a:pt x="599769" y="529673"/>
                  </a:lnTo>
                  <a:lnTo>
                    <a:pt x="595849" y="529673"/>
                  </a:lnTo>
                  <a:lnTo>
                    <a:pt x="591929" y="529673"/>
                  </a:lnTo>
                  <a:lnTo>
                    <a:pt x="588009" y="529673"/>
                  </a:lnTo>
                  <a:lnTo>
                    <a:pt x="584089" y="529673"/>
                  </a:lnTo>
                  <a:lnTo>
                    <a:pt x="580169" y="529673"/>
                  </a:lnTo>
                  <a:lnTo>
                    <a:pt x="576249" y="529673"/>
                  </a:lnTo>
                  <a:lnTo>
                    <a:pt x="572329" y="529673"/>
                  </a:lnTo>
                  <a:lnTo>
                    <a:pt x="568409" y="529673"/>
                  </a:lnTo>
                  <a:lnTo>
                    <a:pt x="564489" y="529673"/>
                  </a:lnTo>
                  <a:lnTo>
                    <a:pt x="560569" y="529673"/>
                  </a:lnTo>
                  <a:lnTo>
                    <a:pt x="556648" y="529673"/>
                  </a:lnTo>
                  <a:lnTo>
                    <a:pt x="552728" y="529673"/>
                  </a:lnTo>
                  <a:lnTo>
                    <a:pt x="548808" y="529673"/>
                  </a:lnTo>
                  <a:lnTo>
                    <a:pt x="544888" y="529673"/>
                  </a:lnTo>
                  <a:lnTo>
                    <a:pt x="540968" y="529673"/>
                  </a:lnTo>
                  <a:lnTo>
                    <a:pt x="537048" y="529673"/>
                  </a:lnTo>
                  <a:lnTo>
                    <a:pt x="533128" y="529673"/>
                  </a:lnTo>
                  <a:lnTo>
                    <a:pt x="529208" y="529673"/>
                  </a:lnTo>
                  <a:lnTo>
                    <a:pt x="525288" y="529673"/>
                  </a:lnTo>
                  <a:lnTo>
                    <a:pt x="521368" y="529673"/>
                  </a:lnTo>
                  <a:lnTo>
                    <a:pt x="517448" y="529673"/>
                  </a:lnTo>
                  <a:lnTo>
                    <a:pt x="513528" y="529673"/>
                  </a:lnTo>
                  <a:lnTo>
                    <a:pt x="509608" y="529673"/>
                  </a:lnTo>
                  <a:lnTo>
                    <a:pt x="505688" y="529673"/>
                  </a:lnTo>
                  <a:lnTo>
                    <a:pt x="501768" y="529673"/>
                  </a:lnTo>
                  <a:lnTo>
                    <a:pt x="497847" y="529673"/>
                  </a:lnTo>
                  <a:lnTo>
                    <a:pt x="493927" y="529673"/>
                  </a:lnTo>
                  <a:lnTo>
                    <a:pt x="490007" y="529673"/>
                  </a:lnTo>
                  <a:lnTo>
                    <a:pt x="486087" y="529673"/>
                  </a:lnTo>
                  <a:lnTo>
                    <a:pt x="482167" y="529673"/>
                  </a:lnTo>
                  <a:lnTo>
                    <a:pt x="478247" y="529673"/>
                  </a:lnTo>
                  <a:lnTo>
                    <a:pt x="474327" y="529673"/>
                  </a:lnTo>
                  <a:lnTo>
                    <a:pt x="470407" y="529673"/>
                  </a:lnTo>
                  <a:lnTo>
                    <a:pt x="466487" y="529673"/>
                  </a:lnTo>
                  <a:lnTo>
                    <a:pt x="462567" y="529673"/>
                  </a:lnTo>
                  <a:lnTo>
                    <a:pt x="458647" y="529673"/>
                  </a:lnTo>
                  <a:lnTo>
                    <a:pt x="454727" y="529673"/>
                  </a:lnTo>
                  <a:lnTo>
                    <a:pt x="450807" y="529673"/>
                  </a:lnTo>
                  <a:lnTo>
                    <a:pt x="446887" y="529673"/>
                  </a:lnTo>
                  <a:lnTo>
                    <a:pt x="442967" y="529673"/>
                  </a:lnTo>
                  <a:lnTo>
                    <a:pt x="439047" y="529673"/>
                  </a:lnTo>
                  <a:lnTo>
                    <a:pt x="435126" y="529673"/>
                  </a:lnTo>
                  <a:lnTo>
                    <a:pt x="431206" y="529673"/>
                  </a:lnTo>
                  <a:lnTo>
                    <a:pt x="427286" y="529673"/>
                  </a:lnTo>
                  <a:lnTo>
                    <a:pt x="423366" y="529673"/>
                  </a:lnTo>
                  <a:lnTo>
                    <a:pt x="419446" y="529673"/>
                  </a:lnTo>
                  <a:lnTo>
                    <a:pt x="415526" y="529673"/>
                  </a:lnTo>
                  <a:lnTo>
                    <a:pt x="411606" y="529673"/>
                  </a:lnTo>
                  <a:lnTo>
                    <a:pt x="407686" y="529673"/>
                  </a:lnTo>
                  <a:lnTo>
                    <a:pt x="403766" y="529673"/>
                  </a:lnTo>
                  <a:lnTo>
                    <a:pt x="399846" y="529673"/>
                  </a:lnTo>
                  <a:lnTo>
                    <a:pt x="395926" y="529673"/>
                  </a:lnTo>
                  <a:lnTo>
                    <a:pt x="392006" y="529673"/>
                  </a:lnTo>
                  <a:lnTo>
                    <a:pt x="388086" y="529673"/>
                  </a:lnTo>
                  <a:lnTo>
                    <a:pt x="384166" y="529673"/>
                  </a:lnTo>
                  <a:lnTo>
                    <a:pt x="380246" y="529673"/>
                  </a:lnTo>
                  <a:lnTo>
                    <a:pt x="376326" y="529673"/>
                  </a:lnTo>
                  <a:lnTo>
                    <a:pt x="372405" y="529673"/>
                  </a:lnTo>
                  <a:lnTo>
                    <a:pt x="368485" y="529673"/>
                  </a:lnTo>
                  <a:lnTo>
                    <a:pt x="364565" y="529673"/>
                  </a:lnTo>
                  <a:lnTo>
                    <a:pt x="360645" y="529673"/>
                  </a:lnTo>
                  <a:lnTo>
                    <a:pt x="356725" y="529673"/>
                  </a:lnTo>
                  <a:lnTo>
                    <a:pt x="352805" y="529673"/>
                  </a:lnTo>
                  <a:lnTo>
                    <a:pt x="348885" y="529673"/>
                  </a:lnTo>
                  <a:lnTo>
                    <a:pt x="344965" y="529673"/>
                  </a:lnTo>
                  <a:lnTo>
                    <a:pt x="341045" y="529673"/>
                  </a:lnTo>
                  <a:lnTo>
                    <a:pt x="337125" y="529673"/>
                  </a:lnTo>
                  <a:lnTo>
                    <a:pt x="333205" y="529673"/>
                  </a:lnTo>
                  <a:lnTo>
                    <a:pt x="329285" y="529673"/>
                  </a:lnTo>
                  <a:lnTo>
                    <a:pt x="325365" y="529673"/>
                  </a:lnTo>
                  <a:lnTo>
                    <a:pt x="321445" y="529673"/>
                  </a:lnTo>
                  <a:lnTo>
                    <a:pt x="317525" y="529673"/>
                  </a:lnTo>
                  <a:lnTo>
                    <a:pt x="313605" y="529673"/>
                  </a:lnTo>
                  <a:lnTo>
                    <a:pt x="309684" y="529673"/>
                  </a:lnTo>
                  <a:lnTo>
                    <a:pt x="305764" y="529673"/>
                  </a:lnTo>
                  <a:lnTo>
                    <a:pt x="301844" y="529673"/>
                  </a:lnTo>
                  <a:lnTo>
                    <a:pt x="297924" y="529673"/>
                  </a:lnTo>
                  <a:lnTo>
                    <a:pt x="294004" y="529673"/>
                  </a:lnTo>
                  <a:lnTo>
                    <a:pt x="290084" y="529673"/>
                  </a:lnTo>
                  <a:lnTo>
                    <a:pt x="286164" y="529673"/>
                  </a:lnTo>
                  <a:lnTo>
                    <a:pt x="282244" y="529673"/>
                  </a:lnTo>
                  <a:lnTo>
                    <a:pt x="278324" y="529673"/>
                  </a:lnTo>
                  <a:lnTo>
                    <a:pt x="274404" y="529673"/>
                  </a:lnTo>
                  <a:lnTo>
                    <a:pt x="270484" y="529673"/>
                  </a:lnTo>
                  <a:lnTo>
                    <a:pt x="266564" y="529673"/>
                  </a:lnTo>
                  <a:lnTo>
                    <a:pt x="262644" y="529673"/>
                  </a:lnTo>
                  <a:lnTo>
                    <a:pt x="258724" y="529673"/>
                  </a:lnTo>
                  <a:lnTo>
                    <a:pt x="254804" y="529673"/>
                  </a:lnTo>
                  <a:lnTo>
                    <a:pt x="250884" y="529673"/>
                  </a:lnTo>
                  <a:lnTo>
                    <a:pt x="246963" y="529673"/>
                  </a:lnTo>
                  <a:lnTo>
                    <a:pt x="243043" y="529673"/>
                  </a:lnTo>
                  <a:lnTo>
                    <a:pt x="239123" y="529673"/>
                  </a:lnTo>
                  <a:lnTo>
                    <a:pt x="235203" y="529673"/>
                  </a:lnTo>
                  <a:lnTo>
                    <a:pt x="231283" y="529673"/>
                  </a:lnTo>
                  <a:lnTo>
                    <a:pt x="227363" y="529673"/>
                  </a:lnTo>
                  <a:lnTo>
                    <a:pt x="223443" y="529673"/>
                  </a:lnTo>
                  <a:lnTo>
                    <a:pt x="219523" y="529673"/>
                  </a:lnTo>
                  <a:lnTo>
                    <a:pt x="215603" y="529673"/>
                  </a:lnTo>
                  <a:lnTo>
                    <a:pt x="211683" y="529673"/>
                  </a:lnTo>
                  <a:lnTo>
                    <a:pt x="207763" y="529673"/>
                  </a:lnTo>
                  <a:lnTo>
                    <a:pt x="203843" y="529673"/>
                  </a:lnTo>
                  <a:lnTo>
                    <a:pt x="199923" y="529673"/>
                  </a:lnTo>
                  <a:lnTo>
                    <a:pt x="196003" y="529673"/>
                  </a:lnTo>
                  <a:lnTo>
                    <a:pt x="192083" y="529673"/>
                  </a:lnTo>
                  <a:lnTo>
                    <a:pt x="188163" y="529673"/>
                  </a:lnTo>
                  <a:lnTo>
                    <a:pt x="184242" y="529673"/>
                  </a:lnTo>
                  <a:lnTo>
                    <a:pt x="180322" y="529673"/>
                  </a:lnTo>
                  <a:lnTo>
                    <a:pt x="176402" y="529673"/>
                  </a:lnTo>
                  <a:lnTo>
                    <a:pt x="172482" y="529673"/>
                  </a:lnTo>
                  <a:lnTo>
                    <a:pt x="168562" y="529673"/>
                  </a:lnTo>
                  <a:lnTo>
                    <a:pt x="164642" y="529673"/>
                  </a:lnTo>
                  <a:lnTo>
                    <a:pt x="160722" y="529673"/>
                  </a:lnTo>
                  <a:lnTo>
                    <a:pt x="156802" y="529673"/>
                  </a:lnTo>
                  <a:lnTo>
                    <a:pt x="152882" y="529673"/>
                  </a:lnTo>
                  <a:lnTo>
                    <a:pt x="148962" y="529673"/>
                  </a:lnTo>
                  <a:lnTo>
                    <a:pt x="145042" y="529673"/>
                  </a:lnTo>
                  <a:lnTo>
                    <a:pt x="141122" y="529673"/>
                  </a:lnTo>
                  <a:lnTo>
                    <a:pt x="137202" y="529673"/>
                  </a:lnTo>
                  <a:lnTo>
                    <a:pt x="133282" y="529673"/>
                  </a:lnTo>
                  <a:lnTo>
                    <a:pt x="129362" y="529673"/>
                  </a:lnTo>
                  <a:lnTo>
                    <a:pt x="125442" y="529673"/>
                  </a:lnTo>
                  <a:lnTo>
                    <a:pt x="121521" y="529673"/>
                  </a:lnTo>
                  <a:lnTo>
                    <a:pt x="117601" y="529673"/>
                  </a:lnTo>
                  <a:lnTo>
                    <a:pt x="113681" y="529673"/>
                  </a:lnTo>
                  <a:lnTo>
                    <a:pt x="109761" y="529673"/>
                  </a:lnTo>
                  <a:lnTo>
                    <a:pt x="105841" y="529673"/>
                  </a:lnTo>
                  <a:lnTo>
                    <a:pt x="101921" y="529673"/>
                  </a:lnTo>
                  <a:lnTo>
                    <a:pt x="98001" y="529673"/>
                  </a:lnTo>
                  <a:lnTo>
                    <a:pt x="94081" y="529673"/>
                  </a:lnTo>
                  <a:lnTo>
                    <a:pt x="90161" y="529673"/>
                  </a:lnTo>
                  <a:lnTo>
                    <a:pt x="86241" y="529673"/>
                  </a:lnTo>
                  <a:lnTo>
                    <a:pt x="82321" y="529673"/>
                  </a:lnTo>
                  <a:lnTo>
                    <a:pt x="78401" y="529673"/>
                  </a:lnTo>
                  <a:lnTo>
                    <a:pt x="74481" y="529673"/>
                  </a:lnTo>
                  <a:lnTo>
                    <a:pt x="70561" y="529673"/>
                  </a:lnTo>
                  <a:lnTo>
                    <a:pt x="66641" y="529673"/>
                  </a:lnTo>
                  <a:lnTo>
                    <a:pt x="62721" y="529673"/>
                  </a:lnTo>
                  <a:lnTo>
                    <a:pt x="58800" y="529673"/>
                  </a:lnTo>
                  <a:lnTo>
                    <a:pt x="54880" y="529673"/>
                  </a:lnTo>
                  <a:lnTo>
                    <a:pt x="50960" y="529673"/>
                  </a:lnTo>
                  <a:lnTo>
                    <a:pt x="47040" y="529673"/>
                  </a:lnTo>
                  <a:lnTo>
                    <a:pt x="43120" y="529673"/>
                  </a:lnTo>
                  <a:lnTo>
                    <a:pt x="39200" y="529673"/>
                  </a:lnTo>
                  <a:lnTo>
                    <a:pt x="35280" y="529673"/>
                  </a:lnTo>
                  <a:lnTo>
                    <a:pt x="31360" y="529673"/>
                  </a:lnTo>
                  <a:lnTo>
                    <a:pt x="27440" y="529673"/>
                  </a:lnTo>
                  <a:lnTo>
                    <a:pt x="23520" y="529673"/>
                  </a:lnTo>
                  <a:lnTo>
                    <a:pt x="19600" y="529673"/>
                  </a:lnTo>
                  <a:lnTo>
                    <a:pt x="15680" y="529673"/>
                  </a:lnTo>
                  <a:lnTo>
                    <a:pt x="11760" y="529673"/>
                  </a:lnTo>
                  <a:lnTo>
                    <a:pt x="7840" y="529673"/>
                  </a:lnTo>
                  <a:lnTo>
                    <a:pt x="3920" y="529673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87" name="pl87"/>
            <p:cNvSpPr/>
            <p:nvPr/>
          </p:nvSpPr>
          <p:spPr>
            <a:xfrm>
              <a:off x="8937061" y="5761876"/>
              <a:ext cx="2003152" cy="529673"/>
            </a:xfrm>
            <a:custGeom>
              <a:avLst/>
              <a:gdLst/>
              <a:ahLst/>
              <a:cxnLst/>
              <a:rect l="0" t="0" r="0" b="0"/>
              <a:pathLst>
                <a:path w="2003152" h="529673">
                  <a:moveTo>
                    <a:pt x="0" y="529673"/>
                  </a:moveTo>
                  <a:lnTo>
                    <a:pt x="3920" y="529673"/>
                  </a:lnTo>
                  <a:lnTo>
                    <a:pt x="7840" y="529673"/>
                  </a:lnTo>
                  <a:lnTo>
                    <a:pt x="11760" y="529673"/>
                  </a:lnTo>
                  <a:lnTo>
                    <a:pt x="15680" y="529673"/>
                  </a:lnTo>
                  <a:lnTo>
                    <a:pt x="19600" y="529673"/>
                  </a:lnTo>
                  <a:lnTo>
                    <a:pt x="23520" y="529673"/>
                  </a:lnTo>
                  <a:lnTo>
                    <a:pt x="27440" y="529673"/>
                  </a:lnTo>
                  <a:lnTo>
                    <a:pt x="31360" y="529673"/>
                  </a:lnTo>
                  <a:lnTo>
                    <a:pt x="35280" y="529673"/>
                  </a:lnTo>
                  <a:lnTo>
                    <a:pt x="39200" y="529673"/>
                  </a:lnTo>
                  <a:lnTo>
                    <a:pt x="43120" y="529673"/>
                  </a:lnTo>
                  <a:lnTo>
                    <a:pt x="47040" y="529673"/>
                  </a:lnTo>
                  <a:lnTo>
                    <a:pt x="50960" y="529673"/>
                  </a:lnTo>
                  <a:lnTo>
                    <a:pt x="54880" y="529673"/>
                  </a:lnTo>
                  <a:lnTo>
                    <a:pt x="58800" y="529673"/>
                  </a:lnTo>
                  <a:lnTo>
                    <a:pt x="62721" y="529673"/>
                  </a:lnTo>
                  <a:lnTo>
                    <a:pt x="66641" y="529673"/>
                  </a:lnTo>
                  <a:lnTo>
                    <a:pt x="70561" y="529673"/>
                  </a:lnTo>
                  <a:lnTo>
                    <a:pt x="74481" y="529673"/>
                  </a:lnTo>
                  <a:lnTo>
                    <a:pt x="78401" y="529673"/>
                  </a:lnTo>
                  <a:lnTo>
                    <a:pt x="82321" y="529673"/>
                  </a:lnTo>
                  <a:lnTo>
                    <a:pt x="86241" y="529672"/>
                  </a:lnTo>
                  <a:lnTo>
                    <a:pt x="90161" y="529672"/>
                  </a:lnTo>
                  <a:lnTo>
                    <a:pt x="94081" y="529671"/>
                  </a:lnTo>
                  <a:lnTo>
                    <a:pt x="98001" y="529670"/>
                  </a:lnTo>
                  <a:lnTo>
                    <a:pt x="101921" y="529668"/>
                  </a:lnTo>
                  <a:lnTo>
                    <a:pt x="105841" y="529664"/>
                  </a:lnTo>
                  <a:lnTo>
                    <a:pt x="109761" y="529658"/>
                  </a:lnTo>
                  <a:lnTo>
                    <a:pt x="113681" y="529649"/>
                  </a:lnTo>
                  <a:lnTo>
                    <a:pt x="117601" y="529636"/>
                  </a:lnTo>
                  <a:lnTo>
                    <a:pt x="121521" y="529617"/>
                  </a:lnTo>
                  <a:lnTo>
                    <a:pt x="125442" y="529589"/>
                  </a:lnTo>
                  <a:lnTo>
                    <a:pt x="129362" y="529551"/>
                  </a:lnTo>
                  <a:lnTo>
                    <a:pt x="133282" y="529498"/>
                  </a:lnTo>
                  <a:lnTo>
                    <a:pt x="137202" y="529430"/>
                  </a:lnTo>
                  <a:lnTo>
                    <a:pt x="141122" y="529343"/>
                  </a:lnTo>
                  <a:lnTo>
                    <a:pt x="145042" y="529236"/>
                  </a:lnTo>
                  <a:lnTo>
                    <a:pt x="148962" y="529107"/>
                  </a:lnTo>
                  <a:lnTo>
                    <a:pt x="152882" y="528957"/>
                  </a:lnTo>
                  <a:lnTo>
                    <a:pt x="156802" y="528787"/>
                  </a:lnTo>
                  <a:lnTo>
                    <a:pt x="160722" y="528599"/>
                  </a:lnTo>
                  <a:lnTo>
                    <a:pt x="164642" y="528399"/>
                  </a:lnTo>
                  <a:lnTo>
                    <a:pt x="168562" y="528194"/>
                  </a:lnTo>
                  <a:lnTo>
                    <a:pt x="172482" y="527994"/>
                  </a:lnTo>
                  <a:lnTo>
                    <a:pt x="176402" y="527806"/>
                  </a:lnTo>
                  <a:lnTo>
                    <a:pt x="180322" y="527641"/>
                  </a:lnTo>
                  <a:lnTo>
                    <a:pt x="184242" y="527506"/>
                  </a:lnTo>
                  <a:lnTo>
                    <a:pt x="188163" y="527409"/>
                  </a:lnTo>
                  <a:lnTo>
                    <a:pt x="192083" y="527355"/>
                  </a:lnTo>
                  <a:lnTo>
                    <a:pt x="196003" y="527345"/>
                  </a:lnTo>
                  <a:lnTo>
                    <a:pt x="199923" y="527381"/>
                  </a:lnTo>
                  <a:lnTo>
                    <a:pt x="203843" y="527460"/>
                  </a:lnTo>
                  <a:lnTo>
                    <a:pt x="207763" y="527575"/>
                  </a:lnTo>
                  <a:lnTo>
                    <a:pt x="211683" y="527721"/>
                  </a:lnTo>
                  <a:lnTo>
                    <a:pt x="215603" y="527883"/>
                  </a:lnTo>
                  <a:lnTo>
                    <a:pt x="219523" y="528051"/>
                  </a:lnTo>
                  <a:lnTo>
                    <a:pt x="223443" y="528213"/>
                  </a:lnTo>
                  <a:lnTo>
                    <a:pt x="227363" y="528357"/>
                  </a:lnTo>
                  <a:lnTo>
                    <a:pt x="231283" y="528474"/>
                  </a:lnTo>
                  <a:lnTo>
                    <a:pt x="235203" y="528556"/>
                  </a:lnTo>
                  <a:lnTo>
                    <a:pt x="239123" y="528596"/>
                  </a:lnTo>
                  <a:lnTo>
                    <a:pt x="243043" y="528591"/>
                  </a:lnTo>
                  <a:lnTo>
                    <a:pt x="246963" y="528540"/>
                  </a:lnTo>
                  <a:lnTo>
                    <a:pt x="250884" y="528444"/>
                  </a:lnTo>
                  <a:lnTo>
                    <a:pt x="254804" y="528302"/>
                  </a:lnTo>
                  <a:lnTo>
                    <a:pt x="258724" y="528124"/>
                  </a:lnTo>
                  <a:lnTo>
                    <a:pt x="262644" y="527917"/>
                  </a:lnTo>
                  <a:lnTo>
                    <a:pt x="266564" y="527688"/>
                  </a:lnTo>
                  <a:lnTo>
                    <a:pt x="270484" y="527445"/>
                  </a:lnTo>
                  <a:lnTo>
                    <a:pt x="274404" y="527197"/>
                  </a:lnTo>
                  <a:lnTo>
                    <a:pt x="278324" y="526949"/>
                  </a:lnTo>
                  <a:lnTo>
                    <a:pt x="282244" y="526708"/>
                  </a:lnTo>
                  <a:lnTo>
                    <a:pt x="286164" y="526480"/>
                  </a:lnTo>
                  <a:lnTo>
                    <a:pt x="290084" y="526272"/>
                  </a:lnTo>
                  <a:lnTo>
                    <a:pt x="294004" y="526089"/>
                  </a:lnTo>
                  <a:lnTo>
                    <a:pt x="297924" y="525939"/>
                  </a:lnTo>
                  <a:lnTo>
                    <a:pt x="301844" y="525830"/>
                  </a:lnTo>
                  <a:lnTo>
                    <a:pt x="305764" y="525765"/>
                  </a:lnTo>
                  <a:lnTo>
                    <a:pt x="309684" y="525750"/>
                  </a:lnTo>
                  <a:lnTo>
                    <a:pt x="313605" y="525790"/>
                  </a:lnTo>
                  <a:lnTo>
                    <a:pt x="317525" y="525886"/>
                  </a:lnTo>
                  <a:lnTo>
                    <a:pt x="321445" y="526037"/>
                  </a:lnTo>
                  <a:lnTo>
                    <a:pt x="325365" y="526241"/>
                  </a:lnTo>
                  <a:lnTo>
                    <a:pt x="329285" y="526491"/>
                  </a:lnTo>
                  <a:lnTo>
                    <a:pt x="333205" y="526779"/>
                  </a:lnTo>
                  <a:lnTo>
                    <a:pt x="337125" y="527092"/>
                  </a:lnTo>
                  <a:lnTo>
                    <a:pt x="341045" y="527418"/>
                  </a:lnTo>
                  <a:lnTo>
                    <a:pt x="344965" y="527742"/>
                  </a:lnTo>
                  <a:lnTo>
                    <a:pt x="348885" y="528051"/>
                  </a:lnTo>
                  <a:lnTo>
                    <a:pt x="352805" y="528335"/>
                  </a:lnTo>
                  <a:lnTo>
                    <a:pt x="356725" y="528584"/>
                  </a:lnTo>
                  <a:lnTo>
                    <a:pt x="360645" y="528794"/>
                  </a:lnTo>
                  <a:lnTo>
                    <a:pt x="364565" y="528961"/>
                  </a:lnTo>
                  <a:lnTo>
                    <a:pt x="368485" y="529084"/>
                  </a:lnTo>
                  <a:lnTo>
                    <a:pt x="372405" y="529162"/>
                  </a:lnTo>
                  <a:lnTo>
                    <a:pt x="376326" y="529197"/>
                  </a:lnTo>
                  <a:lnTo>
                    <a:pt x="380246" y="529192"/>
                  </a:lnTo>
                  <a:lnTo>
                    <a:pt x="384166" y="529148"/>
                  </a:lnTo>
                  <a:lnTo>
                    <a:pt x="388086" y="529067"/>
                  </a:lnTo>
                  <a:lnTo>
                    <a:pt x="392006" y="528955"/>
                  </a:lnTo>
                  <a:lnTo>
                    <a:pt x="395926" y="528815"/>
                  </a:lnTo>
                  <a:lnTo>
                    <a:pt x="399846" y="528651"/>
                  </a:lnTo>
                  <a:lnTo>
                    <a:pt x="403766" y="528462"/>
                  </a:lnTo>
                  <a:lnTo>
                    <a:pt x="407686" y="528251"/>
                  </a:lnTo>
                  <a:lnTo>
                    <a:pt x="411606" y="528015"/>
                  </a:lnTo>
                  <a:lnTo>
                    <a:pt x="415526" y="527751"/>
                  </a:lnTo>
                  <a:lnTo>
                    <a:pt x="419446" y="527453"/>
                  </a:lnTo>
                  <a:lnTo>
                    <a:pt x="423366" y="527114"/>
                  </a:lnTo>
                  <a:lnTo>
                    <a:pt x="427286" y="526723"/>
                  </a:lnTo>
                  <a:lnTo>
                    <a:pt x="431206" y="526265"/>
                  </a:lnTo>
                  <a:lnTo>
                    <a:pt x="435126" y="525730"/>
                  </a:lnTo>
                  <a:lnTo>
                    <a:pt x="439047" y="525112"/>
                  </a:lnTo>
                  <a:lnTo>
                    <a:pt x="442967" y="524405"/>
                  </a:lnTo>
                  <a:lnTo>
                    <a:pt x="446887" y="523606"/>
                  </a:lnTo>
                  <a:lnTo>
                    <a:pt x="450807" y="522717"/>
                  </a:lnTo>
                  <a:lnTo>
                    <a:pt x="454727" y="521741"/>
                  </a:lnTo>
                  <a:lnTo>
                    <a:pt x="458647" y="520688"/>
                  </a:lnTo>
                  <a:lnTo>
                    <a:pt x="462567" y="519566"/>
                  </a:lnTo>
                  <a:lnTo>
                    <a:pt x="466487" y="518390"/>
                  </a:lnTo>
                  <a:lnTo>
                    <a:pt x="470407" y="517171"/>
                  </a:lnTo>
                  <a:lnTo>
                    <a:pt x="474327" y="515925"/>
                  </a:lnTo>
                  <a:lnTo>
                    <a:pt x="478247" y="514668"/>
                  </a:lnTo>
                  <a:lnTo>
                    <a:pt x="482167" y="513416"/>
                  </a:lnTo>
                  <a:lnTo>
                    <a:pt x="486087" y="512180"/>
                  </a:lnTo>
                  <a:lnTo>
                    <a:pt x="490007" y="510964"/>
                  </a:lnTo>
                  <a:lnTo>
                    <a:pt x="493927" y="509770"/>
                  </a:lnTo>
                  <a:lnTo>
                    <a:pt x="497847" y="508588"/>
                  </a:lnTo>
                  <a:lnTo>
                    <a:pt x="501768" y="507397"/>
                  </a:lnTo>
                  <a:lnTo>
                    <a:pt x="505688" y="506165"/>
                  </a:lnTo>
                  <a:lnTo>
                    <a:pt x="509608" y="504844"/>
                  </a:lnTo>
                  <a:lnTo>
                    <a:pt x="513528" y="503376"/>
                  </a:lnTo>
                  <a:lnTo>
                    <a:pt x="517448" y="501683"/>
                  </a:lnTo>
                  <a:lnTo>
                    <a:pt x="521368" y="499649"/>
                  </a:lnTo>
                  <a:lnTo>
                    <a:pt x="525288" y="497205"/>
                  </a:lnTo>
                  <a:lnTo>
                    <a:pt x="529208" y="494260"/>
                  </a:lnTo>
                  <a:lnTo>
                    <a:pt x="533128" y="490723"/>
                  </a:lnTo>
                  <a:lnTo>
                    <a:pt x="537048" y="486506"/>
                  </a:lnTo>
                  <a:lnTo>
                    <a:pt x="540968" y="481522"/>
                  </a:lnTo>
                  <a:lnTo>
                    <a:pt x="544888" y="475686"/>
                  </a:lnTo>
                  <a:lnTo>
                    <a:pt x="548808" y="468916"/>
                  </a:lnTo>
                  <a:lnTo>
                    <a:pt x="552728" y="461129"/>
                  </a:lnTo>
                  <a:lnTo>
                    <a:pt x="556648" y="452243"/>
                  </a:lnTo>
                  <a:lnTo>
                    <a:pt x="560569" y="442180"/>
                  </a:lnTo>
                  <a:lnTo>
                    <a:pt x="564489" y="430734"/>
                  </a:lnTo>
                  <a:lnTo>
                    <a:pt x="568409" y="417945"/>
                  </a:lnTo>
                  <a:lnTo>
                    <a:pt x="572329" y="403778"/>
                  </a:lnTo>
                  <a:lnTo>
                    <a:pt x="576249" y="388204"/>
                  </a:lnTo>
                  <a:lnTo>
                    <a:pt x="580169" y="371219"/>
                  </a:lnTo>
                  <a:lnTo>
                    <a:pt x="584089" y="352842"/>
                  </a:lnTo>
                  <a:lnTo>
                    <a:pt x="588009" y="333119"/>
                  </a:lnTo>
                  <a:lnTo>
                    <a:pt x="591929" y="312128"/>
                  </a:lnTo>
                  <a:lnTo>
                    <a:pt x="595849" y="289975"/>
                  </a:lnTo>
                  <a:lnTo>
                    <a:pt x="599769" y="266798"/>
                  </a:lnTo>
                  <a:lnTo>
                    <a:pt x="603689" y="242769"/>
                  </a:lnTo>
                  <a:lnTo>
                    <a:pt x="607609" y="218073"/>
                  </a:lnTo>
                  <a:lnTo>
                    <a:pt x="611529" y="193029"/>
                  </a:lnTo>
                  <a:lnTo>
                    <a:pt x="615449" y="167964"/>
                  </a:lnTo>
                  <a:lnTo>
                    <a:pt x="619369" y="143221"/>
                  </a:lnTo>
                  <a:lnTo>
                    <a:pt x="623290" y="119179"/>
                  </a:lnTo>
                  <a:lnTo>
                    <a:pt x="627210" y="96244"/>
                  </a:lnTo>
                  <a:lnTo>
                    <a:pt x="631130" y="74835"/>
                  </a:lnTo>
                  <a:lnTo>
                    <a:pt x="635050" y="55372"/>
                  </a:lnTo>
                  <a:lnTo>
                    <a:pt x="638970" y="38262"/>
                  </a:lnTo>
                  <a:lnTo>
                    <a:pt x="642890" y="23876"/>
                  </a:lnTo>
                  <a:lnTo>
                    <a:pt x="646810" y="12537"/>
                  </a:lnTo>
                  <a:lnTo>
                    <a:pt x="650730" y="4671"/>
                  </a:lnTo>
                  <a:lnTo>
                    <a:pt x="654650" y="533"/>
                  </a:lnTo>
                  <a:lnTo>
                    <a:pt x="658570" y="0"/>
                  </a:lnTo>
                  <a:lnTo>
                    <a:pt x="662490" y="3071"/>
                  </a:lnTo>
                  <a:lnTo>
                    <a:pt x="666410" y="9677"/>
                  </a:lnTo>
                  <a:lnTo>
                    <a:pt x="670330" y="19676"/>
                  </a:lnTo>
                  <a:lnTo>
                    <a:pt x="674250" y="32865"/>
                  </a:lnTo>
                  <a:lnTo>
                    <a:pt x="678170" y="48986"/>
                  </a:lnTo>
                  <a:lnTo>
                    <a:pt x="682090" y="67729"/>
                  </a:lnTo>
                  <a:lnTo>
                    <a:pt x="686011" y="88739"/>
                  </a:lnTo>
                  <a:lnTo>
                    <a:pt x="689931" y="111625"/>
                  </a:lnTo>
                  <a:lnTo>
                    <a:pt x="693851" y="135987"/>
                  </a:lnTo>
                  <a:lnTo>
                    <a:pt x="697771" y="161383"/>
                  </a:lnTo>
                  <a:lnTo>
                    <a:pt x="701691" y="187241"/>
                  </a:lnTo>
                  <a:lnTo>
                    <a:pt x="705611" y="213133"/>
                  </a:lnTo>
                  <a:lnTo>
                    <a:pt x="709531" y="238663"/>
                  </a:lnTo>
                  <a:lnTo>
                    <a:pt x="713451" y="263480"/>
                  </a:lnTo>
                  <a:lnTo>
                    <a:pt x="717371" y="287294"/>
                  </a:lnTo>
                  <a:lnTo>
                    <a:pt x="721291" y="309884"/>
                  </a:lnTo>
                  <a:lnTo>
                    <a:pt x="725211" y="331102"/>
                  </a:lnTo>
                  <a:lnTo>
                    <a:pt x="729131" y="350873"/>
                  </a:lnTo>
                  <a:lnTo>
                    <a:pt x="733051" y="369187"/>
                  </a:lnTo>
                  <a:lnTo>
                    <a:pt x="736971" y="386091"/>
                  </a:lnTo>
                  <a:lnTo>
                    <a:pt x="740891" y="401546"/>
                  </a:lnTo>
                  <a:lnTo>
                    <a:pt x="744811" y="415804"/>
                  </a:lnTo>
                  <a:lnTo>
                    <a:pt x="748732" y="428978"/>
                  </a:lnTo>
                  <a:lnTo>
                    <a:pt x="752652" y="441162"/>
                  </a:lnTo>
                  <a:lnTo>
                    <a:pt x="756572" y="452426"/>
                  </a:lnTo>
                  <a:lnTo>
                    <a:pt x="760492" y="462817"/>
                  </a:lnTo>
                  <a:lnTo>
                    <a:pt x="764412" y="472360"/>
                  </a:lnTo>
                  <a:lnTo>
                    <a:pt x="768332" y="481063"/>
                  </a:lnTo>
                  <a:lnTo>
                    <a:pt x="772252" y="488923"/>
                  </a:lnTo>
                  <a:lnTo>
                    <a:pt x="776172" y="495940"/>
                  </a:lnTo>
                  <a:lnTo>
                    <a:pt x="780092" y="502116"/>
                  </a:lnTo>
                  <a:lnTo>
                    <a:pt x="784012" y="507408"/>
                  </a:lnTo>
                  <a:lnTo>
                    <a:pt x="787932" y="511894"/>
                  </a:lnTo>
                  <a:lnTo>
                    <a:pt x="791852" y="515655"/>
                  </a:lnTo>
                  <a:lnTo>
                    <a:pt x="795772" y="518757"/>
                  </a:lnTo>
                  <a:lnTo>
                    <a:pt x="799692" y="521275"/>
                  </a:lnTo>
                  <a:lnTo>
                    <a:pt x="803612" y="523286"/>
                  </a:lnTo>
                  <a:lnTo>
                    <a:pt x="807532" y="524870"/>
                  </a:lnTo>
                  <a:lnTo>
                    <a:pt x="811453" y="526098"/>
                  </a:lnTo>
                  <a:lnTo>
                    <a:pt x="815373" y="527040"/>
                  </a:lnTo>
                  <a:lnTo>
                    <a:pt x="819293" y="527752"/>
                  </a:lnTo>
                  <a:lnTo>
                    <a:pt x="823213" y="528285"/>
                  </a:lnTo>
                  <a:lnTo>
                    <a:pt x="827133" y="528673"/>
                  </a:lnTo>
                  <a:lnTo>
                    <a:pt x="831053" y="528954"/>
                  </a:lnTo>
                  <a:lnTo>
                    <a:pt x="834973" y="529157"/>
                  </a:lnTo>
                  <a:lnTo>
                    <a:pt x="838893" y="529300"/>
                  </a:lnTo>
                  <a:lnTo>
                    <a:pt x="842813" y="529396"/>
                  </a:lnTo>
                  <a:lnTo>
                    <a:pt x="846733" y="529453"/>
                  </a:lnTo>
                  <a:lnTo>
                    <a:pt x="850653" y="529477"/>
                  </a:lnTo>
                  <a:lnTo>
                    <a:pt x="854573" y="529472"/>
                  </a:lnTo>
                  <a:lnTo>
                    <a:pt x="858493" y="529440"/>
                  </a:lnTo>
                  <a:lnTo>
                    <a:pt x="862413" y="529379"/>
                  </a:lnTo>
                  <a:lnTo>
                    <a:pt x="866333" y="529289"/>
                  </a:lnTo>
                  <a:lnTo>
                    <a:pt x="870253" y="529167"/>
                  </a:lnTo>
                  <a:lnTo>
                    <a:pt x="874174" y="529011"/>
                  </a:lnTo>
                  <a:lnTo>
                    <a:pt x="878094" y="528822"/>
                  </a:lnTo>
                  <a:lnTo>
                    <a:pt x="882014" y="528601"/>
                  </a:lnTo>
                  <a:lnTo>
                    <a:pt x="885934" y="528353"/>
                  </a:lnTo>
                  <a:lnTo>
                    <a:pt x="889854" y="528082"/>
                  </a:lnTo>
                  <a:lnTo>
                    <a:pt x="893774" y="527797"/>
                  </a:lnTo>
                  <a:lnTo>
                    <a:pt x="897694" y="527507"/>
                  </a:lnTo>
                  <a:lnTo>
                    <a:pt x="901614" y="527224"/>
                  </a:lnTo>
                  <a:lnTo>
                    <a:pt x="905534" y="526960"/>
                  </a:lnTo>
                  <a:lnTo>
                    <a:pt x="909454" y="526726"/>
                  </a:lnTo>
                  <a:lnTo>
                    <a:pt x="913374" y="526534"/>
                  </a:lnTo>
                  <a:lnTo>
                    <a:pt x="917294" y="526399"/>
                  </a:lnTo>
                  <a:lnTo>
                    <a:pt x="921214" y="526321"/>
                  </a:lnTo>
                  <a:lnTo>
                    <a:pt x="925134" y="526302"/>
                  </a:lnTo>
                  <a:lnTo>
                    <a:pt x="929054" y="526340"/>
                  </a:lnTo>
                  <a:lnTo>
                    <a:pt x="932974" y="526430"/>
                  </a:lnTo>
                  <a:lnTo>
                    <a:pt x="936895" y="526564"/>
                  </a:lnTo>
                  <a:lnTo>
                    <a:pt x="940815" y="526733"/>
                  </a:lnTo>
                  <a:lnTo>
                    <a:pt x="944735" y="526924"/>
                  </a:lnTo>
                  <a:lnTo>
                    <a:pt x="948655" y="527125"/>
                  </a:lnTo>
                  <a:lnTo>
                    <a:pt x="952575" y="527326"/>
                  </a:lnTo>
                  <a:lnTo>
                    <a:pt x="956495" y="527514"/>
                  </a:lnTo>
                  <a:lnTo>
                    <a:pt x="960415" y="527679"/>
                  </a:lnTo>
                  <a:lnTo>
                    <a:pt x="964335" y="527815"/>
                  </a:lnTo>
                  <a:lnTo>
                    <a:pt x="968255" y="527923"/>
                  </a:lnTo>
                  <a:lnTo>
                    <a:pt x="972175" y="528004"/>
                  </a:lnTo>
                  <a:lnTo>
                    <a:pt x="976095" y="528061"/>
                  </a:lnTo>
                  <a:lnTo>
                    <a:pt x="980015" y="528102"/>
                  </a:lnTo>
                  <a:lnTo>
                    <a:pt x="983935" y="528133"/>
                  </a:lnTo>
                  <a:lnTo>
                    <a:pt x="987855" y="528164"/>
                  </a:lnTo>
                  <a:lnTo>
                    <a:pt x="991775" y="528202"/>
                  </a:lnTo>
                  <a:lnTo>
                    <a:pt x="995695" y="528253"/>
                  </a:lnTo>
                  <a:lnTo>
                    <a:pt x="999616" y="528321"/>
                  </a:lnTo>
                  <a:lnTo>
                    <a:pt x="1003536" y="528408"/>
                  </a:lnTo>
                  <a:lnTo>
                    <a:pt x="1007456" y="528513"/>
                  </a:lnTo>
                  <a:lnTo>
                    <a:pt x="1011376" y="528631"/>
                  </a:lnTo>
                  <a:lnTo>
                    <a:pt x="1015296" y="528756"/>
                  </a:lnTo>
                  <a:lnTo>
                    <a:pt x="1019216" y="528883"/>
                  </a:lnTo>
                  <a:lnTo>
                    <a:pt x="1023136" y="529006"/>
                  </a:lnTo>
                  <a:lnTo>
                    <a:pt x="1027056" y="529119"/>
                  </a:lnTo>
                  <a:lnTo>
                    <a:pt x="1030976" y="529218"/>
                  </a:lnTo>
                  <a:lnTo>
                    <a:pt x="1034896" y="529300"/>
                  </a:lnTo>
                  <a:lnTo>
                    <a:pt x="1038816" y="529361"/>
                  </a:lnTo>
                  <a:lnTo>
                    <a:pt x="1042736" y="529400"/>
                  </a:lnTo>
                  <a:lnTo>
                    <a:pt x="1046656" y="529415"/>
                  </a:lnTo>
                  <a:lnTo>
                    <a:pt x="1050576" y="529404"/>
                  </a:lnTo>
                  <a:lnTo>
                    <a:pt x="1054496" y="529370"/>
                  </a:lnTo>
                  <a:lnTo>
                    <a:pt x="1058417" y="529313"/>
                  </a:lnTo>
                  <a:lnTo>
                    <a:pt x="1062337" y="529235"/>
                  </a:lnTo>
                  <a:lnTo>
                    <a:pt x="1066257" y="529138"/>
                  </a:lnTo>
                  <a:lnTo>
                    <a:pt x="1070177" y="529023"/>
                  </a:lnTo>
                  <a:lnTo>
                    <a:pt x="1074097" y="528896"/>
                  </a:lnTo>
                  <a:lnTo>
                    <a:pt x="1078017" y="528759"/>
                  </a:lnTo>
                  <a:lnTo>
                    <a:pt x="1081937" y="528616"/>
                  </a:lnTo>
                  <a:lnTo>
                    <a:pt x="1085857" y="528470"/>
                  </a:lnTo>
                  <a:lnTo>
                    <a:pt x="1089777" y="528322"/>
                  </a:lnTo>
                  <a:lnTo>
                    <a:pt x="1093697" y="528172"/>
                  </a:lnTo>
                  <a:lnTo>
                    <a:pt x="1097617" y="528013"/>
                  </a:lnTo>
                  <a:lnTo>
                    <a:pt x="1101537" y="527837"/>
                  </a:lnTo>
                  <a:lnTo>
                    <a:pt x="1105457" y="527632"/>
                  </a:lnTo>
                  <a:lnTo>
                    <a:pt x="1109377" y="527383"/>
                  </a:lnTo>
                  <a:lnTo>
                    <a:pt x="1113297" y="527073"/>
                  </a:lnTo>
                  <a:lnTo>
                    <a:pt x="1117217" y="526688"/>
                  </a:lnTo>
                  <a:lnTo>
                    <a:pt x="1121138" y="526211"/>
                  </a:lnTo>
                  <a:lnTo>
                    <a:pt x="1125058" y="525633"/>
                  </a:lnTo>
                  <a:lnTo>
                    <a:pt x="1128978" y="524947"/>
                  </a:lnTo>
                  <a:lnTo>
                    <a:pt x="1132898" y="524154"/>
                  </a:lnTo>
                  <a:lnTo>
                    <a:pt x="1136818" y="523252"/>
                  </a:lnTo>
                  <a:lnTo>
                    <a:pt x="1140738" y="522265"/>
                  </a:lnTo>
                  <a:lnTo>
                    <a:pt x="1144658" y="521213"/>
                  </a:lnTo>
                  <a:lnTo>
                    <a:pt x="1148578" y="520117"/>
                  </a:lnTo>
                  <a:lnTo>
                    <a:pt x="1152498" y="518999"/>
                  </a:lnTo>
                  <a:lnTo>
                    <a:pt x="1156418" y="517878"/>
                  </a:lnTo>
                  <a:lnTo>
                    <a:pt x="1160338" y="516771"/>
                  </a:lnTo>
                  <a:lnTo>
                    <a:pt x="1164258" y="515689"/>
                  </a:lnTo>
                  <a:lnTo>
                    <a:pt x="1168178" y="514636"/>
                  </a:lnTo>
                  <a:lnTo>
                    <a:pt x="1172098" y="513610"/>
                  </a:lnTo>
                  <a:lnTo>
                    <a:pt x="1176018" y="512601"/>
                  </a:lnTo>
                  <a:lnTo>
                    <a:pt x="1179938" y="511591"/>
                  </a:lnTo>
                  <a:lnTo>
                    <a:pt x="1183859" y="510549"/>
                  </a:lnTo>
                  <a:lnTo>
                    <a:pt x="1187779" y="509445"/>
                  </a:lnTo>
                  <a:lnTo>
                    <a:pt x="1191699" y="508247"/>
                  </a:lnTo>
                  <a:lnTo>
                    <a:pt x="1195619" y="506921"/>
                  </a:lnTo>
                  <a:lnTo>
                    <a:pt x="1199539" y="505439"/>
                  </a:lnTo>
                  <a:lnTo>
                    <a:pt x="1203459" y="503780"/>
                  </a:lnTo>
                  <a:lnTo>
                    <a:pt x="1207379" y="501934"/>
                  </a:lnTo>
                  <a:lnTo>
                    <a:pt x="1211299" y="499902"/>
                  </a:lnTo>
                  <a:lnTo>
                    <a:pt x="1215219" y="497700"/>
                  </a:lnTo>
                  <a:lnTo>
                    <a:pt x="1219139" y="495355"/>
                  </a:lnTo>
                  <a:lnTo>
                    <a:pt x="1223059" y="492906"/>
                  </a:lnTo>
                  <a:lnTo>
                    <a:pt x="1226979" y="490403"/>
                  </a:lnTo>
                  <a:lnTo>
                    <a:pt x="1230899" y="487904"/>
                  </a:lnTo>
                  <a:lnTo>
                    <a:pt x="1234819" y="485452"/>
                  </a:lnTo>
                  <a:lnTo>
                    <a:pt x="1238739" y="483083"/>
                  </a:lnTo>
                  <a:lnTo>
                    <a:pt x="1242659" y="480822"/>
                  </a:lnTo>
                  <a:lnTo>
                    <a:pt x="1246580" y="478685"/>
                  </a:lnTo>
                  <a:lnTo>
                    <a:pt x="1250500" y="476675"/>
                  </a:lnTo>
                  <a:lnTo>
                    <a:pt x="1254420" y="474791"/>
                  </a:lnTo>
                  <a:lnTo>
                    <a:pt x="1258340" y="473025"/>
                  </a:lnTo>
                  <a:lnTo>
                    <a:pt x="1262260" y="471370"/>
                  </a:lnTo>
                  <a:lnTo>
                    <a:pt x="1266180" y="469821"/>
                  </a:lnTo>
                  <a:lnTo>
                    <a:pt x="1270100" y="468390"/>
                  </a:lnTo>
                  <a:lnTo>
                    <a:pt x="1274020" y="467074"/>
                  </a:lnTo>
                  <a:lnTo>
                    <a:pt x="1277940" y="465890"/>
                  </a:lnTo>
                  <a:lnTo>
                    <a:pt x="1281860" y="464861"/>
                  </a:lnTo>
                  <a:lnTo>
                    <a:pt x="1285780" y="464014"/>
                  </a:lnTo>
                  <a:lnTo>
                    <a:pt x="1289700" y="463380"/>
                  </a:lnTo>
                  <a:lnTo>
                    <a:pt x="1293620" y="462991"/>
                  </a:lnTo>
                  <a:lnTo>
                    <a:pt x="1297540" y="462878"/>
                  </a:lnTo>
                  <a:lnTo>
                    <a:pt x="1301460" y="463069"/>
                  </a:lnTo>
                  <a:lnTo>
                    <a:pt x="1305380" y="463588"/>
                  </a:lnTo>
                  <a:lnTo>
                    <a:pt x="1309301" y="464452"/>
                  </a:lnTo>
                  <a:lnTo>
                    <a:pt x="1313221" y="465697"/>
                  </a:lnTo>
                  <a:lnTo>
                    <a:pt x="1317141" y="467293"/>
                  </a:lnTo>
                  <a:lnTo>
                    <a:pt x="1321061" y="469208"/>
                  </a:lnTo>
                  <a:lnTo>
                    <a:pt x="1324981" y="471407"/>
                  </a:lnTo>
                  <a:lnTo>
                    <a:pt x="1328901" y="473844"/>
                  </a:lnTo>
                  <a:lnTo>
                    <a:pt x="1332821" y="476463"/>
                  </a:lnTo>
                  <a:lnTo>
                    <a:pt x="1336741" y="479200"/>
                  </a:lnTo>
                  <a:lnTo>
                    <a:pt x="1340661" y="481991"/>
                  </a:lnTo>
                  <a:lnTo>
                    <a:pt x="1344581" y="484774"/>
                  </a:lnTo>
                  <a:lnTo>
                    <a:pt x="1348501" y="487494"/>
                  </a:lnTo>
                  <a:lnTo>
                    <a:pt x="1352421" y="490104"/>
                  </a:lnTo>
                  <a:lnTo>
                    <a:pt x="1356341" y="492561"/>
                  </a:lnTo>
                  <a:lnTo>
                    <a:pt x="1360261" y="494845"/>
                  </a:lnTo>
                  <a:lnTo>
                    <a:pt x="1364181" y="496962"/>
                  </a:lnTo>
                  <a:lnTo>
                    <a:pt x="1368101" y="498920"/>
                  </a:lnTo>
                  <a:lnTo>
                    <a:pt x="1372022" y="500738"/>
                  </a:lnTo>
                  <a:lnTo>
                    <a:pt x="1375942" y="502438"/>
                  </a:lnTo>
                  <a:lnTo>
                    <a:pt x="1379862" y="504047"/>
                  </a:lnTo>
                  <a:lnTo>
                    <a:pt x="1383782" y="505588"/>
                  </a:lnTo>
                  <a:lnTo>
                    <a:pt x="1387702" y="507087"/>
                  </a:lnTo>
                  <a:lnTo>
                    <a:pt x="1391622" y="508562"/>
                  </a:lnTo>
                  <a:lnTo>
                    <a:pt x="1395542" y="510027"/>
                  </a:lnTo>
                  <a:lnTo>
                    <a:pt x="1399462" y="511489"/>
                  </a:lnTo>
                  <a:lnTo>
                    <a:pt x="1403382" y="512950"/>
                  </a:lnTo>
                  <a:lnTo>
                    <a:pt x="1407302" y="514404"/>
                  </a:lnTo>
                  <a:lnTo>
                    <a:pt x="1411222" y="515841"/>
                  </a:lnTo>
                  <a:lnTo>
                    <a:pt x="1415142" y="517250"/>
                  </a:lnTo>
                  <a:lnTo>
                    <a:pt x="1419062" y="518616"/>
                  </a:lnTo>
                  <a:lnTo>
                    <a:pt x="1422982" y="519927"/>
                  </a:lnTo>
                  <a:lnTo>
                    <a:pt x="1426902" y="521168"/>
                  </a:lnTo>
                  <a:lnTo>
                    <a:pt x="1430822" y="522329"/>
                  </a:lnTo>
                  <a:lnTo>
                    <a:pt x="1434743" y="523398"/>
                  </a:lnTo>
                  <a:lnTo>
                    <a:pt x="1438663" y="524367"/>
                  </a:lnTo>
                  <a:lnTo>
                    <a:pt x="1442583" y="525230"/>
                  </a:lnTo>
                  <a:lnTo>
                    <a:pt x="1446503" y="525972"/>
                  </a:lnTo>
                  <a:lnTo>
                    <a:pt x="1450423" y="526603"/>
                  </a:lnTo>
                  <a:lnTo>
                    <a:pt x="1454343" y="527125"/>
                  </a:lnTo>
                  <a:lnTo>
                    <a:pt x="1458263" y="527542"/>
                  </a:lnTo>
                  <a:lnTo>
                    <a:pt x="1462183" y="527862"/>
                  </a:lnTo>
                  <a:lnTo>
                    <a:pt x="1466103" y="528092"/>
                  </a:lnTo>
                  <a:lnTo>
                    <a:pt x="1470023" y="528245"/>
                  </a:lnTo>
                  <a:lnTo>
                    <a:pt x="1473943" y="528334"/>
                  </a:lnTo>
                  <a:lnTo>
                    <a:pt x="1477863" y="528373"/>
                  </a:lnTo>
                  <a:lnTo>
                    <a:pt x="1481783" y="528377"/>
                  </a:lnTo>
                  <a:lnTo>
                    <a:pt x="1485703" y="528362"/>
                  </a:lnTo>
                  <a:lnTo>
                    <a:pt x="1489623" y="528342"/>
                  </a:lnTo>
                  <a:lnTo>
                    <a:pt x="1493543" y="528331"/>
                  </a:lnTo>
                  <a:lnTo>
                    <a:pt x="1497464" y="528337"/>
                  </a:lnTo>
                  <a:lnTo>
                    <a:pt x="1501384" y="528365"/>
                  </a:lnTo>
                  <a:lnTo>
                    <a:pt x="1505304" y="528419"/>
                  </a:lnTo>
                  <a:lnTo>
                    <a:pt x="1509224" y="528495"/>
                  </a:lnTo>
                  <a:lnTo>
                    <a:pt x="1513144" y="528593"/>
                  </a:lnTo>
                  <a:lnTo>
                    <a:pt x="1517064" y="528706"/>
                  </a:lnTo>
                  <a:lnTo>
                    <a:pt x="1520984" y="528828"/>
                  </a:lnTo>
                  <a:lnTo>
                    <a:pt x="1524904" y="528954"/>
                  </a:lnTo>
                  <a:lnTo>
                    <a:pt x="1528824" y="529076"/>
                  </a:lnTo>
                  <a:lnTo>
                    <a:pt x="1532744" y="529190"/>
                  </a:lnTo>
                  <a:lnTo>
                    <a:pt x="1536664" y="529292"/>
                  </a:lnTo>
                  <a:lnTo>
                    <a:pt x="1540584" y="529379"/>
                  </a:lnTo>
                  <a:lnTo>
                    <a:pt x="1544504" y="529452"/>
                  </a:lnTo>
                  <a:lnTo>
                    <a:pt x="1548424" y="529511"/>
                  </a:lnTo>
                  <a:lnTo>
                    <a:pt x="1552344" y="529558"/>
                  </a:lnTo>
                  <a:lnTo>
                    <a:pt x="1556265" y="529593"/>
                  </a:lnTo>
                  <a:lnTo>
                    <a:pt x="1560185" y="529619"/>
                  </a:lnTo>
                  <a:lnTo>
                    <a:pt x="1564105" y="529637"/>
                  </a:lnTo>
                  <a:lnTo>
                    <a:pt x="1568025" y="529650"/>
                  </a:lnTo>
                  <a:lnTo>
                    <a:pt x="1571945" y="529659"/>
                  </a:lnTo>
                  <a:lnTo>
                    <a:pt x="1575865" y="529664"/>
                  </a:lnTo>
                  <a:lnTo>
                    <a:pt x="1579785" y="529668"/>
                  </a:lnTo>
                  <a:lnTo>
                    <a:pt x="1583705" y="529670"/>
                  </a:lnTo>
                  <a:lnTo>
                    <a:pt x="1587625" y="529671"/>
                  </a:lnTo>
                  <a:lnTo>
                    <a:pt x="1591545" y="529672"/>
                  </a:lnTo>
                  <a:lnTo>
                    <a:pt x="1595465" y="529672"/>
                  </a:lnTo>
                  <a:lnTo>
                    <a:pt x="1599385" y="529673"/>
                  </a:lnTo>
                  <a:lnTo>
                    <a:pt x="1603305" y="529673"/>
                  </a:lnTo>
                  <a:lnTo>
                    <a:pt x="1607225" y="529673"/>
                  </a:lnTo>
                  <a:lnTo>
                    <a:pt x="1611145" y="529673"/>
                  </a:lnTo>
                  <a:lnTo>
                    <a:pt x="1615065" y="529673"/>
                  </a:lnTo>
                  <a:lnTo>
                    <a:pt x="1618986" y="529673"/>
                  </a:lnTo>
                  <a:lnTo>
                    <a:pt x="1622906" y="529673"/>
                  </a:lnTo>
                  <a:lnTo>
                    <a:pt x="1626826" y="529673"/>
                  </a:lnTo>
                  <a:lnTo>
                    <a:pt x="1630746" y="529673"/>
                  </a:lnTo>
                  <a:lnTo>
                    <a:pt x="1634666" y="529673"/>
                  </a:lnTo>
                  <a:lnTo>
                    <a:pt x="1638586" y="529673"/>
                  </a:lnTo>
                  <a:lnTo>
                    <a:pt x="1642506" y="529673"/>
                  </a:lnTo>
                  <a:lnTo>
                    <a:pt x="1646426" y="529673"/>
                  </a:lnTo>
                  <a:lnTo>
                    <a:pt x="1650346" y="529673"/>
                  </a:lnTo>
                  <a:lnTo>
                    <a:pt x="1654266" y="529673"/>
                  </a:lnTo>
                  <a:lnTo>
                    <a:pt x="1658186" y="529673"/>
                  </a:lnTo>
                  <a:lnTo>
                    <a:pt x="1662106" y="529673"/>
                  </a:lnTo>
                  <a:lnTo>
                    <a:pt x="1666026" y="529673"/>
                  </a:lnTo>
                  <a:lnTo>
                    <a:pt x="1669946" y="529673"/>
                  </a:lnTo>
                  <a:lnTo>
                    <a:pt x="1673866" y="529673"/>
                  </a:lnTo>
                  <a:lnTo>
                    <a:pt x="1677786" y="529673"/>
                  </a:lnTo>
                  <a:lnTo>
                    <a:pt x="1681707" y="529673"/>
                  </a:lnTo>
                  <a:lnTo>
                    <a:pt x="1685627" y="529673"/>
                  </a:lnTo>
                  <a:lnTo>
                    <a:pt x="1689547" y="529673"/>
                  </a:lnTo>
                  <a:lnTo>
                    <a:pt x="1693467" y="529673"/>
                  </a:lnTo>
                  <a:lnTo>
                    <a:pt x="1697387" y="529673"/>
                  </a:lnTo>
                  <a:lnTo>
                    <a:pt x="1701307" y="529673"/>
                  </a:lnTo>
                  <a:lnTo>
                    <a:pt x="1705227" y="529673"/>
                  </a:lnTo>
                  <a:lnTo>
                    <a:pt x="1709147" y="529673"/>
                  </a:lnTo>
                  <a:lnTo>
                    <a:pt x="1713067" y="529673"/>
                  </a:lnTo>
                  <a:lnTo>
                    <a:pt x="1716987" y="529673"/>
                  </a:lnTo>
                  <a:lnTo>
                    <a:pt x="1720907" y="529673"/>
                  </a:lnTo>
                  <a:lnTo>
                    <a:pt x="1724827" y="529673"/>
                  </a:lnTo>
                  <a:lnTo>
                    <a:pt x="1728747" y="529673"/>
                  </a:lnTo>
                  <a:lnTo>
                    <a:pt x="1732667" y="529673"/>
                  </a:lnTo>
                  <a:lnTo>
                    <a:pt x="1736587" y="529673"/>
                  </a:lnTo>
                  <a:lnTo>
                    <a:pt x="1740507" y="529673"/>
                  </a:lnTo>
                  <a:lnTo>
                    <a:pt x="1744428" y="529673"/>
                  </a:lnTo>
                  <a:lnTo>
                    <a:pt x="1748348" y="529673"/>
                  </a:lnTo>
                  <a:lnTo>
                    <a:pt x="1752268" y="529673"/>
                  </a:lnTo>
                  <a:lnTo>
                    <a:pt x="1756188" y="529673"/>
                  </a:lnTo>
                  <a:lnTo>
                    <a:pt x="1760108" y="529673"/>
                  </a:lnTo>
                  <a:lnTo>
                    <a:pt x="1764028" y="529673"/>
                  </a:lnTo>
                  <a:lnTo>
                    <a:pt x="1767948" y="529673"/>
                  </a:lnTo>
                  <a:lnTo>
                    <a:pt x="1771868" y="529673"/>
                  </a:lnTo>
                  <a:lnTo>
                    <a:pt x="1775788" y="529673"/>
                  </a:lnTo>
                  <a:lnTo>
                    <a:pt x="1779708" y="529673"/>
                  </a:lnTo>
                  <a:lnTo>
                    <a:pt x="1783628" y="529673"/>
                  </a:lnTo>
                  <a:lnTo>
                    <a:pt x="1787548" y="529673"/>
                  </a:lnTo>
                  <a:lnTo>
                    <a:pt x="1791468" y="529673"/>
                  </a:lnTo>
                  <a:lnTo>
                    <a:pt x="1795388" y="529673"/>
                  </a:lnTo>
                  <a:lnTo>
                    <a:pt x="1799308" y="529673"/>
                  </a:lnTo>
                  <a:lnTo>
                    <a:pt x="1803228" y="529673"/>
                  </a:lnTo>
                  <a:lnTo>
                    <a:pt x="1807149" y="529673"/>
                  </a:lnTo>
                  <a:lnTo>
                    <a:pt x="1811069" y="529673"/>
                  </a:lnTo>
                  <a:lnTo>
                    <a:pt x="1814989" y="529673"/>
                  </a:lnTo>
                  <a:lnTo>
                    <a:pt x="1818909" y="529673"/>
                  </a:lnTo>
                  <a:lnTo>
                    <a:pt x="1822829" y="529673"/>
                  </a:lnTo>
                  <a:lnTo>
                    <a:pt x="1826749" y="529673"/>
                  </a:lnTo>
                  <a:lnTo>
                    <a:pt x="1830669" y="529673"/>
                  </a:lnTo>
                  <a:lnTo>
                    <a:pt x="1834589" y="529673"/>
                  </a:lnTo>
                  <a:lnTo>
                    <a:pt x="1838509" y="529673"/>
                  </a:lnTo>
                  <a:lnTo>
                    <a:pt x="1842429" y="529673"/>
                  </a:lnTo>
                  <a:lnTo>
                    <a:pt x="1846349" y="529673"/>
                  </a:lnTo>
                  <a:lnTo>
                    <a:pt x="1850269" y="529673"/>
                  </a:lnTo>
                  <a:lnTo>
                    <a:pt x="1854189" y="529673"/>
                  </a:lnTo>
                  <a:lnTo>
                    <a:pt x="1858109" y="529673"/>
                  </a:lnTo>
                  <a:lnTo>
                    <a:pt x="1862029" y="529673"/>
                  </a:lnTo>
                  <a:lnTo>
                    <a:pt x="1865949" y="529673"/>
                  </a:lnTo>
                  <a:lnTo>
                    <a:pt x="1869870" y="529673"/>
                  </a:lnTo>
                  <a:lnTo>
                    <a:pt x="1873790" y="529673"/>
                  </a:lnTo>
                  <a:lnTo>
                    <a:pt x="1877710" y="529673"/>
                  </a:lnTo>
                  <a:lnTo>
                    <a:pt x="1881630" y="529673"/>
                  </a:lnTo>
                  <a:lnTo>
                    <a:pt x="1885550" y="529673"/>
                  </a:lnTo>
                  <a:lnTo>
                    <a:pt x="1889470" y="529673"/>
                  </a:lnTo>
                  <a:lnTo>
                    <a:pt x="1893390" y="529673"/>
                  </a:lnTo>
                  <a:lnTo>
                    <a:pt x="1897310" y="529673"/>
                  </a:lnTo>
                  <a:lnTo>
                    <a:pt x="1901230" y="529673"/>
                  </a:lnTo>
                  <a:lnTo>
                    <a:pt x="1905150" y="529673"/>
                  </a:lnTo>
                  <a:lnTo>
                    <a:pt x="1909070" y="529673"/>
                  </a:lnTo>
                  <a:lnTo>
                    <a:pt x="1912990" y="529673"/>
                  </a:lnTo>
                  <a:lnTo>
                    <a:pt x="1916910" y="529673"/>
                  </a:lnTo>
                  <a:lnTo>
                    <a:pt x="1920830" y="529673"/>
                  </a:lnTo>
                  <a:lnTo>
                    <a:pt x="1924750" y="529673"/>
                  </a:lnTo>
                  <a:lnTo>
                    <a:pt x="1928670" y="529673"/>
                  </a:lnTo>
                  <a:lnTo>
                    <a:pt x="1932591" y="529673"/>
                  </a:lnTo>
                  <a:lnTo>
                    <a:pt x="1936511" y="529673"/>
                  </a:lnTo>
                  <a:lnTo>
                    <a:pt x="1940431" y="529673"/>
                  </a:lnTo>
                  <a:lnTo>
                    <a:pt x="1944351" y="529673"/>
                  </a:lnTo>
                  <a:lnTo>
                    <a:pt x="1948271" y="529673"/>
                  </a:lnTo>
                  <a:lnTo>
                    <a:pt x="1952191" y="529673"/>
                  </a:lnTo>
                  <a:lnTo>
                    <a:pt x="1956111" y="529673"/>
                  </a:lnTo>
                  <a:lnTo>
                    <a:pt x="1960031" y="529673"/>
                  </a:lnTo>
                  <a:lnTo>
                    <a:pt x="1963951" y="529673"/>
                  </a:lnTo>
                  <a:lnTo>
                    <a:pt x="1967871" y="529673"/>
                  </a:lnTo>
                  <a:lnTo>
                    <a:pt x="1971791" y="529673"/>
                  </a:lnTo>
                  <a:lnTo>
                    <a:pt x="1975711" y="529673"/>
                  </a:lnTo>
                  <a:lnTo>
                    <a:pt x="1979631" y="529673"/>
                  </a:lnTo>
                  <a:lnTo>
                    <a:pt x="1983551" y="529673"/>
                  </a:lnTo>
                  <a:lnTo>
                    <a:pt x="1987471" y="529673"/>
                  </a:lnTo>
                  <a:lnTo>
                    <a:pt x="1991391" y="529673"/>
                  </a:lnTo>
                  <a:lnTo>
                    <a:pt x="1995312" y="529673"/>
                  </a:lnTo>
                  <a:lnTo>
                    <a:pt x="1999232" y="529673"/>
                  </a:lnTo>
                  <a:lnTo>
                    <a:pt x="2003152" y="529673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88" name="pg88"/>
            <p:cNvSpPr/>
            <p:nvPr/>
          </p:nvSpPr>
          <p:spPr>
            <a:xfrm>
              <a:off x="8937061" y="6006803"/>
              <a:ext cx="2003152" cy="284746"/>
            </a:xfrm>
            <a:custGeom>
              <a:avLst/>
              <a:gdLst/>
              <a:ahLst/>
              <a:cxnLst/>
              <a:rect l="0" t="0" r="0" b="0"/>
              <a:pathLst>
                <a:path w="2003152" h="284746">
                  <a:moveTo>
                    <a:pt x="0" y="284745"/>
                  </a:moveTo>
                  <a:lnTo>
                    <a:pt x="3920" y="284745"/>
                  </a:lnTo>
                  <a:lnTo>
                    <a:pt x="7840" y="284745"/>
                  </a:lnTo>
                  <a:lnTo>
                    <a:pt x="11760" y="284745"/>
                  </a:lnTo>
                  <a:lnTo>
                    <a:pt x="15680" y="284745"/>
                  </a:lnTo>
                  <a:lnTo>
                    <a:pt x="19600" y="284744"/>
                  </a:lnTo>
                  <a:lnTo>
                    <a:pt x="23520" y="284744"/>
                  </a:lnTo>
                  <a:lnTo>
                    <a:pt x="27440" y="284743"/>
                  </a:lnTo>
                  <a:lnTo>
                    <a:pt x="31360" y="284742"/>
                  </a:lnTo>
                  <a:lnTo>
                    <a:pt x="35280" y="284741"/>
                  </a:lnTo>
                  <a:lnTo>
                    <a:pt x="39200" y="284740"/>
                  </a:lnTo>
                  <a:lnTo>
                    <a:pt x="43120" y="284738"/>
                  </a:lnTo>
                  <a:lnTo>
                    <a:pt x="47040" y="284735"/>
                  </a:lnTo>
                  <a:lnTo>
                    <a:pt x="50960" y="284733"/>
                  </a:lnTo>
                  <a:lnTo>
                    <a:pt x="54880" y="284729"/>
                  </a:lnTo>
                  <a:lnTo>
                    <a:pt x="58800" y="284724"/>
                  </a:lnTo>
                  <a:lnTo>
                    <a:pt x="62721" y="284719"/>
                  </a:lnTo>
                  <a:lnTo>
                    <a:pt x="66641" y="284712"/>
                  </a:lnTo>
                  <a:lnTo>
                    <a:pt x="70561" y="284704"/>
                  </a:lnTo>
                  <a:lnTo>
                    <a:pt x="74481" y="284694"/>
                  </a:lnTo>
                  <a:lnTo>
                    <a:pt x="78401" y="284682"/>
                  </a:lnTo>
                  <a:lnTo>
                    <a:pt x="82321" y="284668"/>
                  </a:lnTo>
                  <a:lnTo>
                    <a:pt x="86241" y="284652"/>
                  </a:lnTo>
                  <a:lnTo>
                    <a:pt x="90161" y="284633"/>
                  </a:lnTo>
                  <a:lnTo>
                    <a:pt x="94081" y="284611"/>
                  </a:lnTo>
                  <a:lnTo>
                    <a:pt x="98001" y="284586"/>
                  </a:lnTo>
                  <a:lnTo>
                    <a:pt x="101921" y="284557"/>
                  </a:lnTo>
                  <a:lnTo>
                    <a:pt x="105841" y="284524"/>
                  </a:lnTo>
                  <a:lnTo>
                    <a:pt x="109761" y="284488"/>
                  </a:lnTo>
                  <a:lnTo>
                    <a:pt x="113681" y="284448"/>
                  </a:lnTo>
                  <a:lnTo>
                    <a:pt x="117601" y="284404"/>
                  </a:lnTo>
                  <a:lnTo>
                    <a:pt x="121521" y="284356"/>
                  </a:lnTo>
                  <a:lnTo>
                    <a:pt x="125442" y="284303"/>
                  </a:lnTo>
                  <a:lnTo>
                    <a:pt x="129362" y="284247"/>
                  </a:lnTo>
                  <a:lnTo>
                    <a:pt x="133282" y="284188"/>
                  </a:lnTo>
                  <a:lnTo>
                    <a:pt x="137202" y="284126"/>
                  </a:lnTo>
                  <a:lnTo>
                    <a:pt x="141122" y="284061"/>
                  </a:lnTo>
                  <a:lnTo>
                    <a:pt x="145042" y="283995"/>
                  </a:lnTo>
                  <a:lnTo>
                    <a:pt x="148962" y="283927"/>
                  </a:lnTo>
                  <a:lnTo>
                    <a:pt x="152882" y="283859"/>
                  </a:lnTo>
                  <a:lnTo>
                    <a:pt x="156802" y="283791"/>
                  </a:lnTo>
                  <a:lnTo>
                    <a:pt x="160722" y="283725"/>
                  </a:lnTo>
                  <a:lnTo>
                    <a:pt x="164642" y="283661"/>
                  </a:lnTo>
                  <a:lnTo>
                    <a:pt x="168562" y="283600"/>
                  </a:lnTo>
                  <a:lnTo>
                    <a:pt x="172482" y="283544"/>
                  </a:lnTo>
                  <a:lnTo>
                    <a:pt x="176402" y="283493"/>
                  </a:lnTo>
                  <a:lnTo>
                    <a:pt x="180322" y="283448"/>
                  </a:lnTo>
                  <a:lnTo>
                    <a:pt x="184242" y="283409"/>
                  </a:lnTo>
                  <a:lnTo>
                    <a:pt x="188163" y="283378"/>
                  </a:lnTo>
                  <a:lnTo>
                    <a:pt x="192083" y="283354"/>
                  </a:lnTo>
                  <a:lnTo>
                    <a:pt x="196003" y="283340"/>
                  </a:lnTo>
                  <a:lnTo>
                    <a:pt x="199923" y="283335"/>
                  </a:lnTo>
                  <a:lnTo>
                    <a:pt x="203843" y="283339"/>
                  </a:lnTo>
                  <a:lnTo>
                    <a:pt x="207763" y="283351"/>
                  </a:lnTo>
                  <a:lnTo>
                    <a:pt x="211683" y="283371"/>
                  </a:lnTo>
                  <a:lnTo>
                    <a:pt x="215603" y="283399"/>
                  </a:lnTo>
                  <a:lnTo>
                    <a:pt x="219523" y="283435"/>
                  </a:lnTo>
                  <a:lnTo>
                    <a:pt x="223443" y="283479"/>
                  </a:lnTo>
                  <a:lnTo>
                    <a:pt x="227363" y="283528"/>
                  </a:lnTo>
                  <a:lnTo>
                    <a:pt x="231283" y="283582"/>
                  </a:lnTo>
                  <a:lnTo>
                    <a:pt x="235203" y="283640"/>
                  </a:lnTo>
                  <a:lnTo>
                    <a:pt x="239123" y="283701"/>
                  </a:lnTo>
                  <a:lnTo>
                    <a:pt x="243043" y="283765"/>
                  </a:lnTo>
                  <a:lnTo>
                    <a:pt x="246963" y="283829"/>
                  </a:lnTo>
                  <a:lnTo>
                    <a:pt x="250884" y="283894"/>
                  </a:lnTo>
                  <a:lnTo>
                    <a:pt x="254804" y="283957"/>
                  </a:lnTo>
                  <a:lnTo>
                    <a:pt x="258724" y="284018"/>
                  </a:lnTo>
                  <a:lnTo>
                    <a:pt x="262644" y="284076"/>
                  </a:lnTo>
                  <a:lnTo>
                    <a:pt x="266564" y="284130"/>
                  </a:lnTo>
                  <a:lnTo>
                    <a:pt x="270484" y="284179"/>
                  </a:lnTo>
                  <a:lnTo>
                    <a:pt x="274404" y="284222"/>
                  </a:lnTo>
                  <a:lnTo>
                    <a:pt x="278324" y="284259"/>
                  </a:lnTo>
                  <a:lnTo>
                    <a:pt x="282244" y="284289"/>
                  </a:lnTo>
                  <a:lnTo>
                    <a:pt x="286164" y="284312"/>
                  </a:lnTo>
                  <a:lnTo>
                    <a:pt x="290084" y="284328"/>
                  </a:lnTo>
                  <a:lnTo>
                    <a:pt x="294004" y="284335"/>
                  </a:lnTo>
                  <a:lnTo>
                    <a:pt x="297924" y="284332"/>
                  </a:lnTo>
                  <a:lnTo>
                    <a:pt x="301844" y="284321"/>
                  </a:lnTo>
                  <a:lnTo>
                    <a:pt x="305764" y="284301"/>
                  </a:lnTo>
                  <a:lnTo>
                    <a:pt x="309684" y="284271"/>
                  </a:lnTo>
                  <a:lnTo>
                    <a:pt x="313605" y="284233"/>
                  </a:lnTo>
                  <a:lnTo>
                    <a:pt x="317525" y="284185"/>
                  </a:lnTo>
                  <a:lnTo>
                    <a:pt x="321445" y="284127"/>
                  </a:lnTo>
                  <a:lnTo>
                    <a:pt x="325365" y="284060"/>
                  </a:lnTo>
                  <a:lnTo>
                    <a:pt x="329285" y="283983"/>
                  </a:lnTo>
                  <a:lnTo>
                    <a:pt x="333205" y="283899"/>
                  </a:lnTo>
                  <a:lnTo>
                    <a:pt x="337125" y="283807"/>
                  </a:lnTo>
                  <a:lnTo>
                    <a:pt x="341045" y="283707"/>
                  </a:lnTo>
                  <a:lnTo>
                    <a:pt x="344965" y="283601"/>
                  </a:lnTo>
                  <a:lnTo>
                    <a:pt x="348885" y="283488"/>
                  </a:lnTo>
                  <a:lnTo>
                    <a:pt x="352805" y="283370"/>
                  </a:lnTo>
                  <a:lnTo>
                    <a:pt x="356725" y="283250"/>
                  </a:lnTo>
                  <a:lnTo>
                    <a:pt x="360645" y="283127"/>
                  </a:lnTo>
                  <a:lnTo>
                    <a:pt x="364565" y="283003"/>
                  </a:lnTo>
                  <a:lnTo>
                    <a:pt x="368485" y="282880"/>
                  </a:lnTo>
                  <a:lnTo>
                    <a:pt x="372405" y="282760"/>
                  </a:lnTo>
                  <a:lnTo>
                    <a:pt x="376326" y="282643"/>
                  </a:lnTo>
                  <a:lnTo>
                    <a:pt x="380246" y="282533"/>
                  </a:lnTo>
                  <a:lnTo>
                    <a:pt x="384166" y="282429"/>
                  </a:lnTo>
                  <a:lnTo>
                    <a:pt x="388086" y="282334"/>
                  </a:lnTo>
                  <a:lnTo>
                    <a:pt x="392006" y="282248"/>
                  </a:lnTo>
                  <a:lnTo>
                    <a:pt x="395926" y="282174"/>
                  </a:lnTo>
                  <a:lnTo>
                    <a:pt x="399846" y="282115"/>
                  </a:lnTo>
                  <a:lnTo>
                    <a:pt x="403766" y="282069"/>
                  </a:lnTo>
                  <a:lnTo>
                    <a:pt x="407686" y="282037"/>
                  </a:lnTo>
                  <a:lnTo>
                    <a:pt x="411606" y="282020"/>
                  </a:lnTo>
                  <a:lnTo>
                    <a:pt x="415526" y="282017"/>
                  </a:lnTo>
                  <a:lnTo>
                    <a:pt x="419446" y="282029"/>
                  </a:lnTo>
                  <a:lnTo>
                    <a:pt x="423366" y="282058"/>
                  </a:lnTo>
                  <a:lnTo>
                    <a:pt x="427286" y="282101"/>
                  </a:lnTo>
                  <a:lnTo>
                    <a:pt x="431206" y="282156"/>
                  </a:lnTo>
                  <a:lnTo>
                    <a:pt x="435126" y="282222"/>
                  </a:lnTo>
                  <a:lnTo>
                    <a:pt x="439047" y="282299"/>
                  </a:lnTo>
                  <a:lnTo>
                    <a:pt x="442967" y="282384"/>
                  </a:lnTo>
                  <a:lnTo>
                    <a:pt x="446887" y="282476"/>
                  </a:lnTo>
                  <a:lnTo>
                    <a:pt x="450807" y="282572"/>
                  </a:lnTo>
                  <a:lnTo>
                    <a:pt x="454727" y="282671"/>
                  </a:lnTo>
                  <a:lnTo>
                    <a:pt x="458647" y="282768"/>
                  </a:lnTo>
                  <a:lnTo>
                    <a:pt x="462567" y="282863"/>
                  </a:lnTo>
                  <a:lnTo>
                    <a:pt x="466487" y="282953"/>
                  </a:lnTo>
                  <a:lnTo>
                    <a:pt x="470407" y="283036"/>
                  </a:lnTo>
                  <a:lnTo>
                    <a:pt x="474327" y="283107"/>
                  </a:lnTo>
                  <a:lnTo>
                    <a:pt x="478247" y="283164"/>
                  </a:lnTo>
                  <a:lnTo>
                    <a:pt x="482167" y="283207"/>
                  </a:lnTo>
                  <a:lnTo>
                    <a:pt x="486087" y="283232"/>
                  </a:lnTo>
                  <a:lnTo>
                    <a:pt x="490007" y="283237"/>
                  </a:lnTo>
                  <a:lnTo>
                    <a:pt x="493927" y="283221"/>
                  </a:lnTo>
                  <a:lnTo>
                    <a:pt x="497847" y="283179"/>
                  </a:lnTo>
                  <a:lnTo>
                    <a:pt x="501768" y="283107"/>
                  </a:lnTo>
                  <a:lnTo>
                    <a:pt x="505688" y="283006"/>
                  </a:lnTo>
                  <a:lnTo>
                    <a:pt x="509608" y="282875"/>
                  </a:lnTo>
                  <a:lnTo>
                    <a:pt x="513528" y="282711"/>
                  </a:lnTo>
                  <a:lnTo>
                    <a:pt x="517448" y="282512"/>
                  </a:lnTo>
                  <a:lnTo>
                    <a:pt x="521368" y="282278"/>
                  </a:lnTo>
                  <a:lnTo>
                    <a:pt x="525288" y="281995"/>
                  </a:lnTo>
                  <a:lnTo>
                    <a:pt x="529208" y="281671"/>
                  </a:lnTo>
                  <a:lnTo>
                    <a:pt x="533128" y="281304"/>
                  </a:lnTo>
                  <a:lnTo>
                    <a:pt x="537048" y="280890"/>
                  </a:lnTo>
                  <a:lnTo>
                    <a:pt x="540968" y="280430"/>
                  </a:lnTo>
                  <a:lnTo>
                    <a:pt x="544888" y="279919"/>
                  </a:lnTo>
                  <a:lnTo>
                    <a:pt x="548808" y="279351"/>
                  </a:lnTo>
                  <a:lnTo>
                    <a:pt x="552728" y="278723"/>
                  </a:lnTo>
                  <a:lnTo>
                    <a:pt x="556648" y="278039"/>
                  </a:lnTo>
                  <a:lnTo>
                    <a:pt x="560569" y="277297"/>
                  </a:lnTo>
                  <a:lnTo>
                    <a:pt x="564489" y="276494"/>
                  </a:lnTo>
                  <a:lnTo>
                    <a:pt x="568409" y="275630"/>
                  </a:lnTo>
                  <a:lnTo>
                    <a:pt x="572329" y="274702"/>
                  </a:lnTo>
                  <a:lnTo>
                    <a:pt x="576249" y="273694"/>
                  </a:lnTo>
                  <a:lnTo>
                    <a:pt x="580169" y="272618"/>
                  </a:lnTo>
                  <a:lnTo>
                    <a:pt x="584089" y="271472"/>
                  </a:lnTo>
                  <a:lnTo>
                    <a:pt x="588009" y="270254"/>
                  </a:lnTo>
                  <a:lnTo>
                    <a:pt x="591929" y="268961"/>
                  </a:lnTo>
                  <a:lnTo>
                    <a:pt x="595849" y="267592"/>
                  </a:lnTo>
                  <a:lnTo>
                    <a:pt x="599769" y="266131"/>
                  </a:lnTo>
                  <a:lnTo>
                    <a:pt x="603689" y="264578"/>
                  </a:lnTo>
                  <a:lnTo>
                    <a:pt x="607609" y="262936"/>
                  </a:lnTo>
                  <a:lnTo>
                    <a:pt x="611529" y="261201"/>
                  </a:lnTo>
                  <a:lnTo>
                    <a:pt x="615449" y="259367"/>
                  </a:lnTo>
                  <a:lnTo>
                    <a:pt x="619369" y="257429"/>
                  </a:lnTo>
                  <a:lnTo>
                    <a:pt x="623290" y="255376"/>
                  </a:lnTo>
                  <a:lnTo>
                    <a:pt x="627210" y="253182"/>
                  </a:lnTo>
                  <a:lnTo>
                    <a:pt x="631130" y="250860"/>
                  </a:lnTo>
                  <a:lnTo>
                    <a:pt x="635050" y="248402"/>
                  </a:lnTo>
                  <a:lnTo>
                    <a:pt x="638970" y="245799"/>
                  </a:lnTo>
                  <a:lnTo>
                    <a:pt x="642890" y="243044"/>
                  </a:lnTo>
                  <a:lnTo>
                    <a:pt x="646810" y="240128"/>
                  </a:lnTo>
                  <a:lnTo>
                    <a:pt x="650730" y="237012"/>
                  </a:lnTo>
                  <a:lnTo>
                    <a:pt x="654650" y="233705"/>
                  </a:lnTo>
                  <a:lnTo>
                    <a:pt x="658570" y="230208"/>
                  </a:lnTo>
                  <a:lnTo>
                    <a:pt x="662490" y="226515"/>
                  </a:lnTo>
                  <a:lnTo>
                    <a:pt x="666410" y="222620"/>
                  </a:lnTo>
                  <a:lnTo>
                    <a:pt x="670330" y="218519"/>
                  </a:lnTo>
                  <a:lnTo>
                    <a:pt x="674250" y="214193"/>
                  </a:lnTo>
                  <a:lnTo>
                    <a:pt x="678170" y="209622"/>
                  </a:lnTo>
                  <a:lnTo>
                    <a:pt x="682090" y="204837"/>
                  </a:lnTo>
                  <a:lnTo>
                    <a:pt x="686011" y="199843"/>
                  </a:lnTo>
                  <a:lnTo>
                    <a:pt x="689931" y="194643"/>
                  </a:lnTo>
                  <a:lnTo>
                    <a:pt x="693851" y="189242"/>
                  </a:lnTo>
                  <a:lnTo>
                    <a:pt x="697771" y="183647"/>
                  </a:lnTo>
                  <a:lnTo>
                    <a:pt x="701691" y="177835"/>
                  </a:lnTo>
                  <a:lnTo>
                    <a:pt x="705611" y="171851"/>
                  </a:lnTo>
                  <a:lnTo>
                    <a:pt x="709531" y="165714"/>
                  </a:lnTo>
                  <a:lnTo>
                    <a:pt x="713451" y="159438"/>
                  </a:lnTo>
                  <a:lnTo>
                    <a:pt x="717371" y="153041"/>
                  </a:lnTo>
                  <a:lnTo>
                    <a:pt x="721291" y="146538"/>
                  </a:lnTo>
                  <a:lnTo>
                    <a:pt x="725211" y="139943"/>
                  </a:lnTo>
                  <a:lnTo>
                    <a:pt x="729131" y="133278"/>
                  </a:lnTo>
                  <a:lnTo>
                    <a:pt x="733051" y="126576"/>
                  </a:lnTo>
                  <a:lnTo>
                    <a:pt x="736971" y="119855"/>
                  </a:lnTo>
                  <a:lnTo>
                    <a:pt x="740891" y="113136"/>
                  </a:lnTo>
                  <a:lnTo>
                    <a:pt x="744811" y="106436"/>
                  </a:lnTo>
                  <a:lnTo>
                    <a:pt x="748732" y="99776"/>
                  </a:lnTo>
                  <a:lnTo>
                    <a:pt x="752652" y="93193"/>
                  </a:lnTo>
                  <a:lnTo>
                    <a:pt x="756572" y="86697"/>
                  </a:lnTo>
                  <a:lnTo>
                    <a:pt x="760492" y="80304"/>
                  </a:lnTo>
                  <a:lnTo>
                    <a:pt x="764412" y="74031"/>
                  </a:lnTo>
                  <a:lnTo>
                    <a:pt x="768332" y="67894"/>
                  </a:lnTo>
                  <a:lnTo>
                    <a:pt x="772252" y="61910"/>
                  </a:lnTo>
                  <a:lnTo>
                    <a:pt x="776172" y="56114"/>
                  </a:lnTo>
                  <a:lnTo>
                    <a:pt x="780092" y="50526"/>
                  </a:lnTo>
                  <a:lnTo>
                    <a:pt x="784012" y="45144"/>
                  </a:lnTo>
                  <a:lnTo>
                    <a:pt x="787932" y="39980"/>
                  </a:lnTo>
                  <a:lnTo>
                    <a:pt x="791852" y="35048"/>
                  </a:lnTo>
                  <a:lnTo>
                    <a:pt x="795772" y="30364"/>
                  </a:lnTo>
                  <a:lnTo>
                    <a:pt x="799692" y="25944"/>
                  </a:lnTo>
                  <a:lnTo>
                    <a:pt x="803612" y="21863"/>
                  </a:lnTo>
                  <a:lnTo>
                    <a:pt x="807532" y="18077"/>
                  </a:lnTo>
                  <a:lnTo>
                    <a:pt x="811453" y="14603"/>
                  </a:lnTo>
                  <a:lnTo>
                    <a:pt x="815373" y="11452"/>
                  </a:lnTo>
                  <a:lnTo>
                    <a:pt x="819293" y="8639"/>
                  </a:lnTo>
                  <a:lnTo>
                    <a:pt x="823213" y="6177"/>
                  </a:lnTo>
                  <a:lnTo>
                    <a:pt x="827133" y="4132"/>
                  </a:lnTo>
                  <a:lnTo>
                    <a:pt x="831053" y="2500"/>
                  </a:lnTo>
                  <a:lnTo>
                    <a:pt x="834973" y="1262"/>
                  </a:lnTo>
                  <a:lnTo>
                    <a:pt x="838893" y="426"/>
                  </a:lnTo>
                  <a:lnTo>
                    <a:pt x="842813" y="3"/>
                  </a:lnTo>
                  <a:lnTo>
                    <a:pt x="846733" y="0"/>
                  </a:lnTo>
                  <a:lnTo>
                    <a:pt x="850653" y="439"/>
                  </a:lnTo>
                  <a:lnTo>
                    <a:pt x="854573" y="1392"/>
                  </a:lnTo>
                  <a:lnTo>
                    <a:pt x="858493" y="2779"/>
                  </a:lnTo>
                  <a:lnTo>
                    <a:pt x="862413" y="4601"/>
                  </a:lnTo>
                  <a:lnTo>
                    <a:pt x="866333" y="6855"/>
                  </a:lnTo>
                  <a:lnTo>
                    <a:pt x="870253" y="9537"/>
                  </a:lnTo>
                  <a:lnTo>
                    <a:pt x="874174" y="12640"/>
                  </a:lnTo>
                  <a:lnTo>
                    <a:pt x="878094" y="16219"/>
                  </a:lnTo>
                  <a:lnTo>
                    <a:pt x="882014" y="20215"/>
                  </a:lnTo>
                  <a:lnTo>
                    <a:pt x="885934" y="24587"/>
                  </a:lnTo>
                  <a:lnTo>
                    <a:pt x="889854" y="29314"/>
                  </a:lnTo>
                  <a:lnTo>
                    <a:pt x="893774" y="34375"/>
                  </a:lnTo>
                  <a:lnTo>
                    <a:pt x="897694" y="39748"/>
                  </a:lnTo>
                  <a:lnTo>
                    <a:pt x="901614" y="45421"/>
                  </a:lnTo>
                  <a:lnTo>
                    <a:pt x="905534" y="51380"/>
                  </a:lnTo>
                  <a:lnTo>
                    <a:pt x="909454" y="57548"/>
                  </a:lnTo>
                  <a:lnTo>
                    <a:pt x="913374" y="63894"/>
                  </a:lnTo>
                  <a:lnTo>
                    <a:pt x="917294" y="70384"/>
                  </a:lnTo>
                  <a:lnTo>
                    <a:pt x="921214" y="76986"/>
                  </a:lnTo>
                  <a:lnTo>
                    <a:pt x="925134" y="83667"/>
                  </a:lnTo>
                  <a:lnTo>
                    <a:pt x="929054" y="90395"/>
                  </a:lnTo>
                  <a:lnTo>
                    <a:pt x="932974" y="97122"/>
                  </a:lnTo>
                  <a:lnTo>
                    <a:pt x="936895" y="103818"/>
                  </a:lnTo>
                  <a:lnTo>
                    <a:pt x="940815" y="110457"/>
                  </a:lnTo>
                  <a:lnTo>
                    <a:pt x="944735" y="117015"/>
                  </a:lnTo>
                  <a:lnTo>
                    <a:pt x="948655" y="123468"/>
                  </a:lnTo>
                  <a:lnTo>
                    <a:pt x="952575" y="129783"/>
                  </a:lnTo>
                  <a:lnTo>
                    <a:pt x="956495" y="135933"/>
                  </a:lnTo>
                  <a:lnTo>
                    <a:pt x="960415" y="141921"/>
                  </a:lnTo>
                  <a:lnTo>
                    <a:pt x="964335" y="147739"/>
                  </a:lnTo>
                  <a:lnTo>
                    <a:pt x="968255" y="153381"/>
                  </a:lnTo>
                  <a:lnTo>
                    <a:pt x="972175" y="158843"/>
                  </a:lnTo>
                  <a:lnTo>
                    <a:pt x="976095" y="164122"/>
                  </a:lnTo>
                  <a:lnTo>
                    <a:pt x="980015" y="169180"/>
                  </a:lnTo>
                  <a:lnTo>
                    <a:pt x="983935" y="174058"/>
                  </a:lnTo>
                  <a:lnTo>
                    <a:pt x="987855" y="178763"/>
                  </a:lnTo>
                  <a:lnTo>
                    <a:pt x="991775" y="183300"/>
                  </a:lnTo>
                  <a:lnTo>
                    <a:pt x="995695" y="187676"/>
                  </a:lnTo>
                  <a:lnTo>
                    <a:pt x="999616" y="191899"/>
                  </a:lnTo>
                  <a:lnTo>
                    <a:pt x="1003536" y="195960"/>
                  </a:lnTo>
                  <a:lnTo>
                    <a:pt x="1007456" y="199871"/>
                  </a:lnTo>
                  <a:lnTo>
                    <a:pt x="1011376" y="203655"/>
                  </a:lnTo>
                  <a:lnTo>
                    <a:pt x="1015296" y="207321"/>
                  </a:lnTo>
                  <a:lnTo>
                    <a:pt x="1019216" y="210874"/>
                  </a:lnTo>
                  <a:lnTo>
                    <a:pt x="1023136" y="214323"/>
                  </a:lnTo>
                  <a:lnTo>
                    <a:pt x="1027056" y="217671"/>
                  </a:lnTo>
                  <a:lnTo>
                    <a:pt x="1030976" y="220907"/>
                  </a:lnTo>
                  <a:lnTo>
                    <a:pt x="1034896" y="224057"/>
                  </a:lnTo>
                  <a:lnTo>
                    <a:pt x="1038816" y="227126"/>
                  </a:lnTo>
                  <a:lnTo>
                    <a:pt x="1042736" y="230115"/>
                  </a:lnTo>
                  <a:lnTo>
                    <a:pt x="1046656" y="233028"/>
                  </a:lnTo>
                  <a:lnTo>
                    <a:pt x="1050576" y="235867"/>
                  </a:lnTo>
                  <a:lnTo>
                    <a:pt x="1054496" y="238624"/>
                  </a:lnTo>
                  <a:lnTo>
                    <a:pt x="1058417" y="241304"/>
                  </a:lnTo>
                  <a:lnTo>
                    <a:pt x="1062337" y="243912"/>
                  </a:lnTo>
                  <a:lnTo>
                    <a:pt x="1066257" y="246449"/>
                  </a:lnTo>
                  <a:lnTo>
                    <a:pt x="1070177" y="248914"/>
                  </a:lnTo>
                  <a:lnTo>
                    <a:pt x="1074097" y="251304"/>
                  </a:lnTo>
                  <a:lnTo>
                    <a:pt x="1078017" y="253616"/>
                  </a:lnTo>
                  <a:lnTo>
                    <a:pt x="1081937" y="255836"/>
                  </a:lnTo>
                  <a:lnTo>
                    <a:pt x="1085857" y="257974"/>
                  </a:lnTo>
                  <a:lnTo>
                    <a:pt x="1089777" y="260029"/>
                  </a:lnTo>
                  <a:lnTo>
                    <a:pt x="1093697" y="261998"/>
                  </a:lnTo>
                  <a:lnTo>
                    <a:pt x="1097617" y="263880"/>
                  </a:lnTo>
                  <a:lnTo>
                    <a:pt x="1101537" y="265671"/>
                  </a:lnTo>
                  <a:lnTo>
                    <a:pt x="1105457" y="267355"/>
                  </a:lnTo>
                  <a:lnTo>
                    <a:pt x="1109377" y="268939"/>
                  </a:lnTo>
                  <a:lnTo>
                    <a:pt x="1113297" y="270428"/>
                  </a:lnTo>
                  <a:lnTo>
                    <a:pt x="1117217" y="271821"/>
                  </a:lnTo>
                  <a:lnTo>
                    <a:pt x="1121138" y="273120"/>
                  </a:lnTo>
                  <a:lnTo>
                    <a:pt x="1125058" y="274325"/>
                  </a:lnTo>
                  <a:lnTo>
                    <a:pt x="1128978" y="275431"/>
                  </a:lnTo>
                  <a:lnTo>
                    <a:pt x="1132898" y="276432"/>
                  </a:lnTo>
                  <a:lnTo>
                    <a:pt x="1136818" y="277347"/>
                  </a:lnTo>
                  <a:lnTo>
                    <a:pt x="1140738" y="278178"/>
                  </a:lnTo>
                  <a:lnTo>
                    <a:pt x="1144658" y="278930"/>
                  </a:lnTo>
                  <a:lnTo>
                    <a:pt x="1148578" y="279607"/>
                  </a:lnTo>
                  <a:lnTo>
                    <a:pt x="1152498" y="280213"/>
                  </a:lnTo>
                  <a:lnTo>
                    <a:pt x="1156418" y="280742"/>
                  </a:lnTo>
                  <a:lnTo>
                    <a:pt x="1160338" y="281210"/>
                  </a:lnTo>
                  <a:lnTo>
                    <a:pt x="1164258" y="281624"/>
                  </a:lnTo>
                  <a:lnTo>
                    <a:pt x="1168178" y="281990"/>
                  </a:lnTo>
                  <a:lnTo>
                    <a:pt x="1172098" y="282312"/>
                  </a:lnTo>
                  <a:lnTo>
                    <a:pt x="1176018" y="282595"/>
                  </a:lnTo>
                  <a:lnTo>
                    <a:pt x="1179938" y="282841"/>
                  </a:lnTo>
                  <a:lnTo>
                    <a:pt x="1183859" y="283053"/>
                  </a:lnTo>
                  <a:lnTo>
                    <a:pt x="1187779" y="283239"/>
                  </a:lnTo>
                  <a:lnTo>
                    <a:pt x="1191699" y="283404"/>
                  </a:lnTo>
                  <a:lnTo>
                    <a:pt x="1195619" y="283550"/>
                  </a:lnTo>
                  <a:lnTo>
                    <a:pt x="1199539" y="283679"/>
                  </a:lnTo>
                  <a:lnTo>
                    <a:pt x="1203459" y="283794"/>
                  </a:lnTo>
                  <a:lnTo>
                    <a:pt x="1207379" y="283895"/>
                  </a:lnTo>
                  <a:lnTo>
                    <a:pt x="1211299" y="283986"/>
                  </a:lnTo>
                  <a:lnTo>
                    <a:pt x="1215219" y="284068"/>
                  </a:lnTo>
                  <a:lnTo>
                    <a:pt x="1219139" y="284142"/>
                  </a:lnTo>
                  <a:lnTo>
                    <a:pt x="1223059" y="284210"/>
                  </a:lnTo>
                  <a:lnTo>
                    <a:pt x="1226979" y="284271"/>
                  </a:lnTo>
                  <a:lnTo>
                    <a:pt x="1230899" y="284327"/>
                  </a:lnTo>
                  <a:lnTo>
                    <a:pt x="1234819" y="284377"/>
                  </a:lnTo>
                  <a:lnTo>
                    <a:pt x="1238739" y="284422"/>
                  </a:lnTo>
                  <a:lnTo>
                    <a:pt x="1242659" y="284464"/>
                  </a:lnTo>
                  <a:lnTo>
                    <a:pt x="1246580" y="284501"/>
                  </a:lnTo>
                  <a:lnTo>
                    <a:pt x="1250500" y="284535"/>
                  </a:lnTo>
                  <a:lnTo>
                    <a:pt x="1254420" y="284565"/>
                  </a:lnTo>
                  <a:lnTo>
                    <a:pt x="1258340" y="284591"/>
                  </a:lnTo>
                  <a:lnTo>
                    <a:pt x="1262260" y="284615"/>
                  </a:lnTo>
                  <a:lnTo>
                    <a:pt x="1266180" y="284635"/>
                  </a:lnTo>
                  <a:lnTo>
                    <a:pt x="1270100" y="284653"/>
                  </a:lnTo>
                  <a:lnTo>
                    <a:pt x="1274020" y="284669"/>
                  </a:lnTo>
                  <a:lnTo>
                    <a:pt x="1277940" y="284682"/>
                  </a:lnTo>
                  <a:lnTo>
                    <a:pt x="1281860" y="284693"/>
                  </a:lnTo>
                  <a:lnTo>
                    <a:pt x="1285780" y="284703"/>
                  </a:lnTo>
                  <a:lnTo>
                    <a:pt x="1289700" y="284711"/>
                  </a:lnTo>
                  <a:lnTo>
                    <a:pt x="1293620" y="284718"/>
                  </a:lnTo>
                  <a:lnTo>
                    <a:pt x="1297540" y="284723"/>
                  </a:lnTo>
                  <a:lnTo>
                    <a:pt x="1301460" y="284728"/>
                  </a:lnTo>
                  <a:lnTo>
                    <a:pt x="1305380" y="284732"/>
                  </a:lnTo>
                  <a:lnTo>
                    <a:pt x="1309301" y="284735"/>
                  </a:lnTo>
                  <a:lnTo>
                    <a:pt x="1313221" y="284737"/>
                  </a:lnTo>
                  <a:lnTo>
                    <a:pt x="1317141" y="284739"/>
                  </a:lnTo>
                  <a:lnTo>
                    <a:pt x="1321061" y="284741"/>
                  </a:lnTo>
                  <a:lnTo>
                    <a:pt x="1324981" y="284742"/>
                  </a:lnTo>
                  <a:lnTo>
                    <a:pt x="1328901" y="284743"/>
                  </a:lnTo>
                  <a:lnTo>
                    <a:pt x="1332821" y="284743"/>
                  </a:lnTo>
                  <a:lnTo>
                    <a:pt x="1336741" y="284744"/>
                  </a:lnTo>
                  <a:lnTo>
                    <a:pt x="1340661" y="284744"/>
                  </a:lnTo>
                  <a:lnTo>
                    <a:pt x="1344581" y="284745"/>
                  </a:lnTo>
                  <a:lnTo>
                    <a:pt x="1348501" y="284745"/>
                  </a:lnTo>
                  <a:lnTo>
                    <a:pt x="1352421" y="284745"/>
                  </a:lnTo>
                  <a:lnTo>
                    <a:pt x="1356341" y="284745"/>
                  </a:lnTo>
                  <a:lnTo>
                    <a:pt x="1360261" y="284745"/>
                  </a:lnTo>
                  <a:lnTo>
                    <a:pt x="1364181" y="284745"/>
                  </a:lnTo>
                  <a:lnTo>
                    <a:pt x="1368101" y="284745"/>
                  </a:lnTo>
                  <a:lnTo>
                    <a:pt x="1372022" y="284745"/>
                  </a:lnTo>
                  <a:lnTo>
                    <a:pt x="1375942" y="284745"/>
                  </a:lnTo>
                  <a:lnTo>
                    <a:pt x="1379862" y="284745"/>
                  </a:lnTo>
                  <a:lnTo>
                    <a:pt x="1383782" y="284745"/>
                  </a:lnTo>
                  <a:lnTo>
                    <a:pt x="1387702" y="284745"/>
                  </a:lnTo>
                  <a:lnTo>
                    <a:pt x="1391622" y="284745"/>
                  </a:lnTo>
                  <a:lnTo>
                    <a:pt x="1395542" y="284745"/>
                  </a:lnTo>
                  <a:lnTo>
                    <a:pt x="1399462" y="284745"/>
                  </a:lnTo>
                  <a:lnTo>
                    <a:pt x="1403382" y="284745"/>
                  </a:lnTo>
                  <a:lnTo>
                    <a:pt x="1407302" y="284745"/>
                  </a:lnTo>
                  <a:lnTo>
                    <a:pt x="1411222" y="284745"/>
                  </a:lnTo>
                  <a:lnTo>
                    <a:pt x="1415142" y="284745"/>
                  </a:lnTo>
                  <a:lnTo>
                    <a:pt x="1419062" y="284744"/>
                  </a:lnTo>
                  <a:lnTo>
                    <a:pt x="1422982" y="284744"/>
                  </a:lnTo>
                  <a:lnTo>
                    <a:pt x="1426902" y="284744"/>
                  </a:lnTo>
                  <a:lnTo>
                    <a:pt x="1430822" y="284743"/>
                  </a:lnTo>
                  <a:lnTo>
                    <a:pt x="1434743" y="284742"/>
                  </a:lnTo>
                  <a:lnTo>
                    <a:pt x="1438663" y="284741"/>
                  </a:lnTo>
                  <a:lnTo>
                    <a:pt x="1442583" y="284740"/>
                  </a:lnTo>
                  <a:lnTo>
                    <a:pt x="1446503" y="284738"/>
                  </a:lnTo>
                  <a:lnTo>
                    <a:pt x="1450423" y="284736"/>
                  </a:lnTo>
                  <a:lnTo>
                    <a:pt x="1454343" y="284733"/>
                  </a:lnTo>
                  <a:lnTo>
                    <a:pt x="1458263" y="284729"/>
                  </a:lnTo>
                  <a:lnTo>
                    <a:pt x="1462183" y="284725"/>
                  </a:lnTo>
                  <a:lnTo>
                    <a:pt x="1466103" y="284719"/>
                  </a:lnTo>
                  <a:lnTo>
                    <a:pt x="1470023" y="284713"/>
                  </a:lnTo>
                  <a:lnTo>
                    <a:pt x="1473943" y="284705"/>
                  </a:lnTo>
                  <a:lnTo>
                    <a:pt x="1477863" y="284695"/>
                  </a:lnTo>
                  <a:lnTo>
                    <a:pt x="1481783" y="284684"/>
                  </a:lnTo>
                  <a:lnTo>
                    <a:pt x="1485703" y="284670"/>
                  </a:lnTo>
                  <a:lnTo>
                    <a:pt x="1489623" y="284654"/>
                  </a:lnTo>
                  <a:lnTo>
                    <a:pt x="1493543" y="284635"/>
                  </a:lnTo>
                  <a:lnTo>
                    <a:pt x="1497464" y="284614"/>
                  </a:lnTo>
                  <a:lnTo>
                    <a:pt x="1501384" y="284589"/>
                  </a:lnTo>
                  <a:lnTo>
                    <a:pt x="1505304" y="284561"/>
                  </a:lnTo>
                  <a:lnTo>
                    <a:pt x="1509224" y="284529"/>
                  </a:lnTo>
                  <a:lnTo>
                    <a:pt x="1513144" y="284493"/>
                  </a:lnTo>
                  <a:lnTo>
                    <a:pt x="1517064" y="284453"/>
                  </a:lnTo>
                  <a:lnTo>
                    <a:pt x="1520984" y="284408"/>
                  </a:lnTo>
                  <a:lnTo>
                    <a:pt x="1524904" y="284359"/>
                  </a:lnTo>
                  <a:lnTo>
                    <a:pt x="1528824" y="284306"/>
                  </a:lnTo>
                  <a:lnTo>
                    <a:pt x="1532744" y="284248"/>
                  </a:lnTo>
                  <a:lnTo>
                    <a:pt x="1536664" y="284186"/>
                  </a:lnTo>
                  <a:lnTo>
                    <a:pt x="1540584" y="284119"/>
                  </a:lnTo>
                  <a:lnTo>
                    <a:pt x="1544504" y="284048"/>
                  </a:lnTo>
                  <a:lnTo>
                    <a:pt x="1548424" y="283973"/>
                  </a:lnTo>
                  <a:lnTo>
                    <a:pt x="1552344" y="283895"/>
                  </a:lnTo>
                  <a:lnTo>
                    <a:pt x="1556265" y="283814"/>
                  </a:lnTo>
                  <a:lnTo>
                    <a:pt x="1560185" y="283730"/>
                  </a:lnTo>
                  <a:lnTo>
                    <a:pt x="1564105" y="283645"/>
                  </a:lnTo>
                  <a:lnTo>
                    <a:pt x="1568025" y="283559"/>
                  </a:lnTo>
                  <a:lnTo>
                    <a:pt x="1571945" y="283472"/>
                  </a:lnTo>
                  <a:lnTo>
                    <a:pt x="1575865" y="283386"/>
                  </a:lnTo>
                  <a:lnTo>
                    <a:pt x="1579785" y="283301"/>
                  </a:lnTo>
                  <a:lnTo>
                    <a:pt x="1583705" y="283219"/>
                  </a:lnTo>
                  <a:lnTo>
                    <a:pt x="1587625" y="283140"/>
                  </a:lnTo>
                  <a:lnTo>
                    <a:pt x="1591545" y="283065"/>
                  </a:lnTo>
                  <a:lnTo>
                    <a:pt x="1595465" y="282996"/>
                  </a:lnTo>
                  <a:lnTo>
                    <a:pt x="1599385" y="282932"/>
                  </a:lnTo>
                  <a:lnTo>
                    <a:pt x="1603305" y="282874"/>
                  </a:lnTo>
                  <a:lnTo>
                    <a:pt x="1607225" y="282823"/>
                  </a:lnTo>
                  <a:lnTo>
                    <a:pt x="1611145" y="282782"/>
                  </a:lnTo>
                  <a:lnTo>
                    <a:pt x="1615065" y="282749"/>
                  </a:lnTo>
                  <a:lnTo>
                    <a:pt x="1618986" y="282725"/>
                  </a:lnTo>
                  <a:lnTo>
                    <a:pt x="1622906" y="282710"/>
                  </a:lnTo>
                  <a:lnTo>
                    <a:pt x="1626826" y="282703"/>
                  </a:lnTo>
                  <a:lnTo>
                    <a:pt x="1630746" y="282705"/>
                  </a:lnTo>
                  <a:lnTo>
                    <a:pt x="1634666" y="282716"/>
                  </a:lnTo>
                  <a:lnTo>
                    <a:pt x="1638586" y="282736"/>
                  </a:lnTo>
                  <a:lnTo>
                    <a:pt x="1642506" y="282762"/>
                  </a:lnTo>
                  <a:lnTo>
                    <a:pt x="1646426" y="282794"/>
                  </a:lnTo>
                  <a:lnTo>
                    <a:pt x="1650346" y="282830"/>
                  </a:lnTo>
                  <a:lnTo>
                    <a:pt x="1654266" y="282871"/>
                  </a:lnTo>
                  <a:lnTo>
                    <a:pt x="1658186" y="282914"/>
                  </a:lnTo>
                  <a:lnTo>
                    <a:pt x="1662106" y="282957"/>
                  </a:lnTo>
                  <a:lnTo>
                    <a:pt x="1666026" y="283000"/>
                  </a:lnTo>
                  <a:lnTo>
                    <a:pt x="1669946" y="283041"/>
                  </a:lnTo>
                  <a:lnTo>
                    <a:pt x="1673866" y="283079"/>
                  </a:lnTo>
                  <a:lnTo>
                    <a:pt x="1677786" y="283111"/>
                  </a:lnTo>
                  <a:lnTo>
                    <a:pt x="1681707" y="283138"/>
                  </a:lnTo>
                  <a:lnTo>
                    <a:pt x="1685627" y="283156"/>
                  </a:lnTo>
                  <a:lnTo>
                    <a:pt x="1689547" y="283166"/>
                  </a:lnTo>
                  <a:lnTo>
                    <a:pt x="1693467" y="283166"/>
                  </a:lnTo>
                  <a:lnTo>
                    <a:pt x="1697387" y="283156"/>
                  </a:lnTo>
                  <a:lnTo>
                    <a:pt x="1701307" y="283136"/>
                  </a:lnTo>
                  <a:lnTo>
                    <a:pt x="1705227" y="283106"/>
                  </a:lnTo>
                  <a:lnTo>
                    <a:pt x="1709147" y="283065"/>
                  </a:lnTo>
                  <a:lnTo>
                    <a:pt x="1713067" y="283010"/>
                  </a:lnTo>
                  <a:lnTo>
                    <a:pt x="1716987" y="282945"/>
                  </a:lnTo>
                  <a:lnTo>
                    <a:pt x="1720907" y="282870"/>
                  </a:lnTo>
                  <a:lnTo>
                    <a:pt x="1724827" y="282785"/>
                  </a:lnTo>
                  <a:lnTo>
                    <a:pt x="1728747" y="282690"/>
                  </a:lnTo>
                  <a:lnTo>
                    <a:pt x="1732667" y="282586"/>
                  </a:lnTo>
                  <a:lnTo>
                    <a:pt x="1736587" y="282473"/>
                  </a:lnTo>
                  <a:lnTo>
                    <a:pt x="1740507" y="282352"/>
                  </a:lnTo>
                  <a:lnTo>
                    <a:pt x="1744428" y="282224"/>
                  </a:lnTo>
                  <a:lnTo>
                    <a:pt x="1748348" y="282089"/>
                  </a:lnTo>
                  <a:lnTo>
                    <a:pt x="1752268" y="281949"/>
                  </a:lnTo>
                  <a:lnTo>
                    <a:pt x="1756188" y="281803"/>
                  </a:lnTo>
                  <a:lnTo>
                    <a:pt x="1760108" y="281653"/>
                  </a:lnTo>
                  <a:lnTo>
                    <a:pt x="1764028" y="281497"/>
                  </a:lnTo>
                  <a:lnTo>
                    <a:pt x="1767948" y="281337"/>
                  </a:lnTo>
                  <a:lnTo>
                    <a:pt x="1771868" y="281172"/>
                  </a:lnTo>
                  <a:lnTo>
                    <a:pt x="1775788" y="281003"/>
                  </a:lnTo>
                  <a:lnTo>
                    <a:pt x="1779708" y="280829"/>
                  </a:lnTo>
                  <a:lnTo>
                    <a:pt x="1783628" y="280650"/>
                  </a:lnTo>
                  <a:lnTo>
                    <a:pt x="1787548" y="280463"/>
                  </a:lnTo>
                  <a:lnTo>
                    <a:pt x="1791468" y="280268"/>
                  </a:lnTo>
                  <a:lnTo>
                    <a:pt x="1795388" y="280064"/>
                  </a:lnTo>
                  <a:lnTo>
                    <a:pt x="1799308" y="279850"/>
                  </a:lnTo>
                  <a:lnTo>
                    <a:pt x="1803228" y="279625"/>
                  </a:lnTo>
                  <a:lnTo>
                    <a:pt x="1807149" y="279386"/>
                  </a:lnTo>
                  <a:lnTo>
                    <a:pt x="1811069" y="279132"/>
                  </a:lnTo>
                  <a:lnTo>
                    <a:pt x="1814989" y="278857"/>
                  </a:lnTo>
                  <a:lnTo>
                    <a:pt x="1818909" y="278563"/>
                  </a:lnTo>
                  <a:lnTo>
                    <a:pt x="1822829" y="278248"/>
                  </a:lnTo>
                  <a:lnTo>
                    <a:pt x="1826749" y="277910"/>
                  </a:lnTo>
                  <a:lnTo>
                    <a:pt x="1830669" y="277548"/>
                  </a:lnTo>
                  <a:lnTo>
                    <a:pt x="1834589" y="277160"/>
                  </a:lnTo>
                  <a:lnTo>
                    <a:pt x="1838509" y="276739"/>
                  </a:lnTo>
                  <a:lnTo>
                    <a:pt x="1842429" y="276289"/>
                  </a:lnTo>
                  <a:lnTo>
                    <a:pt x="1846349" y="275809"/>
                  </a:lnTo>
                  <a:lnTo>
                    <a:pt x="1850269" y="275300"/>
                  </a:lnTo>
                  <a:lnTo>
                    <a:pt x="1854189" y="274761"/>
                  </a:lnTo>
                  <a:lnTo>
                    <a:pt x="1858109" y="274192"/>
                  </a:lnTo>
                  <a:lnTo>
                    <a:pt x="1862029" y="273593"/>
                  </a:lnTo>
                  <a:lnTo>
                    <a:pt x="1865949" y="272962"/>
                  </a:lnTo>
                  <a:lnTo>
                    <a:pt x="1869870" y="272307"/>
                  </a:lnTo>
                  <a:lnTo>
                    <a:pt x="1873790" y="271629"/>
                  </a:lnTo>
                  <a:lnTo>
                    <a:pt x="1877710" y="270931"/>
                  </a:lnTo>
                  <a:lnTo>
                    <a:pt x="1881630" y="270216"/>
                  </a:lnTo>
                  <a:lnTo>
                    <a:pt x="1885550" y="269488"/>
                  </a:lnTo>
                  <a:lnTo>
                    <a:pt x="1889470" y="268751"/>
                  </a:lnTo>
                  <a:lnTo>
                    <a:pt x="1893390" y="268011"/>
                  </a:lnTo>
                  <a:lnTo>
                    <a:pt x="1897310" y="267276"/>
                  </a:lnTo>
                  <a:lnTo>
                    <a:pt x="1901230" y="266549"/>
                  </a:lnTo>
                  <a:lnTo>
                    <a:pt x="1905150" y="265838"/>
                  </a:lnTo>
                  <a:lnTo>
                    <a:pt x="1909070" y="265147"/>
                  </a:lnTo>
                  <a:lnTo>
                    <a:pt x="1912990" y="264489"/>
                  </a:lnTo>
                  <a:lnTo>
                    <a:pt x="1916910" y="263872"/>
                  </a:lnTo>
                  <a:lnTo>
                    <a:pt x="1920830" y="263301"/>
                  </a:lnTo>
                  <a:lnTo>
                    <a:pt x="1924750" y="262781"/>
                  </a:lnTo>
                  <a:lnTo>
                    <a:pt x="1928670" y="262320"/>
                  </a:lnTo>
                  <a:lnTo>
                    <a:pt x="1932591" y="261923"/>
                  </a:lnTo>
                  <a:lnTo>
                    <a:pt x="1936511" y="261596"/>
                  </a:lnTo>
                  <a:lnTo>
                    <a:pt x="1940431" y="261364"/>
                  </a:lnTo>
                  <a:lnTo>
                    <a:pt x="1944351" y="261215"/>
                  </a:lnTo>
                  <a:lnTo>
                    <a:pt x="1948271" y="261152"/>
                  </a:lnTo>
                  <a:lnTo>
                    <a:pt x="1952191" y="261178"/>
                  </a:lnTo>
                  <a:lnTo>
                    <a:pt x="1956111" y="261296"/>
                  </a:lnTo>
                  <a:lnTo>
                    <a:pt x="1960031" y="261505"/>
                  </a:lnTo>
                  <a:lnTo>
                    <a:pt x="1963951" y="261818"/>
                  </a:lnTo>
                  <a:lnTo>
                    <a:pt x="1967871" y="262229"/>
                  </a:lnTo>
                  <a:lnTo>
                    <a:pt x="1971791" y="262726"/>
                  </a:lnTo>
                  <a:lnTo>
                    <a:pt x="1975711" y="263306"/>
                  </a:lnTo>
                  <a:lnTo>
                    <a:pt x="1979631" y="263963"/>
                  </a:lnTo>
                  <a:lnTo>
                    <a:pt x="1983551" y="264691"/>
                  </a:lnTo>
                  <a:lnTo>
                    <a:pt x="1987471" y="265486"/>
                  </a:lnTo>
                  <a:lnTo>
                    <a:pt x="1991391" y="266346"/>
                  </a:lnTo>
                  <a:lnTo>
                    <a:pt x="1995312" y="267252"/>
                  </a:lnTo>
                  <a:lnTo>
                    <a:pt x="1999232" y="268193"/>
                  </a:lnTo>
                  <a:lnTo>
                    <a:pt x="2003152" y="269161"/>
                  </a:lnTo>
                  <a:lnTo>
                    <a:pt x="2003152" y="284746"/>
                  </a:lnTo>
                  <a:lnTo>
                    <a:pt x="1999232" y="284746"/>
                  </a:lnTo>
                  <a:lnTo>
                    <a:pt x="1995312" y="284746"/>
                  </a:lnTo>
                  <a:lnTo>
                    <a:pt x="1991391" y="284746"/>
                  </a:lnTo>
                  <a:lnTo>
                    <a:pt x="1987471" y="284746"/>
                  </a:lnTo>
                  <a:lnTo>
                    <a:pt x="1983551" y="284746"/>
                  </a:lnTo>
                  <a:lnTo>
                    <a:pt x="1979631" y="284746"/>
                  </a:lnTo>
                  <a:lnTo>
                    <a:pt x="1975711" y="284746"/>
                  </a:lnTo>
                  <a:lnTo>
                    <a:pt x="1971791" y="284746"/>
                  </a:lnTo>
                  <a:lnTo>
                    <a:pt x="1967871" y="284746"/>
                  </a:lnTo>
                  <a:lnTo>
                    <a:pt x="1963951" y="284746"/>
                  </a:lnTo>
                  <a:lnTo>
                    <a:pt x="1960031" y="284746"/>
                  </a:lnTo>
                  <a:lnTo>
                    <a:pt x="1956111" y="284746"/>
                  </a:lnTo>
                  <a:lnTo>
                    <a:pt x="1952191" y="284746"/>
                  </a:lnTo>
                  <a:lnTo>
                    <a:pt x="1948271" y="284746"/>
                  </a:lnTo>
                  <a:lnTo>
                    <a:pt x="1944351" y="284746"/>
                  </a:lnTo>
                  <a:lnTo>
                    <a:pt x="1940431" y="284746"/>
                  </a:lnTo>
                  <a:lnTo>
                    <a:pt x="1936511" y="284746"/>
                  </a:lnTo>
                  <a:lnTo>
                    <a:pt x="1932591" y="284746"/>
                  </a:lnTo>
                  <a:lnTo>
                    <a:pt x="1928670" y="284746"/>
                  </a:lnTo>
                  <a:lnTo>
                    <a:pt x="1924750" y="284746"/>
                  </a:lnTo>
                  <a:lnTo>
                    <a:pt x="1920830" y="284746"/>
                  </a:lnTo>
                  <a:lnTo>
                    <a:pt x="1916910" y="284746"/>
                  </a:lnTo>
                  <a:lnTo>
                    <a:pt x="1912990" y="284746"/>
                  </a:lnTo>
                  <a:lnTo>
                    <a:pt x="1909070" y="284746"/>
                  </a:lnTo>
                  <a:lnTo>
                    <a:pt x="1905150" y="284746"/>
                  </a:lnTo>
                  <a:lnTo>
                    <a:pt x="1901230" y="284746"/>
                  </a:lnTo>
                  <a:lnTo>
                    <a:pt x="1897310" y="284746"/>
                  </a:lnTo>
                  <a:lnTo>
                    <a:pt x="1893390" y="284746"/>
                  </a:lnTo>
                  <a:lnTo>
                    <a:pt x="1889470" y="284746"/>
                  </a:lnTo>
                  <a:lnTo>
                    <a:pt x="1885550" y="284746"/>
                  </a:lnTo>
                  <a:lnTo>
                    <a:pt x="1881630" y="284746"/>
                  </a:lnTo>
                  <a:lnTo>
                    <a:pt x="1877710" y="284746"/>
                  </a:lnTo>
                  <a:lnTo>
                    <a:pt x="1873790" y="284746"/>
                  </a:lnTo>
                  <a:lnTo>
                    <a:pt x="1869870" y="284746"/>
                  </a:lnTo>
                  <a:lnTo>
                    <a:pt x="1865949" y="284746"/>
                  </a:lnTo>
                  <a:lnTo>
                    <a:pt x="1862029" y="284746"/>
                  </a:lnTo>
                  <a:lnTo>
                    <a:pt x="1858109" y="284746"/>
                  </a:lnTo>
                  <a:lnTo>
                    <a:pt x="1854189" y="284746"/>
                  </a:lnTo>
                  <a:lnTo>
                    <a:pt x="1850269" y="284746"/>
                  </a:lnTo>
                  <a:lnTo>
                    <a:pt x="1846349" y="284746"/>
                  </a:lnTo>
                  <a:lnTo>
                    <a:pt x="1842429" y="284746"/>
                  </a:lnTo>
                  <a:lnTo>
                    <a:pt x="1838509" y="284746"/>
                  </a:lnTo>
                  <a:lnTo>
                    <a:pt x="1834589" y="284746"/>
                  </a:lnTo>
                  <a:lnTo>
                    <a:pt x="1830669" y="284746"/>
                  </a:lnTo>
                  <a:lnTo>
                    <a:pt x="1826749" y="284746"/>
                  </a:lnTo>
                  <a:lnTo>
                    <a:pt x="1822829" y="284746"/>
                  </a:lnTo>
                  <a:lnTo>
                    <a:pt x="1818909" y="284746"/>
                  </a:lnTo>
                  <a:lnTo>
                    <a:pt x="1814989" y="284746"/>
                  </a:lnTo>
                  <a:lnTo>
                    <a:pt x="1811069" y="284746"/>
                  </a:lnTo>
                  <a:lnTo>
                    <a:pt x="1807149" y="284746"/>
                  </a:lnTo>
                  <a:lnTo>
                    <a:pt x="1803228" y="284746"/>
                  </a:lnTo>
                  <a:lnTo>
                    <a:pt x="1799308" y="284746"/>
                  </a:lnTo>
                  <a:lnTo>
                    <a:pt x="1795388" y="284746"/>
                  </a:lnTo>
                  <a:lnTo>
                    <a:pt x="1791468" y="284746"/>
                  </a:lnTo>
                  <a:lnTo>
                    <a:pt x="1787548" y="284746"/>
                  </a:lnTo>
                  <a:lnTo>
                    <a:pt x="1783628" y="284746"/>
                  </a:lnTo>
                  <a:lnTo>
                    <a:pt x="1779708" y="284746"/>
                  </a:lnTo>
                  <a:lnTo>
                    <a:pt x="1775788" y="284746"/>
                  </a:lnTo>
                  <a:lnTo>
                    <a:pt x="1771868" y="284746"/>
                  </a:lnTo>
                  <a:lnTo>
                    <a:pt x="1767948" y="284746"/>
                  </a:lnTo>
                  <a:lnTo>
                    <a:pt x="1764028" y="284746"/>
                  </a:lnTo>
                  <a:lnTo>
                    <a:pt x="1760108" y="284746"/>
                  </a:lnTo>
                  <a:lnTo>
                    <a:pt x="1756188" y="284746"/>
                  </a:lnTo>
                  <a:lnTo>
                    <a:pt x="1752268" y="284746"/>
                  </a:lnTo>
                  <a:lnTo>
                    <a:pt x="1748348" y="284746"/>
                  </a:lnTo>
                  <a:lnTo>
                    <a:pt x="1744428" y="284746"/>
                  </a:lnTo>
                  <a:lnTo>
                    <a:pt x="1740507" y="284746"/>
                  </a:lnTo>
                  <a:lnTo>
                    <a:pt x="1736587" y="284746"/>
                  </a:lnTo>
                  <a:lnTo>
                    <a:pt x="1732667" y="284746"/>
                  </a:lnTo>
                  <a:lnTo>
                    <a:pt x="1728747" y="284746"/>
                  </a:lnTo>
                  <a:lnTo>
                    <a:pt x="1724827" y="284746"/>
                  </a:lnTo>
                  <a:lnTo>
                    <a:pt x="1720907" y="284746"/>
                  </a:lnTo>
                  <a:lnTo>
                    <a:pt x="1716987" y="284746"/>
                  </a:lnTo>
                  <a:lnTo>
                    <a:pt x="1713067" y="284746"/>
                  </a:lnTo>
                  <a:lnTo>
                    <a:pt x="1709147" y="284746"/>
                  </a:lnTo>
                  <a:lnTo>
                    <a:pt x="1705227" y="284746"/>
                  </a:lnTo>
                  <a:lnTo>
                    <a:pt x="1701307" y="284746"/>
                  </a:lnTo>
                  <a:lnTo>
                    <a:pt x="1697387" y="284746"/>
                  </a:lnTo>
                  <a:lnTo>
                    <a:pt x="1693467" y="284746"/>
                  </a:lnTo>
                  <a:lnTo>
                    <a:pt x="1689547" y="284746"/>
                  </a:lnTo>
                  <a:lnTo>
                    <a:pt x="1685627" y="284746"/>
                  </a:lnTo>
                  <a:lnTo>
                    <a:pt x="1681707" y="284746"/>
                  </a:lnTo>
                  <a:lnTo>
                    <a:pt x="1677786" y="284746"/>
                  </a:lnTo>
                  <a:lnTo>
                    <a:pt x="1673866" y="284746"/>
                  </a:lnTo>
                  <a:lnTo>
                    <a:pt x="1669946" y="284746"/>
                  </a:lnTo>
                  <a:lnTo>
                    <a:pt x="1666026" y="284746"/>
                  </a:lnTo>
                  <a:lnTo>
                    <a:pt x="1662106" y="284746"/>
                  </a:lnTo>
                  <a:lnTo>
                    <a:pt x="1658186" y="284746"/>
                  </a:lnTo>
                  <a:lnTo>
                    <a:pt x="1654266" y="284746"/>
                  </a:lnTo>
                  <a:lnTo>
                    <a:pt x="1650346" y="284746"/>
                  </a:lnTo>
                  <a:lnTo>
                    <a:pt x="1646426" y="284746"/>
                  </a:lnTo>
                  <a:lnTo>
                    <a:pt x="1642506" y="284746"/>
                  </a:lnTo>
                  <a:lnTo>
                    <a:pt x="1638586" y="284746"/>
                  </a:lnTo>
                  <a:lnTo>
                    <a:pt x="1634666" y="284746"/>
                  </a:lnTo>
                  <a:lnTo>
                    <a:pt x="1630746" y="284746"/>
                  </a:lnTo>
                  <a:lnTo>
                    <a:pt x="1626826" y="284746"/>
                  </a:lnTo>
                  <a:lnTo>
                    <a:pt x="1622906" y="284746"/>
                  </a:lnTo>
                  <a:lnTo>
                    <a:pt x="1618986" y="284746"/>
                  </a:lnTo>
                  <a:lnTo>
                    <a:pt x="1615065" y="284746"/>
                  </a:lnTo>
                  <a:lnTo>
                    <a:pt x="1611145" y="284746"/>
                  </a:lnTo>
                  <a:lnTo>
                    <a:pt x="1607225" y="284746"/>
                  </a:lnTo>
                  <a:lnTo>
                    <a:pt x="1603305" y="284746"/>
                  </a:lnTo>
                  <a:lnTo>
                    <a:pt x="1599385" y="284746"/>
                  </a:lnTo>
                  <a:lnTo>
                    <a:pt x="1595465" y="284746"/>
                  </a:lnTo>
                  <a:lnTo>
                    <a:pt x="1591545" y="284746"/>
                  </a:lnTo>
                  <a:lnTo>
                    <a:pt x="1587625" y="284746"/>
                  </a:lnTo>
                  <a:lnTo>
                    <a:pt x="1583705" y="284746"/>
                  </a:lnTo>
                  <a:lnTo>
                    <a:pt x="1579785" y="284746"/>
                  </a:lnTo>
                  <a:lnTo>
                    <a:pt x="1575865" y="284746"/>
                  </a:lnTo>
                  <a:lnTo>
                    <a:pt x="1571945" y="284746"/>
                  </a:lnTo>
                  <a:lnTo>
                    <a:pt x="1568025" y="284746"/>
                  </a:lnTo>
                  <a:lnTo>
                    <a:pt x="1564105" y="284746"/>
                  </a:lnTo>
                  <a:lnTo>
                    <a:pt x="1560185" y="284746"/>
                  </a:lnTo>
                  <a:lnTo>
                    <a:pt x="1556265" y="284746"/>
                  </a:lnTo>
                  <a:lnTo>
                    <a:pt x="1552344" y="284746"/>
                  </a:lnTo>
                  <a:lnTo>
                    <a:pt x="1548424" y="284746"/>
                  </a:lnTo>
                  <a:lnTo>
                    <a:pt x="1544504" y="284746"/>
                  </a:lnTo>
                  <a:lnTo>
                    <a:pt x="1540584" y="284746"/>
                  </a:lnTo>
                  <a:lnTo>
                    <a:pt x="1536664" y="284746"/>
                  </a:lnTo>
                  <a:lnTo>
                    <a:pt x="1532744" y="284746"/>
                  </a:lnTo>
                  <a:lnTo>
                    <a:pt x="1528824" y="284746"/>
                  </a:lnTo>
                  <a:lnTo>
                    <a:pt x="1524904" y="284746"/>
                  </a:lnTo>
                  <a:lnTo>
                    <a:pt x="1520984" y="284746"/>
                  </a:lnTo>
                  <a:lnTo>
                    <a:pt x="1517064" y="284746"/>
                  </a:lnTo>
                  <a:lnTo>
                    <a:pt x="1513144" y="284746"/>
                  </a:lnTo>
                  <a:lnTo>
                    <a:pt x="1509224" y="284746"/>
                  </a:lnTo>
                  <a:lnTo>
                    <a:pt x="1505304" y="284746"/>
                  </a:lnTo>
                  <a:lnTo>
                    <a:pt x="1501384" y="284746"/>
                  </a:lnTo>
                  <a:lnTo>
                    <a:pt x="1497464" y="284746"/>
                  </a:lnTo>
                  <a:lnTo>
                    <a:pt x="1493543" y="284746"/>
                  </a:lnTo>
                  <a:lnTo>
                    <a:pt x="1489623" y="284746"/>
                  </a:lnTo>
                  <a:lnTo>
                    <a:pt x="1485703" y="284746"/>
                  </a:lnTo>
                  <a:lnTo>
                    <a:pt x="1481783" y="284746"/>
                  </a:lnTo>
                  <a:lnTo>
                    <a:pt x="1477863" y="284746"/>
                  </a:lnTo>
                  <a:lnTo>
                    <a:pt x="1473943" y="284746"/>
                  </a:lnTo>
                  <a:lnTo>
                    <a:pt x="1470023" y="284746"/>
                  </a:lnTo>
                  <a:lnTo>
                    <a:pt x="1466103" y="284746"/>
                  </a:lnTo>
                  <a:lnTo>
                    <a:pt x="1462183" y="284746"/>
                  </a:lnTo>
                  <a:lnTo>
                    <a:pt x="1458263" y="284746"/>
                  </a:lnTo>
                  <a:lnTo>
                    <a:pt x="1454343" y="284746"/>
                  </a:lnTo>
                  <a:lnTo>
                    <a:pt x="1450423" y="284746"/>
                  </a:lnTo>
                  <a:lnTo>
                    <a:pt x="1446503" y="284746"/>
                  </a:lnTo>
                  <a:lnTo>
                    <a:pt x="1442583" y="284746"/>
                  </a:lnTo>
                  <a:lnTo>
                    <a:pt x="1438663" y="284746"/>
                  </a:lnTo>
                  <a:lnTo>
                    <a:pt x="1434743" y="284746"/>
                  </a:lnTo>
                  <a:lnTo>
                    <a:pt x="1430822" y="284746"/>
                  </a:lnTo>
                  <a:lnTo>
                    <a:pt x="1426902" y="284746"/>
                  </a:lnTo>
                  <a:lnTo>
                    <a:pt x="1422982" y="284746"/>
                  </a:lnTo>
                  <a:lnTo>
                    <a:pt x="1419062" y="284746"/>
                  </a:lnTo>
                  <a:lnTo>
                    <a:pt x="1415142" y="284746"/>
                  </a:lnTo>
                  <a:lnTo>
                    <a:pt x="1411222" y="284746"/>
                  </a:lnTo>
                  <a:lnTo>
                    <a:pt x="1407302" y="284746"/>
                  </a:lnTo>
                  <a:lnTo>
                    <a:pt x="1403382" y="284746"/>
                  </a:lnTo>
                  <a:lnTo>
                    <a:pt x="1399462" y="284746"/>
                  </a:lnTo>
                  <a:lnTo>
                    <a:pt x="1395542" y="284746"/>
                  </a:lnTo>
                  <a:lnTo>
                    <a:pt x="1391622" y="284746"/>
                  </a:lnTo>
                  <a:lnTo>
                    <a:pt x="1387702" y="284746"/>
                  </a:lnTo>
                  <a:lnTo>
                    <a:pt x="1383782" y="284746"/>
                  </a:lnTo>
                  <a:lnTo>
                    <a:pt x="1379862" y="284746"/>
                  </a:lnTo>
                  <a:lnTo>
                    <a:pt x="1375942" y="284746"/>
                  </a:lnTo>
                  <a:lnTo>
                    <a:pt x="1372022" y="284746"/>
                  </a:lnTo>
                  <a:lnTo>
                    <a:pt x="1368101" y="284746"/>
                  </a:lnTo>
                  <a:lnTo>
                    <a:pt x="1364181" y="284746"/>
                  </a:lnTo>
                  <a:lnTo>
                    <a:pt x="1360261" y="284746"/>
                  </a:lnTo>
                  <a:lnTo>
                    <a:pt x="1356341" y="284746"/>
                  </a:lnTo>
                  <a:lnTo>
                    <a:pt x="1352421" y="284746"/>
                  </a:lnTo>
                  <a:lnTo>
                    <a:pt x="1348501" y="284746"/>
                  </a:lnTo>
                  <a:lnTo>
                    <a:pt x="1344581" y="284746"/>
                  </a:lnTo>
                  <a:lnTo>
                    <a:pt x="1340661" y="284746"/>
                  </a:lnTo>
                  <a:lnTo>
                    <a:pt x="1336741" y="284746"/>
                  </a:lnTo>
                  <a:lnTo>
                    <a:pt x="1332821" y="284746"/>
                  </a:lnTo>
                  <a:lnTo>
                    <a:pt x="1328901" y="284746"/>
                  </a:lnTo>
                  <a:lnTo>
                    <a:pt x="1324981" y="284746"/>
                  </a:lnTo>
                  <a:lnTo>
                    <a:pt x="1321061" y="284746"/>
                  </a:lnTo>
                  <a:lnTo>
                    <a:pt x="1317141" y="284746"/>
                  </a:lnTo>
                  <a:lnTo>
                    <a:pt x="1313221" y="284746"/>
                  </a:lnTo>
                  <a:lnTo>
                    <a:pt x="1309301" y="284746"/>
                  </a:lnTo>
                  <a:lnTo>
                    <a:pt x="1305380" y="284746"/>
                  </a:lnTo>
                  <a:lnTo>
                    <a:pt x="1301460" y="284746"/>
                  </a:lnTo>
                  <a:lnTo>
                    <a:pt x="1297540" y="284746"/>
                  </a:lnTo>
                  <a:lnTo>
                    <a:pt x="1293620" y="284746"/>
                  </a:lnTo>
                  <a:lnTo>
                    <a:pt x="1289700" y="284746"/>
                  </a:lnTo>
                  <a:lnTo>
                    <a:pt x="1285780" y="284746"/>
                  </a:lnTo>
                  <a:lnTo>
                    <a:pt x="1281860" y="284746"/>
                  </a:lnTo>
                  <a:lnTo>
                    <a:pt x="1277940" y="284746"/>
                  </a:lnTo>
                  <a:lnTo>
                    <a:pt x="1274020" y="284746"/>
                  </a:lnTo>
                  <a:lnTo>
                    <a:pt x="1270100" y="284746"/>
                  </a:lnTo>
                  <a:lnTo>
                    <a:pt x="1266180" y="284746"/>
                  </a:lnTo>
                  <a:lnTo>
                    <a:pt x="1262260" y="284746"/>
                  </a:lnTo>
                  <a:lnTo>
                    <a:pt x="1258340" y="284746"/>
                  </a:lnTo>
                  <a:lnTo>
                    <a:pt x="1254420" y="284746"/>
                  </a:lnTo>
                  <a:lnTo>
                    <a:pt x="1250500" y="284746"/>
                  </a:lnTo>
                  <a:lnTo>
                    <a:pt x="1246580" y="284746"/>
                  </a:lnTo>
                  <a:lnTo>
                    <a:pt x="1242659" y="284746"/>
                  </a:lnTo>
                  <a:lnTo>
                    <a:pt x="1238739" y="284746"/>
                  </a:lnTo>
                  <a:lnTo>
                    <a:pt x="1234819" y="284746"/>
                  </a:lnTo>
                  <a:lnTo>
                    <a:pt x="1230899" y="284746"/>
                  </a:lnTo>
                  <a:lnTo>
                    <a:pt x="1226979" y="284746"/>
                  </a:lnTo>
                  <a:lnTo>
                    <a:pt x="1223059" y="284746"/>
                  </a:lnTo>
                  <a:lnTo>
                    <a:pt x="1219139" y="284746"/>
                  </a:lnTo>
                  <a:lnTo>
                    <a:pt x="1215219" y="284746"/>
                  </a:lnTo>
                  <a:lnTo>
                    <a:pt x="1211299" y="284746"/>
                  </a:lnTo>
                  <a:lnTo>
                    <a:pt x="1207379" y="284746"/>
                  </a:lnTo>
                  <a:lnTo>
                    <a:pt x="1203459" y="284746"/>
                  </a:lnTo>
                  <a:lnTo>
                    <a:pt x="1199539" y="284746"/>
                  </a:lnTo>
                  <a:lnTo>
                    <a:pt x="1195619" y="284746"/>
                  </a:lnTo>
                  <a:lnTo>
                    <a:pt x="1191699" y="284746"/>
                  </a:lnTo>
                  <a:lnTo>
                    <a:pt x="1187779" y="284746"/>
                  </a:lnTo>
                  <a:lnTo>
                    <a:pt x="1183859" y="284746"/>
                  </a:lnTo>
                  <a:lnTo>
                    <a:pt x="1179938" y="284746"/>
                  </a:lnTo>
                  <a:lnTo>
                    <a:pt x="1176018" y="284746"/>
                  </a:lnTo>
                  <a:lnTo>
                    <a:pt x="1172098" y="284746"/>
                  </a:lnTo>
                  <a:lnTo>
                    <a:pt x="1168178" y="284746"/>
                  </a:lnTo>
                  <a:lnTo>
                    <a:pt x="1164258" y="284746"/>
                  </a:lnTo>
                  <a:lnTo>
                    <a:pt x="1160338" y="284746"/>
                  </a:lnTo>
                  <a:lnTo>
                    <a:pt x="1156418" y="284746"/>
                  </a:lnTo>
                  <a:lnTo>
                    <a:pt x="1152498" y="284746"/>
                  </a:lnTo>
                  <a:lnTo>
                    <a:pt x="1148578" y="284746"/>
                  </a:lnTo>
                  <a:lnTo>
                    <a:pt x="1144658" y="284746"/>
                  </a:lnTo>
                  <a:lnTo>
                    <a:pt x="1140738" y="284746"/>
                  </a:lnTo>
                  <a:lnTo>
                    <a:pt x="1136818" y="284746"/>
                  </a:lnTo>
                  <a:lnTo>
                    <a:pt x="1132898" y="284746"/>
                  </a:lnTo>
                  <a:lnTo>
                    <a:pt x="1128978" y="284746"/>
                  </a:lnTo>
                  <a:lnTo>
                    <a:pt x="1125058" y="284746"/>
                  </a:lnTo>
                  <a:lnTo>
                    <a:pt x="1121138" y="284746"/>
                  </a:lnTo>
                  <a:lnTo>
                    <a:pt x="1117217" y="284746"/>
                  </a:lnTo>
                  <a:lnTo>
                    <a:pt x="1113297" y="284746"/>
                  </a:lnTo>
                  <a:lnTo>
                    <a:pt x="1109377" y="284746"/>
                  </a:lnTo>
                  <a:lnTo>
                    <a:pt x="1105457" y="284746"/>
                  </a:lnTo>
                  <a:lnTo>
                    <a:pt x="1101537" y="284746"/>
                  </a:lnTo>
                  <a:lnTo>
                    <a:pt x="1097617" y="284746"/>
                  </a:lnTo>
                  <a:lnTo>
                    <a:pt x="1093697" y="284746"/>
                  </a:lnTo>
                  <a:lnTo>
                    <a:pt x="1089777" y="284746"/>
                  </a:lnTo>
                  <a:lnTo>
                    <a:pt x="1085857" y="284746"/>
                  </a:lnTo>
                  <a:lnTo>
                    <a:pt x="1081937" y="284746"/>
                  </a:lnTo>
                  <a:lnTo>
                    <a:pt x="1078017" y="284746"/>
                  </a:lnTo>
                  <a:lnTo>
                    <a:pt x="1074097" y="284746"/>
                  </a:lnTo>
                  <a:lnTo>
                    <a:pt x="1070177" y="284746"/>
                  </a:lnTo>
                  <a:lnTo>
                    <a:pt x="1066257" y="284746"/>
                  </a:lnTo>
                  <a:lnTo>
                    <a:pt x="1062337" y="284746"/>
                  </a:lnTo>
                  <a:lnTo>
                    <a:pt x="1058417" y="284746"/>
                  </a:lnTo>
                  <a:lnTo>
                    <a:pt x="1054496" y="284746"/>
                  </a:lnTo>
                  <a:lnTo>
                    <a:pt x="1050576" y="284746"/>
                  </a:lnTo>
                  <a:lnTo>
                    <a:pt x="1046656" y="284746"/>
                  </a:lnTo>
                  <a:lnTo>
                    <a:pt x="1042736" y="284746"/>
                  </a:lnTo>
                  <a:lnTo>
                    <a:pt x="1038816" y="284746"/>
                  </a:lnTo>
                  <a:lnTo>
                    <a:pt x="1034896" y="284746"/>
                  </a:lnTo>
                  <a:lnTo>
                    <a:pt x="1030976" y="284746"/>
                  </a:lnTo>
                  <a:lnTo>
                    <a:pt x="1027056" y="284746"/>
                  </a:lnTo>
                  <a:lnTo>
                    <a:pt x="1023136" y="284746"/>
                  </a:lnTo>
                  <a:lnTo>
                    <a:pt x="1019216" y="284746"/>
                  </a:lnTo>
                  <a:lnTo>
                    <a:pt x="1015296" y="284746"/>
                  </a:lnTo>
                  <a:lnTo>
                    <a:pt x="1011376" y="284746"/>
                  </a:lnTo>
                  <a:lnTo>
                    <a:pt x="1007456" y="284746"/>
                  </a:lnTo>
                  <a:lnTo>
                    <a:pt x="1003536" y="284746"/>
                  </a:lnTo>
                  <a:lnTo>
                    <a:pt x="999616" y="284746"/>
                  </a:lnTo>
                  <a:lnTo>
                    <a:pt x="995695" y="284746"/>
                  </a:lnTo>
                  <a:lnTo>
                    <a:pt x="991775" y="284746"/>
                  </a:lnTo>
                  <a:lnTo>
                    <a:pt x="987855" y="284746"/>
                  </a:lnTo>
                  <a:lnTo>
                    <a:pt x="983935" y="284746"/>
                  </a:lnTo>
                  <a:lnTo>
                    <a:pt x="980015" y="284746"/>
                  </a:lnTo>
                  <a:lnTo>
                    <a:pt x="976095" y="284746"/>
                  </a:lnTo>
                  <a:lnTo>
                    <a:pt x="972175" y="284746"/>
                  </a:lnTo>
                  <a:lnTo>
                    <a:pt x="968255" y="284746"/>
                  </a:lnTo>
                  <a:lnTo>
                    <a:pt x="964335" y="284746"/>
                  </a:lnTo>
                  <a:lnTo>
                    <a:pt x="960415" y="284746"/>
                  </a:lnTo>
                  <a:lnTo>
                    <a:pt x="956495" y="284746"/>
                  </a:lnTo>
                  <a:lnTo>
                    <a:pt x="952575" y="284746"/>
                  </a:lnTo>
                  <a:lnTo>
                    <a:pt x="948655" y="284746"/>
                  </a:lnTo>
                  <a:lnTo>
                    <a:pt x="944735" y="284746"/>
                  </a:lnTo>
                  <a:lnTo>
                    <a:pt x="940815" y="284746"/>
                  </a:lnTo>
                  <a:lnTo>
                    <a:pt x="936895" y="284746"/>
                  </a:lnTo>
                  <a:lnTo>
                    <a:pt x="932974" y="284746"/>
                  </a:lnTo>
                  <a:lnTo>
                    <a:pt x="929054" y="284746"/>
                  </a:lnTo>
                  <a:lnTo>
                    <a:pt x="925134" y="284746"/>
                  </a:lnTo>
                  <a:lnTo>
                    <a:pt x="921214" y="284746"/>
                  </a:lnTo>
                  <a:lnTo>
                    <a:pt x="917294" y="284746"/>
                  </a:lnTo>
                  <a:lnTo>
                    <a:pt x="913374" y="284746"/>
                  </a:lnTo>
                  <a:lnTo>
                    <a:pt x="909454" y="284746"/>
                  </a:lnTo>
                  <a:lnTo>
                    <a:pt x="905534" y="284746"/>
                  </a:lnTo>
                  <a:lnTo>
                    <a:pt x="901614" y="284746"/>
                  </a:lnTo>
                  <a:lnTo>
                    <a:pt x="897694" y="284746"/>
                  </a:lnTo>
                  <a:lnTo>
                    <a:pt x="893774" y="284746"/>
                  </a:lnTo>
                  <a:lnTo>
                    <a:pt x="889854" y="284746"/>
                  </a:lnTo>
                  <a:lnTo>
                    <a:pt x="885934" y="284746"/>
                  </a:lnTo>
                  <a:lnTo>
                    <a:pt x="882014" y="284746"/>
                  </a:lnTo>
                  <a:lnTo>
                    <a:pt x="878094" y="284746"/>
                  </a:lnTo>
                  <a:lnTo>
                    <a:pt x="874174" y="284746"/>
                  </a:lnTo>
                  <a:lnTo>
                    <a:pt x="870253" y="284746"/>
                  </a:lnTo>
                  <a:lnTo>
                    <a:pt x="866333" y="284746"/>
                  </a:lnTo>
                  <a:lnTo>
                    <a:pt x="862413" y="284746"/>
                  </a:lnTo>
                  <a:lnTo>
                    <a:pt x="858493" y="284746"/>
                  </a:lnTo>
                  <a:lnTo>
                    <a:pt x="854573" y="284746"/>
                  </a:lnTo>
                  <a:lnTo>
                    <a:pt x="850653" y="284746"/>
                  </a:lnTo>
                  <a:lnTo>
                    <a:pt x="846733" y="284746"/>
                  </a:lnTo>
                  <a:lnTo>
                    <a:pt x="842813" y="284746"/>
                  </a:lnTo>
                  <a:lnTo>
                    <a:pt x="838893" y="284746"/>
                  </a:lnTo>
                  <a:lnTo>
                    <a:pt x="834973" y="284746"/>
                  </a:lnTo>
                  <a:lnTo>
                    <a:pt x="831053" y="284746"/>
                  </a:lnTo>
                  <a:lnTo>
                    <a:pt x="827133" y="284746"/>
                  </a:lnTo>
                  <a:lnTo>
                    <a:pt x="823213" y="284746"/>
                  </a:lnTo>
                  <a:lnTo>
                    <a:pt x="819293" y="284746"/>
                  </a:lnTo>
                  <a:lnTo>
                    <a:pt x="815373" y="284746"/>
                  </a:lnTo>
                  <a:lnTo>
                    <a:pt x="811453" y="284746"/>
                  </a:lnTo>
                  <a:lnTo>
                    <a:pt x="807532" y="284746"/>
                  </a:lnTo>
                  <a:lnTo>
                    <a:pt x="803612" y="284746"/>
                  </a:lnTo>
                  <a:lnTo>
                    <a:pt x="799692" y="284746"/>
                  </a:lnTo>
                  <a:lnTo>
                    <a:pt x="795772" y="284746"/>
                  </a:lnTo>
                  <a:lnTo>
                    <a:pt x="791852" y="284746"/>
                  </a:lnTo>
                  <a:lnTo>
                    <a:pt x="787932" y="284746"/>
                  </a:lnTo>
                  <a:lnTo>
                    <a:pt x="784012" y="284746"/>
                  </a:lnTo>
                  <a:lnTo>
                    <a:pt x="780092" y="284746"/>
                  </a:lnTo>
                  <a:lnTo>
                    <a:pt x="776172" y="284746"/>
                  </a:lnTo>
                  <a:lnTo>
                    <a:pt x="772252" y="284746"/>
                  </a:lnTo>
                  <a:lnTo>
                    <a:pt x="768332" y="284746"/>
                  </a:lnTo>
                  <a:lnTo>
                    <a:pt x="764412" y="284746"/>
                  </a:lnTo>
                  <a:lnTo>
                    <a:pt x="760492" y="284746"/>
                  </a:lnTo>
                  <a:lnTo>
                    <a:pt x="756572" y="284746"/>
                  </a:lnTo>
                  <a:lnTo>
                    <a:pt x="752652" y="284746"/>
                  </a:lnTo>
                  <a:lnTo>
                    <a:pt x="748732" y="284746"/>
                  </a:lnTo>
                  <a:lnTo>
                    <a:pt x="744811" y="284746"/>
                  </a:lnTo>
                  <a:lnTo>
                    <a:pt x="740891" y="284746"/>
                  </a:lnTo>
                  <a:lnTo>
                    <a:pt x="736971" y="284746"/>
                  </a:lnTo>
                  <a:lnTo>
                    <a:pt x="733051" y="284746"/>
                  </a:lnTo>
                  <a:lnTo>
                    <a:pt x="729131" y="284746"/>
                  </a:lnTo>
                  <a:lnTo>
                    <a:pt x="725211" y="284746"/>
                  </a:lnTo>
                  <a:lnTo>
                    <a:pt x="721291" y="284746"/>
                  </a:lnTo>
                  <a:lnTo>
                    <a:pt x="717371" y="284746"/>
                  </a:lnTo>
                  <a:lnTo>
                    <a:pt x="713451" y="284746"/>
                  </a:lnTo>
                  <a:lnTo>
                    <a:pt x="709531" y="284746"/>
                  </a:lnTo>
                  <a:lnTo>
                    <a:pt x="705611" y="284746"/>
                  </a:lnTo>
                  <a:lnTo>
                    <a:pt x="701691" y="284746"/>
                  </a:lnTo>
                  <a:lnTo>
                    <a:pt x="697771" y="284746"/>
                  </a:lnTo>
                  <a:lnTo>
                    <a:pt x="693851" y="284746"/>
                  </a:lnTo>
                  <a:lnTo>
                    <a:pt x="689931" y="284746"/>
                  </a:lnTo>
                  <a:lnTo>
                    <a:pt x="686011" y="284746"/>
                  </a:lnTo>
                  <a:lnTo>
                    <a:pt x="682090" y="284746"/>
                  </a:lnTo>
                  <a:lnTo>
                    <a:pt x="678170" y="284746"/>
                  </a:lnTo>
                  <a:lnTo>
                    <a:pt x="674250" y="284746"/>
                  </a:lnTo>
                  <a:lnTo>
                    <a:pt x="670330" y="284746"/>
                  </a:lnTo>
                  <a:lnTo>
                    <a:pt x="666410" y="284746"/>
                  </a:lnTo>
                  <a:lnTo>
                    <a:pt x="662490" y="284746"/>
                  </a:lnTo>
                  <a:lnTo>
                    <a:pt x="658570" y="284746"/>
                  </a:lnTo>
                  <a:lnTo>
                    <a:pt x="654650" y="284746"/>
                  </a:lnTo>
                  <a:lnTo>
                    <a:pt x="650730" y="284746"/>
                  </a:lnTo>
                  <a:lnTo>
                    <a:pt x="646810" y="284746"/>
                  </a:lnTo>
                  <a:lnTo>
                    <a:pt x="642890" y="284746"/>
                  </a:lnTo>
                  <a:lnTo>
                    <a:pt x="638970" y="284746"/>
                  </a:lnTo>
                  <a:lnTo>
                    <a:pt x="635050" y="284746"/>
                  </a:lnTo>
                  <a:lnTo>
                    <a:pt x="631130" y="284746"/>
                  </a:lnTo>
                  <a:lnTo>
                    <a:pt x="627210" y="284746"/>
                  </a:lnTo>
                  <a:lnTo>
                    <a:pt x="623290" y="284746"/>
                  </a:lnTo>
                  <a:lnTo>
                    <a:pt x="619369" y="284746"/>
                  </a:lnTo>
                  <a:lnTo>
                    <a:pt x="615449" y="284746"/>
                  </a:lnTo>
                  <a:lnTo>
                    <a:pt x="611529" y="284746"/>
                  </a:lnTo>
                  <a:lnTo>
                    <a:pt x="607609" y="284746"/>
                  </a:lnTo>
                  <a:lnTo>
                    <a:pt x="603689" y="284746"/>
                  </a:lnTo>
                  <a:lnTo>
                    <a:pt x="599769" y="284746"/>
                  </a:lnTo>
                  <a:lnTo>
                    <a:pt x="595849" y="284746"/>
                  </a:lnTo>
                  <a:lnTo>
                    <a:pt x="591929" y="284746"/>
                  </a:lnTo>
                  <a:lnTo>
                    <a:pt x="588009" y="284746"/>
                  </a:lnTo>
                  <a:lnTo>
                    <a:pt x="584089" y="284746"/>
                  </a:lnTo>
                  <a:lnTo>
                    <a:pt x="580169" y="284746"/>
                  </a:lnTo>
                  <a:lnTo>
                    <a:pt x="576249" y="284746"/>
                  </a:lnTo>
                  <a:lnTo>
                    <a:pt x="572329" y="284746"/>
                  </a:lnTo>
                  <a:lnTo>
                    <a:pt x="568409" y="284746"/>
                  </a:lnTo>
                  <a:lnTo>
                    <a:pt x="564489" y="284746"/>
                  </a:lnTo>
                  <a:lnTo>
                    <a:pt x="560569" y="284746"/>
                  </a:lnTo>
                  <a:lnTo>
                    <a:pt x="556648" y="284746"/>
                  </a:lnTo>
                  <a:lnTo>
                    <a:pt x="552728" y="284746"/>
                  </a:lnTo>
                  <a:lnTo>
                    <a:pt x="548808" y="284746"/>
                  </a:lnTo>
                  <a:lnTo>
                    <a:pt x="544888" y="284746"/>
                  </a:lnTo>
                  <a:lnTo>
                    <a:pt x="540968" y="284746"/>
                  </a:lnTo>
                  <a:lnTo>
                    <a:pt x="537048" y="284746"/>
                  </a:lnTo>
                  <a:lnTo>
                    <a:pt x="533128" y="284746"/>
                  </a:lnTo>
                  <a:lnTo>
                    <a:pt x="529208" y="284746"/>
                  </a:lnTo>
                  <a:lnTo>
                    <a:pt x="525288" y="284746"/>
                  </a:lnTo>
                  <a:lnTo>
                    <a:pt x="521368" y="284746"/>
                  </a:lnTo>
                  <a:lnTo>
                    <a:pt x="517448" y="284746"/>
                  </a:lnTo>
                  <a:lnTo>
                    <a:pt x="513528" y="284746"/>
                  </a:lnTo>
                  <a:lnTo>
                    <a:pt x="509608" y="284746"/>
                  </a:lnTo>
                  <a:lnTo>
                    <a:pt x="505688" y="284746"/>
                  </a:lnTo>
                  <a:lnTo>
                    <a:pt x="501768" y="284746"/>
                  </a:lnTo>
                  <a:lnTo>
                    <a:pt x="497847" y="284746"/>
                  </a:lnTo>
                  <a:lnTo>
                    <a:pt x="493927" y="284746"/>
                  </a:lnTo>
                  <a:lnTo>
                    <a:pt x="490007" y="284746"/>
                  </a:lnTo>
                  <a:lnTo>
                    <a:pt x="486087" y="284746"/>
                  </a:lnTo>
                  <a:lnTo>
                    <a:pt x="482167" y="284746"/>
                  </a:lnTo>
                  <a:lnTo>
                    <a:pt x="478247" y="284746"/>
                  </a:lnTo>
                  <a:lnTo>
                    <a:pt x="474327" y="284746"/>
                  </a:lnTo>
                  <a:lnTo>
                    <a:pt x="470407" y="284746"/>
                  </a:lnTo>
                  <a:lnTo>
                    <a:pt x="466487" y="284746"/>
                  </a:lnTo>
                  <a:lnTo>
                    <a:pt x="462567" y="284746"/>
                  </a:lnTo>
                  <a:lnTo>
                    <a:pt x="458647" y="284746"/>
                  </a:lnTo>
                  <a:lnTo>
                    <a:pt x="454727" y="284746"/>
                  </a:lnTo>
                  <a:lnTo>
                    <a:pt x="450807" y="284746"/>
                  </a:lnTo>
                  <a:lnTo>
                    <a:pt x="446887" y="284746"/>
                  </a:lnTo>
                  <a:lnTo>
                    <a:pt x="442967" y="284746"/>
                  </a:lnTo>
                  <a:lnTo>
                    <a:pt x="439047" y="284746"/>
                  </a:lnTo>
                  <a:lnTo>
                    <a:pt x="435126" y="284746"/>
                  </a:lnTo>
                  <a:lnTo>
                    <a:pt x="431206" y="284746"/>
                  </a:lnTo>
                  <a:lnTo>
                    <a:pt x="427286" y="284746"/>
                  </a:lnTo>
                  <a:lnTo>
                    <a:pt x="423366" y="284746"/>
                  </a:lnTo>
                  <a:lnTo>
                    <a:pt x="419446" y="284746"/>
                  </a:lnTo>
                  <a:lnTo>
                    <a:pt x="415526" y="284746"/>
                  </a:lnTo>
                  <a:lnTo>
                    <a:pt x="411606" y="284746"/>
                  </a:lnTo>
                  <a:lnTo>
                    <a:pt x="407686" y="284746"/>
                  </a:lnTo>
                  <a:lnTo>
                    <a:pt x="403766" y="284746"/>
                  </a:lnTo>
                  <a:lnTo>
                    <a:pt x="399846" y="284746"/>
                  </a:lnTo>
                  <a:lnTo>
                    <a:pt x="395926" y="284746"/>
                  </a:lnTo>
                  <a:lnTo>
                    <a:pt x="392006" y="284746"/>
                  </a:lnTo>
                  <a:lnTo>
                    <a:pt x="388086" y="284746"/>
                  </a:lnTo>
                  <a:lnTo>
                    <a:pt x="384166" y="284746"/>
                  </a:lnTo>
                  <a:lnTo>
                    <a:pt x="380246" y="284746"/>
                  </a:lnTo>
                  <a:lnTo>
                    <a:pt x="376326" y="284746"/>
                  </a:lnTo>
                  <a:lnTo>
                    <a:pt x="372405" y="284746"/>
                  </a:lnTo>
                  <a:lnTo>
                    <a:pt x="368485" y="284746"/>
                  </a:lnTo>
                  <a:lnTo>
                    <a:pt x="364565" y="284746"/>
                  </a:lnTo>
                  <a:lnTo>
                    <a:pt x="360645" y="284746"/>
                  </a:lnTo>
                  <a:lnTo>
                    <a:pt x="356725" y="284746"/>
                  </a:lnTo>
                  <a:lnTo>
                    <a:pt x="352805" y="284746"/>
                  </a:lnTo>
                  <a:lnTo>
                    <a:pt x="348885" y="284746"/>
                  </a:lnTo>
                  <a:lnTo>
                    <a:pt x="344965" y="284746"/>
                  </a:lnTo>
                  <a:lnTo>
                    <a:pt x="341045" y="284746"/>
                  </a:lnTo>
                  <a:lnTo>
                    <a:pt x="337125" y="284746"/>
                  </a:lnTo>
                  <a:lnTo>
                    <a:pt x="333205" y="284746"/>
                  </a:lnTo>
                  <a:lnTo>
                    <a:pt x="329285" y="284746"/>
                  </a:lnTo>
                  <a:lnTo>
                    <a:pt x="325365" y="284746"/>
                  </a:lnTo>
                  <a:lnTo>
                    <a:pt x="321445" y="284746"/>
                  </a:lnTo>
                  <a:lnTo>
                    <a:pt x="317525" y="284746"/>
                  </a:lnTo>
                  <a:lnTo>
                    <a:pt x="313605" y="284746"/>
                  </a:lnTo>
                  <a:lnTo>
                    <a:pt x="309684" y="284746"/>
                  </a:lnTo>
                  <a:lnTo>
                    <a:pt x="305764" y="284746"/>
                  </a:lnTo>
                  <a:lnTo>
                    <a:pt x="301844" y="284746"/>
                  </a:lnTo>
                  <a:lnTo>
                    <a:pt x="297924" y="284746"/>
                  </a:lnTo>
                  <a:lnTo>
                    <a:pt x="294004" y="284746"/>
                  </a:lnTo>
                  <a:lnTo>
                    <a:pt x="290084" y="284746"/>
                  </a:lnTo>
                  <a:lnTo>
                    <a:pt x="286164" y="284746"/>
                  </a:lnTo>
                  <a:lnTo>
                    <a:pt x="282244" y="284746"/>
                  </a:lnTo>
                  <a:lnTo>
                    <a:pt x="278324" y="284746"/>
                  </a:lnTo>
                  <a:lnTo>
                    <a:pt x="274404" y="284746"/>
                  </a:lnTo>
                  <a:lnTo>
                    <a:pt x="270484" y="284746"/>
                  </a:lnTo>
                  <a:lnTo>
                    <a:pt x="266564" y="284746"/>
                  </a:lnTo>
                  <a:lnTo>
                    <a:pt x="262644" y="284746"/>
                  </a:lnTo>
                  <a:lnTo>
                    <a:pt x="258724" y="284746"/>
                  </a:lnTo>
                  <a:lnTo>
                    <a:pt x="254804" y="284746"/>
                  </a:lnTo>
                  <a:lnTo>
                    <a:pt x="250884" y="284746"/>
                  </a:lnTo>
                  <a:lnTo>
                    <a:pt x="246963" y="284746"/>
                  </a:lnTo>
                  <a:lnTo>
                    <a:pt x="243043" y="284746"/>
                  </a:lnTo>
                  <a:lnTo>
                    <a:pt x="239123" y="284746"/>
                  </a:lnTo>
                  <a:lnTo>
                    <a:pt x="235203" y="284746"/>
                  </a:lnTo>
                  <a:lnTo>
                    <a:pt x="231283" y="284746"/>
                  </a:lnTo>
                  <a:lnTo>
                    <a:pt x="227363" y="284746"/>
                  </a:lnTo>
                  <a:lnTo>
                    <a:pt x="223443" y="284746"/>
                  </a:lnTo>
                  <a:lnTo>
                    <a:pt x="219523" y="284746"/>
                  </a:lnTo>
                  <a:lnTo>
                    <a:pt x="215603" y="284746"/>
                  </a:lnTo>
                  <a:lnTo>
                    <a:pt x="211683" y="284746"/>
                  </a:lnTo>
                  <a:lnTo>
                    <a:pt x="207763" y="284746"/>
                  </a:lnTo>
                  <a:lnTo>
                    <a:pt x="203843" y="284746"/>
                  </a:lnTo>
                  <a:lnTo>
                    <a:pt x="199923" y="284746"/>
                  </a:lnTo>
                  <a:lnTo>
                    <a:pt x="196003" y="284746"/>
                  </a:lnTo>
                  <a:lnTo>
                    <a:pt x="192083" y="284746"/>
                  </a:lnTo>
                  <a:lnTo>
                    <a:pt x="188163" y="284746"/>
                  </a:lnTo>
                  <a:lnTo>
                    <a:pt x="184242" y="284746"/>
                  </a:lnTo>
                  <a:lnTo>
                    <a:pt x="180322" y="284746"/>
                  </a:lnTo>
                  <a:lnTo>
                    <a:pt x="176402" y="284746"/>
                  </a:lnTo>
                  <a:lnTo>
                    <a:pt x="172482" y="284746"/>
                  </a:lnTo>
                  <a:lnTo>
                    <a:pt x="168562" y="284746"/>
                  </a:lnTo>
                  <a:lnTo>
                    <a:pt x="164642" y="284746"/>
                  </a:lnTo>
                  <a:lnTo>
                    <a:pt x="160722" y="284746"/>
                  </a:lnTo>
                  <a:lnTo>
                    <a:pt x="156802" y="284746"/>
                  </a:lnTo>
                  <a:lnTo>
                    <a:pt x="152882" y="284746"/>
                  </a:lnTo>
                  <a:lnTo>
                    <a:pt x="148962" y="284746"/>
                  </a:lnTo>
                  <a:lnTo>
                    <a:pt x="145042" y="284746"/>
                  </a:lnTo>
                  <a:lnTo>
                    <a:pt x="141122" y="284746"/>
                  </a:lnTo>
                  <a:lnTo>
                    <a:pt x="137202" y="284746"/>
                  </a:lnTo>
                  <a:lnTo>
                    <a:pt x="133282" y="284746"/>
                  </a:lnTo>
                  <a:lnTo>
                    <a:pt x="129362" y="284746"/>
                  </a:lnTo>
                  <a:lnTo>
                    <a:pt x="125442" y="284746"/>
                  </a:lnTo>
                  <a:lnTo>
                    <a:pt x="121521" y="284746"/>
                  </a:lnTo>
                  <a:lnTo>
                    <a:pt x="117601" y="284746"/>
                  </a:lnTo>
                  <a:lnTo>
                    <a:pt x="113681" y="284746"/>
                  </a:lnTo>
                  <a:lnTo>
                    <a:pt x="109761" y="284746"/>
                  </a:lnTo>
                  <a:lnTo>
                    <a:pt x="105841" y="284746"/>
                  </a:lnTo>
                  <a:lnTo>
                    <a:pt x="101921" y="284746"/>
                  </a:lnTo>
                  <a:lnTo>
                    <a:pt x="98001" y="284746"/>
                  </a:lnTo>
                  <a:lnTo>
                    <a:pt x="94081" y="284746"/>
                  </a:lnTo>
                  <a:lnTo>
                    <a:pt x="90161" y="284746"/>
                  </a:lnTo>
                  <a:lnTo>
                    <a:pt x="86241" y="284746"/>
                  </a:lnTo>
                  <a:lnTo>
                    <a:pt x="82321" y="284746"/>
                  </a:lnTo>
                  <a:lnTo>
                    <a:pt x="78401" y="284746"/>
                  </a:lnTo>
                  <a:lnTo>
                    <a:pt x="74481" y="284746"/>
                  </a:lnTo>
                  <a:lnTo>
                    <a:pt x="70561" y="284746"/>
                  </a:lnTo>
                  <a:lnTo>
                    <a:pt x="66641" y="284746"/>
                  </a:lnTo>
                  <a:lnTo>
                    <a:pt x="62721" y="284746"/>
                  </a:lnTo>
                  <a:lnTo>
                    <a:pt x="58800" y="284746"/>
                  </a:lnTo>
                  <a:lnTo>
                    <a:pt x="54880" y="284746"/>
                  </a:lnTo>
                  <a:lnTo>
                    <a:pt x="50960" y="284746"/>
                  </a:lnTo>
                  <a:lnTo>
                    <a:pt x="47040" y="284746"/>
                  </a:lnTo>
                  <a:lnTo>
                    <a:pt x="43120" y="284746"/>
                  </a:lnTo>
                  <a:lnTo>
                    <a:pt x="39200" y="284746"/>
                  </a:lnTo>
                  <a:lnTo>
                    <a:pt x="35280" y="284746"/>
                  </a:lnTo>
                  <a:lnTo>
                    <a:pt x="31360" y="284746"/>
                  </a:lnTo>
                  <a:lnTo>
                    <a:pt x="27440" y="284746"/>
                  </a:lnTo>
                  <a:lnTo>
                    <a:pt x="23520" y="284746"/>
                  </a:lnTo>
                  <a:lnTo>
                    <a:pt x="19600" y="284746"/>
                  </a:lnTo>
                  <a:lnTo>
                    <a:pt x="15680" y="284746"/>
                  </a:lnTo>
                  <a:lnTo>
                    <a:pt x="11760" y="284746"/>
                  </a:lnTo>
                  <a:lnTo>
                    <a:pt x="7840" y="284746"/>
                  </a:lnTo>
                  <a:lnTo>
                    <a:pt x="3920" y="284746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89" name="pl89"/>
            <p:cNvSpPr/>
            <p:nvPr/>
          </p:nvSpPr>
          <p:spPr>
            <a:xfrm>
              <a:off x="8937061" y="6006803"/>
              <a:ext cx="2003152" cy="284745"/>
            </a:xfrm>
            <a:custGeom>
              <a:avLst/>
              <a:gdLst/>
              <a:ahLst/>
              <a:cxnLst/>
              <a:rect l="0" t="0" r="0" b="0"/>
              <a:pathLst>
                <a:path w="2003152" h="284745">
                  <a:moveTo>
                    <a:pt x="0" y="284745"/>
                  </a:moveTo>
                  <a:lnTo>
                    <a:pt x="3920" y="284745"/>
                  </a:lnTo>
                  <a:lnTo>
                    <a:pt x="7840" y="284745"/>
                  </a:lnTo>
                  <a:lnTo>
                    <a:pt x="11760" y="284745"/>
                  </a:lnTo>
                  <a:lnTo>
                    <a:pt x="15680" y="284745"/>
                  </a:lnTo>
                  <a:lnTo>
                    <a:pt x="19600" y="284744"/>
                  </a:lnTo>
                  <a:lnTo>
                    <a:pt x="23520" y="284744"/>
                  </a:lnTo>
                  <a:lnTo>
                    <a:pt x="27440" y="284743"/>
                  </a:lnTo>
                  <a:lnTo>
                    <a:pt x="31360" y="284742"/>
                  </a:lnTo>
                  <a:lnTo>
                    <a:pt x="35280" y="284741"/>
                  </a:lnTo>
                  <a:lnTo>
                    <a:pt x="39200" y="284740"/>
                  </a:lnTo>
                  <a:lnTo>
                    <a:pt x="43120" y="284738"/>
                  </a:lnTo>
                  <a:lnTo>
                    <a:pt x="47040" y="284735"/>
                  </a:lnTo>
                  <a:lnTo>
                    <a:pt x="50960" y="284733"/>
                  </a:lnTo>
                  <a:lnTo>
                    <a:pt x="54880" y="284729"/>
                  </a:lnTo>
                  <a:lnTo>
                    <a:pt x="58800" y="284724"/>
                  </a:lnTo>
                  <a:lnTo>
                    <a:pt x="62721" y="284719"/>
                  </a:lnTo>
                  <a:lnTo>
                    <a:pt x="66641" y="284712"/>
                  </a:lnTo>
                  <a:lnTo>
                    <a:pt x="70561" y="284704"/>
                  </a:lnTo>
                  <a:lnTo>
                    <a:pt x="74481" y="284694"/>
                  </a:lnTo>
                  <a:lnTo>
                    <a:pt x="78401" y="284682"/>
                  </a:lnTo>
                  <a:lnTo>
                    <a:pt x="82321" y="284668"/>
                  </a:lnTo>
                  <a:lnTo>
                    <a:pt x="86241" y="284652"/>
                  </a:lnTo>
                  <a:lnTo>
                    <a:pt x="90161" y="284633"/>
                  </a:lnTo>
                  <a:lnTo>
                    <a:pt x="94081" y="284611"/>
                  </a:lnTo>
                  <a:lnTo>
                    <a:pt x="98001" y="284586"/>
                  </a:lnTo>
                  <a:lnTo>
                    <a:pt x="101921" y="284557"/>
                  </a:lnTo>
                  <a:lnTo>
                    <a:pt x="105841" y="284524"/>
                  </a:lnTo>
                  <a:lnTo>
                    <a:pt x="109761" y="284488"/>
                  </a:lnTo>
                  <a:lnTo>
                    <a:pt x="113681" y="284448"/>
                  </a:lnTo>
                  <a:lnTo>
                    <a:pt x="117601" y="284404"/>
                  </a:lnTo>
                  <a:lnTo>
                    <a:pt x="121521" y="284356"/>
                  </a:lnTo>
                  <a:lnTo>
                    <a:pt x="125442" y="284303"/>
                  </a:lnTo>
                  <a:lnTo>
                    <a:pt x="129362" y="284247"/>
                  </a:lnTo>
                  <a:lnTo>
                    <a:pt x="133282" y="284188"/>
                  </a:lnTo>
                  <a:lnTo>
                    <a:pt x="137202" y="284126"/>
                  </a:lnTo>
                  <a:lnTo>
                    <a:pt x="141122" y="284061"/>
                  </a:lnTo>
                  <a:lnTo>
                    <a:pt x="145042" y="283995"/>
                  </a:lnTo>
                  <a:lnTo>
                    <a:pt x="148962" y="283927"/>
                  </a:lnTo>
                  <a:lnTo>
                    <a:pt x="152882" y="283859"/>
                  </a:lnTo>
                  <a:lnTo>
                    <a:pt x="156802" y="283791"/>
                  </a:lnTo>
                  <a:lnTo>
                    <a:pt x="160722" y="283725"/>
                  </a:lnTo>
                  <a:lnTo>
                    <a:pt x="164642" y="283661"/>
                  </a:lnTo>
                  <a:lnTo>
                    <a:pt x="168562" y="283600"/>
                  </a:lnTo>
                  <a:lnTo>
                    <a:pt x="172482" y="283544"/>
                  </a:lnTo>
                  <a:lnTo>
                    <a:pt x="176402" y="283493"/>
                  </a:lnTo>
                  <a:lnTo>
                    <a:pt x="180322" y="283448"/>
                  </a:lnTo>
                  <a:lnTo>
                    <a:pt x="184242" y="283409"/>
                  </a:lnTo>
                  <a:lnTo>
                    <a:pt x="188163" y="283378"/>
                  </a:lnTo>
                  <a:lnTo>
                    <a:pt x="192083" y="283354"/>
                  </a:lnTo>
                  <a:lnTo>
                    <a:pt x="196003" y="283340"/>
                  </a:lnTo>
                  <a:lnTo>
                    <a:pt x="199923" y="283335"/>
                  </a:lnTo>
                  <a:lnTo>
                    <a:pt x="203843" y="283339"/>
                  </a:lnTo>
                  <a:lnTo>
                    <a:pt x="207763" y="283351"/>
                  </a:lnTo>
                  <a:lnTo>
                    <a:pt x="211683" y="283371"/>
                  </a:lnTo>
                  <a:lnTo>
                    <a:pt x="215603" y="283399"/>
                  </a:lnTo>
                  <a:lnTo>
                    <a:pt x="219523" y="283435"/>
                  </a:lnTo>
                  <a:lnTo>
                    <a:pt x="223443" y="283479"/>
                  </a:lnTo>
                  <a:lnTo>
                    <a:pt x="227363" y="283528"/>
                  </a:lnTo>
                  <a:lnTo>
                    <a:pt x="231283" y="283582"/>
                  </a:lnTo>
                  <a:lnTo>
                    <a:pt x="235203" y="283640"/>
                  </a:lnTo>
                  <a:lnTo>
                    <a:pt x="239123" y="283701"/>
                  </a:lnTo>
                  <a:lnTo>
                    <a:pt x="243043" y="283765"/>
                  </a:lnTo>
                  <a:lnTo>
                    <a:pt x="246963" y="283829"/>
                  </a:lnTo>
                  <a:lnTo>
                    <a:pt x="250884" y="283894"/>
                  </a:lnTo>
                  <a:lnTo>
                    <a:pt x="254804" y="283957"/>
                  </a:lnTo>
                  <a:lnTo>
                    <a:pt x="258724" y="284018"/>
                  </a:lnTo>
                  <a:lnTo>
                    <a:pt x="262644" y="284076"/>
                  </a:lnTo>
                  <a:lnTo>
                    <a:pt x="266564" y="284130"/>
                  </a:lnTo>
                  <a:lnTo>
                    <a:pt x="270484" y="284179"/>
                  </a:lnTo>
                  <a:lnTo>
                    <a:pt x="274404" y="284222"/>
                  </a:lnTo>
                  <a:lnTo>
                    <a:pt x="278324" y="284259"/>
                  </a:lnTo>
                  <a:lnTo>
                    <a:pt x="282244" y="284289"/>
                  </a:lnTo>
                  <a:lnTo>
                    <a:pt x="286164" y="284312"/>
                  </a:lnTo>
                  <a:lnTo>
                    <a:pt x="290084" y="284328"/>
                  </a:lnTo>
                  <a:lnTo>
                    <a:pt x="294004" y="284335"/>
                  </a:lnTo>
                  <a:lnTo>
                    <a:pt x="297924" y="284332"/>
                  </a:lnTo>
                  <a:lnTo>
                    <a:pt x="301844" y="284321"/>
                  </a:lnTo>
                  <a:lnTo>
                    <a:pt x="305764" y="284301"/>
                  </a:lnTo>
                  <a:lnTo>
                    <a:pt x="309684" y="284271"/>
                  </a:lnTo>
                  <a:lnTo>
                    <a:pt x="313605" y="284233"/>
                  </a:lnTo>
                  <a:lnTo>
                    <a:pt x="317525" y="284185"/>
                  </a:lnTo>
                  <a:lnTo>
                    <a:pt x="321445" y="284127"/>
                  </a:lnTo>
                  <a:lnTo>
                    <a:pt x="325365" y="284060"/>
                  </a:lnTo>
                  <a:lnTo>
                    <a:pt x="329285" y="283983"/>
                  </a:lnTo>
                  <a:lnTo>
                    <a:pt x="333205" y="283899"/>
                  </a:lnTo>
                  <a:lnTo>
                    <a:pt x="337125" y="283807"/>
                  </a:lnTo>
                  <a:lnTo>
                    <a:pt x="341045" y="283707"/>
                  </a:lnTo>
                  <a:lnTo>
                    <a:pt x="344965" y="283601"/>
                  </a:lnTo>
                  <a:lnTo>
                    <a:pt x="348885" y="283488"/>
                  </a:lnTo>
                  <a:lnTo>
                    <a:pt x="352805" y="283370"/>
                  </a:lnTo>
                  <a:lnTo>
                    <a:pt x="356725" y="283250"/>
                  </a:lnTo>
                  <a:lnTo>
                    <a:pt x="360645" y="283127"/>
                  </a:lnTo>
                  <a:lnTo>
                    <a:pt x="364565" y="283003"/>
                  </a:lnTo>
                  <a:lnTo>
                    <a:pt x="368485" y="282880"/>
                  </a:lnTo>
                  <a:lnTo>
                    <a:pt x="372405" y="282760"/>
                  </a:lnTo>
                  <a:lnTo>
                    <a:pt x="376326" y="282643"/>
                  </a:lnTo>
                  <a:lnTo>
                    <a:pt x="380246" y="282533"/>
                  </a:lnTo>
                  <a:lnTo>
                    <a:pt x="384166" y="282429"/>
                  </a:lnTo>
                  <a:lnTo>
                    <a:pt x="388086" y="282334"/>
                  </a:lnTo>
                  <a:lnTo>
                    <a:pt x="392006" y="282248"/>
                  </a:lnTo>
                  <a:lnTo>
                    <a:pt x="395926" y="282174"/>
                  </a:lnTo>
                  <a:lnTo>
                    <a:pt x="399846" y="282115"/>
                  </a:lnTo>
                  <a:lnTo>
                    <a:pt x="403766" y="282069"/>
                  </a:lnTo>
                  <a:lnTo>
                    <a:pt x="407686" y="282037"/>
                  </a:lnTo>
                  <a:lnTo>
                    <a:pt x="411606" y="282020"/>
                  </a:lnTo>
                  <a:lnTo>
                    <a:pt x="415526" y="282017"/>
                  </a:lnTo>
                  <a:lnTo>
                    <a:pt x="419446" y="282029"/>
                  </a:lnTo>
                  <a:lnTo>
                    <a:pt x="423366" y="282058"/>
                  </a:lnTo>
                  <a:lnTo>
                    <a:pt x="427286" y="282101"/>
                  </a:lnTo>
                  <a:lnTo>
                    <a:pt x="431206" y="282156"/>
                  </a:lnTo>
                  <a:lnTo>
                    <a:pt x="435126" y="282222"/>
                  </a:lnTo>
                  <a:lnTo>
                    <a:pt x="439047" y="282299"/>
                  </a:lnTo>
                  <a:lnTo>
                    <a:pt x="442967" y="282384"/>
                  </a:lnTo>
                  <a:lnTo>
                    <a:pt x="446887" y="282476"/>
                  </a:lnTo>
                  <a:lnTo>
                    <a:pt x="450807" y="282572"/>
                  </a:lnTo>
                  <a:lnTo>
                    <a:pt x="454727" y="282671"/>
                  </a:lnTo>
                  <a:lnTo>
                    <a:pt x="458647" y="282768"/>
                  </a:lnTo>
                  <a:lnTo>
                    <a:pt x="462567" y="282863"/>
                  </a:lnTo>
                  <a:lnTo>
                    <a:pt x="466487" y="282953"/>
                  </a:lnTo>
                  <a:lnTo>
                    <a:pt x="470407" y="283036"/>
                  </a:lnTo>
                  <a:lnTo>
                    <a:pt x="474327" y="283107"/>
                  </a:lnTo>
                  <a:lnTo>
                    <a:pt x="478247" y="283164"/>
                  </a:lnTo>
                  <a:lnTo>
                    <a:pt x="482167" y="283207"/>
                  </a:lnTo>
                  <a:lnTo>
                    <a:pt x="486087" y="283232"/>
                  </a:lnTo>
                  <a:lnTo>
                    <a:pt x="490007" y="283237"/>
                  </a:lnTo>
                  <a:lnTo>
                    <a:pt x="493927" y="283221"/>
                  </a:lnTo>
                  <a:lnTo>
                    <a:pt x="497847" y="283179"/>
                  </a:lnTo>
                  <a:lnTo>
                    <a:pt x="501768" y="283107"/>
                  </a:lnTo>
                  <a:lnTo>
                    <a:pt x="505688" y="283006"/>
                  </a:lnTo>
                  <a:lnTo>
                    <a:pt x="509608" y="282875"/>
                  </a:lnTo>
                  <a:lnTo>
                    <a:pt x="513528" y="282711"/>
                  </a:lnTo>
                  <a:lnTo>
                    <a:pt x="517448" y="282512"/>
                  </a:lnTo>
                  <a:lnTo>
                    <a:pt x="521368" y="282278"/>
                  </a:lnTo>
                  <a:lnTo>
                    <a:pt x="525288" y="281995"/>
                  </a:lnTo>
                  <a:lnTo>
                    <a:pt x="529208" y="281671"/>
                  </a:lnTo>
                  <a:lnTo>
                    <a:pt x="533128" y="281304"/>
                  </a:lnTo>
                  <a:lnTo>
                    <a:pt x="537048" y="280890"/>
                  </a:lnTo>
                  <a:lnTo>
                    <a:pt x="540968" y="280430"/>
                  </a:lnTo>
                  <a:lnTo>
                    <a:pt x="544888" y="279919"/>
                  </a:lnTo>
                  <a:lnTo>
                    <a:pt x="548808" y="279351"/>
                  </a:lnTo>
                  <a:lnTo>
                    <a:pt x="552728" y="278723"/>
                  </a:lnTo>
                  <a:lnTo>
                    <a:pt x="556648" y="278039"/>
                  </a:lnTo>
                  <a:lnTo>
                    <a:pt x="560569" y="277297"/>
                  </a:lnTo>
                  <a:lnTo>
                    <a:pt x="564489" y="276494"/>
                  </a:lnTo>
                  <a:lnTo>
                    <a:pt x="568409" y="275630"/>
                  </a:lnTo>
                  <a:lnTo>
                    <a:pt x="572329" y="274702"/>
                  </a:lnTo>
                  <a:lnTo>
                    <a:pt x="576249" y="273694"/>
                  </a:lnTo>
                  <a:lnTo>
                    <a:pt x="580169" y="272618"/>
                  </a:lnTo>
                  <a:lnTo>
                    <a:pt x="584089" y="271472"/>
                  </a:lnTo>
                  <a:lnTo>
                    <a:pt x="588009" y="270254"/>
                  </a:lnTo>
                  <a:lnTo>
                    <a:pt x="591929" y="268961"/>
                  </a:lnTo>
                  <a:lnTo>
                    <a:pt x="595849" y="267592"/>
                  </a:lnTo>
                  <a:lnTo>
                    <a:pt x="599769" y="266131"/>
                  </a:lnTo>
                  <a:lnTo>
                    <a:pt x="603689" y="264578"/>
                  </a:lnTo>
                  <a:lnTo>
                    <a:pt x="607609" y="262936"/>
                  </a:lnTo>
                  <a:lnTo>
                    <a:pt x="611529" y="261201"/>
                  </a:lnTo>
                  <a:lnTo>
                    <a:pt x="615449" y="259367"/>
                  </a:lnTo>
                  <a:lnTo>
                    <a:pt x="619369" y="257429"/>
                  </a:lnTo>
                  <a:lnTo>
                    <a:pt x="623290" y="255376"/>
                  </a:lnTo>
                  <a:lnTo>
                    <a:pt x="627210" y="253182"/>
                  </a:lnTo>
                  <a:lnTo>
                    <a:pt x="631130" y="250860"/>
                  </a:lnTo>
                  <a:lnTo>
                    <a:pt x="635050" y="248402"/>
                  </a:lnTo>
                  <a:lnTo>
                    <a:pt x="638970" y="245799"/>
                  </a:lnTo>
                  <a:lnTo>
                    <a:pt x="642890" y="243044"/>
                  </a:lnTo>
                  <a:lnTo>
                    <a:pt x="646810" y="240128"/>
                  </a:lnTo>
                  <a:lnTo>
                    <a:pt x="650730" y="237012"/>
                  </a:lnTo>
                  <a:lnTo>
                    <a:pt x="654650" y="233705"/>
                  </a:lnTo>
                  <a:lnTo>
                    <a:pt x="658570" y="230208"/>
                  </a:lnTo>
                  <a:lnTo>
                    <a:pt x="662490" y="226515"/>
                  </a:lnTo>
                  <a:lnTo>
                    <a:pt x="666410" y="222620"/>
                  </a:lnTo>
                  <a:lnTo>
                    <a:pt x="670330" y="218519"/>
                  </a:lnTo>
                  <a:lnTo>
                    <a:pt x="674250" y="214193"/>
                  </a:lnTo>
                  <a:lnTo>
                    <a:pt x="678170" y="209622"/>
                  </a:lnTo>
                  <a:lnTo>
                    <a:pt x="682090" y="204837"/>
                  </a:lnTo>
                  <a:lnTo>
                    <a:pt x="686011" y="199843"/>
                  </a:lnTo>
                  <a:lnTo>
                    <a:pt x="689931" y="194643"/>
                  </a:lnTo>
                  <a:lnTo>
                    <a:pt x="693851" y="189242"/>
                  </a:lnTo>
                  <a:lnTo>
                    <a:pt x="697771" y="183647"/>
                  </a:lnTo>
                  <a:lnTo>
                    <a:pt x="701691" y="177835"/>
                  </a:lnTo>
                  <a:lnTo>
                    <a:pt x="705611" y="171851"/>
                  </a:lnTo>
                  <a:lnTo>
                    <a:pt x="709531" y="165714"/>
                  </a:lnTo>
                  <a:lnTo>
                    <a:pt x="713451" y="159438"/>
                  </a:lnTo>
                  <a:lnTo>
                    <a:pt x="717371" y="153041"/>
                  </a:lnTo>
                  <a:lnTo>
                    <a:pt x="721291" y="146538"/>
                  </a:lnTo>
                  <a:lnTo>
                    <a:pt x="725211" y="139943"/>
                  </a:lnTo>
                  <a:lnTo>
                    <a:pt x="729131" y="133278"/>
                  </a:lnTo>
                  <a:lnTo>
                    <a:pt x="733051" y="126576"/>
                  </a:lnTo>
                  <a:lnTo>
                    <a:pt x="736971" y="119855"/>
                  </a:lnTo>
                  <a:lnTo>
                    <a:pt x="740891" y="113136"/>
                  </a:lnTo>
                  <a:lnTo>
                    <a:pt x="744811" y="106436"/>
                  </a:lnTo>
                  <a:lnTo>
                    <a:pt x="748732" y="99776"/>
                  </a:lnTo>
                  <a:lnTo>
                    <a:pt x="752652" y="93193"/>
                  </a:lnTo>
                  <a:lnTo>
                    <a:pt x="756572" y="86697"/>
                  </a:lnTo>
                  <a:lnTo>
                    <a:pt x="760492" y="80304"/>
                  </a:lnTo>
                  <a:lnTo>
                    <a:pt x="764412" y="74031"/>
                  </a:lnTo>
                  <a:lnTo>
                    <a:pt x="768332" y="67894"/>
                  </a:lnTo>
                  <a:lnTo>
                    <a:pt x="772252" y="61910"/>
                  </a:lnTo>
                  <a:lnTo>
                    <a:pt x="776172" y="56114"/>
                  </a:lnTo>
                  <a:lnTo>
                    <a:pt x="780092" y="50526"/>
                  </a:lnTo>
                  <a:lnTo>
                    <a:pt x="784012" y="45144"/>
                  </a:lnTo>
                  <a:lnTo>
                    <a:pt x="787932" y="39980"/>
                  </a:lnTo>
                  <a:lnTo>
                    <a:pt x="791852" y="35048"/>
                  </a:lnTo>
                  <a:lnTo>
                    <a:pt x="795772" y="30364"/>
                  </a:lnTo>
                  <a:lnTo>
                    <a:pt x="799692" y="25944"/>
                  </a:lnTo>
                  <a:lnTo>
                    <a:pt x="803612" y="21863"/>
                  </a:lnTo>
                  <a:lnTo>
                    <a:pt x="807532" y="18077"/>
                  </a:lnTo>
                  <a:lnTo>
                    <a:pt x="811453" y="14603"/>
                  </a:lnTo>
                  <a:lnTo>
                    <a:pt x="815373" y="11452"/>
                  </a:lnTo>
                  <a:lnTo>
                    <a:pt x="819293" y="8639"/>
                  </a:lnTo>
                  <a:lnTo>
                    <a:pt x="823213" y="6177"/>
                  </a:lnTo>
                  <a:lnTo>
                    <a:pt x="827133" y="4132"/>
                  </a:lnTo>
                  <a:lnTo>
                    <a:pt x="831053" y="2500"/>
                  </a:lnTo>
                  <a:lnTo>
                    <a:pt x="834973" y="1262"/>
                  </a:lnTo>
                  <a:lnTo>
                    <a:pt x="838893" y="426"/>
                  </a:lnTo>
                  <a:lnTo>
                    <a:pt x="842813" y="3"/>
                  </a:lnTo>
                  <a:lnTo>
                    <a:pt x="846733" y="0"/>
                  </a:lnTo>
                  <a:lnTo>
                    <a:pt x="850653" y="439"/>
                  </a:lnTo>
                  <a:lnTo>
                    <a:pt x="854573" y="1392"/>
                  </a:lnTo>
                  <a:lnTo>
                    <a:pt x="858493" y="2779"/>
                  </a:lnTo>
                  <a:lnTo>
                    <a:pt x="862413" y="4601"/>
                  </a:lnTo>
                  <a:lnTo>
                    <a:pt x="866333" y="6855"/>
                  </a:lnTo>
                  <a:lnTo>
                    <a:pt x="870253" y="9537"/>
                  </a:lnTo>
                  <a:lnTo>
                    <a:pt x="874174" y="12640"/>
                  </a:lnTo>
                  <a:lnTo>
                    <a:pt x="878094" y="16219"/>
                  </a:lnTo>
                  <a:lnTo>
                    <a:pt x="882014" y="20215"/>
                  </a:lnTo>
                  <a:lnTo>
                    <a:pt x="885934" y="24587"/>
                  </a:lnTo>
                  <a:lnTo>
                    <a:pt x="889854" y="29314"/>
                  </a:lnTo>
                  <a:lnTo>
                    <a:pt x="893774" y="34375"/>
                  </a:lnTo>
                  <a:lnTo>
                    <a:pt x="897694" y="39748"/>
                  </a:lnTo>
                  <a:lnTo>
                    <a:pt x="901614" y="45421"/>
                  </a:lnTo>
                  <a:lnTo>
                    <a:pt x="905534" y="51380"/>
                  </a:lnTo>
                  <a:lnTo>
                    <a:pt x="909454" y="57548"/>
                  </a:lnTo>
                  <a:lnTo>
                    <a:pt x="913374" y="63894"/>
                  </a:lnTo>
                  <a:lnTo>
                    <a:pt x="917294" y="70384"/>
                  </a:lnTo>
                  <a:lnTo>
                    <a:pt x="921214" y="76986"/>
                  </a:lnTo>
                  <a:lnTo>
                    <a:pt x="925134" y="83667"/>
                  </a:lnTo>
                  <a:lnTo>
                    <a:pt x="929054" y="90395"/>
                  </a:lnTo>
                  <a:lnTo>
                    <a:pt x="932974" y="97122"/>
                  </a:lnTo>
                  <a:lnTo>
                    <a:pt x="936895" y="103818"/>
                  </a:lnTo>
                  <a:lnTo>
                    <a:pt x="940815" y="110457"/>
                  </a:lnTo>
                  <a:lnTo>
                    <a:pt x="944735" y="117015"/>
                  </a:lnTo>
                  <a:lnTo>
                    <a:pt x="948655" y="123468"/>
                  </a:lnTo>
                  <a:lnTo>
                    <a:pt x="952575" y="129783"/>
                  </a:lnTo>
                  <a:lnTo>
                    <a:pt x="956495" y="135933"/>
                  </a:lnTo>
                  <a:lnTo>
                    <a:pt x="960415" y="141921"/>
                  </a:lnTo>
                  <a:lnTo>
                    <a:pt x="964335" y="147739"/>
                  </a:lnTo>
                  <a:lnTo>
                    <a:pt x="968255" y="153381"/>
                  </a:lnTo>
                  <a:lnTo>
                    <a:pt x="972175" y="158843"/>
                  </a:lnTo>
                  <a:lnTo>
                    <a:pt x="976095" y="164122"/>
                  </a:lnTo>
                  <a:lnTo>
                    <a:pt x="980015" y="169180"/>
                  </a:lnTo>
                  <a:lnTo>
                    <a:pt x="983935" y="174058"/>
                  </a:lnTo>
                  <a:lnTo>
                    <a:pt x="987855" y="178763"/>
                  </a:lnTo>
                  <a:lnTo>
                    <a:pt x="991775" y="183300"/>
                  </a:lnTo>
                  <a:lnTo>
                    <a:pt x="995695" y="187676"/>
                  </a:lnTo>
                  <a:lnTo>
                    <a:pt x="999616" y="191899"/>
                  </a:lnTo>
                  <a:lnTo>
                    <a:pt x="1003536" y="195960"/>
                  </a:lnTo>
                  <a:lnTo>
                    <a:pt x="1007456" y="199871"/>
                  </a:lnTo>
                  <a:lnTo>
                    <a:pt x="1011376" y="203655"/>
                  </a:lnTo>
                  <a:lnTo>
                    <a:pt x="1015296" y="207321"/>
                  </a:lnTo>
                  <a:lnTo>
                    <a:pt x="1019216" y="210874"/>
                  </a:lnTo>
                  <a:lnTo>
                    <a:pt x="1023136" y="214323"/>
                  </a:lnTo>
                  <a:lnTo>
                    <a:pt x="1027056" y="217671"/>
                  </a:lnTo>
                  <a:lnTo>
                    <a:pt x="1030976" y="220907"/>
                  </a:lnTo>
                  <a:lnTo>
                    <a:pt x="1034896" y="224057"/>
                  </a:lnTo>
                  <a:lnTo>
                    <a:pt x="1038816" y="227126"/>
                  </a:lnTo>
                  <a:lnTo>
                    <a:pt x="1042736" y="230115"/>
                  </a:lnTo>
                  <a:lnTo>
                    <a:pt x="1046656" y="233028"/>
                  </a:lnTo>
                  <a:lnTo>
                    <a:pt x="1050576" y="235867"/>
                  </a:lnTo>
                  <a:lnTo>
                    <a:pt x="1054496" y="238624"/>
                  </a:lnTo>
                  <a:lnTo>
                    <a:pt x="1058417" y="241304"/>
                  </a:lnTo>
                  <a:lnTo>
                    <a:pt x="1062337" y="243912"/>
                  </a:lnTo>
                  <a:lnTo>
                    <a:pt x="1066257" y="246449"/>
                  </a:lnTo>
                  <a:lnTo>
                    <a:pt x="1070177" y="248914"/>
                  </a:lnTo>
                  <a:lnTo>
                    <a:pt x="1074097" y="251304"/>
                  </a:lnTo>
                  <a:lnTo>
                    <a:pt x="1078017" y="253616"/>
                  </a:lnTo>
                  <a:lnTo>
                    <a:pt x="1081937" y="255836"/>
                  </a:lnTo>
                  <a:lnTo>
                    <a:pt x="1085857" y="257974"/>
                  </a:lnTo>
                  <a:lnTo>
                    <a:pt x="1089777" y="260029"/>
                  </a:lnTo>
                  <a:lnTo>
                    <a:pt x="1093697" y="261998"/>
                  </a:lnTo>
                  <a:lnTo>
                    <a:pt x="1097617" y="263880"/>
                  </a:lnTo>
                  <a:lnTo>
                    <a:pt x="1101537" y="265671"/>
                  </a:lnTo>
                  <a:lnTo>
                    <a:pt x="1105457" y="267355"/>
                  </a:lnTo>
                  <a:lnTo>
                    <a:pt x="1109377" y="268939"/>
                  </a:lnTo>
                  <a:lnTo>
                    <a:pt x="1113297" y="270428"/>
                  </a:lnTo>
                  <a:lnTo>
                    <a:pt x="1117217" y="271821"/>
                  </a:lnTo>
                  <a:lnTo>
                    <a:pt x="1121138" y="273120"/>
                  </a:lnTo>
                  <a:lnTo>
                    <a:pt x="1125058" y="274325"/>
                  </a:lnTo>
                  <a:lnTo>
                    <a:pt x="1128978" y="275431"/>
                  </a:lnTo>
                  <a:lnTo>
                    <a:pt x="1132898" y="276432"/>
                  </a:lnTo>
                  <a:lnTo>
                    <a:pt x="1136818" y="277347"/>
                  </a:lnTo>
                  <a:lnTo>
                    <a:pt x="1140738" y="278178"/>
                  </a:lnTo>
                  <a:lnTo>
                    <a:pt x="1144658" y="278930"/>
                  </a:lnTo>
                  <a:lnTo>
                    <a:pt x="1148578" y="279607"/>
                  </a:lnTo>
                  <a:lnTo>
                    <a:pt x="1152498" y="280213"/>
                  </a:lnTo>
                  <a:lnTo>
                    <a:pt x="1156418" y="280742"/>
                  </a:lnTo>
                  <a:lnTo>
                    <a:pt x="1160338" y="281210"/>
                  </a:lnTo>
                  <a:lnTo>
                    <a:pt x="1164258" y="281624"/>
                  </a:lnTo>
                  <a:lnTo>
                    <a:pt x="1168178" y="281990"/>
                  </a:lnTo>
                  <a:lnTo>
                    <a:pt x="1172098" y="282312"/>
                  </a:lnTo>
                  <a:lnTo>
                    <a:pt x="1176018" y="282595"/>
                  </a:lnTo>
                  <a:lnTo>
                    <a:pt x="1179938" y="282841"/>
                  </a:lnTo>
                  <a:lnTo>
                    <a:pt x="1183859" y="283053"/>
                  </a:lnTo>
                  <a:lnTo>
                    <a:pt x="1187779" y="283239"/>
                  </a:lnTo>
                  <a:lnTo>
                    <a:pt x="1191699" y="283404"/>
                  </a:lnTo>
                  <a:lnTo>
                    <a:pt x="1195619" y="283550"/>
                  </a:lnTo>
                  <a:lnTo>
                    <a:pt x="1199539" y="283679"/>
                  </a:lnTo>
                  <a:lnTo>
                    <a:pt x="1203459" y="283794"/>
                  </a:lnTo>
                  <a:lnTo>
                    <a:pt x="1207379" y="283895"/>
                  </a:lnTo>
                  <a:lnTo>
                    <a:pt x="1211299" y="283986"/>
                  </a:lnTo>
                  <a:lnTo>
                    <a:pt x="1215219" y="284068"/>
                  </a:lnTo>
                  <a:lnTo>
                    <a:pt x="1219139" y="284142"/>
                  </a:lnTo>
                  <a:lnTo>
                    <a:pt x="1223059" y="284210"/>
                  </a:lnTo>
                  <a:lnTo>
                    <a:pt x="1226979" y="284271"/>
                  </a:lnTo>
                  <a:lnTo>
                    <a:pt x="1230899" y="284327"/>
                  </a:lnTo>
                  <a:lnTo>
                    <a:pt x="1234819" y="284377"/>
                  </a:lnTo>
                  <a:lnTo>
                    <a:pt x="1238739" y="284422"/>
                  </a:lnTo>
                  <a:lnTo>
                    <a:pt x="1242659" y="284464"/>
                  </a:lnTo>
                  <a:lnTo>
                    <a:pt x="1246580" y="284501"/>
                  </a:lnTo>
                  <a:lnTo>
                    <a:pt x="1250500" y="284535"/>
                  </a:lnTo>
                  <a:lnTo>
                    <a:pt x="1254420" y="284565"/>
                  </a:lnTo>
                  <a:lnTo>
                    <a:pt x="1258340" y="284591"/>
                  </a:lnTo>
                  <a:lnTo>
                    <a:pt x="1262260" y="284615"/>
                  </a:lnTo>
                  <a:lnTo>
                    <a:pt x="1266180" y="284635"/>
                  </a:lnTo>
                  <a:lnTo>
                    <a:pt x="1270100" y="284653"/>
                  </a:lnTo>
                  <a:lnTo>
                    <a:pt x="1274020" y="284669"/>
                  </a:lnTo>
                  <a:lnTo>
                    <a:pt x="1277940" y="284682"/>
                  </a:lnTo>
                  <a:lnTo>
                    <a:pt x="1281860" y="284693"/>
                  </a:lnTo>
                  <a:lnTo>
                    <a:pt x="1285780" y="284703"/>
                  </a:lnTo>
                  <a:lnTo>
                    <a:pt x="1289700" y="284711"/>
                  </a:lnTo>
                  <a:lnTo>
                    <a:pt x="1293620" y="284718"/>
                  </a:lnTo>
                  <a:lnTo>
                    <a:pt x="1297540" y="284723"/>
                  </a:lnTo>
                  <a:lnTo>
                    <a:pt x="1301460" y="284728"/>
                  </a:lnTo>
                  <a:lnTo>
                    <a:pt x="1305380" y="284732"/>
                  </a:lnTo>
                  <a:lnTo>
                    <a:pt x="1309301" y="284735"/>
                  </a:lnTo>
                  <a:lnTo>
                    <a:pt x="1313221" y="284737"/>
                  </a:lnTo>
                  <a:lnTo>
                    <a:pt x="1317141" y="284739"/>
                  </a:lnTo>
                  <a:lnTo>
                    <a:pt x="1321061" y="284741"/>
                  </a:lnTo>
                  <a:lnTo>
                    <a:pt x="1324981" y="284742"/>
                  </a:lnTo>
                  <a:lnTo>
                    <a:pt x="1328901" y="284743"/>
                  </a:lnTo>
                  <a:lnTo>
                    <a:pt x="1332821" y="284743"/>
                  </a:lnTo>
                  <a:lnTo>
                    <a:pt x="1336741" y="284744"/>
                  </a:lnTo>
                  <a:lnTo>
                    <a:pt x="1340661" y="284744"/>
                  </a:lnTo>
                  <a:lnTo>
                    <a:pt x="1344581" y="284745"/>
                  </a:lnTo>
                  <a:lnTo>
                    <a:pt x="1348501" y="284745"/>
                  </a:lnTo>
                  <a:lnTo>
                    <a:pt x="1352421" y="284745"/>
                  </a:lnTo>
                  <a:lnTo>
                    <a:pt x="1356341" y="284745"/>
                  </a:lnTo>
                  <a:lnTo>
                    <a:pt x="1360261" y="284745"/>
                  </a:lnTo>
                  <a:lnTo>
                    <a:pt x="1364181" y="284745"/>
                  </a:lnTo>
                  <a:lnTo>
                    <a:pt x="1368101" y="284745"/>
                  </a:lnTo>
                  <a:lnTo>
                    <a:pt x="1372022" y="284745"/>
                  </a:lnTo>
                  <a:lnTo>
                    <a:pt x="1375942" y="284745"/>
                  </a:lnTo>
                  <a:lnTo>
                    <a:pt x="1379862" y="284745"/>
                  </a:lnTo>
                  <a:lnTo>
                    <a:pt x="1383782" y="284745"/>
                  </a:lnTo>
                  <a:lnTo>
                    <a:pt x="1387702" y="284745"/>
                  </a:lnTo>
                  <a:lnTo>
                    <a:pt x="1391622" y="284745"/>
                  </a:lnTo>
                  <a:lnTo>
                    <a:pt x="1395542" y="284745"/>
                  </a:lnTo>
                  <a:lnTo>
                    <a:pt x="1399462" y="284745"/>
                  </a:lnTo>
                  <a:lnTo>
                    <a:pt x="1403382" y="284745"/>
                  </a:lnTo>
                  <a:lnTo>
                    <a:pt x="1407302" y="284745"/>
                  </a:lnTo>
                  <a:lnTo>
                    <a:pt x="1411222" y="284745"/>
                  </a:lnTo>
                  <a:lnTo>
                    <a:pt x="1415142" y="284745"/>
                  </a:lnTo>
                  <a:lnTo>
                    <a:pt x="1419062" y="284744"/>
                  </a:lnTo>
                  <a:lnTo>
                    <a:pt x="1422982" y="284744"/>
                  </a:lnTo>
                  <a:lnTo>
                    <a:pt x="1426902" y="284744"/>
                  </a:lnTo>
                  <a:lnTo>
                    <a:pt x="1430822" y="284743"/>
                  </a:lnTo>
                  <a:lnTo>
                    <a:pt x="1434743" y="284742"/>
                  </a:lnTo>
                  <a:lnTo>
                    <a:pt x="1438663" y="284741"/>
                  </a:lnTo>
                  <a:lnTo>
                    <a:pt x="1442583" y="284740"/>
                  </a:lnTo>
                  <a:lnTo>
                    <a:pt x="1446503" y="284738"/>
                  </a:lnTo>
                  <a:lnTo>
                    <a:pt x="1450423" y="284736"/>
                  </a:lnTo>
                  <a:lnTo>
                    <a:pt x="1454343" y="284733"/>
                  </a:lnTo>
                  <a:lnTo>
                    <a:pt x="1458263" y="284729"/>
                  </a:lnTo>
                  <a:lnTo>
                    <a:pt x="1462183" y="284725"/>
                  </a:lnTo>
                  <a:lnTo>
                    <a:pt x="1466103" y="284719"/>
                  </a:lnTo>
                  <a:lnTo>
                    <a:pt x="1470023" y="284713"/>
                  </a:lnTo>
                  <a:lnTo>
                    <a:pt x="1473943" y="284705"/>
                  </a:lnTo>
                  <a:lnTo>
                    <a:pt x="1477863" y="284695"/>
                  </a:lnTo>
                  <a:lnTo>
                    <a:pt x="1481783" y="284684"/>
                  </a:lnTo>
                  <a:lnTo>
                    <a:pt x="1485703" y="284670"/>
                  </a:lnTo>
                  <a:lnTo>
                    <a:pt x="1489623" y="284654"/>
                  </a:lnTo>
                  <a:lnTo>
                    <a:pt x="1493543" y="284635"/>
                  </a:lnTo>
                  <a:lnTo>
                    <a:pt x="1497464" y="284614"/>
                  </a:lnTo>
                  <a:lnTo>
                    <a:pt x="1501384" y="284589"/>
                  </a:lnTo>
                  <a:lnTo>
                    <a:pt x="1505304" y="284561"/>
                  </a:lnTo>
                  <a:lnTo>
                    <a:pt x="1509224" y="284529"/>
                  </a:lnTo>
                  <a:lnTo>
                    <a:pt x="1513144" y="284493"/>
                  </a:lnTo>
                  <a:lnTo>
                    <a:pt x="1517064" y="284453"/>
                  </a:lnTo>
                  <a:lnTo>
                    <a:pt x="1520984" y="284408"/>
                  </a:lnTo>
                  <a:lnTo>
                    <a:pt x="1524904" y="284359"/>
                  </a:lnTo>
                  <a:lnTo>
                    <a:pt x="1528824" y="284306"/>
                  </a:lnTo>
                  <a:lnTo>
                    <a:pt x="1532744" y="284248"/>
                  </a:lnTo>
                  <a:lnTo>
                    <a:pt x="1536664" y="284186"/>
                  </a:lnTo>
                  <a:lnTo>
                    <a:pt x="1540584" y="284119"/>
                  </a:lnTo>
                  <a:lnTo>
                    <a:pt x="1544504" y="284048"/>
                  </a:lnTo>
                  <a:lnTo>
                    <a:pt x="1548424" y="283973"/>
                  </a:lnTo>
                  <a:lnTo>
                    <a:pt x="1552344" y="283895"/>
                  </a:lnTo>
                  <a:lnTo>
                    <a:pt x="1556265" y="283814"/>
                  </a:lnTo>
                  <a:lnTo>
                    <a:pt x="1560185" y="283730"/>
                  </a:lnTo>
                  <a:lnTo>
                    <a:pt x="1564105" y="283645"/>
                  </a:lnTo>
                  <a:lnTo>
                    <a:pt x="1568025" y="283559"/>
                  </a:lnTo>
                  <a:lnTo>
                    <a:pt x="1571945" y="283472"/>
                  </a:lnTo>
                  <a:lnTo>
                    <a:pt x="1575865" y="283386"/>
                  </a:lnTo>
                  <a:lnTo>
                    <a:pt x="1579785" y="283301"/>
                  </a:lnTo>
                  <a:lnTo>
                    <a:pt x="1583705" y="283219"/>
                  </a:lnTo>
                  <a:lnTo>
                    <a:pt x="1587625" y="283140"/>
                  </a:lnTo>
                  <a:lnTo>
                    <a:pt x="1591545" y="283065"/>
                  </a:lnTo>
                  <a:lnTo>
                    <a:pt x="1595465" y="282996"/>
                  </a:lnTo>
                  <a:lnTo>
                    <a:pt x="1599385" y="282932"/>
                  </a:lnTo>
                  <a:lnTo>
                    <a:pt x="1603305" y="282874"/>
                  </a:lnTo>
                  <a:lnTo>
                    <a:pt x="1607225" y="282823"/>
                  </a:lnTo>
                  <a:lnTo>
                    <a:pt x="1611145" y="282782"/>
                  </a:lnTo>
                  <a:lnTo>
                    <a:pt x="1615065" y="282749"/>
                  </a:lnTo>
                  <a:lnTo>
                    <a:pt x="1618986" y="282725"/>
                  </a:lnTo>
                  <a:lnTo>
                    <a:pt x="1622906" y="282710"/>
                  </a:lnTo>
                  <a:lnTo>
                    <a:pt x="1626826" y="282703"/>
                  </a:lnTo>
                  <a:lnTo>
                    <a:pt x="1630746" y="282705"/>
                  </a:lnTo>
                  <a:lnTo>
                    <a:pt x="1634666" y="282716"/>
                  </a:lnTo>
                  <a:lnTo>
                    <a:pt x="1638586" y="282736"/>
                  </a:lnTo>
                  <a:lnTo>
                    <a:pt x="1642506" y="282762"/>
                  </a:lnTo>
                  <a:lnTo>
                    <a:pt x="1646426" y="282794"/>
                  </a:lnTo>
                  <a:lnTo>
                    <a:pt x="1650346" y="282830"/>
                  </a:lnTo>
                  <a:lnTo>
                    <a:pt x="1654266" y="282871"/>
                  </a:lnTo>
                  <a:lnTo>
                    <a:pt x="1658186" y="282914"/>
                  </a:lnTo>
                  <a:lnTo>
                    <a:pt x="1662106" y="282957"/>
                  </a:lnTo>
                  <a:lnTo>
                    <a:pt x="1666026" y="283000"/>
                  </a:lnTo>
                  <a:lnTo>
                    <a:pt x="1669946" y="283041"/>
                  </a:lnTo>
                  <a:lnTo>
                    <a:pt x="1673866" y="283079"/>
                  </a:lnTo>
                  <a:lnTo>
                    <a:pt x="1677786" y="283111"/>
                  </a:lnTo>
                  <a:lnTo>
                    <a:pt x="1681707" y="283138"/>
                  </a:lnTo>
                  <a:lnTo>
                    <a:pt x="1685627" y="283156"/>
                  </a:lnTo>
                  <a:lnTo>
                    <a:pt x="1689547" y="283166"/>
                  </a:lnTo>
                  <a:lnTo>
                    <a:pt x="1693467" y="283166"/>
                  </a:lnTo>
                  <a:lnTo>
                    <a:pt x="1697387" y="283156"/>
                  </a:lnTo>
                  <a:lnTo>
                    <a:pt x="1701307" y="283136"/>
                  </a:lnTo>
                  <a:lnTo>
                    <a:pt x="1705227" y="283106"/>
                  </a:lnTo>
                  <a:lnTo>
                    <a:pt x="1709147" y="283065"/>
                  </a:lnTo>
                  <a:lnTo>
                    <a:pt x="1713067" y="283010"/>
                  </a:lnTo>
                  <a:lnTo>
                    <a:pt x="1716987" y="282945"/>
                  </a:lnTo>
                  <a:lnTo>
                    <a:pt x="1720907" y="282870"/>
                  </a:lnTo>
                  <a:lnTo>
                    <a:pt x="1724827" y="282785"/>
                  </a:lnTo>
                  <a:lnTo>
                    <a:pt x="1728747" y="282690"/>
                  </a:lnTo>
                  <a:lnTo>
                    <a:pt x="1732667" y="282586"/>
                  </a:lnTo>
                  <a:lnTo>
                    <a:pt x="1736587" y="282473"/>
                  </a:lnTo>
                  <a:lnTo>
                    <a:pt x="1740507" y="282352"/>
                  </a:lnTo>
                  <a:lnTo>
                    <a:pt x="1744428" y="282224"/>
                  </a:lnTo>
                  <a:lnTo>
                    <a:pt x="1748348" y="282089"/>
                  </a:lnTo>
                  <a:lnTo>
                    <a:pt x="1752268" y="281949"/>
                  </a:lnTo>
                  <a:lnTo>
                    <a:pt x="1756188" y="281803"/>
                  </a:lnTo>
                  <a:lnTo>
                    <a:pt x="1760108" y="281653"/>
                  </a:lnTo>
                  <a:lnTo>
                    <a:pt x="1764028" y="281497"/>
                  </a:lnTo>
                  <a:lnTo>
                    <a:pt x="1767948" y="281337"/>
                  </a:lnTo>
                  <a:lnTo>
                    <a:pt x="1771868" y="281172"/>
                  </a:lnTo>
                  <a:lnTo>
                    <a:pt x="1775788" y="281003"/>
                  </a:lnTo>
                  <a:lnTo>
                    <a:pt x="1779708" y="280829"/>
                  </a:lnTo>
                  <a:lnTo>
                    <a:pt x="1783628" y="280650"/>
                  </a:lnTo>
                  <a:lnTo>
                    <a:pt x="1787548" y="280463"/>
                  </a:lnTo>
                  <a:lnTo>
                    <a:pt x="1791468" y="280268"/>
                  </a:lnTo>
                  <a:lnTo>
                    <a:pt x="1795388" y="280064"/>
                  </a:lnTo>
                  <a:lnTo>
                    <a:pt x="1799308" y="279850"/>
                  </a:lnTo>
                  <a:lnTo>
                    <a:pt x="1803228" y="279625"/>
                  </a:lnTo>
                  <a:lnTo>
                    <a:pt x="1807149" y="279386"/>
                  </a:lnTo>
                  <a:lnTo>
                    <a:pt x="1811069" y="279132"/>
                  </a:lnTo>
                  <a:lnTo>
                    <a:pt x="1814989" y="278857"/>
                  </a:lnTo>
                  <a:lnTo>
                    <a:pt x="1818909" y="278563"/>
                  </a:lnTo>
                  <a:lnTo>
                    <a:pt x="1822829" y="278248"/>
                  </a:lnTo>
                  <a:lnTo>
                    <a:pt x="1826749" y="277910"/>
                  </a:lnTo>
                  <a:lnTo>
                    <a:pt x="1830669" y="277548"/>
                  </a:lnTo>
                  <a:lnTo>
                    <a:pt x="1834589" y="277160"/>
                  </a:lnTo>
                  <a:lnTo>
                    <a:pt x="1838509" y="276739"/>
                  </a:lnTo>
                  <a:lnTo>
                    <a:pt x="1842429" y="276289"/>
                  </a:lnTo>
                  <a:lnTo>
                    <a:pt x="1846349" y="275809"/>
                  </a:lnTo>
                  <a:lnTo>
                    <a:pt x="1850269" y="275300"/>
                  </a:lnTo>
                  <a:lnTo>
                    <a:pt x="1854189" y="274761"/>
                  </a:lnTo>
                  <a:lnTo>
                    <a:pt x="1858109" y="274192"/>
                  </a:lnTo>
                  <a:lnTo>
                    <a:pt x="1862029" y="273593"/>
                  </a:lnTo>
                  <a:lnTo>
                    <a:pt x="1865949" y="272962"/>
                  </a:lnTo>
                  <a:lnTo>
                    <a:pt x="1869870" y="272307"/>
                  </a:lnTo>
                  <a:lnTo>
                    <a:pt x="1873790" y="271629"/>
                  </a:lnTo>
                  <a:lnTo>
                    <a:pt x="1877710" y="270931"/>
                  </a:lnTo>
                  <a:lnTo>
                    <a:pt x="1881630" y="270216"/>
                  </a:lnTo>
                  <a:lnTo>
                    <a:pt x="1885550" y="269488"/>
                  </a:lnTo>
                  <a:lnTo>
                    <a:pt x="1889470" y="268751"/>
                  </a:lnTo>
                  <a:lnTo>
                    <a:pt x="1893390" y="268011"/>
                  </a:lnTo>
                  <a:lnTo>
                    <a:pt x="1897310" y="267276"/>
                  </a:lnTo>
                  <a:lnTo>
                    <a:pt x="1901230" y="266549"/>
                  </a:lnTo>
                  <a:lnTo>
                    <a:pt x="1905150" y="265838"/>
                  </a:lnTo>
                  <a:lnTo>
                    <a:pt x="1909070" y="265147"/>
                  </a:lnTo>
                  <a:lnTo>
                    <a:pt x="1912990" y="264489"/>
                  </a:lnTo>
                  <a:lnTo>
                    <a:pt x="1916910" y="263872"/>
                  </a:lnTo>
                  <a:lnTo>
                    <a:pt x="1920830" y="263301"/>
                  </a:lnTo>
                  <a:lnTo>
                    <a:pt x="1924750" y="262781"/>
                  </a:lnTo>
                  <a:lnTo>
                    <a:pt x="1928670" y="262320"/>
                  </a:lnTo>
                  <a:lnTo>
                    <a:pt x="1932591" y="261923"/>
                  </a:lnTo>
                  <a:lnTo>
                    <a:pt x="1936511" y="261596"/>
                  </a:lnTo>
                  <a:lnTo>
                    <a:pt x="1940431" y="261364"/>
                  </a:lnTo>
                  <a:lnTo>
                    <a:pt x="1944351" y="261215"/>
                  </a:lnTo>
                  <a:lnTo>
                    <a:pt x="1948271" y="261152"/>
                  </a:lnTo>
                  <a:lnTo>
                    <a:pt x="1952191" y="261178"/>
                  </a:lnTo>
                  <a:lnTo>
                    <a:pt x="1956111" y="261296"/>
                  </a:lnTo>
                  <a:lnTo>
                    <a:pt x="1960031" y="261505"/>
                  </a:lnTo>
                  <a:lnTo>
                    <a:pt x="1963951" y="261818"/>
                  </a:lnTo>
                  <a:lnTo>
                    <a:pt x="1967871" y="262229"/>
                  </a:lnTo>
                  <a:lnTo>
                    <a:pt x="1971791" y="262726"/>
                  </a:lnTo>
                  <a:lnTo>
                    <a:pt x="1975711" y="263306"/>
                  </a:lnTo>
                  <a:lnTo>
                    <a:pt x="1979631" y="263963"/>
                  </a:lnTo>
                  <a:lnTo>
                    <a:pt x="1983551" y="264691"/>
                  </a:lnTo>
                  <a:lnTo>
                    <a:pt x="1987471" y="265486"/>
                  </a:lnTo>
                  <a:lnTo>
                    <a:pt x="1991391" y="266346"/>
                  </a:lnTo>
                  <a:lnTo>
                    <a:pt x="1995312" y="267252"/>
                  </a:lnTo>
                  <a:lnTo>
                    <a:pt x="1999232" y="268193"/>
                  </a:lnTo>
                  <a:lnTo>
                    <a:pt x="2003152" y="269161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90" name="pg90"/>
            <p:cNvSpPr/>
            <p:nvPr/>
          </p:nvSpPr>
          <p:spPr>
            <a:xfrm>
              <a:off x="8937061" y="6124645"/>
              <a:ext cx="2003152" cy="166904"/>
            </a:xfrm>
            <a:custGeom>
              <a:avLst/>
              <a:gdLst/>
              <a:ahLst/>
              <a:cxnLst/>
              <a:rect l="0" t="0" r="0" b="0"/>
              <a:pathLst>
                <a:path w="2003152" h="166904">
                  <a:moveTo>
                    <a:pt x="0" y="166901"/>
                  </a:moveTo>
                  <a:lnTo>
                    <a:pt x="3920" y="166901"/>
                  </a:lnTo>
                  <a:lnTo>
                    <a:pt x="7840" y="166900"/>
                  </a:lnTo>
                  <a:lnTo>
                    <a:pt x="11760" y="166900"/>
                  </a:lnTo>
                  <a:lnTo>
                    <a:pt x="15680" y="166899"/>
                  </a:lnTo>
                  <a:lnTo>
                    <a:pt x="19600" y="166899"/>
                  </a:lnTo>
                  <a:lnTo>
                    <a:pt x="23520" y="166898"/>
                  </a:lnTo>
                  <a:lnTo>
                    <a:pt x="27440" y="166897"/>
                  </a:lnTo>
                  <a:lnTo>
                    <a:pt x="31360" y="166896"/>
                  </a:lnTo>
                  <a:lnTo>
                    <a:pt x="35280" y="166895"/>
                  </a:lnTo>
                  <a:lnTo>
                    <a:pt x="39200" y="166893"/>
                  </a:lnTo>
                  <a:lnTo>
                    <a:pt x="43120" y="166892"/>
                  </a:lnTo>
                  <a:lnTo>
                    <a:pt x="47040" y="166890"/>
                  </a:lnTo>
                  <a:lnTo>
                    <a:pt x="50960" y="166888"/>
                  </a:lnTo>
                  <a:lnTo>
                    <a:pt x="54880" y="166886"/>
                  </a:lnTo>
                  <a:lnTo>
                    <a:pt x="58800" y="166884"/>
                  </a:lnTo>
                  <a:lnTo>
                    <a:pt x="62721" y="166881"/>
                  </a:lnTo>
                  <a:lnTo>
                    <a:pt x="66641" y="166878"/>
                  </a:lnTo>
                  <a:lnTo>
                    <a:pt x="70561" y="166875"/>
                  </a:lnTo>
                  <a:lnTo>
                    <a:pt x="74481" y="166871"/>
                  </a:lnTo>
                  <a:lnTo>
                    <a:pt x="78401" y="166867"/>
                  </a:lnTo>
                  <a:lnTo>
                    <a:pt x="82321" y="166863"/>
                  </a:lnTo>
                  <a:lnTo>
                    <a:pt x="86241" y="166858"/>
                  </a:lnTo>
                  <a:lnTo>
                    <a:pt x="90161" y="166853"/>
                  </a:lnTo>
                  <a:lnTo>
                    <a:pt x="94081" y="166847"/>
                  </a:lnTo>
                  <a:lnTo>
                    <a:pt x="98001" y="166841"/>
                  </a:lnTo>
                  <a:lnTo>
                    <a:pt x="101921" y="166834"/>
                  </a:lnTo>
                  <a:lnTo>
                    <a:pt x="105841" y="166827"/>
                  </a:lnTo>
                  <a:lnTo>
                    <a:pt x="109761" y="166819"/>
                  </a:lnTo>
                  <a:lnTo>
                    <a:pt x="113681" y="166811"/>
                  </a:lnTo>
                  <a:lnTo>
                    <a:pt x="117601" y="166802"/>
                  </a:lnTo>
                  <a:lnTo>
                    <a:pt x="121521" y="166792"/>
                  </a:lnTo>
                  <a:lnTo>
                    <a:pt x="125442" y="166782"/>
                  </a:lnTo>
                  <a:lnTo>
                    <a:pt x="129362" y="166771"/>
                  </a:lnTo>
                  <a:lnTo>
                    <a:pt x="133282" y="166760"/>
                  </a:lnTo>
                  <a:lnTo>
                    <a:pt x="137202" y="166747"/>
                  </a:lnTo>
                  <a:lnTo>
                    <a:pt x="141122" y="166734"/>
                  </a:lnTo>
                  <a:lnTo>
                    <a:pt x="145042" y="166721"/>
                  </a:lnTo>
                  <a:lnTo>
                    <a:pt x="148962" y="166707"/>
                  </a:lnTo>
                  <a:lnTo>
                    <a:pt x="152882" y="166692"/>
                  </a:lnTo>
                  <a:lnTo>
                    <a:pt x="156802" y="166676"/>
                  </a:lnTo>
                  <a:lnTo>
                    <a:pt x="160722" y="166661"/>
                  </a:lnTo>
                  <a:lnTo>
                    <a:pt x="164642" y="166644"/>
                  </a:lnTo>
                  <a:lnTo>
                    <a:pt x="168562" y="166627"/>
                  </a:lnTo>
                  <a:lnTo>
                    <a:pt x="172482" y="166609"/>
                  </a:lnTo>
                  <a:lnTo>
                    <a:pt x="176402" y="166591"/>
                  </a:lnTo>
                  <a:lnTo>
                    <a:pt x="180322" y="166572"/>
                  </a:lnTo>
                  <a:lnTo>
                    <a:pt x="184242" y="166553"/>
                  </a:lnTo>
                  <a:lnTo>
                    <a:pt x="188163" y="166534"/>
                  </a:lnTo>
                  <a:lnTo>
                    <a:pt x="192083" y="166515"/>
                  </a:lnTo>
                  <a:lnTo>
                    <a:pt x="196003" y="166495"/>
                  </a:lnTo>
                  <a:lnTo>
                    <a:pt x="199923" y="166475"/>
                  </a:lnTo>
                  <a:lnTo>
                    <a:pt x="203843" y="166455"/>
                  </a:lnTo>
                  <a:lnTo>
                    <a:pt x="207763" y="166434"/>
                  </a:lnTo>
                  <a:lnTo>
                    <a:pt x="211683" y="166414"/>
                  </a:lnTo>
                  <a:lnTo>
                    <a:pt x="215603" y="166394"/>
                  </a:lnTo>
                  <a:lnTo>
                    <a:pt x="219523" y="166373"/>
                  </a:lnTo>
                  <a:lnTo>
                    <a:pt x="223443" y="166353"/>
                  </a:lnTo>
                  <a:lnTo>
                    <a:pt x="227363" y="166333"/>
                  </a:lnTo>
                  <a:lnTo>
                    <a:pt x="231283" y="166314"/>
                  </a:lnTo>
                  <a:lnTo>
                    <a:pt x="235203" y="166294"/>
                  </a:lnTo>
                  <a:lnTo>
                    <a:pt x="239123" y="166275"/>
                  </a:lnTo>
                  <a:lnTo>
                    <a:pt x="243043" y="166256"/>
                  </a:lnTo>
                  <a:lnTo>
                    <a:pt x="246963" y="166237"/>
                  </a:lnTo>
                  <a:lnTo>
                    <a:pt x="250884" y="166219"/>
                  </a:lnTo>
                  <a:lnTo>
                    <a:pt x="254804" y="166201"/>
                  </a:lnTo>
                  <a:lnTo>
                    <a:pt x="258724" y="166183"/>
                  </a:lnTo>
                  <a:lnTo>
                    <a:pt x="262644" y="166166"/>
                  </a:lnTo>
                  <a:lnTo>
                    <a:pt x="266564" y="166149"/>
                  </a:lnTo>
                  <a:lnTo>
                    <a:pt x="270484" y="166133"/>
                  </a:lnTo>
                  <a:lnTo>
                    <a:pt x="274404" y="166117"/>
                  </a:lnTo>
                  <a:lnTo>
                    <a:pt x="278324" y="166101"/>
                  </a:lnTo>
                  <a:lnTo>
                    <a:pt x="282244" y="166085"/>
                  </a:lnTo>
                  <a:lnTo>
                    <a:pt x="286164" y="166070"/>
                  </a:lnTo>
                  <a:lnTo>
                    <a:pt x="290084" y="166055"/>
                  </a:lnTo>
                  <a:lnTo>
                    <a:pt x="294004" y="166040"/>
                  </a:lnTo>
                  <a:lnTo>
                    <a:pt x="297924" y="166025"/>
                  </a:lnTo>
                  <a:lnTo>
                    <a:pt x="301844" y="166010"/>
                  </a:lnTo>
                  <a:lnTo>
                    <a:pt x="305764" y="165995"/>
                  </a:lnTo>
                  <a:lnTo>
                    <a:pt x="309684" y="165980"/>
                  </a:lnTo>
                  <a:lnTo>
                    <a:pt x="313605" y="165965"/>
                  </a:lnTo>
                  <a:lnTo>
                    <a:pt x="317525" y="165950"/>
                  </a:lnTo>
                  <a:lnTo>
                    <a:pt x="321445" y="165934"/>
                  </a:lnTo>
                  <a:lnTo>
                    <a:pt x="325365" y="165918"/>
                  </a:lnTo>
                  <a:lnTo>
                    <a:pt x="329285" y="165902"/>
                  </a:lnTo>
                  <a:lnTo>
                    <a:pt x="333205" y="165885"/>
                  </a:lnTo>
                  <a:lnTo>
                    <a:pt x="337125" y="165868"/>
                  </a:lnTo>
                  <a:lnTo>
                    <a:pt x="341045" y="165850"/>
                  </a:lnTo>
                  <a:lnTo>
                    <a:pt x="344965" y="165831"/>
                  </a:lnTo>
                  <a:lnTo>
                    <a:pt x="348885" y="165812"/>
                  </a:lnTo>
                  <a:lnTo>
                    <a:pt x="352805" y="165791"/>
                  </a:lnTo>
                  <a:lnTo>
                    <a:pt x="356725" y="165770"/>
                  </a:lnTo>
                  <a:lnTo>
                    <a:pt x="360645" y="165748"/>
                  </a:lnTo>
                  <a:lnTo>
                    <a:pt x="364565" y="165725"/>
                  </a:lnTo>
                  <a:lnTo>
                    <a:pt x="368485" y="165701"/>
                  </a:lnTo>
                  <a:lnTo>
                    <a:pt x="372405" y="165676"/>
                  </a:lnTo>
                  <a:lnTo>
                    <a:pt x="376326" y="165649"/>
                  </a:lnTo>
                  <a:lnTo>
                    <a:pt x="380246" y="165622"/>
                  </a:lnTo>
                  <a:lnTo>
                    <a:pt x="384166" y="165593"/>
                  </a:lnTo>
                  <a:lnTo>
                    <a:pt x="388086" y="165564"/>
                  </a:lnTo>
                  <a:lnTo>
                    <a:pt x="392006" y="165533"/>
                  </a:lnTo>
                  <a:lnTo>
                    <a:pt x="395926" y="165501"/>
                  </a:lnTo>
                  <a:lnTo>
                    <a:pt x="399846" y="165468"/>
                  </a:lnTo>
                  <a:lnTo>
                    <a:pt x="403766" y="165433"/>
                  </a:lnTo>
                  <a:lnTo>
                    <a:pt x="407686" y="165398"/>
                  </a:lnTo>
                  <a:lnTo>
                    <a:pt x="411606" y="165362"/>
                  </a:lnTo>
                  <a:lnTo>
                    <a:pt x="415526" y="165324"/>
                  </a:lnTo>
                  <a:lnTo>
                    <a:pt x="419446" y="165286"/>
                  </a:lnTo>
                  <a:lnTo>
                    <a:pt x="423366" y="165247"/>
                  </a:lnTo>
                  <a:lnTo>
                    <a:pt x="427286" y="165207"/>
                  </a:lnTo>
                  <a:lnTo>
                    <a:pt x="431206" y="165166"/>
                  </a:lnTo>
                  <a:lnTo>
                    <a:pt x="435126" y="165124"/>
                  </a:lnTo>
                  <a:lnTo>
                    <a:pt x="439047" y="165082"/>
                  </a:lnTo>
                  <a:lnTo>
                    <a:pt x="442967" y="165039"/>
                  </a:lnTo>
                  <a:lnTo>
                    <a:pt x="446887" y="164995"/>
                  </a:lnTo>
                  <a:lnTo>
                    <a:pt x="450807" y="164951"/>
                  </a:lnTo>
                  <a:lnTo>
                    <a:pt x="454727" y="164907"/>
                  </a:lnTo>
                  <a:lnTo>
                    <a:pt x="458647" y="164862"/>
                  </a:lnTo>
                  <a:lnTo>
                    <a:pt x="462567" y="164817"/>
                  </a:lnTo>
                  <a:lnTo>
                    <a:pt x="466487" y="164771"/>
                  </a:lnTo>
                  <a:lnTo>
                    <a:pt x="470407" y="164725"/>
                  </a:lnTo>
                  <a:lnTo>
                    <a:pt x="474327" y="164679"/>
                  </a:lnTo>
                  <a:lnTo>
                    <a:pt x="478247" y="164633"/>
                  </a:lnTo>
                  <a:lnTo>
                    <a:pt x="482167" y="164586"/>
                  </a:lnTo>
                  <a:lnTo>
                    <a:pt x="486087" y="164538"/>
                  </a:lnTo>
                  <a:lnTo>
                    <a:pt x="490007" y="164490"/>
                  </a:lnTo>
                  <a:lnTo>
                    <a:pt x="493927" y="164442"/>
                  </a:lnTo>
                  <a:lnTo>
                    <a:pt x="497847" y="164393"/>
                  </a:lnTo>
                  <a:lnTo>
                    <a:pt x="501768" y="164343"/>
                  </a:lnTo>
                  <a:lnTo>
                    <a:pt x="505688" y="164292"/>
                  </a:lnTo>
                  <a:lnTo>
                    <a:pt x="509608" y="164239"/>
                  </a:lnTo>
                  <a:lnTo>
                    <a:pt x="513528" y="164185"/>
                  </a:lnTo>
                  <a:lnTo>
                    <a:pt x="517448" y="164130"/>
                  </a:lnTo>
                  <a:lnTo>
                    <a:pt x="521368" y="164072"/>
                  </a:lnTo>
                  <a:lnTo>
                    <a:pt x="525288" y="164012"/>
                  </a:lnTo>
                  <a:lnTo>
                    <a:pt x="529208" y="163949"/>
                  </a:lnTo>
                  <a:lnTo>
                    <a:pt x="533128" y="163883"/>
                  </a:lnTo>
                  <a:lnTo>
                    <a:pt x="537048" y="163814"/>
                  </a:lnTo>
                  <a:lnTo>
                    <a:pt x="540968" y="163742"/>
                  </a:lnTo>
                  <a:lnTo>
                    <a:pt x="544888" y="163663"/>
                  </a:lnTo>
                  <a:lnTo>
                    <a:pt x="548808" y="163581"/>
                  </a:lnTo>
                  <a:lnTo>
                    <a:pt x="552728" y="163493"/>
                  </a:lnTo>
                  <a:lnTo>
                    <a:pt x="556648" y="163400"/>
                  </a:lnTo>
                  <a:lnTo>
                    <a:pt x="560569" y="163298"/>
                  </a:lnTo>
                  <a:lnTo>
                    <a:pt x="564489" y="163189"/>
                  </a:lnTo>
                  <a:lnTo>
                    <a:pt x="568409" y="163073"/>
                  </a:lnTo>
                  <a:lnTo>
                    <a:pt x="572329" y="162950"/>
                  </a:lnTo>
                  <a:lnTo>
                    <a:pt x="576249" y="162816"/>
                  </a:lnTo>
                  <a:lnTo>
                    <a:pt x="580169" y="162671"/>
                  </a:lnTo>
                  <a:lnTo>
                    <a:pt x="584089" y="162516"/>
                  </a:lnTo>
                  <a:lnTo>
                    <a:pt x="588009" y="162351"/>
                  </a:lnTo>
                  <a:lnTo>
                    <a:pt x="591929" y="162173"/>
                  </a:lnTo>
                  <a:lnTo>
                    <a:pt x="595849" y="161981"/>
                  </a:lnTo>
                  <a:lnTo>
                    <a:pt x="599769" y="161775"/>
                  </a:lnTo>
                  <a:lnTo>
                    <a:pt x="603689" y="161557"/>
                  </a:lnTo>
                  <a:lnTo>
                    <a:pt x="607609" y="161323"/>
                  </a:lnTo>
                  <a:lnTo>
                    <a:pt x="611529" y="161070"/>
                  </a:lnTo>
                  <a:lnTo>
                    <a:pt x="615449" y="160801"/>
                  </a:lnTo>
                  <a:lnTo>
                    <a:pt x="619369" y="160516"/>
                  </a:lnTo>
                  <a:lnTo>
                    <a:pt x="623290" y="160214"/>
                  </a:lnTo>
                  <a:lnTo>
                    <a:pt x="627210" y="159887"/>
                  </a:lnTo>
                  <a:lnTo>
                    <a:pt x="631130" y="159541"/>
                  </a:lnTo>
                  <a:lnTo>
                    <a:pt x="635050" y="159177"/>
                  </a:lnTo>
                  <a:lnTo>
                    <a:pt x="638970" y="158792"/>
                  </a:lnTo>
                  <a:lnTo>
                    <a:pt x="642890" y="158379"/>
                  </a:lnTo>
                  <a:lnTo>
                    <a:pt x="646810" y="157942"/>
                  </a:lnTo>
                  <a:lnTo>
                    <a:pt x="650730" y="157484"/>
                  </a:lnTo>
                  <a:lnTo>
                    <a:pt x="654650" y="157003"/>
                  </a:lnTo>
                  <a:lnTo>
                    <a:pt x="658570" y="156490"/>
                  </a:lnTo>
                  <a:lnTo>
                    <a:pt x="662490" y="155950"/>
                  </a:lnTo>
                  <a:lnTo>
                    <a:pt x="666410" y="155383"/>
                  </a:lnTo>
                  <a:lnTo>
                    <a:pt x="670330" y="154791"/>
                  </a:lnTo>
                  <a:lnTo>
                    <a:pt x="674250" y="154167"/>
                  </a:lnTo>
                  <a:lnTo>
                    <a:pt x="678170" y="153508"/>
                  </a:lnTo>
                  <a:lnTo>
                    <a:pt x="682090" y="152820"/>
                  </a:lnTo>
                  <a:lnTo>
                    <a:pt x="686011" y="152104"/>
                  </a:lnTo>
                  <a:lnTo>
                    <a:pt x="689931" y="151354"/>
                  </a:lnTo>
                  <a:lnTo>
                    <a:pt x="693851" y="150564"/>
                  </a:lnTo>
                  <a:lnTo>
                    <a:pt x="697771" y="149742"/>
                  </a:lnTo>
                  <a:lnTo>
                    <a:pt x="701691" y="148889"/>
                  </a:lnTo>
                  <a:lnTo>
                    <a:pt x="705611" y="148002"/>
                  </a:lnTo>
                  <a:lnTo>
                    <a:pt x="709531" y="147068"/>
                  </a:lnTo>
                  <a:lnTo>
                    <a:pt x="713451" y="146101"/>
                  </a:lnTo>
                  <a:lnTo>
                    <a:pt x="717371" y="145100"/>
                  </a:lnTo>
                  <a:lnTo>
                    <a:pt x="721291" y="144064"/>
                  </a:lnTo>
                  <a:lnTo>
                    <a:pt x="725211" y="142980"/>
                  </a:lnTo>
                  <a:lnTo>
                    <a:pt x="729131" y="141859"/>
                  </a:lnTo>
                  <a:lnTo>
                    <a:pt x="733051" y="140702"/>
                  </a:lnTo>
                  <a:lnTo>
                    <a:pt x="736971" y="139510"/>
                  </a:lnTo>
                  <a:lnTo>
                    <a:pt x="740891" y="138271"/>
                  </a:lnTo>
                  <a:lnTo>
                    <a:pt x="744811" y="136992"/>
                  </a:lnTo>
                  <a:lnTo>
                    <a:pt x="748732" y="135676"/>
                  </a:lnTo>
                  <a:lnTo>
                    <a:pt x="752652" y="134326"/>
                  </a:lnTo>
                  <a:lnTo>
                    <a:pt x="756572" y="132931"/>
                  </a:lnTo>
                  <a:lnTo>
                    <a:pt x="760492" y="131494"/>
                  </a:lnTo>
                  <a:lnTo>
                    <a:pt x="764412" y="130022"/>
                  </a:lnTo>
                  <a:lnTo>
                    <a:pt x="768332" y="128516"/>
                  </a:lnTo>
                  <a:lnTo>
                    <a:pt x="772252" y="126971"/>
                  </a:lnTo>
                  <a:lnTo>
                    <a:pt x="776172" y="125382"/>
                  </a:lnTo>
                  <a:lnTo>
                    <a:pt x="780092" y="123761"/>
                  </a:lnTo>
                  <a:lnTo>
                    <a:pt x="784012" y="122107"/>
                  </a:lnTo>
                  <a:lnTo>
                    <a:pt x="787932" y="120421"/>
                  </a:lnTo>
                  <a:lnTo>
                    <a:pt x="791852" y="118692"/>
                  </a:lnTo>
                  <a:lnTo>
                    <a:pt x="795772" y="116933"/>
                  </a:lnTo>
                  <a:lnTo>
                    <a:pt x="799692" y="115145"/>
                  </a:lnTo>
                  <a:lnTo>
                    <a:pt x="803612" y="113330"/>
                  </a:lnTo>
                  <a:lnTo>
                    <a:pt x="807532" y="111476"/>
                  </a:lnTo>
                  <a:lnTo>
                    <a:pt x="811453" y="109596"/>
                  </a:lnTo>
                  <a:lnTo>
                    <a:pt x="815373" y="107690"/>
                  </a:lnTo>
                  <a:lnTo>
                    <a:pt x="819293" y="105760"/>
                  </a:lnTo>
                  <a:lnTo>
                    <a:pt x="823213" y="103800"/>
                  </a:lnTo>
                  <a:lnTo>
                    <a:pt x="827133" y="101816"/>
                  </a:lnTo>
                  <a:lnTo>
                    <a:pt x="831053" y="99810"/>
                  </a:lnTo>
                  <a:lnTo>
                    <a:pt x="834973" y="97784"/>
                  </a:lnTo>
                  <a:lnTo>
                    <a:pt x="838893" y="95735"/>
                  </a:lnTo>
                  <a:lnTo>
                    <a:pt x="842813" y="93664"/>
                  </a:lnTo>
                  <a:lnTo>
                    <a:pt x="846733" y="91577"/>
                  </a:lnTo>
                  <a:lnTo>
                    <a:pt x="850653" y="89473"/>
                  </a:lnTo>
                  <a:lnTo>
                    <a:pt x="854573" y="87352"/>
                  </a:lnTo>
                  <a:lnTo>
                    <a:pt x="858493" y="85213"/>
                  </a:lnTo>
                  <a:lnTo>
                    <a:pt x="862413" y="83062"/>
                  </a:lnTo>
                  <a:lnTo>
                    <a:pt x="866333" y="80898"/>
                  </a:lnTo>
                  <a:lnTo>
                    <a:pt x="870253" y="78723"/>
                  </a:lnTo>
                  <a:lnTo>
                    <a:pt x="874174" y="76535"/>
                  </a:lnTo>
                  <a:lnTo>
                    <a:pt x="878094" y="74339"/>
                  </a:lnTo>
                  <a:lnTo>
                    <a:pt x="882014" y="72135"/>
                  </a:lnTo>
                  <a:lnTo>
                    <a:pt x="885934" y="69925"/>
                  </a:lnTo>
                  <a:lnTo>
                    <a:pt x="889854" y="67708"/>
                  </a:lnTo>
                  <a:lnTo>
                    <a:pt x="893774" y="65488"/>
                  </a:lnTo>
                  <a:lnTo>
                    <a:pt x="897694" y="63267"/>
                  </a:lnTo>
                  <a:lnTo>
                    <a:pt x="901614" y="61045"/>
                  </a:lnTo>
                  <a:lnTo>
                    <a:pt x="905534" y="58824"/>
                  </a:lnTo>
                  <a:lnTo>
                    <a:pt x="909454" y="56607"/>
                  </a:lnTo>
                  <a:lnTo>
                    <a:pt x="913374" y="54395"/>
                  </a:lnTo>
                  <a:lnTo>
                    <a:pt x="917294" y="52189"/>
                  </a:lnTo>
                  <a:lnTo>
                    <a:pt x="921214" y="49994"/>
                  </a:lnTo>
                  <a:lnTo>
                    <a:pt x="925134" y="47812"/>
                  </a:lnTo>
                  <a:lnTo>
                    <a:pt x="929054" y="45644"/>
                  </a:lnTo>
                  <a:lnTo>
                    <a:pt x="932974" y="43492"/>
                  </a:lnTo>
                  <a:lnTo>
                    <a:pt x="936895" y="41359"/>
                  </a:lnTo>
                  <a:lnTo>
                    <a:pt x="940815" y="39253"/>
                  </a:lnTo>
                  <a:lnTo>
                    <a:pt x="944735" y="37171"/>
                  </a:lnTo>
                  <a:lnTo>
                    <a:pt x="948655" y="35115"/>
                  </a:lnTo>
                  <a:lnTo>
                    <a:pt x="952575" y="33088"/>
                  </a:lnTo>
                  <a:lnTo>
                    <a:pt x="956495" y="31105"/>
                  </a:lnTo>
                  <a:lnTo>
                    <a:pt x="960415" y="29157"/>
                  </a:lnTo>
                  <a:lnTo>
                    <a:pt x="964335" y="27246"/>
                  </a:lnTo>
                  <a:lnTo>
                    <a:pt x="968255" y="25374"/>
                  </a:lnTo>
                  <a:lnTo>
                    <a:pt x="972175" y="23561"/>
                  </a:lnTo>
                  <a:lnTo>
                    <a:pt x="976095" y="21797"/>
                  </a:lnTo>
                  <a:lnTo>
                    <a:pt x="980015" y="20082"/>
                  </a:lnTo>
                  <a:lnTo>
                    <a:pt x="983935" y="18416"/>
                  </a:lnTo>
                  <a:lnTo>
                    <a:pt x="987855" y="16821"/>
                  </a:lnTo>
                  <a:lnTo>
                    <a:pt x="991775" y="15289"/>
                  </a:lnTo>
                  <a:lnTo>
                    <a:pt x="995695" y="13816"/>
                  </a:lnTo>
                  <a:lnTo>
                    <a:pt x="999616" y="12402"/>
                  </a:lnTo>
                  <a:lnTo>
                    <a:pt x="1003536" y="11064"/>
                  </a:lnTo>
                  <a:lnTo>
                    <a:pt x="1007456" y="9806"/>
                  </a:lnTo>
                  <a:lnTo>
                    <a:pt x="1011376" y="8613"/>
                  </a:lnTo>
                  <a:lnTo>
                    <a:pt x="1015296" y="7487"/>
                  </a:lnTo>
                  <a:lnTo>
                    <a:pt x="1019216" y="6438"/>
                  </a:lnTo>
                  <a:lnTo>
                    <a:pt x="1023136" y="5481"/>
                  </a:lnTo>
                  <a:lnTo>
                    <a:pt x="1027056" y="4594"/>
                  </a:lnTo>
                  <a:lnTo>
                    <a:pt x="1030976" y="3778"/>
                  </a:lnTo>
                  <a:lnTo>
                    <a:pt x="1034896" y="3036"/>
                  </a:lnTo>
                  <a:lnTo>
                    <a:pt x="1038816" y="2396"/>
                  </a:lnTo>
                  <a:lnTo>
                    <a:pt x="1042736" y="1826"/>
                  </a:lnTo>
                  <a:lnTo>
                    <a:pt x="1046656" y="1329"/>
                  </a:lnTo>
                  <a:lnTo>
                    <a:pt x="1050576" y="902"/>
                  </a:lnTo>
                  <a:lnTo>
                    <a:pt x="1054496" y="576"/>
                  </a:lnTo>
                  <a:lnTo>
                    <a:pt x="1058417" y="322"/>
                  </a:lnTo>
                  <a:lnTo>
                    <a:pt x="1062337" y="139"/>
                  </a:lnTo>
                  <a:lnTo>
                    <a:pt x="1066257" y="24"/>
                  </a:lnTo>
                  <a:lnTo>
                    <a:pt x="1070177" y="0"/>
                  </a:lnTo>
                  <a:lnTo>
                    <a:pt x="1074097" y="51"/>
                  </a:lnTo>
                  <a:lnTo>
                    <a:pt x="1078017" y="169"/>
                  </a:lnTo>
                  <a:lnTo>
                    <a:pt x="1081937" y="352"/>
                  </a:lnTo>
                  <a:lnTo>
                    <a:pt x="1085857" y="615"/>
                  </a:lnTo>
                  <a:lnTo>
                    <a:pt x="1089777" y="955"/>
                  </a:lnTo>
                  <a:lnTo>
                    <a:pt x="1093697" y="1358"/>
                  </a:lnTo>
                  <a:lnTo>
                    <a:pt x="1097617" y="1823"/>
                  </a:lnTo>
                  <a:lnTo>
                    <a:pt x="1101537" y="2357"/>
                  </a:lnTo>
                  <a:lnTo>
                    <a:pt x="1105457" y="2971"/>
                  </a:lnTo>
                  <a:lnTo>
                    <a:pt x="1109377" y="3643"/>
                  </a:lnTo>
                  <a:lnTo>
                    <a:pt x="1113297" y="4375"/>
                  </a:lnTo>
                  <a:lnTo>
                    <a:pt x="1117217" y="5167"/>
                  </a:lnTo>
                  <a:lnTo>
                    <a:pt x="1121138" y="6040"/>
                  </a:lnTo>
                  <a:lnTo>
                    <a:pt x="1125058" y="6970"/>
                  </a:lnTo>
                  <a:lnTo>
                    <a:pt x="1128978" y="7956"/>
                  </a:lnTo>
                  <a:lnTo>
                    <a:pt x="1132898" y="8998"/>
                  </a:lnTo>
                  <a:lnTo>
                    <a:pt x="1136818" y="10118"/>
                  </a:lnTo>
                  <a:lnTo>
                    <a:pt x="1140738" y="11295"/>
                  </a:lnTo>
                  <a:lnTo>
                    <a:pt x="1144658" y="12525"/>
                  </a:lnTo>
                  <a:lnTo>
                    <a:pt x="1148578" y="13809"/>
                  </a:lnTo>
                  <a:lnTo>
                    <a:pt x="1152498" y="15162"/>
                  </a:lnTo>
                  <a:lnTo>
                    <a:pt x="1156418" y="16573"/>
                  </a:lnTo>
                  <a:lnTo>
                    <a:pt x="1160338" y="18035"/>
                  </a:lnTo>
                  <a:lnTo>
                    <a:pt x="1164258" y="19547"/>
                  </a:lnTo>
                  <a:lnTo>
                    <a:pt x="1168178" y="21119"/>
                  </a:lnTo>
                  <a:lnTo>
                    <a:pt x="1172098" y="22748"/>
                  </a:lnTo>
                  <a:lnTo>
                    <a:pt x="1176018" y="24423"/>
                  </a:lnTo>
                  <a:lnTo>
                    <a:pt x="1179938" y="26141"/>
                  </a:lnTo>
                  <a:lnTo>
                    <a:pt x="1183859" y="27909"/>
                  </a:lnTo>
                  <a:lnTo>
                    <a:pt x="1187779" y="29728"/>
                  </a:lnTo>
                  <a:lnTo>
                    <a:pt x="1191699" y="31585"/>
                  </a:lnTo>
                  <a:lnTo>
                    <a:pt x="1195619" y="33478"/>
                  </a:lnTo>
                  <a:lnTo>
                    <a:pt x="1199539" y="35407"/>
                  </a:lnTo>
                  <a:lnTo>
                    <a:pt x="1203459" y="37378"/>
                  </a:lnTo>
                  <a:lnTo>
                    <a:pt x="1207379" y="39376"/>
                  </a:lnTo>
                  <a:lnTo>
                    <a:pt x="1211299" y="41398"/>
                  </a:lnTo>
                  <a:lnTo>
                    <a:pt x="1215219" y="43444"/>
                  </a:lnTo>
                  <a:lnTo>
                    <a:pt x="1219139" y="45515"/>
                  </a:lnTo>
                  <a:lnTo>
                    <a:pt x="1223059" y="47601"/>
                  </a:lnTo>
                  <a:lnTo>
                    <a:pt x="1226979" y="49699"/>
                  </a:lnTo>
                  <a:lnTo>
                    <a:pt x="1230899" y="51807"/>
                  </a:lnTo>
                  <a:lnTo>
                    <a:pt x="1234819" y="53922"/>
                  </a:lnTo>
                  <a:lnTo>
                    <a:pt x="1238739" y="56039"/>
                  </a:lnTo>
                  <a:lnTo>
                    <a:pt x="1242659" y="58154"/>
                  </a:lnTo>
                  <a:lnTo>
                    <a:pt x="1246580" y="60265"/>
                  </a:lnTo>
                  <a:lnTo>
                    <a:pt x="1250500" y="62368"/>
                  </a:lnTo>
                  <a:lnTo>
                    <a:pt x="1254420" y="64457"/>
                  </a:lnTo>
                  <a:lnTo>
                    <a:pt x="1258340" y="66533"/>
                  </a:lnTo>
                  <a:lnTo>
                    <a:pt x="1262260" y="68593"/>
                  </a:lnTo>
                  <a:lnTo>
                    <a:pt x="1266180" y="70633"/>
                  </a:lnTo>
                  <a:lnTo>
                    <a:pt x="1270100" y="72645"/>
                  </a:lnTo>
                  <a:lnTo>
                    <a:pt x="1274020" y="74633"/>
                  </a:lnTo>
                  <a:lnTo>
                    <a:pt x="1277940" y="76597"/>
                  </a:lnTo>
                  <a:lnTo>
                    <a:pt x="1281860" y="78533"/>
                  </a:lnTo>
                  <a:lnTo>
                    <a:pt x="1285780" y="80430"/>
                  </a:lnTo>
                  <a:lnTo>
                    <a:pt x="1289700" y="82297"/>
                  </a:lnTo>
                  <a:lnTo>
                    <a:pt x="1293620" y="84133"/>
                  </a:lnTo>
                  <a:lnTo>
                    <a:pt x="1297540" y="85939"/>
                  </a:lnTo>
                  <a:lnTo>
                    <a:pt x="1301460" y="87700"/>
                  </a:lnTo>
                  <a:lnTo>
                    <a:pt x="1305380" y="89427"/>
                  </a:lnTo>
                  <a:lnTo>
                    <a:pt x="1309301" y="91121"/>
                  </a:lnTo>
                  <a:lnTo>
                    <a:pt x="1313221" y="92783"/>
                  </a:lnTo>
                  <a:lnTo>
                    <a:pt x="1317141" y="94403"/>
                  </a:lnTo>
                  <a:lnTo>
                    <a:pt x="1321061" y="95987"/>
                  </a:lnTo>
                  <a:lnTo>
                    <a:pt x="1324981" y="97539"/>
                  </a:lnTo>
                  <a:lnTo>
                    <a:pt x="1328901" y="99061"/>
                  </a:lnTo>
                  <a:lnTo>
                    <a:pt x="1332821" y="100545"/>
                  </a:lnTo>
                  <a:lnTo>
                    <a:pt x="1336741" y="101995"/>
                  </a:lnTo>
                  <a:lnTo>
                    <a:pt x="1340661" y="103417"/>
                  </a:lnTo>
                  <a:lnTo>
                    <a:pt x="1344581" y="104812"/>
                  </a:lnTo>
                  <a:lnTo>
                    <a:pt x="1348501" y="106177"/>
                  </a:lnTo>
                  <a:lnTo>
                    <a:pt x="1352421" y="107510"/>
                  </a:lnTo>
                  <a:lnTo>
                    <a:pt x="1356341" y="108820"/>
                  </a:lnTo>
                  <a:lnTo>
                    <a:pt x="1360261" y="110108"/>
                  </a:lnTo>
                  <a:lnTo>
                    <a:pt x="1364181" y="111374"/>
                  </a:lnTo>
                  <a:lnTo>
                    <a:pt x="1368101" y="112612"/>
                  </a:lnTo>
                  <a:lnTo>
                    <a:pt x="1372022" y="113833"/>
                  </a:lnTo>
                  <a:lnTo>
                    <a:pt x="1375942" y="115036"/>
                  </a:lnTo>
                  <a:lnTo>
                    <a:pt x="1379862" y="116223"/>
                  </a:lnTo>
                  <a:lnTo>
                    <a:pt x="1383782" y="117390"/>
                  </a:lnTo>
                  <a:lnTo>
                    <a:pt x="1387702" y="118542"/>
                  </a:lnTo>
                  <a:lnTo>
                    <a:pt x="1391622" y="119681"/>
                  </a:lnTo>
                  <a:lnTo>
                    <a:pt x="1395542" y="120808"/>
                  </a:lnTo>
                  <a:lnTo>
                    <a:pt x="1399462" y="121921"/>
                  </a:lnTo>
                  <a:lnTo>
                    <a:pt x="1403382" y="123022"/>
                  </a:lnTo>
                  <a:lnTo>
                    <a:pt x="1407302" y="124113"/>
                  </a:lnTo>
                  <a:lnTo>
                    <a:pt x="1411222" y="125195"/>
                  </a:lnTo>
                  <a:lnTo>
                    <a:pt x="1415142" y="126267"/>
                  </a:lnTo>
                  <a:lnTo>
                    <a:pt x="1419062" y="127329"/>
                  </a:lnTo>
                  <a:lnTo>
                    <a:pt x="1422982" y="128383"/>
                  </a:lnTo>
                  <a:lnTo>
                    <a:pt x="1426902" y="129429"/>
                  </a:lnTo>
                  <a:lnTo>
                    <a:pt x="1430822" y="130466"/>
                  </a:lnTo>
                  <a:lnTo>
                    <a:pt x="1434743" y="131494"/>
                  </a:lnTo>
                  <a:lnTo>
                    <a:pt x="1438663" y="132514"/>
                  </a:lnTo>
                  <a:lnTo>
                    <a:pt x="1442583" y="133526"/>
                  </a:lnTo>
                  <a:lnTo>
                    <a:pt x="1446503" y="134530"/>
                  </a:lnTo>
                  <a:lnTo>
                    <a:pt x="1450423" y="135523"/>
                  </a:lnTo>
                  <a:lnTo>
                    <a:pt x="1454343" y="136507"/>
                  </a:lnTo>
                  <a:lnTo>
                    <a:pt x="1458263" y="137482"/>
                  </a:lnTo>
                  <a:lnTo>
                    <a:pt x="1462183" y="138447"/>
                  </a:lnTo>
                  <a:lnTo>
                    <a:pt x="1466103" y="139399"/>
                  </a:lnTo>
                  <a:lnTo>
                    <a:pt x="1470023" y="140340"/>
                  </a:lnTo>
                  <a:lnTo>
                    <a:pt x="1473943" y="141270"/>
                  </a:lnTo>
                  <a:lnTo>
                    <a:pt x="1477863" y="142188"/>
                  </a:lnTo>
                  <a:lnTo>
                    <a:pt x="1481783" y="143090"/>
                  </a:lnTo>
                  <a:lnTo>
                    <a:pt x="1485703" y="143977"/>
                  </a:lnTo>
                  <a:lnTo>
                    <a:pt x="1489623" y="144851"/>
                  </a:lnTo>
                  <a:lnTo>
                    <a:pt x="1493543" y="145711"/>
                  </a:lnTo>
                  <a:lnTo>
                    <a:pt x="1497464" y="146552"/>
                  </a:lnTo>
                  <a:lnTo>
                    <a:pt x="1501384" y="147375"/>
                  </a:lnTo>
                  <a:lnTo>
                    <a:pt x="1505304" y="148182"/>
                  </a:lnTo>
                  <a:lnTo>
                    <a:pt x="1509224" y="148972"/>
                  </a:lnTo>
                  <a:lnTo>
                    <a:pt x="1513144" y="149744"/>
                  </a:lnTo>
                  <a:lnTo>
                    <a:pt x="1517064" y="150492"/>
                  </a:lnTo>
                  <a:lnTo>
                    <a:pt x="1520984" y="151222"/>
                  </a:lnTo>
                  <a:lnTo>
                    <a:pt x="1524904" y="151934"/>
                  </a:lnTo>
                  <a:lnTo>
                    <a:pt x="1528824" y="152627"/>
                  </a:lnTo>
                  <a:lnTo>
                    <a:pt x="1532744" y="153294"/>
                  </a:lnTo>
                  <a:lnTo>
                    <a:pt x="1536664" y="153941"/>
                  </a:lnTo>
                  <a:lnTo>
                    <a:pt x="1540584" y="154570"/>
                  </a:lnTo>
                  <a:lnTo>
                    <a:pt x="1544504" y="155179"/>
                  </a:lnTo>
                  <a:lnTo>
                    <a:pt x="1548424" y="155761"/>
                  </a:lnTo>
                  <a:lnTo>
                    <a:pt x="1552344" y="156323"/>
                  </a:lnTo>
                  <a:lnTo>
                    <a:pt x="1556265" y="156866"/>
                  </a:lnTo>
                  <a:lnTo>
                    <a:pt x="1560185" y="157390"/>
                  </a:lnTo>
                  <a:lnTo>
                    <a:pt x="1564105" y="157889"/>
                  </a:lnTo>
                  <a:lnTo>
                    <a:pt x="1568025" y="158367"/>
                  </a:lnTo>
                  <a:lnTo>
                    <a:pt x="1571945" y="158826"/>
                  </a:lnTo>
                  <a:lnTo>
                    <a:pt x="1575865" y="159268"/>
                  </a:lnTo>
                  <a:lnTo>
                    <a:pt x="1579785" y="159688"/>
                  </a:lnTo>
                  <a:lnTo>
                    <a:pt x="1583705" y="160087"/>
                  </a:lnTo>
                  <a:lnTo>
                    <a:pt x="1587625" y="160469"/>
                  </a:lnTo>
                  <a:lnTo>
                    <a:pt x="1591545" y="160834"/>
                  </a:lnTo>
                  <a:lnTo>
                    <a:pt x="1595465" y="161182"/>
                  </a:lnTo>
                  <a:lnTo>
                    <a:pt x="1599385" y="161509"/>
                  </a:lnTo>
                  <a:lnTo>
                    <a:pt x="1603305" y="161821"/>
                  </a:lnTo>
                  <a:lnTo>
                    <a:pt x="1607225" y="162119"/>
                  </a:lnTo>
                  <a:lnTo>
                    <a:pt x="1611145" y="162403"/>
                  </a:lnTo>
                  <a:lnTo>
                    <a:pt x="1615065" y="162667"/>
                  </a:lnTo>
                  <a:lnTo>
                    <a:pt x="1618986" y="162919"/>
                  </a:lnTo>
                  <a:lnTo>
                    <a:pt x="1622906" y="163159"/>
                  </a:lnTo>
                  <a:lnTo>
                    <a:pt x="1626826" y="163387"/>
                  </a:lnTo>
                  <a:lnTo>
                    <a:pt x="1630746" y="163599"/>
                  </a:lnTo>
                  <a:lnTo>
                    <a:pt x="1634666" y="163800"/>
                  </a:lnTo>
                  <a:lnTo>
                    <a:pt x="1638586" y="163990"/>
                  </a:lnTo>
                  <a:lnTo>
                    <a:pt x="1642506" y="164171"/>
                  </a:lnTo>
                  <a:lnTo>
                    <a:pt x="1646426" y="164340"/>
                  </a:lnTo>
                  <a:lnTo>
                    <a:pt x="1650346" y="164500"/>
                  </a:lnTo>
                  <a:lnTo>
                    <a:pt x="1654266" y="164650"/>
                  </a:lnTo>
                  <a:lnTo>
                    <a:pt x="1658186" y="164794"/>
                  </a:lnTo>
                  <a:lnTo>
                    <a:pt x="1662106" y="164927"/>
                  </a:lnTo>
                  <a:lnTo>
                    <a:pt x="1666026" y="165053"/>
                  </a:lnTo>
                  <a:lnTo>
                    <a:pt x="1669946" y="165172"/>
                  </a:lnTo>
                  <a:lnTo>
                    <a:pt x="1673866" y="165284"/>
                  </a:lnTo>
                  <a:lnTo>
                    <a:pt x="1677786" y="165390"/>
                  </a:lnTo>
                  <a:lnTo>
                    <a:pt x="1681707" y="165488"/>
                  </a:lnTo>
                  <a:lnTo>
                    <a:pt x="1685627" y="165582"/>
                  </a:lnTo>
                  <a:lnTo>
                    <a:pt x="1689547" y="165670"/>
                  </a:lnTo>
                  <a:lnTo>
                    <a:pt x="1693467" y="165754"/>
                  </a:lnTo>
                  <a:lnTo>
                    <a:pt x="1697387" y="165831"/>
                  </a:lnTo>
                  <a:lnTo>
                    <a:pt x="1701307" y="165904"/>
                  </a:lnTo>
                  <a:lnTo>
                    <a:pt x="1705227" y="165973"/>
                  </a:lnTo>
                  <a:lnTo>
                    <a:pt x="1709147" y="166039"/>
                  </a:lnTo>
                  <a:lnTo>
                    <a:pt x="1713067" y="166099"/>
                  </a:lnTo>
                  <a:lnTo>
                    <a:pt x="1716987" y="166156"/>
                  </a:lnTo>
                  <a:lnTo>
                    <a:pt x="1720907" y="166210"/>
                  </a:lnTo>
                  <a:lnTo>
                    <a:pt x="1724827" y="166261"/>
                  </a:lnTo>
                  <a:lnTo>
                    <a:pt x="1728747" y="166309"/>
                  </a:lnTo>
                  <a:lnTo>
                    <a:pt x="1732667" y="166353"/>
                  </a:lnTo>
                  <a:lnTo>
                    <a:pt x="1736587" y="166395"/>
                  </a:lnTo>
                  <a:lnTo>
                    <a:pt x="1740507" y="166434"/>
                  </a:lnTo>
                  <a:lnTo>
                    <a:pt x="1744428" y="166471"/>
                  </a:lnTo>
                  <a:lnTo>
                    <a:pt x="1748348" y="166505"/>
                  </a:lnTo>
                  <a:lnTo>
                    <a:pt x="1752268" y="166537"/>
                  </a:lnTo>
                  <a:lnTo>
                    <a:pt x="1756188" y="166567"/>
                  </a:lnTo>
                  <a:lnTo>
                    <a:pt x="1760108" y="166595"/>
                  </a:lnTo>
                  <a:lnTo>
                    <a:pt x="1764028" y="166621"/>
                  </a:lnTo>
                  <a:lnTo>
                    <a:pt x="1767948" y="166645"/>
                  </a:lnTo>
                  <a:lnTo>
                    <a:pt x="1771868" y="166668"/>
                  </a:lnTo>
                  <a:lnTo>
                    <a:pt x="1775788" y="166689"/>
                  </a:lnTo>
                  <a:lnTo>
                    <a:pt x="1779708" y="166708"/>
                  </a:lnTo>
                  <a:lnTo>
                    <a:pt x="1783628" y="166726"/>
                  </a:lnTo>
                  <a:lnTo>
                    <a:pt x="1787548" y="166742"/>
                  </a:lnTo>
                  <a:lnTo>
                    <a:pt x="1791468" y="166758"/>
                  </a:lnTo>
                  <a:lnTo>
                    <a:pt x="1795388" y="166771"/>
                  </a:lnTo>
                  <a:lnTo>
                    <a:pt x="1799308" y="166784"/>
                  </a:lnTo>
                  <a:lnTo>
                    <a:pt x="1803228" y="166796"/>
                  </a:lnTo>
                  <a:lnTo>
                    <a:pt x="1807149" y="166807"/>
                  </a:lnTo>
                  <a:lnTo>
                    <a:pt x="1811069" y="166817"/>
                  </a:lnTo>
                  <a:lnTo>
                    <a:pt x="1814989" y="166826"/>
                  </a:lnTo>
                  <a:lnTo>
                    <a:pt x="1818909" y="166834"/>
                  </a:lnTo>
                  <a:lnTo>
                    <a:pt x="1822829" y="166842"/>
                  </a:lnTo>
                  <a:lnTo>
                    <a:pt x="1826749" y="166849"/>
                  </a:lnTo>
                  <a:lnTo>
                    <a:pt x="1830669" y="166855"/>
                  </a:lnTo>
                  <a:lnTo>
                    <a:pt x="1834589" y="166860"/>
                  </a:lnTo>
                  <a:lnTo>
                    <a:pt x="1838509" y="166865"/>
                  </a:lnTo>
                  <a:lnTo>
                    <a:pt x="1842429" y="166870"/>
                  </a:lnTo>
                  <a:lnTo>
                    <a:pt x="1846349" y="166874"/>
                  </a:lnTo>
                  <a:lnTo>
                    <a:pt x="1850269" y="166877"/>
                  </a:lnTo>
                  <a:lnTo>
                    <a:pt x="1854189" y="166881"/>
                  </a:lnTo>
                  <a:lnTo>
                    <a:pt x="1858109" y="166883"/>
                  </a:lnTo>
                  <a:lnTo>
                    <a:pt x="1862029" y="166886"/>
                  </a:lnTo>
                  <a:lnTo>
                    <a:pt x="1865949" y="166888"/>
                  </a:lnTo>
                  <a:lnTo>
                    <a:pt x="1869870" y="166890"/>
                  </a:lnTo>
                  <a:lnTo>
                    <a:pt x="1873790" y="166892"/>
                  </a:lnTo>
                  <a:lnTo>
                    <a:pt x="1877710" y="166894"/>
                  </a:lnTo>
                  <a:lnTo>
                    <a:pt x="1881630" y="166895"/>
                  </a:lnTo>
                  <a:lnTo>
                    <a:pt x="1885550" y="166896"/>
                  </a:lnTo>
                  <a:lnTo>
                    <a:pt x="1889470" y="166897"/>
                  </a:lnTo>
                  <a:lnTo>
                    <a:pt x="1893390" y="166898"/>
                  </a:lnTo>
                  <a:lnTo>
                    <a:pt x="1897310" y="166899"/>
                  </a:lnTo>
                  <a:lnTo>
                    <a:pt x="1901230" y="166900"/>
                  </a:lnTo>
                  <a:lnTo>
                    <a:pt x="1905150" y="166900"/>
                  </a:lnTo>
                  <a:lnTo>
                    <a:pt x="1909070" y="166901"/>
                  </a:lnTo>
                  <a:lnTo>
                    <a:pt x="1912990" y="166901"/>
                  </a:lnTo>
                  <a:lnTo>
                    <a:pt x="1916910" y="166901"/>
                  </a:lnTo>
                  <a:lnTo>
                    <a:pt x="1920830" y="166902"/>
                  </a:lnTo>
                  <a:lnTo>
                    <a:pt x="1924750" y="166902"/>
                  </a:lnTo>
                  <a:lnTo>
                    <a:pt x="1928670" y="166902"/>
                  </a:lnTo>
                  <a:lnTo>
                    <a:pt x="1932591" y="166902"/>
                  </a:lnTo>
                  <a:lnTo>
                    <a:pt x="1936511" y="166903"/>
                  </a:lnTo>
                  <a:lnTo>
                    <a:pt x="1940431" y="166903"/>
                  </a:lnTo>
                  <a:lnTo>
                    <a:pt x="1944351" y="166903"/>
                  </a:lnTo>
                  <a:lnTo>
                    <a:pt x="1948271" y="166903"/>
                  </a:lnTo>
                  <a:lnTo>
                    <a:pt x="1952191" y="166903"/>
                  </a:lnTo>
                  <a:lnTo>
                    <a:pt x="1956111" y="166903"/>
                  </a:lnTo>
                  <a:lnTo>
                    <a:pt x="1960031" y="166903"/>
                  </a:lnTo>
                  <a:lnTo>
                    <a:pt x="1963951" y="166903"/>
                  </a:lnTo>
                  <a:lnTo>
                    <a:pt x="1967871" y="166903"/>
                  </a:lnTo>
                  <a:lnTo>
                    <a:pt x="1971791" y="166903"/>
                  </a:lnTo>
                  <a:lnTo>
                    <a:pt x="1975711" y="166903"/>
                  </a:lnTo>
                  <a:lnTo>
                    <a:pt x="1979631" y="166903"/>
                  </a:lnTo>
                  <a:lnTo>
                    <a:pt x="1983551" y="166903"/>
                  </a:lnTo>
                  <a:lnTo>
                    <a:pt x="1987471" y="166903"/>
                  </a:lnTo>
                  <a:lnTo>
                    <a:pt x="1991391" y="166903"/>
                  </a:lnTo>
                  <a:lnTo>
                    <a:pt x="1995312" y="166903"/>
                  </a:lnTo>
                  <a:lnTo>
                    <a:pt x="1999232" y="166903"/>
                  </a:lnTo>
                  <a:lnTo>
                    <a:pt x="2003152" y="166904"/>
                  </a:lnTo>
                  <a:lnTo>
                    <a:pt x="1999232" y="166904"/>
                  </a:lnTo>
                  <a:lnTo>
                    <a:pt x="1995312" y="166904"/>
                  </a:lnTo>
                  <a:lnTo>
                    <a:pt x="1991391" y="166904"/>
                  </a:lnTo>
                  <a:lnTo>
                    <a:pt x="1987471" y="166904"/>
                  </a:lnTo>
                  <a:lnTo>
                    <a:pt x="1983551" y="166904"/>
                  </a:lnTo>
                  <a:lnTo>
                    <a:pt x="1979631" y="166904"/>
                  </a:lnTo>
                  <a:lnTo>
                    <a:pt x="1975711" y="166904"/>
                  </a:lnTo>
                  <a:lnTo>
                    <a:pt x="1971791" y="166904"/>
                  </a:lnTo>
                  <a:lnTo>
                    <a:pt x="1967871" y="166904"/>
                  </a:lnTo>
                  <a:lnTo>
                    <a:pt x="1963951" y="166904"/>
                  </a:lnTo>
                  <a:lnTo>
                    <a:pt x="1960031" y="166904"/>
                  </a:lnTo>
                  <a:lnTo>
                    <a:pt x="1956111" y="166904"/>
                  </a:lnTo>
                  <a:lnTo>
                    <a:pt x="1952191" y="166904"/>
                  </a:lnTo>
                  <a:lnTo>
                    <a:pt x="1948271" y="166904"/>
                  </a:lnTo>
                  <a:lnTo>
                    <a:pt x="1944351" y="166904"/>
                  </a:lnTo>
                  <a:lnTo>
                    <a:pt x="1940431" y="166904"/>
                  </a:lnTo>
                  <a:lnTo>
                    <a:pt x="1936511" y="166904"/>
                  </a:lnTo>
                  <a:lnTo>
                    <a:pt x="1932591" y="166904"/>
                  </a:lnTo>
                  <a:lnTo>
                    <a:pt x="1928670" y="166904"/>
                  </a:lnTo>
                  <a:lnTo>
                    <a:pt x="1924750" y="166904"/>
                  </a:lnTo>
                  <a:lnTo>
                    <a:pt x="1920830" y="166904"/>
                  </a:lnTo>
                  <a:lnTo>
                    <a:pt x="1916910" y="166904"/>
                  </a:lnTo>
                  <a:lnTo>
                    <a:pt x="1912990" y="166904"/>
                  </a:lnTo>
                  <a:lnTo>
                    <a:pt x="1909070" y="166904"/>
                  </a:lnTo>
                  <a:lnTo>
                    <a:pt x="1905150" y="166904"/>
                  </a:lnTo>
                  <a:lnTo>
                    <a:pt x="1901230" y="166904"/>
                  </a:lnTo>
                  <a:lnTo>
                    <a:pt x="1897310" y="166904"/>
                  </a:lnTo>
                  <a:lnTo>
                    <a:pt x="1893390" y="166904"/>
                  </a:lnTo>
                  <a:lnTo>
                    <a:pt x="1889470" y="166904"/>
                  </a:lnTo>
                  <a:lnTo>
                    <a:pt x="1885550" y="166904"/>
                  </a:lnTo>
                  <a:lnTo>
                    <a:pt x="1881630" y="166904"/>
                  </a:lnTo>
                  <a:lnTo>
                    <a:pt x="1877710" y="166904"/>
                  </a:lnTo>
                  <a:lnTo>
                    <a:pt x="1873790" y="166904"/>
                  </a:lnTo>
                  <a:lnTo>
                    <a:pt x="1869870" y="166904"/>
                  </a:lnTo>
                  <a:lnTo>
                    <a:pt x="1865949" y="166904"/>
                  </a:lnTo>
                  <a:lnTo>
                    <a:pt x="1862029" y="166904"/>
                  </a:lnTo>
                  <a:lnTo>
                    <a:pt x="1858109" y="166904"/>
                  </a:lnTo>
                  <a:lnTo>
                    <a:pt x="1854189" y="166904"/>
                  </a:lnTo>
                  <a:lnTo>
                    <a:pt x="1850269" y="166904"/>
                  </a:lnTo>
                  <a:lnTo>
                    <a:pt x="1846349" y="166904"/>
                  </a:lnTo>
                  <a:lnTo>
                    <a:pt x="1842429" y="166904"/>
                  </a:lnTo>
                  <a:lnTo>
                    <a:pt x="1838509" y="166904"/>
                  </a:lnTo>
                  <a:lnTo>
                    <a:pt x="1834589" y="166904"/>
                  </a:lnTo>
                  <a:lnTo>
                    <a:pt x="1830669" y="166904"/>
                  </a:lnTo>
                  <a:lnTo>
                    <a:pt x="1826749" y="166904"/>
                  </a:lnTo>
                  <a:lnTo>
                    <a:pt x="1822829" y="166904"/>
                  </a:lnTo>
                  <a:lnTo>
                    <a:pt x="1818909" y="166904"/>
                  </a:lnTo>
                  <a:lnTo>
                    <a:pt x="1814989" y="166904"/>
                  </a:lnTo>
                  <a:lnTo>
                    <a:pt x="1811069" y="166904"/>
                  </a:lnTo>
                  <a:lnTo>
                    <a:pt x="1807149" y="166904"/>
                  </a:lnTo>
                  <a:lnTo>
                    <a:pt x="1803228" y="166904"/>
                  </a:lnTo>
                  <a:lnTo>
                    <a:pt x="1799308" y="166904"/>
                  </a:lnTo>
                  <a:lnTo>
                    <a:pt x="1795388" y="166904"/>
                  </a:lnTo>
                  <a:lnTo>
                    <a:pt x="1791468" y="166904"/>
                  </a:lnTo>
                  <a:lnTo>
                    <a:pt x="1787548" y="166904"/>
                  </a:lnTo>
                  <a:lnTo>
                    <a:pt x="1783628" y="166904"/>
                  </a:lnTo>
                  <a:lnTo>
                    <a:pt x="1779708" y="166904"/>
                  </a:lnTo>
                  <a:lnTo>
                    <a:pt x="1775788" y="166904"/>
                  </a:lnTo>
                  <a:lnTo>
                    <a:pt x="1771868" y="166904"/>
                  </a:lnTo>
                  <a:lnTo>
                    <a:pt x="1767948" y="166904"/>
                  </a:lnTo>
                  <a:lnTo>
                    <a:pt x="1764028" y="166904"/>
                  </a:lnTo>
                  <a:lnTo>
                    <a:pt x="1760108" y="166904"/>
                  </a:lnTo>
                  <a:lnTo>
                    <a:pt x="1756188" y="166904"/>
                  </a:lnTo>
                  <a:lnTo>
                    <a:pt x="1752268" y="166904"/>
                  </a:lnTo>
                  <a:lnTo>
                    <a:pt x="1748348" y="166904"/>
                  </a:lnTo>
                  <a:lnTo>
                    <a:pt x="1744428" y="166904"/>
                  </a:lnTo>
                  <a:lnTo>
                    <a:pt x="1740507" y="166904"/>
                  </a:lnTo>
                  <a:lnTo>
                    <a:pt x="1736587" y="166904"/>
                  </a:lnTo>
                  <a:lnTo>
                    <a:pt x="1732667" y="166904"/>
                  </a:lnTo>
                  <a:lnTo>
                    <a:pt x="1728747" y="166904"/>
                  </a:lnTo>
                  <a:lnTo>
                    <a:pt x="1724827" y="166904"/>
                  </a:lnTo>
                  <a:lnTo>
                    <a:pt x="1720907" y="166904"/>
                  </a:lnTo>
                  <a:lnTo>
                    <a:pt x="1716987" y="166904"/>
                  </a:lnTo>
                  <a:lnTo>
                    <a:pt x="1713067" y="166904"/>
                  </a:lnTo>
                  <a:lnTo>
                    <a:pt x="1709147" y="166904"/>
                  </a:lnTo>
                  <a:lnTo>
                    <a:pt x="1705227" y="166904"/>
                  </a:lnTo>
                  <a:lnTo>
                    <a:pt x="1701307" y="166904"/>
                  </a:lnTo>
                  <a:lnTo>
                    <a:pt x="1697387" y="166904"/>
                  </a:lnTo>
                  <a:lnTo>
                    <a:pt x="1693467" y="166904"/>
                  </a:lnTo>
                  <a:lnTo>
                    <a:pt x="1689547" y="166904"/>
                  </a:lnTo>
                  <a:lnTo>
                    <a:pt x="1685627" y="166904"/>
                  </a:lnTo>
                  <a:lnTo>
                    <a:pt x="1681707" y="166904"/>
                  </a:lnTo>
                  <a:lnTo>
                    <a:pt x="1677786" y="166904"/>
                  </a:lnTo>
                  <a:lnTo>
                    <a:pt x="1673866" y="166904"/>
                  </a:lnTo>
                  <a:lnTo>
                    <a:pt x="1669946" y="166904"/>
                  </a:lnTo>
                  <a:lnTo>
                    <a:pt x="1666026" y="166904"/>
                  </a:lnTo>
                  <a:lnTo>
                    <a:pt x="1662106" y="166904"/>
                  </a:lnTo>
                  <a:lnTo>
                    <a:pt x="1658186" y="166904"/>
                  </a:lnTo>
                  <a:lnTo>
                    <a:pt x="1654266" y="166904"/>
                  </a:lnTo>
                  <a:lnTo>
                    <a:pt x="1650346" y="166904"/>
                  </a:lnTo>
                  <a:lnTo>
                    <a:pt x="1646426" y="166904"/>
                  </a:lnTo>
                  <a:lnTo>
                    <a:pt x="1642506" y="166904"/>
                  </a:lnTo>
                  <a:lnTo>
                    <a:pt x="1638586" y="166904"/>
                  </a:lnTo>
                  <a:lnTo>
                    <a:pt x="1634666" y="166904"/>
                  </a:lnTo>
                  <a:lnTo>
                    <a:pt x="1630746" y="166904"/>
                  </a:lnTo>
                  <a:lnTo>
                    <a:pt x="1626826" y="166904"/>
                  </a:lnTo>
                  <a:lnTo>
                    <a:pt x="1622906" y="166904"/>
                  </a:lnTo>
                  <a:lnTo>
                    <a:pt x="1618986" y="166904"/>
                  </a:lnTo>
                  <a:lnTo>
                    <a:pt x="1615065" y="166904"/>
                  </a:lnTo>
                  <a:lnTo>
                    <a:pt x="1611145" y="166904"/>
                  </a:lnTo>
                  <a:lnTo>
                    <a:pt x="1607225" y="166904"/>
                  </a:lnTo>
                  <a:lnTo>
                    <a:pt x="1603305" y="166904"/>
                  </a:lnTo>
                  <a:lnTo>
                    <a:pt x="1599385" y="166904"/>
                  </a:lnTo>
                  <a:lnTo>
                    <a:pt x="1595465" y="166904"/>
                  </a:lnTo>
                  <a:lnTo>
                    <a:pt x="1591545" y="166904"/>
                  </a:lnTo>
                  <a:lnTo>
                    <a:pt x="1587625" y="166904"/>
                  </a:lnTo>
                  <a:lnTo>
                    <a:pt x="1583705" y="166904"/>
                  </a:lnTo>
                  <a:lnTo>
                    <a:pt x="1579785" y="166904"/>
                  </a:lnTo>
                  <a:lnTo>
                    <a:pt x="1575865" y="166904"/>
                  </a:lnTo>
                  <a:lnTo>
                    <a:pt x="1571945" y="166904"/>
                  </a:lnTo>
                  <a:lnTo>
                    <a:pt x="1568025" y="166904"/>
                  </a:lnTo>
                  <a:lnTo>
                    <a:pt x="1564105" y="166904"/>
                  </a:lnTo>
                  <a:lnTo>
                    <a:pt x="1560185" y="166904"/>
                  </a:lnTo>
                  <a:lnTo>
                    <a:pt x="1556265" y="166904"/>
                  </a:lnTo>
                  <a:lnTo>
                    <a:pt x="1552344" y="166904"/>
                  </a:lnTo>
                  <a:lnTo>
                    <a:pt x="1548424" y="166904"/>
                  </a:lnTo>
                  <a:lnTo>
                    <a:pt x="1544504" y="166904"/>
                  </a:lnTo>
                  <a:lnTo>
                    <a:pt x="1540584" y="166904"/>
                  </a:lnTo>
                  <a:lnTo>
                    <a:pt x="1536664" y="166904"/>
                  </a:lnTo>
                  <a:lnTo>
                    <a:pt x="1532744" y="166904"/>
                  </a:lnTo>
                  <a:lnTo>
                    <a:pt x="1528824" y="166904"/>
                  </a:lnTo>
                  <a:lnTo>
                    <a:pt x="1524904" y="166904"/>
                  </a:lnTo>
                  <a:lnTo>
                    <a:pt x="1520984" y="166904"/>
                  </a:lnTo>
                  <a:lnTo>
                    <a:pt x="1517064" y="166904"/>
                  </a:lnTo>
                  <a:lnTo>
                    <a:pt x="1513144" y="166904"/>
                  </a:lnTo>
                  <a:lnTo>
                    <a:pt x="1509224" y="166904"/>
                  </a:lnTo>
                  <a:lnTo>
                    <a:pt x="1505304" y="166904"/>
                  </a:lnTo>
                  <a:lnTo>
                    <a:pt x="1501384" y="166904"/>
                  </a:lnTo>
                  <a:lnTo>
                    <a:pt x="1497464" y="166904"/>
                  </a:lnTo>
                  <a:lnTo>
                    <a:pt x="1493543" y="166904"/>
                  </a:lnTo>
                  <a:lnTo>
                    <a:pt x="1489623" y="166904"/>
                  </a:lnTo>
                  <a:lnTo>
                    <a:pt x="1485703" y="166904"/>
                  </a:lnTo>
                  <a:lnTo>
                    <a:pt x="1481783" y="166904"/>
                  </a:lnTo>
                  <a:lnTo>
                    <a:pt x="1477863" y="166904"/>
                  </a:lnTo>
                  <a:lnTo>
                    <a:pt x="1473943" y="166904"/>
                  </a:lnTo>
                  <a:lnTo>
                    <a:pt x="1470023" y="166904"/>
                  </a:lnTo>
                  <a:lnTo>
                    <a:pt x="1466103" y="166904"/>
                  </a:lnTo>
                  <a:lnTo>
                    <a:pt x="1462183" y="166904"/>
                  </a:lnTo>
                  <a:lnTo>
                    <a:pt x="1458263" y="166904"/>
                  </a:lnTo>
                  <a:lnTo>
                    <a:pt x="1454343" y="166904"/>
                  </a:lnTo>
                  <a:lnTo>
                    <a:pt x="1450423" y="166904"/>
                  </a:lnTo>
                  <a:lnTo>
                    <a:pt x="1446503" y="166904"/>
                  </a:lnTo>
                  <a:lnTo>
                    <a:pt x="1442583" y="166904"/>
                  </a:lnTo>
                  <a:lnTo>
                    <a:pt x="1438663" y="166904"/>
                  </a:lnTo>
                  <a:lnTo>
                    <a:pt x="1434743" y="166904"/>
                  </a:lnTo>
                  <a:lnTo>
                    <a:pt x="1430822" y="166904"/>
                  </a:lnTo>
                  <a:lnTo>
                    <a:pt x="1426902" y="166904"/>
                  </a:lnTo>
                  <a:lnTo>
                    <a:pt x="1422982" y="166904"/>
                  </a:lnTo>
                  <a:lnTo>
                    <a:pt x="1419062" y="166904"/>
                  </a:lnTo>
                  <a:lnTo>
                    <a:pt x="1415142" y="166904"/>
                  </a:lnTo>
                  <a:lnTo>
                    <a:pt x="1411222" y="166904"/>
                  </a:lnTo>
                  <a:lnTo>
                    <a:pt x="1407302" y="166904"/>
                  </a:lnTo>
                  <a:lnTo>
                    <a:pt x="1403382" y="166904"/>
                  </a:lnTo>
                  <a:lnTo>
                    <a:pt x="1399462" y="166904"/>
                  </a:lnTo>
                  <a:lnTo>
                    <a:pt x="1395542" y="166904"/>
                  </a:lnTo>
                  <a:lnTo>
                    <a:pt x="1391622" y="166904"/>
                  </a:lnTo>
                  <a:lnTo>
                    <a:pt x="1387702" y="166904"/>
                  </a:lnTo>
                  <a:lnTo>
                    <a:pt x="1383782" y="166904"/>
                  </a:lnTo>
                  <a:lnTo>
                    <a:pt x="1379862" y="166904"/>
                  </a:lnTo>
                  <a:lnTo>
                    <a:pt x="1375942" y="166904"/>
                  </a:lnTo>
                  <a:lnTo>
                    <a:pt x="1372022" y="166904"/>
                  </a:lnTo>
                  <a:lnTo>
                    <a:pt x="1368101" y="166904"/>
                  </a:lnTo>
                  <a:lnTo>
                    <a:pt x="1364181" y="166904"/>
                  </a:lnTo>
                  <a:lnTo>
                    <a:pt x="1360261" y="166904"/>
                  </a:lnTo>
                  <a:lnTo>
                    <a:pt x="1356341" y="166904"/>
                  </a:lnTo>
                  <a:lnTo>
                    <a:pt x="1352421" y="166904"/>
                  </a:lnTo>
                  <a:lnTo>
                    <a:pt x="1348501" y="166904"/>
                  </a:lnTo>
                  <a:lnTo>
                    <a:pt x="1344581" y="166904"/>
                  </a:lnTo>
                  <a:lnTo>
                    <a:pt x="1340661" y="166904"/>
                  </a:lnTo>
                  <a:lnTo>
                    <a:pt x="1336741" y="166904"/>
                  </a:lnTo>
                  <a:lnTo>
                    <a:pt x="1332821" y="166904"/>
                  </a:lnTo>
                  <a:lnTo>
                    <a:pt x="1328901" y="166904"/>
                  </a:lnTo>
                  <a:lnTo>
                    <a:pt x="1324981" y="166904"/>
                  </a:lnTo>
                  <a:lnTo>
                    <a:pt x="1321061" y="166904"/>
                  </a:lnTo>
                  <a:lnTo>
                    <a:pt x="1317141" y="166904"/>
                  </a:lnTo>
                  <a:lnTo>
                    <a:pt x="1313221" y="166904"/>
                  </a:lnTo>
                  <a:lnTo>
                    <a:pt x="1309301" y="166904"/>
                  </a:lnTo>
                  <a:lnTo>
                    <a:pt x="1305380" y="166904"/>
                  </a:lnTo>
                  <a:lnTo>
                    <a:pt x="1301460" y="166904"/>
                  </a:lnTo>
                  <a:lnTo>
                    <a:pt x="1297540" y="166904"/>
                  </a:lnTo>
                  <a:lnTo>
                    <a:pt x="1293620" y="166904"/>
                  </a:lnTo>
                  <a:lnTo>
                    <a:pt x="1289700" y="166904"/>
                  </a:lnTo>
                  <a:lnTo>
                    <a:pt x="1285780" y="166904"/>
                  </a:lnTo>
                  <a:lnTo>
                    <a:pt x="1281860" y="166904"/>
                  </a:lnTo>
                  <a:lnTo>
                    <a:pt x="1277940" y="166904"/>
                  </a:lnTo>
                  <a:lnTo>
                    <a:pt x="1274020" y="166904"/>
                  </a:lnTo>
                  <a:lnTo>
                    <a:pt x="1270100" y="166904"/>
                  </a:lnTo>
                  <a:lnTo>
                    <a:pt x="1266180" y="166904"/>
                  </a:lnTo>
                  <a:lnTo>
                    <a:pt x="1262260" y="166904"/>
                  </a:lnTo>
                  <a:lnTo>
                    <a:pt x="1258340" y="166904"/>
                  </a:lnTo>
                  <a:lnTo>
                    <a:pt x="1254420" y="166904"/>
                  </a:lnTo>
                  <a:lnTo>
                    <a:pt x="1250500" y="166904"/>
                  </a:lnTo>
                  <a:lnTo>
                    <a:pt x="1246580" y="166904"/>
                  </a:lnTo>
                  <a:lnTo>
                    <a:pt x="1242659" y="166904"/>
                  </a:lnTo>
                  <a:lnTo>
                    <a:pt x="1238739" y="166904"/>
                  </a:lnTo>
                  <a:lnTo>
                    <a:pt x="1234819" y="166904"/>
                  </a:lnTo>
                  <a:lnTo>
                    <a:pt x="1230899" y="166904"/>
                  </a:lnTo>
                  <a:lnTo>
                    <a:pt x="1226979" y="166904"/>
                  </a:lnTo>
                  <a:lnTo>
                    <a:pt x="1223059" y="166904"/>
                  </a:lnTo>
                  <a:lnTo>
                    <a:pt x="1219139" y="166904"/>
                  </a:lnTo>
                  <a:lnTo>
                    <a:pt x="1215219" y="166904"/>
                  </a:lnTo>
                  <a:lnTo>
                    <a:pt x="1211299" y="166904"/>
                  </a:lnTo>
                  <a:lnTo>
                    <a:pt x="1207379" y="166904"/>
                  </a:lnTo>
                  <a:lnTo>
                    <a:pt x="1203459" y="166904"/>
                  </a:lnTo>
                  <a:lnTo>
                    <a:pt x="1199539" y="166904"/>
                  </a:lnTo>
                  <a:lnTo>
                    <a:pt x="1195619" y="166904"/>
                  </a:lnTo>
                  <a:lnTo>
                    <a:pt x="1191699" y="166904"/>
                  </a:lnTo>
                  <a:lnTo>
                    <a:pt x="1187779" y="166904"/>
                  </a:lnTo>
                  <a:lnTo>
                    <a:pt x="1183859" y="166904"/>
                  </a:lnTo>
                  <a:lnTo>
                    <a:pt x="1179938" y="166904"/>
                  </a:lnTo>
                  <a:lnTo>
                    <a:pt x="1176018" y="166904"/>
                  </a:lnTo>
                  <a:lnTo>
                    <a:pt x="1172098" y="166904"/>
                  </a:lnTo>
                  <a:lnTo>
                    <a:pt x="1168178" y="166904"/>
                  </a:lnTo>
                  <a:lnTo>
                    <a:pt x="1164258" y="166904"/>
                  </a:lnTo>
                  <a:lnTo>
                    <a:pt x="1160338" y="166904"/>
                  </a:lnTo>
                  <a:lnTo>
                    <a:pt x="1156418" y="166904"/>
                  </a:lnTo>
                  <a:lnTo>
                    <a:pt x="1152498" y="166904"/>
                  </a:lnTo>
                  <a:lnTo>
                    <a:pt x="1148578" y="166904"/>
                  </a:lnTo>
                  <a:lnTo>
                    <a:pt x="1144658" y="166904"/>
                  </a:lnTo>
                  <a:lnTo>
                    <a:pt x="1140738" y="166904"/>
                  </a:lnTo>
                  <a:lnTo>
                    <a:pt x="1136818" y="166904"/>
                  </a:lnTo>
                  <a:lnTo>
                    <a:pt x="1132898" y="166904"/>
                  </a:lnTo>
                  <a:lnTo>
                    <a:pt x="1128978" y="166904"/>
                  </a:lnTo>
                  <a:lnTo>
                    <a:pt x="1125058" y="166904"/>
                  </a:lnTo>
                  <a:lnTo>
                    <a:pt x="1121138" y="166904"/>
                  </a:lnTo>
                  <a:lnTo>
                    <a:pt x="1117217" y="166904"/>
                  </a:lnTo>
                  <a:lnTo>
                    <a:pt x="1113297" y="166904"/>
                  </a:lnTo>
                  <a:lnTo>
                    <a:pt x="1109377" y="166904"/>
                  </a:lnTo>
                  <a:lnTo>
                    <a:pt x="1105457" y="166904"/>
                  </a:lnTo>
                  <a:lnTo>
                    <a:pt x="1101537" y="166904"/>
                  </a:lnTo>
                  <a:lnTo>
                    <a:pt x="1097617" y="166904"/>
                  </a:lnTo>
                  <a:lnTo>
                    <a:pt x="1093697" y="166904"/>
                  </a:lnTo>
                  <a:lnTo>
                    <a:pt x="1089777" y="166904"/>
                  </a:lnTo>
                  <a:lnTo>
                    <a:pt x="1085857" y="166904"/>
                  </a:lnTo>
                  <a:lnTo>
                    <a:pt x="1081937" y="166904"/>
                  </a:lnTo>
                  <a:lnTo>
                    <a:pt x="1078017" y="166904"/>
                  </a:lnTo>
                  <a:lnTo>
                    <a:pt x="1074097" y="166904"/>
                  </a:lnTo>
                  <a:lnTo>
                    <a:pt x="1070177" y="166904"/>
                  </a:lnTo>
                  <a:lnTo>
                    <a:pt x="1066257" y="166904"/>
                  </a:lnTo>
                  <a:lnTo>
                    <a:pt x="1062337" y="166904"/>
                  </a:lnTo>
                  <a:lnTo>
                    <a:pt x="1058417" y="166904"/>
                  </a:lnTo>
                  <a:lnTo>
                    <a:pt x="1054496" y="166904"/>
                  </a:lnTo>
                  <a:lnTo>
                    <a:pt x="1050576" y="166904"/>
                  </a:lnTo>
                  <a:lnTo>
                    <a:pt x="1046656" y="166904"/>
                  </a:lnTo>
                  <a:lnTo>
                    <a:pt x="1042736" y="166904"/>
                  </a:lnTo>
                  <a:lnTo>
                    <a:pt x="1038816" y="166904"/>
                  </a:lnTo>
                  <a:lnTo>
                    <a:pt x="1034896" y="166904"/>
                  </a:lnTo>
                  <a:lnTo>
                    <a:pt x="1030976" y="166904"/>
                  </a:lnTo>
                  <a:lnTo>
                    <a:pt x="1027056" y="166904"/>
                  </a:lnTo>
                  <a:lnTo>
                    <a:pt x="1023136" y="166904"/>
                  </a:lnTo>
                  <a:lnTo>
                    <a:pt x="1019216" y="166904"/>
                  </a:lnTo>
                  <a:lnTo>
                    <a:pt x="1015296" y="166904"/>
                  </a:lnTo>
                  <a:lnTo>
                    <a:pt x="1011376" y="166904"/>
                  </a:lnTo>
                  <a:lnTo>
                    <a:pt x="1007456" y="166904"/>
                  </a:lnTo>
                  <a:lnTo>
                    <a:pt x="1003536" y="166904"/>
                  </a:lnTo>
                  <a:lnTo>
                    <a:pt x="999616" y="166904"/>
                  </a:lnTo>
                  <a:lnTo>
                    <a:pt x="995695" y="166904"/>
                  </a:lnTo>
                  <a:lnTo>
                    <a:pt x="991775" y="166904"/>
                  </a:lnTo>
                  <a:lnTo>
                    <a:pt x="987855" y="166904"/>
                  </a:lnTo>
                  <a:lnTo>
                    <a:pt x="983935" y="166904"/>
                  </a:lnTo>
                  <a:lnTo>
                    <a:pt x="980015" y="166904"/>
                  </a:lnTo>
                  <a:lnTo>
                    <a:pt x="976095" y="166904"/>
                  </a:lnTo>
                  <a:lnTo>
                    <a:pt x="972175" y="166904"/>
                  </a:lnTo>
                  <a:lnTo>
                    <a:pt x="968255" y="166904"/>
                  </a:lnTo>
                  <a:lnTo>
                    <a:pt x="964335" y="166904"/>
                  </a:lnTo>
                  <a:lnTo>
                    <a:pt x="960415" y="166904"/>
                  </a:lnTo>
                  <a:lnTo>
                    <a:pt x="956495" y="166904"/>
                  </a:lnTo>
                  <a:lnTo>
                    <a:pt x="952575" y="166904"/>
                  </a:lnTo>
                  <a:lnTo>
                    <a:pt x="948655" y="166904"/>
                  </a:lnTo>
                  <a:lnTo>
                    <a:pt x="944735" y="166904"/>
                  </a:lnTo>
                  <a:lnTo>
                    <a:pt x="940815" y="166904"/>
                  </a:lnTo>
                  <a:lnTo>
                    <a:pt x="936895" y="166904"/>
                  </a:lnTo>
                  <a:lnTo>
                    <a:pt x="932974" y="166904"/>
                  </a:lnTo>
                  <a:lnTo>
                    <a:pt x="929054" y="166904"/>
                  </a:lnTo>
                  <a:lnTo>
                    <a:pt x="925134" y="166904"/>
                  </a:lnTo>
                  <a:lnTo>
                    <a:pt x="921214" y="166904"/>
                  </a:lnTo>
                  <a:lnTo>
                    <a:pt x="917294" y="166904"/>
                  </a:lnTo>
                  <a:lnTo>
                    <a:pt x="913374" y="166904"/>
                  </a:lnTo>
                  <a:lnTo>
                    <a:pt x="909454" y="166904"/>
                  </a:lnTo>
                  <a:lnTo>
                    <a:pt x="905534" y="166904"/>
                  </a:lnTo>
                  <a:lnTo>
                    <a:pt x="901614" y="166904"/>
                  </a:lnTo>
                  <a:lnTo>
                    <a:pt x="897694" y="166904"/>
                  </a:lnTo>
                  <a:lnTo>
                    <a:pt x="893774" y="166904"/>
                  </a:lnTo>
                  <a:lnTo>
                    <a:pt x="889854" y="166904"/>
                  </a:lnTo>
                  <a:lnTo>
                    <a:pt x="885934" y="166904"/>
                  </a:lnTo>
                  <a:lnTo>
                    <a:pt x="882014" y="166904"/>
                  </a:lnTo>
                  <a:lnTo>
                    <a:pt x="878094" y="166904"/>
                  </a:lnTo>
                  <a:lnTo>
                    <a:pt x="874174" y="166904"/>
                  </a:lnTo>
                  <a:lnTo>
                    <a:pt x="870253" y="166904"/>
                  </a:lnTo>
                  <a:lnTo>
                    <a:pt x="866333" y="166904"/>
                  </a:lnTo>
                  <a:lnTo>
                    <a:pt x="862413" y="166904"/>
                  </a:lnTo>
                  <a:lnTo>
                    <a:pt x="858493" y="166904"/>
                  </a:lnTo>
                  <a:lnTo>
                    <a:pt x="854573" y="166904"/>
                  </a:lnTo>
                  <a:lnTo>
                    <a:pt x="850653" y="166904"/>
                  </a:lnTo>
                  <a:lnTo>
                    <a:pt x="846733" y="166904"/>
                  </a:lnTo>
                  <a:lnTo>
                    <a:pt x="842813" y="166904"/>
                  </a:lnTo>
                  <a:lnTo>
                    <a:pt x="838893" y="166904"/>
                  </a:lnTo>
                  <a:lnTo>
                    <a:pt x="834973" y="166904"/>
                  </a:lnTo>
                  <a:lnTo>
                    <a:pt x="831053" y="166904"/>
                  </a:lnTo>
                  <a:lnTo>
                    <a:pt x="827133" y="166904"/>
                  </a:lnTo>
                  <a:lnTo>
                    <a:pt x="823213" y="166904"/>
                  </a:lnTo>
                  <a:lnTo>
                    <a:pt x="819293" y="166904"/>
                  </a:lnTo>
                  <a:lnTo>
                    <a:pt x="815373" y="166904"/>
                  </a:lnTo>
                  <a:lnTo>
                    <a:pt x="811453" y="166904"/>
                  </a:lnTo>
                  <a:lnTo>
                    <a:pt x="807532" y="166904"/>
                  </a:lnTo>
                  <a:lnTo>
                    <a:pt x="803612" y="166904"/>
                  </a:lnTo>
                  <a:lnTo>
                    <a:pt x="799692" y="166904"/>
                  </a:lnTo>
                  <a:lnTo>
                    <a:pt x="795772" y="166904"/>
                  </a:lnTo>
                  <a:lnTo>
                    <a:pt x="791852" y="166904"/>
                  </a:lnTo>
                  <a:lnTo>
                    <a:pt x="787932" y="166904"/>
                  </a:lnTo>
                  <a:lnTo>
                    <a:pt x="784012" y="166904"/>
                  </a:lnTo>
                  <a:lnTo>
                    <a:pt x="780092" y="166904"/>
                  </a:lnTo>
                  <a:lnTo>
                    <a:pt x="776172" y="166904"/>
                  </a:lnTo>
                  <a:lnTo>
                    <a:pt x="772252" y="166904"/>
                  </a:lnTo>
                  <a:lnTo>
                    <a:pt x="768332" y="166904"/>
                  </a:lnTo>
                  <a:lnTo>
                    <a:pt x="764412" y="166904"/>
                  </a:lnTo>
                  <a:lnTo>
                    <a:pt x="760492" y="166904"/>
                  </a:lnTo>
                  <a:lnTo>
                    <a:pt x="756572" y="166904"/>
                  </a:lnTo>
                  <a:lnTo>
                    <a:pt x="752652" y="166904"/>
                  </a:lnTo>
                  <a:lnTo>
                    <a:pt x="748732" y="166904"/>
                  </a:lnTo>
                  <a:lnTo>
                    <a:pt x="744811" y="166904"/>
                  </a:lnTo>
                  <a:lnTo>
                    <a:pt x="740891" y="166904"/>
                  </a:lnTo>
                  <a:lnTo>
                    <a:pt x="736971" y="166904"/>
                  </a:lnTo>
                  <a:lnTo>
                    <a:pt x="733051" y="166904"/>
                  </a:lnTo>
                  <a:lnTo>
                    <a:pt x="729131" y="166904"/>
                  </a:lnTo>
                  <a:lnTo>
                    <a:pt x="725211" y="166904"/>
                  </a:lnTo>
                  <a:lnTo>
                    <a:pt x="721291" y="166904"/>
                  </a:lnTo>
                  <a:lnTo>
                    <a:pt x="717371" y="166904"/>
                  </a:lnTo>
                  <a:lnTo>
                    <a:pt x="713451" y="166904"/>
                  </a:lnTo>
                  <a:lnTo>
                    <a:pt x="709531" y="166904"/>
                  </a:lnTo>
                  <a:lnTo>
                    <a:pt x="705611" y="166904"/>
                  </a:lnTo>
                  <a:lnTo>
                    <a:pt x="701691" y="166904"/>
                  </a:lnTo>
                  <a:lnTo>
                    <a:pt x="697771" y="166904"/>
                  </a:lnTo>
                  <a:lnTo>
                    <a:pt x="693851" y="166904"/>
                  </a:lnTo>
                  <a:lnTo>
                    <a:pt x="689931" y="166904"/>
                  </a:lnTo>
                  <a:lnTo>
                    <a:pt x="686011" y="166904"/>
                  </a:lnTo>
                  <a:lnTo>
                    <a:pt x="682090" y="166904"/>
                  </a:lnTo>
                  <a:lnTo>
                    <a:pt x="678170" y="166904"/>
                  </a:lnTo>
                  <a:lnTo>
                    <a:pt x="674250" y="166904"/>
                  </a:lnTo>
                  <a:lnTo>
                    <a:pt x="670330" y="166904"/>
                  </a:lnTo>
                  <a:lnTo>
                    <a:pt x="666410" y="166904"/>
                  </a:lnTo>
                  <a:lnTo>
                    <a:pt x="662490" y="166904"/>
                  </a:lnTo>
                  <a:lnTo>
                    <a:pt x="658570" y="166904"/>
                  </a:lnTo>
                  <a:lnTo>
                    <a:pt x="654650" y="166904"/>
                  </a:lnTo>
                  <a:lnTo>
                    <a:pt x="650730" y="166904"/>
                  </a:lnTo>
                  <a:lnTo>
                    <a:pt x="646810" y="166904"/>
                  </a:lnTo>
                  <a:lnTo>
                    <a:pt x="642890" y="166904"/>
                  </a:lnTo>
                  <a:lnTo>
                    <a:pt x="638970" y="166904"/>
                  </a:lnTo>
                  <a:lnTo>
                    <a:pt x="635050" y="166904"/>
                  </a:lnTo>
                  <a:lnTo>
                    <a:pt x="631130" y="166904"/>
                  </a:lnTo>
                  <a:lnTo>
                    <a:pt x="627210" y="166904"/>
                  </a:lnTo>
                  <a:lnTo>
                    <a:pt x="623290" y="166904"/>
                  </a:lnTo>
                  <a:lnTo>
                    <a:pt x="619369" y="166904"/>
                  </a:lnTo>
                  <a:lnTo>
                    <a:pt x="615449" y="166904"/>
                  </a:lnTo>
                  <a:lnTo>
                    <a:pt x="611529" y="166904"/>
                  </a:lnTo>
                  <a:lnTo>
                    <a:pt x="607609" y="166904"/>
                  </a:lnTo>
                  <a:lnTo>
                    <a:pt x="603689" y="166904"/>
                  </a:lnTo>
                  <a:lnTo>
                    <a:pt x="599769" y="166904"/>
                  </a:lnTo>
                  <a:lnTo>
                    <a:pt x="595849" y="166904"/>
                  </a:lnTo>
                  <a:lnTo>
                    <a:pt x="591929" y="166904"/>
                  </a:lnTo>
                  <a:lnTo>
                    <a:pt x="588009" y="166904"/>
                  </a:lnTo>
                  <a:lnTo>
                    <a:pt x="584089" y="166904"/>
                  </a:lnTo>
                  <a:lnTo>
                    <a:pt x="580169" y="166904"/>
                  </a:lnTo>
                  <a:lnTo>
                    <a:pt x="576249" y="166904"/>
                  </a:lnTo>
                  <a:lnTo>
                    <a:pt x="572329" y="166904"/>
                  </a:lnTo>
                  <a:lnTo>
                    <a:pt x="568409" y="166904"/>
                  </a:lnTo>
                  <a:lnTo>
                    <a:pt x="564489" y="166904"/>
                  </a:lnTo>
                  <a:lnTo>
                    <a:pt x="560569" y="166904"/>
                  </a:lnTo>
                  <a:lnTo>
                    <a:pt x="556648" y="166904"/>
                  </a:lnTo>
                  <a:lnTo>
                    <a:pt x="552728" y="166904"/>
                  </a:lnTo>
                  <a:lnTo>
                    <a:pt x="548808" y="166904"/>
                  </a:lnTo>
                  <a:lnTo>
                    <a:pt x="544888" y="166904"/>
                  </a:lnTo>
                  <a:lnTo>
                    <a:pt x="540968" y="166904"/>
                  </a:lnTo>
                  <a:lnTo>
                    <a:pt x="537048" y="166904"/>
                  </a:lnTo>
                  <a:lnTo>
                    <a:pt x="533128" y="166904"/>
                  </a:lnTo>
                  <a:lnTo>
                    <a:pt x="529208" y="166904"/>
                  </a:lnTo>
                  <a:lnTo>
                    <a:pt x="525288" y="166904"/>
                  </a:lnTo>
                  <a:lnTo>
                    <a:pt x="521368" y="166904"/>
                  </a:lnTo>
                  <a:lnTo>
                    <a:pt x="517448" y="166904"/>
                  </a:lnTo>
                  <a:lnTo>
                    <a:pt x="513528" y="166904"/>
                  </a:lnTo>
                  <a:lnTo>
                    <a:pt x="509608" y="166904"/>
                  </a:lnTo>
                  <a:lnTo>
                    <a:pt x="505688" y="166904"/>
                  </a:lnTo>
                  <a:lnTo>
                    <a:pt x="501768" y="166904"/>
                  </a:lnTo>
                  <a:lnTo>
                    <a:pt x="497847" y="166904"/>
                  </a:lnTo>
                  <a:lnTo>
                    <a:pt x="493927" y="166904"/>
                  </a:lnTo>
                  <a:lnTo>
                    <a:pt x="490007" y="166904"/>
                  </a:lnTo>
                  <a:lnTo>
                    <a:pt x="486087" y="166904"/>
                  </a:lnTo>
                  <a:lnTo>
                    <a:pt x="482167" y="166904"/>
                  </a:lnTo>
                  <a:lnTo>
                    <a:pt x="478247" y="166904"/>
                  </a:lnTo>
                  <a:lnTo>
                    <a:pt x="474327" y="166904"/>
                  </a:lnTo>
                  <a:lnTo>
                    <a:pt x="470407" y="166904"/>
                  </a:lnTo>
                  <a:lnTo>
                    <a:pt x="466487" y="166904"/>
                  </a:lnTo>
                  <a:lnTo>
                    <a:pt x="462567" y="166904"/>
                  </a:lnTo>
                  <a:lnTo>
                    <a:pt x="458647" y="166904"/>
                  </a:lnTo>
                  <a:lnTo>
                    <a:pt x="454727" y="166904"/>
                  </a:lnTo>
                  <a:lnTo>
                    <a:pt x="450807" y="166904"/>
                  </a:lnTo>
                  <a:lnTo>
                    <a:pt x="446887" y="166904"/>
                  </a:lnTo>
                  <a:lnTo>
                    <a:pt x="442967" y="166904"/>
                  </a:lnTo>
                  <a:lnTo>
                    <a:pt x="439047" y="166904"/>
                  </a:lnTo>
                  <a:lnTo>
                    <a:pt x="435126" y="166904"/>
                  </a:lnTo>
                  <a:lnTo>
                    <a:pt x="431206" y="166904"/>
                  </a:lnTo>
                  <a:lnTo>
                    <a:pt x="427286" y="166904"/>
                  </a:lnTo>
                  <a:lnTo>
                    <a:pt x="423366" y="166904"/>
                  </a:lnTo>
                  <a:lnTo>
                    <a:pt x="419446" y="166904"/>
                  </a:lnTo>
                  <a:lnTo>
                    <a:pt x="415526" y="166904"/>
                  </a:lnTo>
                  <a:lnTo>
                    <a:pt x="411606" y="166904"/>
                  </a:lnTo>
                  <a:lnTo>
                    <a:pt x="407686" y="166904"/>
                  </a:lnTo>
                  <a:lnTo>
                    <a:pt x="403766" y="166904"/>
                  </a:lnTo>
                  <a:lnTo>
                    <a:pt x="399846" y="166904"/>
                  </a:lnTo>
                  <a:lnTo>
                    <a:pt x="395926" y="166904"/>
                  </a:lnTo>
                  <a:lnTo>
                    <a:pt x="392006" y="166904"/>
                  </a:lnTo>
                  <a:lnTo>
                    <a:pt x="388086" y="166904"/>
                  </a:lnTo>
                  <a:lnTo>
                    <a:pt x="384166" y="166904"/>
                  </a:lnTo>
                  <a:lnTo>
                    <a:pt x="380246" y="166904"/>
                  </a:lnTo>
                  <a:lnTo>
                    <a:pt x="376326" y="166904"/>
                  </a:lnTo>
                  <a:lnTo>
                    <a:pt x="372405" y="166904"/>
                  </a:lnTo>
                  <a:lnTo>
                    <a:pt x="368485" y="166904"/>
                  </a:lnTo>
                  <a:lnTo>
                    <a:pt x="364565" y="166904"/>
                  </a:lnTo>
                  <a:lnTo>
                    <a:pt x="360645" y="166904"/>
                  </a:lnTo>
                  <a:lnTo>
                    <a:pt x="356725" y="166904"/>
                  </a:lnTo>
                  <a:lnTo>
                    <a:pt x="352805" y="166904"/>
                  </a:lnTo>
                  <a:lnTo>
                    <a:pt x="348885" y="166904"/>
                  </a:lnTo>
                  <a:lnTo>
                    <a:pt x="344965" y="166904"/>
                  </a:lnTo>
                  <a:lnTo>
                    <a:pt x="341045" y="166904"/>
                  </a:lnTo>
                  <a:lnTo>
                    <a:pt x="337125" y="166904"/>
                  </a:lnTo>
                  <a:lnTo>
                    <a:pt x="333205" y="166904"/>
                  </a:lnTo>
                  <a:lnTo>
                    <a:pt x="329285" y="166904"/>
                  </a:lnTo>
                  <a:lnTo>
                    <a:pt x="325365" y="166904"/>
                  </a:lnTo>
                  <a:lnTo>
                    <a:pt x="321445" y="166904"/>
                  </a:lnTo>
                  <a:lnTo>
                    <a:pt x="317525" y="166904"/>
                  </a:lnTo>
                  <a:lnTo>
                    <a:pt x="313605" y="166904"/>
                  </a:lnTo>
                  <a:lnTo>
                    <a:pt x="309684" y="166904"/>
                  </a:lnTo>
                  <a:lnTo>
                    <a:pt x="305764" y="166904"/>
                  </a:lnTo>
                  <a:lnTo>
                    <a:pt x="301844" y="166904"/>
                  </a:lnTo>
                  <a:lnTo>
                    <a:pt x="297924" y="166904"/>
                  </a:lnTo>
                  <a:lnTo>
                    <a:pt x="294004" y="166904"/>
                  </a:lnTo>
                  <a:lnTo>
                    <a:pt x="290084" y="166904"/>
                  </a:lnTo>
                  <a:lnTo>
                    <a:pt x="286164" y="166904"/>
                  </a:lnTo>
                  <a:lnTo>
                    <a:pt x="282244" y="166904"/>
                  </a:lnTo>
                  <a:lnTo>
                    <a:pt x="278324" y="166904"/>
                  </a:lnTo>
                  <a:lnTo>
                    <a:pt x="274404" y="166904"/>
                  </a:lnTo>
                  <a:lnTo>
                    <a:pt x="270484" y="166904"/>
                  </a:lnTo>
                  <a:lnTo>
                    <a:pt x="266564" y="166904"/>
                  </a:lnTo>
                  <a:lnTo>
                    <a:pt x="262644" y="166904"/>
                  </a:lnTo>
                  <a:lnTo>
                    <a:pt x="258724" y="166904"/>
                  </a:lnTo>
                  <a:lnTo>
                    <a:pt x="254804" y="166904"/>
                  </a:lnTo>
                  <a:lnTo>
                    <a:pt x="250884" y="166904"/>
                  </a:lnTo>
                  <a:lnTo>
                    <a:pt x="246963" y="166904"/>
                  </a:lnTo>
                  <a:lnTo>
                    <a:pt x="243043" y="166904"/>
                  </a:lnTo>
                  <a:lnTo>
                    <a:pt x="239123" y="166904"/>
                  </a:lnTo>
                  <a:lnTo>
                    <a:pt x="235203" y="166904"/>
                  </a:lnTo>
                  <a:lnTo>
                    <a:pt x="231283" y="166904"/>
                  </a:lnTo>
                  <a:lnTo>
                    <a:pt x="227363" y="166904"/>
                  </a:lnTo>
                  <a:lnTo>
                    <a:pt x="223443" y="166904"/>
                  </a:lnTo>
                  <a:lnTo>
                    <a:pt x="219523" y="166904"/>
                  </a:lnTo>
                  <a:lnTo>
                    <a:pt x="215603" y="166904"/>
                  </a:lnTo>
                  <a:lnTo>
                    <a:pt x="211683" y="166904"/>
                  </a:lnTo>
                  <a:lnTo>
                    <a:pt x="207763" y="166904"/>
                  </a:lnTo>
                  <a:lnTo>
                    <a:pt x="203843" y="166904"/>
                  </a:lnTo>
                  <a:lnTo>
                    <a:pt x="199923" y="166904"/>
                  </a:lnTo>
                  <a:lnTo>
                    <a:pt x="196003" y="166904"/>
                  </a:lnTo>
                  <a:lnTo>
                    <a:pt x="192083" y="166904"/>
                  </a:lnTo>
                  <a:lnTo>
                    <a:pt x="188163" y="166904"/>
                  </a:lnTo>
                  <a:lnTo>
                    <a:pt x="184242" y="166904"/>
                  </a:lnTo>
                  <a:lnTo>
                    <a:pt x="180322" y="166904"/>
                  </a:lnTo>
                  <a:lnTo>
                    <a:pt x="176402" y="166904"/>
                  </a:lnTo>
                  <a:lnTo>
                    <a:pt x="172482" y="166904"/>
                  </a:lnTo>
                  <a:lnTo>
                    <a:pt x="168562" y="166904"/>
                  </a:lnTo>
                  <a:lnTo>
                    <a:pt x="164642" y="166904"/>
                  </a:lnTo>
                  <a:lnTo>
                    <a:pt x="160722" y="166904"/>
                  </a:lnTo>
                  <a:lnTo>
                    <a:pt x="156802" y="166904"/>
                  </a:lnTo>
                  <a:lnTo>
                    <a:pt x="152882" y="166904"/>
                  </a:lnTo>
                  <a:lnTo>
                    <a:pt x="148962" y="166904"/>
                  </a:lnTo>
                  <a:lnTo>
                    <a:pt x="145042" y="166904"/>
                  </a:lnTo>
                  <a:lnTo>
                    <a:pt x="141122" y="166904"/>
                  </a:lnTo>
                  <a:lnTo>
                    <a:pt x="137202" y="166904"/>
                  </a:lnTo>
                  <a:lnTo>
                    <a:pt x="133282" y="166904"/>
                  </a:lnTo>
                  <a:lnTo>
                    <a:pt x="129362" y="166904"/>
                  </a:lnTo>
                  <a:lnTo>
                    <a:pt x="125442" y="166904"/>
                  </a:lnTo>
                  <a:lnTo>
                    <a:pt x="121521" y="166904"/>
                  </a:lnTo>
                  <a:lnTo>
                    <a:pt x="117601" y="166904"/>
                  </a:lnTo>
                  <a:lnTo>
                    <a:pt x="113681" y="166904"/>
                  </a:lnTo>
                  <a:lnTo>
                    <a:pt x="109761" y="166904"/>
                  </a:lnTo>
                  <a:lnTo>
                    <a:pt x="105841" y="166904"/>
                  </a:lnTo>
                  <a:lnTo>
                    <a:pt x="101921" y="166904"/>
                  </a:lnTo>
                  <a:lnTo>
                    <a:pt x="98001" y="166904"/>
                  </a:lnTo>
                  <a:lnTo>
                    <a:pt x="94081" y="166904"/>
                  </a:lnTo>
                  <a:lnTo>
                    <a:pt x="90161" y="166904"/>
                  </a:lnTo>
                  <a:lnTo>
                    <a:pt x="86241" y="166904"/>
                  </a:lnTo>
                  <a:lnTo>
                    <a:pt x="82321" y="166904"/>
                  </a:lnTo>
                  <a:lnTo>
                    <a:pt x="78401" y="166904"/>
                  </a:lnTo>
                  <a:lnTo>
                    <a:pt x="74481" y="166904"/>
                  </a:lnTo>
                  <a:lnTo>
                    <a:pt x="70561" y="166904"/>
                  </a:lnTo>
                  <a:lnTo>
                    <a:pt x="66641" y="166904"/>
                  </a:lnTo>
                  <a:lnTo>
                    <a:pt x="62721" y="166904"/>
                  </a:lnTo>
                  <a:lnTo>
                    <a:pt x="58800" y="166904"/>
                  </a:lnTo>
                  <a:lnTo>
                    <a:pt x="54880" y="166904"/>
                  </a:lnTo>
                  <a:lnTo>
                    <a:pt x="50960" y="166904"/>
                  </a:lnTo>
                  <a:lnTo>
                    <a:pt x="47040" y="166904"/>
                  </a:lnTo>
                  <a:lnTo>
                    <a:pt x="43120" y="166904"/>
                  </a:lnTo>
                  <a:lnTo>
                    <a:pt x="39200" y="166904"/>
                  </a:lnTo>
                  <a:lnTo>
                    <a:pt x="35280" y="166904"/>
                  </a:lnTo>
                  <a:lnTo>
                    <a:pt x="31360" y="166904"/>
                  </a:lnTo>
                  <a:lnTo>
                    <a:pt x="27440" y="166904"/>
                  </a:lnTo>
                  <a:lnTo>
                    <a:pt x="23520" y="166904"/>
                  </a:lnTo>
                  <a:lnTo>
                    <a:pt x="19600" y="166904"/>
                  </a:lnTo>
                  <a:lnTo>
                    <a:pt x="15680" y="166904"/>
                  </a:lnTo>
                  <a:lnTo>
                    <a:pt x="11760" y="166904"/>
                  </a:lnTo>
                  <a:lnTo>
                    <a:pt x="7840" y="166904"/>
                  </a:lnTo>
                  <a:lnTo>
                    <a:pt x="3920" y="166904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91" name="pl91"/>
            <p:cNvSpPr/>
            <p:nvPr/>
          </p:nvSpPr>
          <p:spPr>
            <a:xfrm>
              <a:off x="8937061" y="6124645"/>
              <a:ext cx="2003152" cy="166903"/>
            </a:xfrm>
            <a:custGeom>
              <a:avLst/>
              <a:gdLst/>
              <a:ahLst/>
              <a:cxnLst/>
              <a:rect l="0" t="0" r="0" b="0"/>
              <a:pathLst>
                <a:path w="2003152" h="166903">
                  <a:moveTo>
                    <a:pt x="0" y="166901"/>
                  </a:moveTo>
                  <a:lnTo>
                    <a:pt x="3920" y="166901"/>
                  </a:lnTo>
                  <a:lnTo>
                    <a:pt x="7840" y="166900"/>
                  </a:lnTo>
                  <a:lnTo>
                    <a:pt x="11760" y="166900"/>
                  </a:lnTo>
                  <a:lnTo>
                    <a:pt x="15680" y="166899"/>
                  </a:lnTo>
                  <a:lnTo>
                    <a:pt x="19600" y="166899"/>
                  </a:lnTo>
                  <a:lnTo>
                    <a:pt x="23520" y="166898"/>
                  </a:lnTo>
                  <a:lnTo>
                    <a:pt x="27440" y="166897"/>
                  </a:lnTo>
                  <a:lnTo>
                    <a:pt x="31360" y="166896"/>
                  </a:lnTo>
                  <a:lnTo>
                    <a:pt x="35280" y="166895"/>
                  </a:lnTo>
                  <a:lnTo>
                    <a:pt x="39200" y="166893"/>
                  </a:lnTo>
                  <a:lnTo>
                    <a:pt x="43120" y="166892"/>
                  </a:lnTo>
                  <a:lnTo>
                    <a:pt x="47040" y="166890"/>
                  </a:lnTo>
                  <a:lnTo>
                    <a:pt x="50960" y="166888"/>
                  </a:lnTo>
                  <a:lnTo>
                    <a:pt x="54880" y="166886"/>
                  </a:lnTo>
                  <a:lnTo>
                    <a:pt x="58800" y="166884"/>
                  </a:lnTo>
                  <a:lnTo>
                    <a:pt x="62721" y="166881"/>
                  </a:lnTo>
                  <a:lnTo>
                    <a:pt x="66641" y="166878"/>
                  </a:lnTo>
                  <a:lnTo>
                    <a:pt x="70561" y="166875"/>
                  </a:lnTo>
                  <a:lnTo>
                    <a:pt x="74481" y="166871"/>
                  </a:lnTo>
                  <a:lnTo>
                    <a:pt x="78401" y="166867"/>
                  </a:lnTo>
                  <a:lnTo>
                    <a:pt x="82321" y="166863"/>
                  </a:lnTo>
                  <a:lnTo>
                    <a:pt x="86241" y="166858"/>
                  </a:lnTo>
                  <a:lnTo>
                    <a:pt x="90161" y="166853"/>
                  </a:lnTo>
                  <a:lnTo>
                    <a:pt x="94081" y="166847"/>
                  </a:lnTo>
                  <a:lnTo>
                    <a:pt x="98001" y="166841"/>
                  </a:lnTo>
                  <a:lnTo>
                    <a:pt x="101921" y="166834"/>
                  </a:lnTo>
                  <a:lnTo>
                    <a:pt x="105841" y="166827"/>
                  </a:lnTo>
                  <a:lnTo>
                    <a:pt x="109761" y="166819"/>
                  </a:lnTo>
                  <a:lnTo>
                    <a:pt x="113681" y="166811"/>
                  </a:lnTo>
                  <a:lnTo>
                    <a:pt x="117601" y="166802"/>
                  </a:lnTo>
                  <a:lnTo>
                    <a:pt x="121521" y="166792"/>
                  </a:lnTo>
                  <a:lnTo>
                    <a:pt x="125442" y="166782"/>
                  </a:lnTo>
                  <a:lnTo>
                    <a:pt x="129362" y="166771"/>
                  </a:lnTo>
                  <a:lnTo>
                    <a:pt x="133282" y="166760"/>
                  </a:lnTo>
                  <a:lnTo>
                    <a:pt x="137202" y="166747"/>
                  </a:lnTo>
                  <a:lnTo>
                    <a:pt x="141122" y="166734"/>
                  </a:lnTo>
                  <a:lnTo>
                    <a:pt x="145042" y="166721"/>
                  </a:lnTo>
                  <a:lnTo>
                    <a:pt x="148962" y="166707"/>
                  </a:lnTo>
                  <a:lnTo>
                    <a:pt x="152882" y="166692"/>
                  </a:lnTo>
                  <a:lnTo>
                    <a:pt x="156802" y="166676"/>
                  </a:lnTo>
                  <a:lnTo>
                    <a:pt x="160722" y="166661"/>
                  </a:lnTo>
                  <a:lnTo>
                    <a:pt x="164642" y="166644"/>
                  </a:lnTo>
                  <a:lnTo>
                    <a:pt x="168562" y="166627"/>
                  </a:lnTo>
                  <a:lnTo>
                    <a:pt x="172482" y="166609"/>
                  </a:lnTo>
                  <a:lnTo>
                    <a:pt x="176402" y="166591"/>
                  </a:lnTo>
                  <a:lnTo>
                    <a:pt x="180322" y="166572"/>
                  </a:lnTo>
                  <a:lnTo>
                    <a:pt x="184242" y="166553"/>
                  </a:lnTo>
                  <a:lnTo>
                    <a:pt x="188163" y="166534"/>
                  </a:lnTo>
                  <a:lnTo>
                    <a:pt x="192083" y="166515"/>
                  </a:lnTo>
                  <a:lnTo>
                    <a:pt x="196003" y="166495"/>
                  </a:lnTo>
                  <a:lnTo>
                    <a:pt x="199923" y="166475"/>
                  </a:lnTo>
                  <a:lnTo>
                    <a:pt x="203843" y="166455"/>
                  </a:lnTo>
                  <a:lnTo>
                    <a:pt x="207763" y="166434"/>
                  </a:lnTo>
                  <a:lnTo>
                    <a:pt x="211683" y="166414"/>
                  </a:lnTo>
                  <a:lnTo>
                    <a:pt x="215603" y="166394"/>
                  </a:lnTo>
                  <a:lnTo>
                    <a:pt x="219523" y="166373"/>
                  </a:lnTo>
                  <a:lnTo>
                    <a:pt x="223443" y="166353"/>
                  </a:lnTo>
                  <a:lnTo>
                    <a:pt x="227363" y="166333"/>
                  </a:lnTo>
                  <a:lnTo>
                    <a:pt x="231283" y="166314"/>
                  </a:lnTo>
                  <a:lnTo>
                    <a:pt x="235203" y="166294"/>
                  </a:lnTo>
                  <a:lnTo>
                    <a:pt x="239123" y="166275"/>
                  </a:lnTo>
                  <a:lnTo>
                    <a:pt x="243043" y="166256"/>
                  </a:lnTo>
                  <a:lnTo>
                    <a:pt x="246963" y="166237"/>
                  </a:lnTo>
                  <a:lnTo>
                    <a:pt x="250884" y="166219"/>
                  </a:lnTo>
                  <a:lnTo>
                    <a:pt x="254804" y="166201"/>
                  </a:lnTo>
                  <a:lnTo>
                    <a:pt x="258724" y="166183"/>
                  </a:lnTo>
                  <a:lnTo>
                    <a:pt x="262644" y="166166"/>
                  </a:lnTo>
                  <a:lnTo>
                    <a:pt x="266564" y="166149"/>
                  </a:lnTo>
                  <a:lnTo>
                    <a:pt x="270484" y="166133"/>
                  </a:lnTo>
                  <a:lnTo>
                    <a:pt x="274404" y="166117"/>
                  </a:lnTo>
                  <a:lnTo>
                    <a:pt x="278324" y="166101"/>
                  </a:lnTo>
                  <a:lnTo>
                    <a:pt x="282244" y="166085"/>
                  </a:lnTo>
                  <a:lnTo>
                    <a:pt x="286164" y="166070"/>
                  </a:lnTo>
                  <a:lnTo>
                    <a:pt x="290084" y="166055"/>
                  </a:lnTo>
                  <a:lnTo>
                    <a:pt x="294004" y="166040"/>
                  </a:lnTo>
                  <a:lnTo>
                    <a:pt x="297924" y="166025"/>
                  </a:lnTo>
                  <a:lnTo>
                    <a:pt x="301844" y="166010"/>
                  </a:lnTo>
                  <a:lnTo>
                    <a:pt x="305764" y="165995"/>
                  </a:lnTo>
                  <a:lnTo>
                    <a:pt x="309684" y="165980"/>
                  </a:lnTo>
                  <a:lnTo>
                    <a:pt x="313605" y="165965"/>
                  </a:lnTo>
                  <a:lnTo>
                    <a:pt x="317525" y="165950"/>
                  </a:lnTo>
                  <a:lnTo>
                    <a:pt x="321445" y="165934"/>
                  </a:lnTo>
                  <a:lnTo>
                    <a:pt x="325365" y="165918"/>
                  </a:lnTo>
                  <a:lnTo>
                    <a:pt x="329285" y="165902"/>
                  </a:lnTo>
                  <a:lnTo>
                    <a:pt x="333205" y="165885"/>
                  </a:lnTo>
                  <a:lnTo>
                    <a:pt x="337125" y="165868"/>
                  </a:lnTo>
                  <a:lnTo>
                    <a:pt x="341045" y="165850"/>
                  </a:lnTo>
                  <a:lnTo>
                    <a:pt x="344965" y="165831"/>
                  </a:lnTo>
                  <a:lnTo>
                    <a:pt x="348885" y="165812"/>
                  </a:lnTo>
                  <a:lnTo>
                    <a:pt x="352805" y="165791"/>
                  </a:lnTo>
                  <a:lnTo>
                    <a:pt x="356725" y="165770"/>
                  </a:lnTo>
                  <a:lnTo>
                    <a:pt x="360645" y="165748"/>
                  </a:lnTo>
                  <a:lnTo>
                    <a:pt x="364565" y="165725"/>
                  </a:lnTo>
                  <a:lnTo>
                    <a:pt x="368485" y="165701"/>
                  </a:lnTo>
                  <a:lnTo>
                    <a:pt x="372405" y="165676"/>
                  </a:lnTo>
                  <a:lnTo>
                    <a:pt x="376326" y="165649"/>
                  </a:lnTo>
                  <a:lnTo>
                    <a:pt x="380246" y="165622"/>
                  </a:lnTo>
                  <a:lnTo>
                    <a:pt x="384166" y="165593"/>
                  </a:lnTo>
                  <a:lnTo>
                    <a:pt x="388086" y="165564"/>
                  </a:lnTo>
                  <a:lnTo>
                    <a:pt x="392006" y="165533"/>
                  </a:lnTo>
                  <a:lnTo>
                    <a:pt x="395926" y="165501"/>
                  </a:lnTo>
                  <a:lnTo>
                    <a:pt x="399846" y="165468"/>
                  </a:lnTo>
                  <a:lnTo>
                    <a:pt x="403766" y="165433"/>
                  </a:lnTo>
                  <a:lnTo>
                    <a:pt x="407686" y="165398"/>
                  </a:lnTo>
                  <a:lnTo>
                    <a:pt x="411606" y="165362"/>
                  </a:lnTo>
                  <a:lnTo>
                    <a:pt x="415526" y="165324"/>
                  </a:lnTo>
                  <a:lnTo>
                    <a:pt x="419446" y="165286"/>
                  </a:lnTo>
                  <a:lnTo>
                    <a:pt x="423366" y="165247"/>
                  </a:lnTo>
                  <a:lnTo>
                    <a:pt x="427286" y="165207"/>
                  </a:lnTo>
                  <a:lnTo>
                    <a:pt x="431206" y="165166"/>
                  </a:lnTo>
                  <a:lnTo>
                    <a:pt x="435126" y="165124"/>
                  </a:lnTo>
                  <a:lnTo>
                    <a:pt x="439047" y="165082"/>
                  </a:lnTo>
                  <a:lnTo>
                    <a:pt x="442967" y="165039"/>
                  </a:lnTo>
                  <a:lnTo>
                    <a:pt x="446887" y="164995"/>
                  </a:lnTo>
                  <a:lnTo>
                    <a:pt x="450807" y="164951"/>
                  </a:lnTo>
                  <a:lnTo>
                    <a:pt x="454727" y="164907"/>
                  </a:lnTo>
                  <a:lnTo>
                    <a:pt x="458647" y="164862"/>
                  </a:lnTo>
                  <a:lnTo>
                    <a:pt x="462567" y="164817"/>
                  </a:lnTo>
                  <a:lnTo>
                    <a:pt x="466487" y="164771"/>
                  </a:lnTo>
                  <a:lnTo>
                    <a:pt x="470407" y="164725"/>
                  </a:lnTo>
                  <a:lnTo>
                    <a:pt x="474327" y="164679"/>
                  </a:lnTo>
                  <a:lnTo>
                    <a:pt x="478247" y="164633"/>
                  </a:lnTo>
                  <a:lnTo>
                    <a:pt x="482167" y="164586"/>
                  </a:lnTo>
                  <a:lnTo>
                    <a:pt x="486087" y="164538"/>
                  </a:lnTo>
                  <a:lnTo>
                    <a:pt x="490007" y="164490"/>
                  </a:lnTo>
                  <a:lnTo>
                    <a:pt x="493927" y="164442"/>
                  </a:lnTo>
                  <a:lnTo>
                    <a:pt x="497847" y="164393"/>
                  </a:lnTo>
                  <a:lnTo>
                    <a:pt x="501768" y="164343"/>
                  </a:lnTo>
                  <a:lnTo>
                    <a:pt x="505688" y="164292"/>
                  </a:lnTo>
                  <a:lnTo>
                    <a:pt x="509608" y="164239"/>
                  </a:lnTo>
                  <a:lnTo>
                    <a:pt x="513528" y="164185"/>
                  </a:lnTo>
                  <a:lnTo>
                    <a:pt x="517448" y="164130"/>
                  </a:lnTo>
                  <a:lnTo>
                    <a:pt x="521368" y="164072"/>
                  </a:lnTo>
                  <a:lnTo>
                    <a:pt x="525288" y="164012"/>
                  </a:lnTo>
                  <a:lnTo>
                    <a:pt x="529208" y="163949"/>
                  </a:lnTo>
                  <a:lnTo>
                    <a:pt x="533128" y="163883"/>
                  </a:lnTo>
                  <a:lnTo>
                    <a:pt x="537048" y="163814"/>
                  </a:lnTo>
                  <a:lnTo>
                    <a:pt x="540968" y="163742"/>
                  </a:lnTo>
                  <a:lnTo>
                    <a:pt x="544888" y="163663"/>
                  </a:lnTo>
                  <a:lnTo>
                    <a:pt x="548808" y="163581"/>
                  </a:lnTo>
                  <a:lnTo>
                    <a:pt x="552728" y="163493"/>
                  </a:lnTo>
                  <a:lnTo>
                    <a:pt x="556648" y="163400"/>
                  </a:lnTo>
                  <a:lnTo>
                    <a:pt x="560569" y="163298"/>
                  </a:lnTo>
                  <a:lnTo>
                    <a:pt x="564489" y="163189"/>
                  </a:lnTo>
                  <a:lnTo>
                    <a:pt x="568409" y="163073"/>
                  </a:lnTo>
                  <a:lnTo>
                    <a:pt x="572329" y="162950"/>
                  </a:lnTo>
                  <a:lnTo>
                    <a:pt x="576249" y="162816"/>
                  </a:lnTo>
                  <a:lnTo>
                    <a:pt x="580169" y="162671"/>
                  </a:lnTo>
                  <a:lnTo>
                    <a:pt x="584089" y="162516"/>
                  </a:lnTo>
                  <a:lnTo>
                    <a:pt x="588009" y="162351"/>
                  </a:lnTo>
                  <a:lnTo>
                    <a:pt x="591929" y="162173"/>
                  </a:lnTo>
                  <a:lnTo>
                    <a:pt x="595849" y="161981"/>
                  </a:lnTo>
                  <a:lnTo>
                    <a:pt x="599769" y="161775"/>
                  </a:lnTo>
                  <a:lnTo>
                    <a:pt x="603689" y="161557"/>
                  </a:lnTo>
                  <a:lnTo>
                    <a:pt x="607609" y="161323"/>
                  </a:lnTo>
                  <a:lnTo>
                    <a:pt x="611529" y="161070"/>
                  </a:lnTo>
                  <a:lnTo>
                    <a:pt x="615449" y="160801"/>
                  </a:lnTo>
                  <a:lnTo>
                    <a:pt x="619369" y="160516"/>
                  </a:lnTo>
                  <a:lnTo>
                    <a:pt x="623290" y="160214"/>
                  </a:lnTo>
                  <a:lnTo>
                    <a:pt x="627210" y="159887"/>
                  </a:lnTo>
                  <a:lnTo>
                    <a:pt x="631130" y="159541"/>
                  </a:lnTo>
                  <a:lnTo>
                    <a:pt x="635050" y="159177"/>
                  </a:lnTo>
                  <a:lnTo>
                    <a:pt x="638970" y="158792"/>
                  </a:lnTo>
                  <a:lnTo>
                    <a:pt x="642890" y="158379"/>
                  </a:lnTo>
                  <a:lnTo>
                    <a:pt x="646810" y="157942"/>
                  </a:lnTo>
                  <a:lnTo>
                    <a:pt x="650730" y="157484"/>
                  </a:lnTo>
                  <a:lnTo>
                    <a:pt x="654650" y="157003"/>
                  </a:lnTo>
                  <a:lnTo>
                    <a:pt x="658570" y="156490"/>
                  </a:lnTo>
                  <a:lnTo>
                    <a:pt x="662490" y="155950"/>
                  </a:lnTo>
                  <a:lnTo>
                    <a:pt x="666410" y="155383"/>
                  </a:lnTo>
                  <a:lnTo>
                    <a:pt x="670330" y="154791"/>
                  </a:lnTo>
                  <a:lnTo>
                    <a:pt x="674250" y="154167"/>
                  </a:lnTo>
                  <a:lnTo>
                    <a:pt x="678170" y="153508"/>
                  </a:lnTo>
                  <a:lnTo>
                    <a:pt x="682090" y="152820"/>
                  </a:lnTo>
                  <a:lnTo>
                    <a:pt x="686011" y="152104"/>
                  </a:lnTo>
                  <a:lnTo>
                    <a:pt x="689931" y="151354"/>
                  </a:lnTo>
                  <a:lnTo>
                    <a:pt x="693851" y="150564"/>
                  </a:lnTo>
                  <a:lnTo>
                    <a:pt x="697771" y="149742"/>
                  </a:lnTo>
                  <a:lnTo>
                    <a:pt x="701691" y="148889"/>
                  </a:lnTo>
                  <a:lnTo>
                    <a:pt x="705611" y="148002"/>
                  </a:lnTo>
                  <a:lnTo>
                    <a:pt x="709531" y="147068"/>
                  </a:lnTo>
                  <a:lnTo>
                    <a:pt x="713451" y="146101"/>
                  </a:lnTo>
                  <a:lnTo>
                    <a:pt x="717371" y="145100"/>
                  </a:lnTo>
                  <a:lnTo>
                    <a:pt x="721291" y="144064"/>
                  </a:lnTo>
                  <a:lnTo>
                    <a:pt x="725211" y="142980"/>
                  </a:lnTo>
                  <a:lnTo>
                    <a:pt x="729131" y="141859"/>
                  </a:lnTo>
                  <a:lnTo>
                    <a:pt x="733051" y="140702"/>
                  </a:lnTo>
                  <a:lnTo>
                    <a:pt x="736971" y="139510"/>
                  </a:lnTo>
                  <a:lnTo>
                    <a:pt x="740891" y="138271"/>
                  </a:lnTo>
                  <a:lnTo>
                    <a:pt x="744811" y="136992"/>
                  </a:lnTo>
                  <a:lnTo>
                    <a:pt x="748732" y="135676"/>
                  </a:lnTo>
                  <a:lnTo>
                    <a:pt x="752652" y="134326"/>
                  </a:lnTo>
                  <a:lnTo>
                    <a:pt x="756572" y="132931"/>
                  </a:lnTo>
                  <a:lnTo>
                    <a:pt x="760492" y="131494"/>
                  </a:lnTo>
                  <a:lnTo>
                    <a:pt x="764412" y="130022"/>
                  </a:lnTo>
                  <a:lnTo>
                    <a:pt x="768332" y="128516"/>
                  </a:lnTo>
                  <a:lnTo>
                    <a:pt x="772252" y="126971"/>
                  </a:lnTo>
                  <a:lnTo>
                    <a:pt x="776172" y="125382"/>
                  </a:lnTo>
                  <a:lnTo>
                    <a:pt x="780092" y="123761"/>
                  </a:lnTo>
                  <a:lnTo>
                    <a:pt x="784012" y="122107"/>
                  </a:lnTo>
                  <a:lnTo>
                    <a:pt x="787932" y="120421"/>
                  </a:lnTo>
                  <a:lnTo>
                    <a:pt x="791852" y="118692"/>
                  </a:lnTo>
                  <a:lnTo>
                    <a:pt x="795772" y="116933"/>
                  </a:lnTo>
                  <a:lnTo>
                    <a:pt x="799692" y="115145"/>
                  </a:lnTo>
                  <a:lnTo>
                    <a:pt x="803612" y="113330"/>
                  </a:lnTo>
                  <a:lnTo>
                    <a:pt x="807532" y="111476"/>
                  </a:lnTo>
                  <a:lnTo>
                    <a:pt x="811453" y="109596"/>
                  </a:lnTo>
                  <a:lnTo>
                    <a:pt x="815373" y="107690"/>
                  </a:lnTo>
                  <a:lnTo>
                    <a:pt x="819293" y="105760"/>
                  </a:lnTo>
                  <a:lnTo>
                    <a:pt x="823213" y="103800"/>
                  </a:lnTo>
                  <a:lnTo>
                    <a:pt x="827133" y="101816"/>
                  </a:lnTo>
                  <a:lnTo>
                    <a:pt x="831053" y="99810"/>
                  </a:lnTo>
                  <a:lnTo>
                    <a:pt x="834973" y="97784"/>
                  </a:lnTo>
                  <a:lnTo>
                    <a:pt x="838893" y="95735"/>
                  </a:lnTo>
                  <a:lnTo>
                    <a:pt x="842813" y="93664"/>
                  </a:lnTo>
                  <a:lnTo>
                    <a:pt x="846733" y="91577"/>
                  </a:lnTo>
                  <a:lnTo>
                    <a:pt x="850653" y="89473"/>
                  </a:lnTo>
                  <a:lnTo>
                    <a:pt x="854573" y="87352"/>
                  </a:lnTo>
                  <a:lnTo>
                    <a:pt x="858493" y="85213"/>
                  </a:lnTo>
                  <a:lnTo>
                    <a:pt x="862413" y="83062"/>
                  </a:lnTo>
                  <a:lnTo>
                    <a:pt x="866333" y="80898"/>
                  </a:lnTo>
                  <a:lnTo>
                    <a:pt x="870253" y="78723"/>
                  </a:lnTo>
                  <a:lnTo>
                    <a:pt x="874174" y="76535"/>
                  </a:lnTo>
                  <a:lnTo>
                    <a:pt x="878094" y="74339"/>
                  </a:lnTo>
                  <a:lnTo>
                    <a:pt x="882014" y="72135"/>
                  </a:lnTo>
                  <a:lnTo>
                    <a:pt x="885934" y="69925"/>
                  </a:lnTo>
                  <a:lnTo>
                    <a:pt x="889854" y="67708"/>
                  </a:lnTo>
                  <a:lnTo>
                    <a:pt x="893774" y="65488"/>
                  </a:lnTo>
                  <a:lnTo>
                    <a:pt x="897694" y="63267"/>
                  </a:lnTo>
                  <a:lnTo>
                    <a:pt x="901614" y="61045"/>
                  </a:lnTo>
                  <a:lnTo>
                    <a:pt x="905534" y="58824"/>
                  </a:lnTo>
                  <a:lnTo>
                    <a:pt x="909454" y="56607"/>
                  </a:lnTo>
                  <a:lnTo>
                    <a:pt x="913374" y="54395"/>
                  </a:lnTo>
                  <a:lnTo>
                    <a:pt x="917294" y="52189"/>
                  </a:lnTo>
                  <a:lnTo>
                    <a:pt x="921214" y="49994"/>
                  </a:lnTo>
                  <a:lnTo>
                    <a:pt x="925134" y="47812"/>
                  </a:lnTo>
                  <a:lnTo>
                    <a:pt x="929054" y="45644"/>
                  </a:lnTo>
                  <a:lnTo>
                    <a:pt x="932974" y="43492"/>
                  </a:lnTo>
                  <a:lnTo>
                    <a:pt x="936895" y="41359"/>
                  </a:lnTo>
                  <a:lnTo>
                    <a:pt x="940815" y="39253"/>
                  </a:lnTo>
                  <a:lnTo>
                    <a:pt x="944735" y="37171"/>
                  </a:lnTo>
                  <a:lnTo>
                    <a:pt x="948655" y="35115"/>
                  </a:lnTo>
                  <a:lnTo>
                    <a:pt x="952575" y="33088"/>
                  </a:lnTo>
                  <a:lnTo>
                    <a:pt x="956495" y="31105"/>
                  </a:lnTo>
                  <a:lnTo>
                    <a:pt x="960415" y="29157"/>
                  </a:lnTo>
                  <a:lnTo>
                    <a:pt x="964335" y="27246"/>
                  </a:lnTo>
                  <a:lnTo>
                    <a:pt x="968255" y="25374"/>
                  </a:lnTo>
                  <a:lnTo>
                    <a:pt x="972175" y="23561"/>
                  </a:lnTo>
                  <a:lnTo>
                    <a:pt x="976095" y="21797"/>
                  </a:lnTo>
                  <a:lnTo>
                    <a:pt x="980015" y="20082"/>
                  </a:lnTo>
                  <a:lnTo>
                    <a:pt x="983935" y="18416"/>
                  </a:lnTo>
                  <a:lnTo>
                    <a:pt x="987855" y="16821"/>
                  </a:lnTo>
                  <a:lnTo>
                    <a:pt x="991775" y="15289"/>
                  </a:lnTo>
                  <a:lnTo>
                    <a:pt x="995695" y="13816"/>
                  </a:lnTo>
                  <a:lnTo>
                    <a:pt x="999616" y="12402"/>
                  </a:lnTo>
                  <a:lnTo>
                    <a:pt x="1003536" y="11064"/>
                  </a:lnTo>
                  <a:lnTo>
                    <a:pt x="1007456" y="9806"/>
                  </a:lnTo>
                  <a:lnTo>
                    <a:pt x="1011376" y="8613"/>
                  </a:lnTo>
                  <a:lnTo>
                    <a:pt x="1015296" y="7487"/>
                  </a:lnTo>
                  <a:lnTo>
                    <a:pt x="1019216" y="6438"/>
                  </a:lnTo>
                  <a:lnTo>
                    <a:pt x="1023136" y="5481"/>
                  </a:lnTo>
                  <a:lnTo>
                    <a:pt x="1027056" y="4594"/>
                  </a:lnTo>
                  <a:lnTo>
                    <a:pt x="1030976" y="3778"/>
                  </a:lnTo>
                  <a:lnTo>
                    <a:pt x="1034896" y="3036"/>
                  </a:lnTo>
                  <a:lnTo>
                    <a:pt x="1038816" y="2396"/>
                  </a:lnTo>
                  <a:lnTo>
                    <a:pt x="1042736" y="1826"/>
                  </a:lnTo>
                  <a:lnTo>
                    <a:pt x="1046656" y="1329"/>
                  </a:lnTo>
                  <a:lnTo>
                    <a:pt x="1050576" y="902"/>
                  </a:lnTo>
                  <a:lnTo>
                    <a:pt x="1054496" y="576"/>
                  </a:lnTo>
                  <a:lnTo>
                    <a:pt x="1058417" y="322"/>
                  </a:lnTo>
                  <a:lnTo>
                    <a:pt x="1062337" y="139"/>
                  </a:lnTo>
                  <a:lnTo>
                    <a:pt x="1066257" y="24"/>
                  </a:lnTo>
                  <a:lnTo>
                    <a:pt x="1070177" y="0"/>
                  </a:lnTo>
                  <a:lnTo>
                    <a:pt x="1074097" y="51"/>
                  </a:lnTo>
                  <a:lnTo>
                    <a:pt x="1078017" y="169"/>
                  </a:lnTo>
                  <a:lnTo>
                    <a:pt x="1081937" y="352"/>
                  </a:lnTo>
                  <a:lnTo>
                    <a:pt x="1085857" y="615"/>
                  </a:lnTo>
                  <a:lnTo>
                    <a:pt x="1089777" y="955"/>
                  </a:lnTo>
                  <a:lnTo>
                    <a:pt x="1093697" y="1358"/>
                  </a:lnTo>
                  <a:lnTo>
                    <a:pt x="1097617" y="1823"/>
                  </a:lnTo>
                  <a:lnTo>
                    <a:pt x="1101537" y="2357"/>
                  </a:lnTo>
                  <a:lnTo>
                    <a:pt x="1105457" y="2971"/>
                  </a:lnTo>
                  <a:lnTo>
                    <a:pt x="1109377" y="3643"/>
                  </a:lnTo>
                  <a:lnTo>
                    <a:pt x="1113297" y="4375"/>
                  </a:lnTo>
                  <a:lnTo>
                    <a:pt x="1117217" y="5167"/>
                  </a:lnTo>
                  <a:lnTo>
                    <a:pt x="1121138" y="6040"/>
                  </a:lnTo>
                  <a:lnTo>
                    <a:pt x="1125058" y="6970"/>
                  </a:lnTo>
                  <a:lnTo>
                    <a:pt x="1128978" y="7956"/>
                  </a:lnTo>
                  <a:lnTo>
                    <a:pt x="1132898" y="8998"/>
                  </a:lnTo>
                  <a:lnTo>
                    <a:pt x="1136818" y="10118"/>
                  </a:lnTo>
                  <a:lnTo>
                    <a:pt x="1140738" y="11295"/>
                  </a:lnTo>
                  <a:lnTo>
                    <a:pt x="1144658" y="12525"/>
                  </a:lnTo>
                  <a:lnTo>
                    <a:pt x="1148578" y="13809"/>
                  </a:lnTo>
                  <a:lnTo>
                    <a:pt x="1152498" y="15162"/>
                  </a:lnTo>
                  <a:lnTo>
                    <a:pt x="1156418" y="16573"/>
                  </a:lnTo>
                  <a:lnTo>
                    <a:pt x="1160338" y="18035"/>
                  </a:lnTo>
                  <a:lnTo>
                    <a:pt x="1164258" y="19547"/>
                  </a:lnTo>
                  <a:lnTo>
                    <a:pt x="1168178" y="21119"/>
                  </a:lnTo>
                  <a:lnTo>
                    <a:pt x="1172098" y="22748"/>
                  </a:lnTo>
                  <a:lnTo>
                    <a:pt x="1176018" y="24423"/>
                  </a:lnTo>
                  <a:lnTo>
                    <a:pt x="1179938" y="26141"/>
                  </a:lnTo>
                  <a:lnTo>
                    <a:pt x="1183859" y="27909"/>
                  </a:lnTo>
                  <a:lnTo>
                    <a:pt x="1187779" y="29728"/>
                  </a:lnTo>
                  <a:lnTo>
                    <a:pt x="1191699" y="31585"/>
                  </a:lnTo>
                  <a:lnTo>
                    <a:pt x="1195619" y="33478"/>
                  </a:lnTo>
                  <a:lnTo>
                    <a:pt x="1199539" y="35407"/>
                  </a:lnTo>
                  <a:lnTo>
                    <a:pt x="1203459" y="37378"/>
                  </a:lnTo>
                  <a:lnTo>
                    <a:pt x="1207379" y="39376"/>
                  </a:lnTo>
                  <a:lnTo>
                    <a:pt x="1211299" y="41398"/>
                  </a:lnTo>
                  <a:lnTo>
                    <a:pt x="1215219" y="43444"/>
                  </a:lnTo>
                  <a:lnTo>
                    <a:pt x="1219139" y="45515"/>
                  </a:lnTo>
                  <a:lnTo>
                    <a:pt x="1223059" y="47601"/>
                  </a:lnTo>
                  <a:lnTo>
                    <a:pt x="1226979" y="49699"/>
                  </a:lnTo>
                  <a:lnTo>
                    <a:pt x="1230899" y="51807"/>
                  </a:lnTo>
                  <a:lnTo>
                    <a:pt x="1234819" y="53922"/>
                  </a:lnTo>
                  <a:lnTo>
                    <a:pt x="1238739" y="56039"/>
                  </a:lnTo>
                  <a:lnTo>
                    <a:pt x="1242659" y="58154"/>
                  </a:lnTo>
                  <a:lnTo>
                    <a:pt x="1246580" y="60265"/>
                  </a:lnTo>
                  <a:lnTo>
                    <a:pt x="1250500" y="62368"/>
                  </a:lnTo>
                  <a:lnTo>
                    <a:pt x="1254420" y="64457"/>
                  </a:lnTo>
                  <a:lnTo>
                    <a:pt x="1258340" y="66533"/>
                  </a:lnTo>
                  <a:lnTo>
                    <a:pt x="1262260" y="68593"/>
                  </a:lnTo>
                  <a:lnTo>
                    <a:pt x="1266180" y="70633"/>
                  </a:lnTo>
                  <a:lnTo>
                    <a:pt x="1270100" y="72645"/>
                  </a:lnTo>
                  <a:lnTo>
                    <a:pt x="1274020" y="74633"/>
                  </a:lnTo>
                  <a:lnTo>
                    <a:pt x="1277940" y="76597"/>
                  </a:lnTo>
                  <a:lnTo>
                    <a:pt x="1281860" y="78533"/>
                  </a:lnTo>
                  <a:lnTo>
                    <a:pt x="1285780" y="80430"/>
                  </a:lnTo>
                  <a:lnTo>
                    <a:pt x="1289700" y="82297"/>
                  </a:lnTo>
                  <a:lnTo>
                    <a:pt x="1293620" y="84133"/>
                  </a:lnTo>
                  <a:lnTo>
                    <a:pt x="1297540" y="85939"/>
                  </a:lnTo>
                  <a:lnTo>
                    <a:pt x="1301460" y="87700"/>
                  </a:lnTo>
                  <a:lnTo>
                    <a:pt x="1305380" y="89427"/>
                  </a:lnTo>
                  <a:lnTo>
                    <a:pt x="1309301" y="91121"/>
                  </a:lnTo>
                  <a:lnTo>
                    <a:pt x="1313221" y="92783"/>
                  </a:lnTo>
                  <a:lnTo>
                    <a:pt x="1317141" y="94403"/>
                  </a:lnTo>
                  <a:lnTo>
                    <a:pt x="1321061" y="95987"/>
                  </a:lnTo>
                  <a:lnTo>
                    <a:pt x="1324981" y="97539"/>
                  </a:lnTo>
                  <a:lnTo>
                    <a:pt x="1328901" y="99061"/>
                  </a:lnTo>
                  <a:lnTo>
                    <a:pt x="1332821" y="100545"/>
                  </a:lnTo>
                  <a:lnTo>
                    <a:pt x="1336741" y="101995"/>
                  </a:lnTo>
                  <a:lnTo>
                    <a:pt x="1340661" y="103417"/>
                  </a:lnTo>
                  <a:lnTo>
                    <a:pt x="1344581" y="104812"/>
                  </a:lnTo>
                  <a:lnTo>
                    <a:pt x="1348501" y="106177"/>
                  </a:lnTo>
                  <a:lnTo>
                    <a:pt x="1352421" y="107510"/>
                  </a:lnTo>
                  <a:lnTo>
                    <a:pt x="1356341" y="108820"/>
                  </a:lnTo>
                  <a:lnTo>
                    <a:pt x="1360261" y="110108"/>
                  </a:lnTo>
                  <a:lnTo>
                    <a:pt x="1364181" y="111374"/>
                  </a:lnTo>
                  <a:lnTo>
                    <a:pt x="1368101" y="112612"/>
                  </a:lnTo>
                  <a:lnTo>
                    <a:pt x="1372022" y="113833"/>
                  </a:lnTo>
                  <a:lnTo>
                    <a:pt x="1375942" y="115036"/>
                  </a:lnTo>
                  <a:lnTo>
                    <a:pt x="1379862" y="116223"/>
                  </a:lnTo>
                  <a:lnTo>
                    <a:pt x="1383782" y="117390"/>
                  </a:lnTo>
                  <a:lnTo>
                    <a:pt x="1387702" y="118542"/>
                  </a:lnTo>
                  <a:lnTo>
                    <a:pt x="1391622" y="119681"/>
                  </a:lnTo>
                  <a:lnTo>
                    <a:pt x="1395542" y="120808"/>
                  </a:lnTo>
                  <a:lnTo>
                    <a:pt x="1399462" y="121921"/>
                  </a:lnTo>
                  <a:lnTo>
                    <a:pt x="1403382" y="123022"/>
                  </a:lnTo>
                  <a:lnTo>
                    <a:pt x="1407302" y="124113"/>
                  </a:lnTo>
                  <a:lnTo>
                    <a:pt x="1411222" y="125195"/>
                  </a:lnTo>
                  <a:lnTo>
                    <a:pt x="1415142" y="126267"/>
                  </a:lnTo>
                  <a:lnTo>
                    <a:pt x="1419062" y="127329"/>
                  </a:lnTo>
                  <a:lnTo>
                    <a:pt x="1422982" y="128383"/>
                  </a:lnTo>
                  <a:lnTo>
                    <a:pt x="1426902" y="129429"/>
                  </a:lnTo>
                  <a:lnTo>
                    <a:pt x="1430822" y="130466"/>
                  </a:lnTo>
                  <a:lnTo>
                    <a:pt x="1434743" y="131494"/>
                  </a:lnTo>
                  <a:lnTo>
                    <a:pt x="1438663" y="132514"/>
                  </a:lnTo>
                  <a:lnTo>
                    <a:pt x="1442583" y="133526"/>
                  </a:lnTo>
                  <a:lnTo>
                    <a:pt x="1446503" y="134530"/>
                  </a:lnTo>
                  <a:lnTo>
                    <a:pt x="1450423" y="135523"/>
                  </a:lnTo>
                  <a:lnTo>
                    <a:pt x="1454343" y="136507"/>
                  </a:lnTo>
                  <a:lnTo>
                    <a:pt x="1458263" y="137482"/>
                  </a:lnTo>
                  <a:lnTo>
                    <a:pt x="1462183" y="138447"/>
                  </a:lnTo>
                  <a:lnTo>
                    <a:pt x="1466103" y="139399"/>
                  </a:lnTo>
                  <a:lnTo>
                    <a:pt x="1470023" y="140340"/>
                  </a:lnTo>
                  <a:lnTo>
                    <a:pt x="1473943" y="141270"/>
                  </a:lnTo>
                  <a:lnTo>
                    <a:pt x="1477863" y="142188"/>
                  </a:lnTo>
                  <a:lnTo>
                    <a:pt x="1481783" y="143090"/>
                  </a:lnTo>
                  <a:lnTo>
                    <a:pt x="1485703" y="143977"/>
                  </a:lnTo>
                  <a:lnTo>
                    <a:pt x="1489623" y="144851"/>
                  </a:lnTo>
                  <a:lnTo>
                    <a:pt x="1493543" y="145711"/>
                  </a:lnTo>
                  <a:lnTo>
                    <a:pt x="1497464" y="146552"/>
                  </a:lnTo>
                  <a:lnTo>
                    <a:pt x="1501384" y="147375"/>
                  </a:lnTo>
                  <a:lnTo>
                    <a:pt x="1505304" y="148182"/>
                  </a:lnTo>
                  <a:lnTo>
                    <a:pt x="1509224" y="148972"/>
                  </a:lnTo>
                  <a:lnTo>
                    <a:pt x="1513144" y="149744"/>
                  </a:lnTo>
                  <a:lnTo>
                    <a:pt x="1517064" y="150492"/>
                  </a:lnTo>
                  <a:lnTo>
                    <a:pt x="1520984" y="151222"/>
                  </a:lnTo>
                  <a:lnTo>
                    <a:pt x="1524904" y="151934"/>
                  </a:lnTo>
                  <a:lnTo>
                    <a:pt x="1528824" y="152627"/>
                  </a:lnTo>
                  <a:lnTo>
                    <a:pt x="1532744" y="153294"/>
                  </a:lnTo>
                  <a:lnTo>
                    <a:pt x="1536664" y="153941"/>
                  </a:lnTo>
                  <a:lnTo>
                    <a:pt x="1540584" y="154570"/>
                  </a:lnTo>
                  <a:lnTo>
                    <a:pt x="1544504" y="155179"/>
                  </a:lnTo>
                  <a:lnTo>
                    <a:pt x="1548424" y="155761"/>
                  </a:lnTo>
                  <a:lnTo>
                    <a:pt x="1552344" y="156323"/>
                  </a:lnTo>
                  <a:lnTo>
                    <a:pt x="1556265" y="156866"/>
                  </a:lnTo>
                  <a:lnTo>
                    <a:pt x="1560185" y="157390"/>
                  </a:lnTo>
                  <a:lnTo>
                    <a:pt x="1564105" y="157889"/>
                  </a:lnTo>
                  <a:lnTo>
                    <a:pt x="1568025" y="158367"/>
                  </a:lnTo>
                  <a:lnTo>
                    <a:pt x="1571945" y="158826"/>
                  </a:lnTo>
                  <a:lnTo>
                    <a:pt x="1575865" y="159268"/>
                  </a:lnTo>
                  <a:lnTo>
                    <a:pt x="1579785" y="159688"/>
                  </a:lnTo>
                  <a:lnTo>
                    <a:pt x="1583705" y="160087"/>
                  </a:lnTo>
                  <a:lnTo>
                    <a:pt x="1587625" y="160469"/>
                  </a:lnTo>
                  <a:lnTo>
                    <a:pt x="1591545" y="160834"/>
                  </a:lnTo>
                  <a:lnTo>
                    <a:pt x="1595465" y="161182"/>
                  </a:lnTo>
                  <a:lnTo>
                    <a:pt x="1599385" y="161509"/>
                  </a:lnTo>
                  <a:lnTo>
                    <a:pt x="1603305" y="161821"/>
                  </a:lnTo>
                  <a:lnTo>
                    <a:pt x="1607225" y="162119"/>
                  </a:lnTo>
                  <a:lnTo>
                    <a:pt x="1611145" y="162403"/>
                  </a:lnTo>
                  <a:lnTo>
                    <a:pt x="1615065" y="162667"/>
                  </a:lnTo>
                  <a:lnTo>
                    <a:pt x="1618986" y="162919"/>
                  </a:lnTo>
                  <a:lnTo>
                    <a:pt x="1622906" y="163159"/>
                  </a:lnTo>
                  <a:lnTo>
                    <a:pt x="1626826" y="163387"/>
                  </a:lnTo>
                  <a:lnTo>
                    <a:pt x="1630746" y="163599"/>
                  </a:lnTo>
                  <a:lnTo>
                    <a:pt x="1634666" y="163800"/>
                  </a:lnTo>
                  <a:lnTo>
                    <a:pt x="1638586" y="163990"/>
                  </a:lnTo>
                  <a:lnTo>
                    <a:pt x="1642506" y="164171"/>
                  </a:lnTo>
                  <a:lnTo>
                    <a:pt x="1646426" y="164340"/>
                  </a:lnTo>
                  <a:lnTo>
                    <a:pt x="1650346" y="164500"/>
                  </a:lnTo>
                  <a:lnTo>
                    <a:pt x="1654266" y="164650"/>
                  </a:lnTo>
                  <a:lnTo>
                    <a:pt x="1658186" y="164794"/>
                  </a:lnTo>
                  <a:lnTo>
                    <a:pt x="1662106" y="164927"/>
                  </a:lnTo>
                  <a:lnTo>
                    <a:pt x="1666026" y="165053"/>
                  </a:lnTo>
                  <a:lnTo>
                    <a:pt x="1669946" y="165172"/>
                  </a:lnTo>
                  <a:lnTo>
                    <a:pt x="1673866" y="165284"/>
                  </a:lnTo>
                  <a:lnTo>
                    <a:pt x="1677786" y="165390"/>
                  </a:lnTo>
                  <a:lnTo>
                    <a:pt x="1681707" y="165488"/>
                  </a:lnTo>
                  <a:lnTo>
                    <a:pt x="1685627" y="165582"/>
                  </a:lnTo>
                  <a:lnTo>
                    <a:pt x="1689547" y="165670"/>
                  </a:lnTo>
                  <a:lnTo>
                    <a:pt x="1693467" y="165754"/>
                  </a:lnTo>
                  <a:lnTo>
                    <a:pt x="1697387" y="165831"/>
                  </a:lnTo>
                  <a:lnTo>
                    <a:pt x="1701307" y="165904"/>
                  </a:lnTo>
                  <a:lnTo>
                    <a:pt x="1705227" y="165973"/>
                  </a:lnTo>
                  <a:lnTo>
                    <a:pt x="1709147" y="166039"/>
                  </a:lnTo>
                  <a:lnTo>
                    <a:pt x="1713067" y="166099"/>
                  </a:lnTo>
                  <a:lnTo>
                    <a:pt x="1716987" y="166156"/>
                  </a:lnTo>
                  <a:lnTo>
                    <a:pt x="1720907" y="166210"/>
                  </a:lnTo>
                  <a:lnTo>
                    <a:pt x="1724827" y="166261"/>
                  </a:lnTo>
                  <a:lnTo>
                    <a:pt x="1728747" y="166309"/>
                  </a:lnTo>
                  <a:lnTo>
                    <a:pt x="1732667" y="166353"/>
                  </a:lnTo>
                  <a:lnTo>
                    <a:pt x="1736587" y="166395"/>
                  </a:lnTo>
                  <a:lnTo>
                    <a:pt x="1740507" y="166434"/>
                  </a:lnTo>
                  <a:lnTo>
                    <a:pt x="1744428" y="166471"/>
                  </a:lnTo>
                  <a:lnTo>
                    <a:pt x="1748348" y="166505"/>
                  </a:lnTo>
                  <a:lnTo>
                    <a:pt x="1752268" y="166537"/>
                  </a:lnTo>
                  <a:lnTo>
                    <a:pt x="1756188" y="166567"/>
                  </a:lnTo>
                  <a:lnTo>
                    <a:pt x="1760108" y="166595"/>
                  </a:lnTo>
                  <a:lnTo>
                    <a:pt x="1764028" y="166621"/>
                  </a:lnTo>
                  <a:lnTo>
                    <a:pt x="1767948" y="166645"/>
                  </a:lnTo>
                  <a:lnTo>
                    <a:pt x="1771868" y="166668"/>
                  </a:lnTo>
                  <a:lnTo>
                    <a:pt x="1775788" y="166689"/>
                  </a:lnTo>
                  <a:lnTo>
                    <a:pt x="1779708" y="166708"/>
                  </a:lnTo>
                  <a:lnTo>
                    <a:pt x="1783628" y="166726"/>
                  </a:lnTo>
                  <a:lnTo>
                    <a:pt x="1787548" y="166742"/>
                  </a:lnTo>
                  <a:lnTo>
                    <a:pt x="1791468" y="166758"/>
                  </a:lnTo>
                  <a:lnTo>
                    <a:pt x="1795388" y="166771"/>
                  </a:lnTo>
                  <a:lnTo>
                    <a:pt x="1799308" y="166784"/>
                  </a:lnTo>
                  <a:lnTo>
                    <a:pt x="1803228" y="166796"/>
                  </a:lnTo>
                  <a:lnTo>
                    <a:pt x="1807149" y="166807"/>
                  </a:lnTo>
                  <a:lnTo>
                    <a:pt x="1811069" y="166817"/>
                  </a:lnTo>
                  <a:lnTo>
                    <a:pt x="1814989" y="166826"/>
                  </a:lnTo>
                  <a:lnTo>
                    <a:pt x="1818909" y="166834"/>
                  </a:lnTo>
                  <a:lnTo>
                    <a:pt x="1822829" y="166842"/>
                  </a:lnTo>
                  <a:lnTo>
                    <a:pt x="1826749" y="166849"/>
                  </a:lnTo>
                  <a:lnTo>
                    <a:pt x="1830669" y="166855"/>
                  </a:lnTo>
                  <a:lnTo>
                    <a:pt x="1834589" y="166860"/>
                  </a:lnTo>
                  <a:lnTo>
                    <a:pt x="1838509" y="166865"/>
                  </a:lnTo>
                  <a:lnTo>
                    <a:pt x="1842429" y="166870"/>
                  </a:lnTo>
                  <a:lnTo>
                    <a:pt x="1846349" y="166874"/>
                  </a:lnTo>
                  <a:lnTo>
                    <a:pt x="1850269" y="166877"/>
                  </a:lnTo>
                  <a:lnTo>
                    <a:pt x="1854189" y="166881"/>
                  </a:lnTo>
                  <a:lnTo>
                    <a:pt x="1858109" y="166883"/>
                  </a:lnTo>
                  <a:lnTo>
                    <a:pt x="1862029" y="166886"/>
                  </a:lnTo>
                  <a:lnTo>
                    <a:pt x="1865949" y="166888"/>
                  </a:lnTo>
                  <a:lnTo>
                    <a:pt x="1869870" y="166890"/>
                  </a:lnTo>
                  <a:lnTo>
                    <a:pt x="1873790" y="166892"/>
                  </a:lnTo>
                  <a:lnTo>
                    <a:pt x="1877710" y="166894"/>
                  </a:lnTo>
                  <a:lnTo>
                    <a:pt x="1881630" y="166895"/>
                  </a:lnTo>
                  <a:lnTo>
                    <a:pt x="1885550" y="166896"/>
                  </a:lnTo>
                  <a:lnTo>
                    <a:pt x="1889470" y="166897"/>
                  </a:lnTo>
                  <a:lnTo>
                    <a:pt x="1893390" y="166898"/>
                  </a:lnTo>
                  <a:lnTo>
                    <a:pt x="1897310" y="166899"/>
                  </a:lnTo>
                  <a:lnTo>
                    <a:pt x="1901230" y="166900"/>
                  </a:lnTo>
                  <a:lnTo>
                    <a:pt x="1905150" y="166900"/>
                  </a:lnTo>
                  <a:lnTo>
                    <a:pt x="1909070" y="166901"/>
                  </a:lnTo>
                  <a:lnTo>
                    <a:pt x="1912990" y="166901"/>
                  </a:lnTo>
                  <a:lnTo>
                    <a:pt x="1916910" y="166901"/>
                  </a:lnTo>
                  <a:lnTo>
                    <a:pt x="1920830" y="166902"/>
                  </a:lnTo>
                  <a:lnTo>
                    <a:pt x="1924750" y="166902"/>
                  </a:lnTo>
                  <a:lnTo>
                    <a:pt x="1928670" y="166902"/>
                  </a:lnTo>
                  <a:lnTo>
                    <a:pt x="1932591" y="166902"/>
                  </a:lnTo>
                  <a:lnTo>
                    <a:pt x="1936511" y="166903"/>
                  </a:lnTo>
                  <a:lnTo>
                    <a:pt x="1940431" y="166903"/>
                  </a:lnTo>
                  <a:lnTo>
                    <a:pt x="1944351" y="166903"/>
                  </a:lnTo>
                  <a:lnTo>
                    <a:pt x="1948271" y="166903"/>
                  </a:lnTo>
                  <a:lnTo>
                    <a:pt x="1952191" y="166903"/>
                  </a:lnTo>
                  <a:lnTo>
                    <a:pt x="1956111" y="166903"/>
                  </a:lnTo>
                  <a:lnTo>
                    <a:pt x="1960031" y="166903"/>
                  </a:lnTo>
                  <a:lnTo>
                    <a:pt x="1963951" y="166903"/>
                  </a:lnTo>
                  <a:lnTo>
                    <a:pt x="1967871" y="166903"/>
                  </a:lnTo>
                  <a:lnTo>
                    <a:pt x="1971791" y="166903"/>
                  </a:lnTo>
                  <a:lnTo>
                    <a:pt x="1975711" y="166903"/>
                  </a:lnTo>
                  <a:lnTo>
                    <a:pt x="1979631" y="166903"/>
                  </a:lnTo>
                  <a:lnTo>
                    <a:pt x="1983551" y="166903"/>
                  </a:lnTo>
                  <a:lnTo>
                    <a:pt x="1987471" y="166903"/>
                  </a:lnTo>
                  <a:lnTo>
                    <a:pt x="1991391" y="166903"/>
                  </a:lnTo>
                  <a:lnTo>
                    <a:pt x="1995312" y="166903"/>
                  </a:lnTo>
                  <a:lnTo>
                    <a:pt x="1999232" y="166903"/>
                  </a:lnTo>
                  <a:lnTo>
                    <a:pt x="2003152" y="166903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92" name="pl92"/>
            <p:cNvSpPr/>
            <p:nvPr/>
          </p:nvSpPr>
          <p:spPr>
            <a:xfrm>
              <a:off x="8836903" y="6409358"/>
              <a:ext cx="2203467" cy="0"/>
            </a:xfrm>
            <a:custGeom>
              <a:avLst/>
              <a:gdLst/>
              <a:ahLst/>
              <a:cxnLst/>
              <a:rect l="0" t="0" r="0" b="0"/>
              <a:pathLst>
                <a:path w="2203467">
                  <a:moveTo>
                    <a:pt x="0" y="0"/>
                  </a:moveTo>
                  <a:lnTo>
                    <a:pt x="220346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93" name="pl93"/>
            <p:cNvSpPr/>
            <p:nvPr/>
          </p:nvSpPr>
          <p:spPr>
            <a:xfrm>
              <a:off x="8937061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94" name="pl94"/>
            <p:cNvSpPr/>
            <p:nvPr/>
          </p:nvSpPr>
          <p:spPr>
            <a:xfrm>
              <a:off x="9437849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95" name="pl95"/>
            <p:cNvSpPr/>
            <p:nvPr/>
          </p:nvSpPr>
          <p:spPr>
            <a:xfrm>
              <a:off x="9938637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96" name="pl96"/>
            <p:cNvSpPr/>
            <p:nvPr/>
          </p:nvSpPr>
          <p:spPr>
            <a:xfrm>
              <a:off x="10439425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97" name="pl97"/>
            <p:cNvSpPr/>
            <p:nvPr/>
          </p:nvSpPr>
          <p:spPr>
            <a:xfrm>
              <a:off x="10940213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98" name="tx98"/>
            <p:cNvSpPr/>
            <p:nvPr/>
          </p:nvSpPr>
          <p:spPr>
            <a:xfrm>
              <a:off x="8859380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9360168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9860956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0361744" y="6487954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0831454" y="6486590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9895970" y="6773081"/>
              <a:ext cx="85334" cy="10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04" name="rc104"/>
            <p:cNvSpPr/>
            <p:nvPr/>
          </p:nvSpPr>
          <p:spPr>
            <a:xfrm>
              <a:off x="11109960" y="3520281"/>
              <a:ext cx="2377439" cy="32989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05" name="rc105"/>
            <p:cNvSpPr/>
            <p:nvPr/>
          </p:nvSpPr>
          <p:spPr>
            <a:xfrm>
              <a:off x="11214343" y="3817559"/>
              <a:ext cx="2203467" cy="25917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106" name="pg106"/>
            <p:cNvSpPr/>
            <p:nvPr/>
          </p:nvSpPr>
          <p:spPr>
            <a:xfrm>
              <a:off x="11314501" y="5875107"/>
              <a:ext cx="2003152" cy="416441"/>
            </a:xfrm>
            <a:custGeom>
              <a:avLst/>
              <a:gdLst/>
              <a:ahLst/>
              <a:cxnLst/>
              <a:rect l="0" t="0" r="0" b="0"/>
              <a:pathLst>
                <a:path w="2003152" h="416441">
                  <a:moveTo>
                    <a:pt x="0" y="416441"/>
                  </a:moveTo>
                  <a:lnTo>
                    <a:pt x="3920" y="416441"/>
                  </a:lnTo>
                  <a:lnTo>
                    <a:pt x="7840" y="416441"/>
                  </a:lnTo>
                  <a:lnTo>
                    <a:pt x="11760" y="416441"/>
                  </a:lnTo>
                  <a:lnTo>
                    <a:pt x="15680" y="416441"/>
                  </a:lnTo>
                  <a:lnTo>
                    <a:pt x="19600" y="416441"/>
                  </a:lnTo>
                  <a:lnTo>
                    <a:pt x="23520" y="416440"/>
                  </a:lnTo>
                  <a:lnTo>
                    <a:pt x="27440" y="416439"/>
                  </a:lnTo>
                  <a:lnTo>
                    <a:pt x="31360" y="416438"/>
                  </a:lnTo>
                  <a:lnTo>
                    <a:pt x="35280" y="416435"/>
                  </a:lnTo>
                  <a:lnTo>
                    <a:pt x="39200" y="416432"/>
                  </a:lnTo>
                  <a:lnTo>
                    <a:pt x="43120" y="416425"/>
                  </a:lnTo>
                  <a:lnTo>
                    <a:pt x="47040" y="416415"/>
                  </a:lnTo>
                  <a:lnTo>
                    <a:pt x="50960" y="416400"/>
                  </a:lnTo>
                  <a:lnTo>
                    <a:pt x="54880" y="416377"/>
                  </a:lnTo>
                  <a:lnTo>
                    <a:pt x="58800" y="416342"/>
                  </a:lnTo>
                  <a:lnTo>
                    <a:pt x="62721" y="416287"/>
                  </a:lnTo>
                  <a:lnTo>
                    <a:pt x="66641" y="416205"/>
                  </a:lnTo>
                  <a:lnTo>
                    <a:pt x="70561" y="416085"/>
                  </a:lnTo>
                  <a:lnTo>
                    <a:pt x="74481" y="415914"/>
                  </a:lnTo>
                  <a:lnTo>
                    <a:pt x="78401" y="415671"/>
                  </a:lnTo>
                  <a:lnTo>
                    <a:pt x="82321" y="415333"/>
                  </a:lnTo>
                  <a:lnTo>
                    <a:pt x="86241" y="414871"/>
                  </a:lnTo>
                  <a:lnTo>
                    <a:pt x="90161" y="414245"/>
                  </a:lnTo>
                  <a:lnTo>
                    <a:pt x="94081" y="413383"/>
                  </a:lnTo>
                  <a:lnTo>
                    <a:pt x="98001" y="412222"/>
                  </a:lnTo>
                  <a:lnTo>
                    <a:pt x="101921" y="410703"/>
                  </a:lnTo>
                  <a:lnTo>
                    <a:pt x="105841" y="408747"/>
                  </a:lnTo>
                  <a:lnTo>
                    <a:pt x="109761" y="406265"/>
                  </a:lnTo>
                  <a:lnTo>
                    <a:pt x="113681" y="403161"/>
                  </a:lnTo>
                  <a:lnTo>
                    <a:pt x="117601" y="399334"/>
                  </a:lnTo>
                  <a:lnTo>
                    <a:pt x="121521" y="394681"/>
                  </a:lnTo>
                  <a:lnTo>
                    <a:pt x="125442" y="389037"/>
                  </a:lnTo>
                  <a:lnTo>
                    <a:pt x="129362" y="382244"/>
                  </a:lnTo>
                  <a:lnTo>
                    <a:pt x="133282" y="374321"/>
                  </a:lnTo>
                  <a:lnTo>
                    <a:pt x="137202" y="365221"/>
                  </a:lnTo>
                  <a:lnTo>
                    <a:pt x="141122" y="354924"/>
                  </a:lnTo>
                  <a:lnTo>
                    <a:pt x="145042" y="343444"/>
                  </a:lnTo>
                  <a:lnTo>
                    <a:pt x="148962" y="330835"/>
                  </a:lnTo>
                  <a:lnTo>
                    <a:pt x="152882" y="317193"/>
                  </a:lnTo>
                  <a:lnTo>
                    <a:pt x="156802" y="302648"/>
                  </a:lnTo>
                  <a:lnTo>
                    <a:pt x="160722" y="287345"/>
                  </a:lnTo>
                  <a:lnTo>
                    <a:pt x="164642" y="271665"/>
                  </a:lnTo>
                  <a:lnTo>
                    <a:pt x="168562" y="255886"/>
                  </a:lnTo>
                  <a:lnTo>
                    <a:pt x="172482" y="240309"/>
                  </a:lnTo>
                  <a:lnTo>
                    <a:pt x="176402" y="225241"/>
                  </a:lnTo>
                  <a:lnTo>
                    <a:pt x="180322" y="210988"/>
                  </a:lnTo>
                  <a:lnTo>
                    <a:pt x="184242" y="197844"/>
                  </a:lnTo>
                  <a:lnTo>
                    <a:pt x="188163" y="186075"/>
                  </a:lnTo>
                  <a:lnTo>
                    <a:pt x="192083" y="176138"/>
                  </a:lnTo>
                  <a:lnTo>
                    <a:pt x="196003" y="168079"/>
                  </a:lnTo>
                  <a:lnTo>
                    <a:pt x="199923" y="161928"/>
                  </a:lnTo>
                  <a:lnTo>
                    <a:pt x="203843" y="157705"/>
                  </a:lnTo>
                  <a:lnTo>
                    <a:pt x="207763" y="155370"/>
                  </a:lnTo>
                  <a:lnTo>
                    <a:pt x="211683" y="154827"/>
                  </a:lnTo>
                  <a:lnTo>
                    <a:pt x="215603" y="155925"/>
                  </a:lnTo>
                  <a:lnTo>
                    <a:pt x="219523" y="158469"/>
                  </a:lnTo>
                  <a:lnTo>
                    <a:pt x="223443" y="162294"/>
                  </a:lnTo>
                  <a:lnTo>
                    <a:pt x="227363" y="167064"/>
                  </a:lnTo>
                  <a:lnTo>
                    <a:pt x="231283" y="172405"/>
                  </a:lnTo>
                  <a:lnTo>
                    <a:pt x="235203" y="178040"/>
                  </a:lnTo>
                  <a:lnTo>
                    <a:pt x="239123" y="183703"/>
                  </a:lnTo>
                  <a:lnTo>
                    <a:pt x="243043" y="189145"/>
                  </a:lnTo>
                  <a:lnTo>
                    <a:pt x="246963" y="194135"/>
                  </a:lnTo>
                  <a:lnTo>
                    <a:pt x="250884" y="198469"/>
                  </a:lnTo>
                  <a:lnTo>
                    <a:pt x="254804" y="201934"/>
                  </a:lnTo>
                  <a:lnTo>
                    <a:pt x="258724" y="204260"/>
                  </a:lnTo>
                  <a:lnTo>
                    <a:pt x="262644" y="205446"/>
                  </a:lnTo>
                  <a:lnTo>
                    <a:pt x="266564" y="205411"/>
                  </a:lnTo>
                  <a:lnTo>
                    <a:pt x="270484" y="204097"/>
                  </a:lnTo>
                  <a:lnTo>
                    <a:pt x="274404" y="201467"/>
                  </a:lnTo>
                  <a:lnTo>
                    <a:pt x="278324" y="197504"/>
                  </a:lnTo>
                  <a:lnTo>
                    <a:pt x="282244" y="192210"/>
                  </a:lnTo>
                  <a:lnTo>
                    <a:pt x="286164" y="185605"/>
                  </a:lnTo>
                  <a:lnTo>
                    <a:pt x="290084" y="177556"/>
                  </a:lnTo>
                  <a:lnTo>
                    <a:pt x="294004" y="168305"/>
                  </a:lnTo>
                  <a:lnTo>
                    <a:pt x="297924" y="157961"/>
                  </a:lnTo>
                  <a:lnTo>
                    <a:pt x="301844" y="146632"/>
                  </a:lnTo>
                  <a:lnTo>
                    <a:pt x="305764" y="134451"/>
                  </a:lnTo>
                  <a:lnTo>
                    <a:pt x="309684" y="121571"/>
                  </a:lnTo>
                  <a:lnTo>
                    <a:pt x="313605" y="108167"/>
                  </a:lnTo>
                  <a:lnTo>
                    <a:pt x="317525" y="94439"/>
                  </a:lnTo>
                  <a:lnTo>
                    <a:pt x="321445" y="80629"/>
                  </a:lnTo>
                  <a:lnTo>
                    <a:pt x="325365" y="67051"/>
                  </a:lnTo>
                  <a:lnTo>
                    <a:pt x="329285" y="53975"/>
                  </a:lnTo>
                  <a:lnTo>
                    <a:pt x="333205" y="41679"/>
                  </a:lnTo>
                  <a:lnTo>
                    <a:pt x="337125" y="30442"/>
                  </a:lnTo>
                  <a:lnTo>
                    <a:pt x="341045" y="20544"/>
                  </a:lnTo>
                  <a:lnTo>
                    <a:pt x="344965" y="12255"/>
                  </a:lnTo>
                  <a:lnTo>
                    <a:pt x="348885" y="5829"/>
                  </a:lnTo>
                  <a:lnTo>
                    <a:pt x="352805" y="1622"/>
                  </a:lnTo>
                  <a:lnTo>
                    <a:pt x="356725" y="0"/>
                  </a:lnTo>
                  <a:lnTo>
                    <a:pt x="360645" y="870"/>
                  </a:lnTo>
                  <a:lnTo>
                    <a:pt x="364565" y="4319"/>
                  </a:lnTo>
                  <a:lnTo>
                    <a:pt x="368485" y="10379"/>
                  </a:lnTo>
                  <a:lnTo>
                    <a:pt x="372405" y="19026"/>
                  </a:lnTo>
                  <a:lnTo>
                    <a:pt x="376326" y="30184"/>
                  </a:lnTo>
                  <a:lnTo>
                    <a:pt x="380246" y="43720"/>
                  </a:lnTo>
                  <a:lnTo>
                    <a:pt x="384166" y="59458"/>
                  </a:lnTo>
                  <a:lnTo>
                    <a:pt x="388086" y="77389"/>
                  </a:lnTo>
                  <a:lnTo>
                    <a:pt x="392006" y="96877"/>
                  </a:lnTo>
                  <a:lnTo>
                    <a:pt x="395926" y="117599"/>
                  </a:lnTo>
                  <a:lnTo>
                    <a:pt x="399846" y="139214"/>
                  </a:lnTo>
                  <a:lnTo>
                    <a:pt x="403766" y="161376"/>
                  </a:lnTo>
                  <a:lnTo>
                    <a:pt x="407686" y="183743"/>
                  </a:lnTo>
                  <a:lnTo>
                    <a:pt x="411606" y="205982"/>
                  </a:lnTo>
                  <a:lnTo>
                    <a:pt x="415526" y="227784"/>
                  </a:lnTo>
                  <a:lnTo>
                    <a:pt x="419446" y="248745"/>
                  </a:lnTo>
                  <a:lnTo>
                    <a:pt x="423366" y="268640"/>
                  </a:lnTo>
                  <a:lnTo>
                    <a:pt x="427286" y="287322"/>
                  </a:lnTo>
                  <a:lnTo>
                    <a:pt x="431206" y="304656"/>
                  </a:lnTo>
                  <a:lnTo>
                    <a:pt x="435126" y="320553"/>
                  </a:lnTo>
                  <a:lnTo>
                    <a:pt x="439047" y="334960"/>
                  </a:lnTo>
                  <a:lnTo>
                    <a:pt x="442967" y="347866"/>
                  </a:lnTo>
                  <a:lnTo>
                    <a:pt x="446887" y="359291"/>
                  </a:lnTo>
                  <a:lnTo>
                    <a:pt x="450807" y="369190"/>
                  </a:lnTo>
                  <a:lnTo>
                    <a:pt x="454727" y="377646"/>
                  </a:lnTo>
                  <a:lnTo>
                    <a:pt x="458647" y="384883"/>
                  </a:lnTo>
                  <a:lnTo>
                    <a:pt x="462567" y="391011"/>
                  </a:lnTo>
                  <a:lnTo>
                    <a:pt x="466487" y="396145"/>
                  </a:lnTo>
                  <a:lnTo>
                    <a:pt x="470407" y="400399"/>
                  </a:lnTo>
                  <a:lnTo>
                    <a:pt x="474327" y="403885"/>
                  </a:lnTo>
                  <a:lnTo>
                    <a:pt x="478247" y="406710"/>
                  </a:lnTo>
                  <a:lnTo>
                    <a:pt x="482167" y="408962"/>
                  </a:lnTo>
                  <a:lnTo>
                    <a:pt x="486087" y="410700"/>
                  </a:lnTo>
                  <a:lnTo>
                    <a:pt x="490007" y="412074"/>
                  </a:lnTo>
                  <a:lnTo>
                    <a:pt x="493927" y="413149"/>
                  </a:lnTo>
                  <a:lnTo>
                    <a:pt x="497847" y="413982"/>
                  </a:lnTo>
                  <a:lnTo>
                    <a:pt x="501768" y="414621"/>
                  </a:lnTo>
                  <a:lnTo>
                    <a:pt x="505688" y="415107"/>
                  </a:lnTo>
                  <a:lnTo>
                    <a:pt x="509608" y="415471"/>
                  </a:lnTo>
                  <a:lnTo>
                    <a:pt x="513528" y="415743"/>
                  </a:lnTo>
                  <a:lnTo>
                    <a:pt x="517448" y="415936"/>
                  </a:lnTo>
                  <a:lnTo>
                    <a:pt x="521368" y="416078"/>
                  </a:lnTo>
                  <a:lnTo>
                    <a:pt x="525288" y="416183"/>
                  </a:lnTo>
                  <a:lnTo>
                    <a:pt x="529208" y="416259"/>
                  </a:lnTo>
                  <a:lnTo>
                    <a:pt x="533128" y="416314"/>
                  </a:lnTo>
                  <a:lnTo>
                    <a:pt x="537048" y="416353"/>
                  </a:lnTo>
                  <a:lnTo>
                    <a:pt x="540968" y="416381"/>
                  </a:lnTo>
                  <a:lnTo>
                    <a:pt x="544888" y="416400"/>
                  </a:lnTo>
                  <a:lnTo>
                    <a:pt x="548808" y="416413"/>
                  </a:lnTo>
                  <a:lnTo>
                    <a:pt x="552728" y="416422"/>
                  </a:lnTo>
                  <a:lnTo>
                    <a:pt x="556648" y="416429"/>
                  </a:lnTo>
                  <a:lnTo>
                    <a:pt x="560569" y="416433"/>
                  </a:lnTo>
                  <a:lnTo>
                    <a:pt x="564489" y="416436"/>
                  </a:lnTo>
                  <a:lnTo>
                    <a:pt x="568409" y="416438"/>
                  </a:lnTo>
                  <a:lnTo>
                    <a:pt x="572329" y="416439"/>
                  </a:lnTo>
                  <a:lnTo>
                    <a:pt x="576249" y="416440"/>
                  </a:lnTo>
                  <a:lnTo>
                    <a:pt x="580169" y="416440"/>
                  </a:lnTo>
                  <a:lnTo>
                    <a:pt x="584089" y="416441"/>
                  </a:lnTo>
                  <a:lnTo>
                    <a:pt x="588009" y="416441"/>
                  </a:lnTo>
                  <a:lnTo>
                    <a:pt x="591929" y="416441"/>
                  </a:lnTo>
                  <a:lnTo>
                    <a:pt x="595849" y="416441"/>
                  </a:lnTo>
                  <a:lnTo>
                    <a:pt x="599769" y="416441"/>
                  </a:lnTo>
                  <a:lnTo>
                    <a:pt x="603689" y="416441"/>
                  </a:lnTo>
                  <a:lnTo>
                    <a:pt x="607609" y="416441"/>
                  </a:lnTo>
                  <a:lnTo>
                    <a:pt x="611529" y="416441"/>
                  </a:lnTo>
                  <a:lnTo>
                    <a:pt x="615449" y="416441"/>
                  </a:lnTo>
                  <a:lnTo>
                    <a:pt x="619369" y="416441"/>
                  </a:lnTo>
                  <a:lnTo>
                    <a:pt x="623290" y="416441"/>
                  </a:lnTo>
                  <a:lnTo>
                    <a:pt x="627210" y="416441"/>
                  </a:lnTo>
                  <a:lnTo>
                    <a:pt x="631130" y="416441"/>
                  </a:lnTo>
                  <a:lnTo>
                    <a:pt x="635050" y="416441"/>
                  </a:lnTo>
                  <a:lnTo>
                    <a:pt x="638970" y="416441"/>
                  </a:lnTo>
                  <a:lnTo>
                    <a:pt x="642890" y="416441"/>
                  </a:lnTo>
                  <a:lnTo>
                    <a:pt x="646810" y="416441"/>
                  </a:lnTo>
                  <a:lnTo>
                    <a:pt x="650730" y="416441"/>
                  </a:lnTo>
                  <a:lnTo>
                    <a:pt x="654650" y="416441"/>
                  </a:lnTo>
                  <a:lnTo>
                    <a:pt x="658570" y="416441"/>
                  </a:lnTo>
                  <a:lnTo>
                    <a:pt x="662490" y="416441"/>
                  </a:lnTo>
                  <a:lnTo>
                    <a:pt x="666410" y="416441"/>
                  </a:lnTo>
                  <a:lnTo>
                    <a:pt x="670330" y="416441"/>
                  </a:lnTo>
                  <a:lnTo>
                    <a:pt x="674250" y="416441"/>
                  </a:lnTo>
                  <a:lnTo>
                    <a:pt x="678170" y="416441"/>
                  </a:lnTo>
                  <a:lnTo>
                    <a:pt x="682090" y="416441"/>
                  </a:lnTo>
                  <a:lnTo>
                    <a:pt x="686011" y="416441"/>
                  </a:lnTo>
                  <a:lnTo>
                    <a:pt x="689931" y="416441"/>
                  </a:lnTo>
                  <a:lnTo>
                    <a:pt x="693851" y="416441"/>
                  </a:lnTo>
                  <a:lnTo>
                    <a:pt x="697771" y="416441"/>
                  </a:lnTo>
                  <a:lnTo>
                    <a:pt x="701691" y="416441"/>
                  </a:lnTo>
                  <a:lnTo>
                    <a:pt x="705611" y="416441"/>
                  </a:lnTo>
                  <a:lnTo>
                    <a:pt x="709531" y="416441"/>
                  </a:lnTo>
                  <a:lnTo>
                    <a:pt x="713451" y="416441"/>
                  </a:lnTo>
                  <a:lnTo>
                    <a:pt x="717371" y="416441"/>
                  </a:lnTo>
                  <a:lnTo>
                    <a:pt x="721291" y="416441"/>
                  </a:lnTo>
                  <a:lnTo>
                    <a:pt x="725211" y="416441"/>
                  </a:lnTo>
                  <a:lnTo>
                    <a:pt x="729131" y="416441"/>
                  </a:lnTo>
                  <a:lnTo>
                    <a:pt x="733051" y="416441"/>
                  </a:lnTo>
                  <a:lnTo>
                    <a:pt x="736971" y="416441"/>
                  </a:lnTo>
                  <a:lnTo>
                    <a:pt x="740891" y="416441"/>
                  </a:lnTo>
                  <a:lnTo>
                    <a:pt x="744811" y="416441"/>
                  </a:lnTo>
                  <a:lnTo>
                    <a:pt x="748732" y="416441"/>
                  </a:lnTo>
                  <a:lnTo>
                    <a:pt x="752652" y="416441"/>
                  </a:lnTo>
                  <a:lnTo>
                    <a:pt x="756572" y="416441"/>
                  </a:lnTo>
                  <a:lnTo>
                    <a:pt x="760492" y="416441"/>
                  </a:lnTo>
                  <a:lnTo>
                    <a:pt x="764412" y="416441"/>
                  </a:lnTo>
                  <a:lnTo>
                    <a:pt x="768332" y="416441"/>
                  </a:lnTo>
                  <a:lnTo>
                    <a:pt x="772252" y="416441"/>
                  </a:lnTo>
                  <a:lnTo>
                    <a:pt x="776172" y="416441"/>
                  </a:lnTo>
                  <a:lnTo>
                    <a:pt x="780092" y="416441"/>
                  </a:lnTo>
                  <a:lnTo>
                    <a:pt x="784012" y="416441"/>
                  </a:lnTo>
                  <a:lnTo>
                    <a:pt x="787932" y="416441"/>
                  </a:lnTo>
                  <a:lnTo>
                    <a:pt x="791852" y="416441"/>
                  </a:lnTo>
                  <a:lnTo>
                    <a:pt x="795772" y="416441"/>
                  </a:lnTo>
                  <a:lnTo>
                    <a:pt x="799692" y="416440"/>
                  </a:lnTo>
                  <a:lnTo>
                    <a:pt x="803612" y="416440"/>
                  </a:lnTo>
                  <a:lnTo>
                    <a:pt x="807532" y="416439"/>
                  </a:lnTo>
                  <a:lnTo>
                    <a:pt x="811453" y="416438"/>
                  </a:lnTo>
                  <a:lnTo>
                    <a:pt x="815373" y="416436"/>
                  </a:lnTo>
                  <a:lnTo>
                    <a:pt x="819293" y="416434"/>
                  </a:lnTo>
                  <a:lnTo>
                    <a:pt x="823213" y="416431"/>
                  </a:lnTo>
                  <a:lnTo>
                    <a:pt x="827133" y="416427"/>
                  </a:lnTo>
                  <a:lnTo>
                    <a:pt x="831053" y="416421"/>
                  </a:lnTo>
                  <a:lnTo>
                    <a:pt x="834973" y="416414"/>
                  </a:lnTo>
                  <a:lnTo>
                    <a:pt x="838893" y="416405"/>
                  </a:lnTo>
                  <a:lnTo>
                    <a:pt x="842813" y="416393"/>
                  </a:lnTo>
                  <a:lnTo>
                    <a:pt x="846733" y="416377"/>
                  </a:lnTo>
                  <a:lnTo>
                    <a:pt x="850653" y="416359"/>
                  </a:lnTo>
                  <a:lnTo>
                    <a:pt x="854573" y="416336"/>
                  </a:lnTo>
                  <a:lnTo>
                    <a:pt x="858493" y="416308"/>
                  </a:lnTo>
                  <a:lnTo>
                    <a:pt x="862413" y="416276"/>
                  </a:lnTo>
                  <a:lnTo>
                    <a:pt x="866333" y="416239"/>
                  </a:lnTo>
                  <a:lnTo>
                    <a:pt x="870253" y="416197"/>
                  </a:lnTo>
                  <a:lnTo>
                    <a:pt x="874174" y="416149"/>
                  </a:lnTo>
                  <a:lnTo>
                    <a:pt x="878094" y="416096"/>
                  </a:lnTo>
                  <a:lnTo>
                    <a:pt x="882014" y="416038"/>
                  </a:lnTo>
                  <a:lnTo>
                    <a:pt x="885934" y="415978"/>
                  </a:lnTo>
                  <a:lnTo>
                    <a:pt x="889854" y="415915"/>
                  </a:lnTo>
                  <a:lnTo>
                    <a:pt x="893774" y="415852"/>
                  </a:lnTo>
                  <a:lnTo>
                    <a:pt x="897694" y="415789"/>
                  </a:lnTo>
                  <a:lnTo>
                    <a:pt x="901614" y="415729"/>
                  </a:lnTo>
                  <a:lnTo>
                    <a:pt x="905534" y="415673"/>
                  </a:lnTo>
                  <a:lnTo>
                    <a:pt x="909454" y="415624"/>
                  </a:lnTo>
                  <a:lnTo>
                    <a:pt x="913374" y="415583"/>
                  </a:lnTo>
                  <a:lnTo>
                    <a:pt x="917294" y="415551"/>
                  </a:lnTo>
                  <a:lnTo>
                    <a:pt x="921214" y="415530"/>
                  </a:lnTo>
                  <a:lnTo>
                    <a:pt x="925134" y="415521"/>
                  </a:lnTo>
                  <a:lnTo>
                    <a:pt x="929054" y="415523"/>
                  </a:lnTo>
                  <a:lnTo>
                    <a:pt x="932974" y="415536"/>
                  </a:lnTo>
                  <a:lnTo>
                    <a:pt x="936895" y="415561"/>
                  </a:lnTo>
                  <a:lnTo>
                    <a:pt x="940815" y="415597"/>
                  </a:lnTo>
                  <a:lnTo>
                    <a:pt x="944735" y="415642"/>
                  </a:lnTo>
                  <a:lnTo>
                    <a:pt x="948655" y="415694"/>
                  </a:lnTo>
                  <a:lnTo>
                    <a:pt x="952575" y="415752"/>
                  </a:lnTo>
                  <a:lnTo>
                    <a:pt x="956495" y="415813"/>
                  </a:lnTo>
                  <a:lnTo>
                    <a:pt x="960415" y="415876"/>
                  </a:lnTo>
                  <a:lnTo>
                    <a:pt x="964335" y="415940"/>
                  </a:lnTo>
                  <a:lnTo>
                    <a:pt x="968255" y="416002"/>
                  </a:lnTo>
                  <a:lnTo>
                    <a:pt x="972175" y="416061"/>
                  </a:lnTo>
                  <a:lnTo>
                    <a:pt x="976095" y="416117"/>
                  </a:lnTo>
                  <a:lnTo>
                    <a:pt x="980015" y="416167"/>
                  </a:lnTo>
                  <a:lnTo>
                    <a:pt x="983935" y="416213"/>
                  </a:lnTo>
                  <a:lnTo>
                    <a:pt x="987855" y="416254"/>
                  </a:lnTo>
                  <a:lnTo>
                    <a:pt x="991775" y="416289"/>
                  </a:lnTo>
                  <a:lnTo>
                    <a:pt x="995695" y="416320"/>
                  </a:lnTo>
                  <a:lnTo>
                    <a:pt x="999616" y="416346"/>
                  </a:lnTo>
                  <a:lnTo>
                    <a:pt x="1003536" y="416367"/>
                  </a:lnTo>
                  <a:lnTo>
                    <a:pt x="1007456" y="416384"/>
                  </a:lnTo>
                  <a:lnTo>
                    <a:pt x="1011376" y="416398"/>
                  </a:lnTo>
                  <a:lnTo>
                    <a:pt x="1015296" y="416408"/>
                  </a:lnTo>
                  <a:lnTo>
                    <a:pt x="1019216" y="416417"/>
                  </a:lnTo>
                  <a:lnTo>
                    <a:pt x="1023136" y="416424"/>
                  </a:lnTo>
                  <a:lnTo>
                    <a:pt x="1027056" y="416429"/>
                  </a:lnTo>
                  <a:lnTo>
                    <a:pt x="1030976" y="416432"/>
                  </a:lnTo>
                  <a:lnTo>
                    <a:pt x="1034896" y="416435"/>
                  </a:lnTo>
                  <a:lnTo>
                    <a:pt x="1038816" y="416437"/>
                  </a:lnTo>
                  <a:lnTo>
                    <a:pt x="1042736" y="416438"/>
                  </a:lnTo>
                  <a:lnTo>
                    <a:pt x="1046656" y="416439"/>
                  </a:lnTo>
                  <a:lnTo>
                    <a:pt x="1050576" y="416440"/>
                  </a:lnTo>
                  <a:lnTo>
                    <a:pt x="1054496" y="416441"/>
                  </a:lnTo>
                  <a:lnTo>
                    <a:pt x="1058417" y="416441"/>
                  </a:lnTo>
                  <a:lnTo>
                    <a:pt x="1062337" y="416441"/>
                  </a:lnTo>
                  <a:lnTo>
                    <a:pt x="1066257" y="416441"/>
                  </a:lnTo>
                  <a:lnTo>
                    <a:pt x="1070177" y="416441"/>
                  </a:lnTo>
                  <a:lnTo>
                    <a:pt x="1074097" y="416441"/>
                  </a:lnTo>
                  <a:lnTo>
                    <a:pt x="1078017" y="416441"/>
                  </a:lnTo>
                  <a:lnTo>
                    <a:pt x="1081937" y="416441"/>
                  </a:lnTo>
                  <a:lnTo>
                    <a:pt x="1085857" y="416441"/>
                  </a:lnTo>
                  <a:lnTo>
                    <a:pt x="1089777" y="416441"/>
                  </a:lnTo>
                  <a:lnTo>
                    <a:pt x="1093697" y="416441"/>
                  </a:lnTo>
                  <a:lnTo>
                    <a:pt x="1097617" y="416441"/>
                  </a:lnTo>
                  <a:lnTo>
                    <a:pt x="1101537" y="416441"/>
                  </a:lnTo>
                  <a:lnTo>
                    <a:pt x="1105457" y="416441"/>
                  </a:lnTo>
                  <a:lnTo>
                    <a:pt x="1109377" y="416441"/>
                  </a:lnTo>
                  <a:lnTo>
                    <a:pt x="1113297" y="416441"/>
                  </a:lnTo>
                  <a:lnTo>
                    <a:pt x="1117217" y="416441"/>
                  </a:lnTo>
                  <a:lnTo>
                    <a:pt x="1121138" y="416441"/>
                  </a:lnTo>
                  <a:lnTo>
                    <a:pt x="1125058" y="416441"/>
                  </a:lnTo>
                  <a:lnTo>
                    <a:pt x="1128978" y="416441"/>
                  </a:lnTo>
                  <a:lnTo>
                    <a:pt x="1132898" y="416441"/>
                  </a:lnTo>
                  <a:lnTo>
                    <a:pt x="1136818" y="416441"/>
                  </a:lnTo>
                  <a:lnTo>
                    <a:pt x="1140738" y="416441"/>
                  </a:lnTo>
                  <a:lnTo>
                    <a:pt x="1144658" y="416441"/>
                  </a:lnTo>
                  <a:lnTo>
                    <a:pt x="1148578" y="416441"/>
                  </a:lnTo>
                  <a:lnTo>
                    <a:pt x="1152498" y="416441"/>
                  </a:lnTo>
                  <a:lnTo>
                    <a:pt x="1156418" y="416441"/>
                  </a:lnTo>
                  <a:lnTo>
                    <a:pt x="1160338" y="416441"/>
                  </a:lnTo>
                  <a:lnTo>
                    <a:pt x="1164258" y="416441"/>
                  </a:lnTo>
                  <a:lnTo>
                    <a:pt x="1168178" y="416441"/>
                  </a:lnTo>
                  <a:lnTo>
                    <a:pt x="1172098" y="416441"/>
                  </a:lnTo>
                  <a:lnTo>
                    <a:pt x="1176018" y="416441"/>
                  </a:lnTo>
                  <a:lnTo>
                    <a:pt x="1179938" y="416441"/>
                  </a:lnTo>
                  <a:lnTo>
                    <a:pt x="1183859" y="416441"/>
                  </a:lnTo>
                  <a:lnTo>
                    <a:pt x="1187779" y="416441"/>
                  </a:lnTo>
                  <a:lnTo>
                    <a:pt x="1191699" y="416441"/>
                  </a:lnTo>
                  <a:lnTo>
                    <a:pt x="1195619" y="416441"/>
                  </a:lnTo>
                  <a:lnTo>
                    <a:pt x="1199539" y="416441"/>
                  </a:lnTo>
                  <a:lnTo>
                    <a:pt x="1203459" y="416441"/>
                  </a:lnTo>
                  <a:lnTo>
                    <a:pt x="1207379" y="416441"/>
                  </a:lnTo>
                  <a:lnTo>
                    <a:pt x="1211299" y="416441"/>
                  </a:lnTo>
                  <a:lnTo>
                    <a:pt x="1215219" y="416441"/>
                  </a:lnTo>
                  <a:lnTo>
                    <a:pt x="1219139" y="416441"/>
                  </a:lnTo>
                  <a:lnTo>
                    <a:pt x="1223059" y="416441"/>
                  </a:lnTo>
                  <a:lnTo>
                    <a:pt x="1226979" y="416441"/>
                  </a:lnTo>
                  <a:lnTo>
                    <a:pt x="1230899" y="416441"/>
                  </a:lnTo>
                  <a:lnTo>
                    <a:pt x="1234819" y="416441"/>
                  </a:lnTo>
                  <a:lnTo>
                    <a:pt x="1238739" y="416441"/>
                  </a:lnTo>
                  <a:lnTo>
                    <a:pt x="1242659" y="416441"/>
                  </a:lnTo>
                  <a:lnTo>
                    <a:pt x="1246580" y="416441"/>
                  </a:lnTo>
                  <a:lnTo>
                    <a:pt x="1250500" y="416441"/>
                  </a:lnTo>
                  <a:lnTo>
                    <a:pt x="1254420" y="416441"/>
                  </a:lnTo>
                  <a:lnTo>
                    <a:pt x="1258340" y="416441"/>
                  </a:lnTo>
                  <a:lnTo>
                    <a:pt x="1262260" y="416441"/>
                  </a:lnTo>
                  <a:lnTo>
                    <a:pt x="1266180" y="416441"/>
                  </a:lnTo>
                  <a:lnTo>
                    <a:pt x="1270100" y="416441"/>
                  </a:lnTo>
                  <a:lnTo>
                    <a:pt x="1274020" y="416441"/>
                  </a:lnTo>
                  <a:lnTo>
                    <a:pt x="1277940" y="416441"/>
                  </a:lnTo>
                  <a:lnTo>
                    <a:pt x="1281860" y="416441"/>
                  </a:lnTo>
                  <a:lnTo>
                    <a:pt x="1285780" y="416441"/>
                  </a:lnTo>
                  <a:lnTo>
                    <a:pt x="1289700" y="416441"/>
                  </a:lnTo>
                  <a:lnTo>
                    <a:pt x="1293620" y="416441"/>
                  </a:lnTo>
                  <a:lnTo>
                    <a:pt x="1297540" y="416441"/>
                  </a:lnTo>
                  <a:lnTo>
                    <a:pt x="1301460" y="416441"/>
                  </a:lnTo>
                  <a:lnTo>
                    <a:pt x="1305380" y="416441"/>
                  </a:lnTo>
                  <a:lnTo>
                    <a:pt x="1309301" y="416441"/>
                  </a:lnTo>
                  <a:lnTo>
                    <a:pt x="1313221" y="416441"/>
                  </a:lnTo>
                  <a:lnTo>
                    <a:pt x="1317141" y="416441"/>
                  </a:lnTo>
                  <a:lnTo>
                    <a:pt x="1321061" y="416441"/>
                  </a:lnTo>
                  <a:lnTo>
                    <a:pt x="1324981" y="416441"/>
                  </a:lnTo>
                  <a:lnTo>
                    <a:pt x="1328901" y="416441"/>
                  </a:lnTo>
                  <a:lnTo>
                    <a:pt x="1332821" y="416441"/>
                  </a:lnTo>
                  <a:lnTo>
                    <a:pt x="1336741" y="416441"/>
                  </a:lnTo>
                  <a:lnTo>
                    <a:pt x="1340661" y="416441"/>
                  </a:lnTo>
                  <a:lnTo>
                    <a:pt x="1344581" y="416441"/>
                  </a:lnTo>
                  <a:lnTo>
                    <a:pt x="1348501" y="416441"/>
                  </a:lnTo>
                  <a:lnTo>
                    <a:pt x="1352421" y="416441"/>
                  </a:lnTo>
                  <a:lnTo>
                    <a:pt x="1356341" y="416441"/>
                  </a:lnTo>
                  <a:lnTo>
                    <a:pt x="1360261" y="416441"/>
                  </a:lnTo>
                  <a:lnTo>
                    <a:pt x="1364181" y="416441"/>
                  </a:lnTo>
                  <a:lnTo>
                    <a:pt x="1368101" y="416441"/>
                  </a:lnTo>
                  <a:lnTo>
                    <a:pt x="1372022" y="416441"/>
                  </a:lnTo>
                  <a:lnTo>
                    <a:pt x="1375942" y="416441"/>
                  </a:lnTo>
                  <a:lnTo>
                    <a:pt x="1379862" y="416441"/>
                  </a:lnTo>
                  <a:lnTo>
                    <a:pt x="1383782" y="416441"/>
                  </a:lnTo>
                  <a:lnTo>
                    <a:pt x="1387702" y="416441"/>
                  </a:lnTo>
                  <a:lnTo>
                    <a:pt x="1391622" y="416441"/>
                  </a:lnTo>
                  <a:lnTo>
                    <a:pt x="1395542" y="416441"/>
                  </a:lnTo>
                  <a:lnTo>
                    <a:pt x="1399462" y="416441"/>
                  </a:lnTo>
                  <a:lnTo>
                    <a:pt x="1403382" y="416441"/>
                  </a:lnTo>
                  <a:lnTo>
                    <a:pt x="1407302" y="416441"/>
                  </a:lnTo>
                  <a:lnTo>
                    <a:pt x="1411222" y="416441"/>
                  </a:lnTo>
                  <a:lnTo>
                    <a:pt x="1415142" y="416441"/>
                  </a:lnTo>
                  <a:lnTo>
                    <a:pt x="1419062" y="416441"/>
                  </a:lnTo>
                  <a:lnTo>
                    <a:pt x="1422982" y="416441"/>
                  </a:lnTo>
                  <a:lnTo>
                    <a:pt x="1426902" y="416441"/>
                  </a:lnTo>
                  <a:lnTo>
                    <a:pt x="1430822" y="416441"/>
                  </a:lnTo>
                  <a:lnTo>
                    <a:pt x="1434743" y="416441"/>
                  </a:lnTo>
                  <a:lnTo>
                    <a:pt x="1438663" y="416441"/>
                  </a:lnTo>
                  <a:lnTo>
                    <a:pt x="1442583" y="416441"/>
                  </a:lnTo>
                  <a:lnTo>
                    <a:pt x="1446503" y="416441"/>
                  </a:lnTo>
                  <a:lnTo>
                    <a:pt x="1450423" y="416441"/>
                  </a:lnTo>
                  <a:lnTo>
                    <a:pt x="1454343" y="416441"/>
                  </a:lnTo>
                  <a:lnTo>
                    <a:pt x="1458263" y="416441"/>
                  </a:lnTo>
                  <a:lnTo>
                    <a:pt x="1462183" y="416441"/>
                  </a:lnTo>
                  <a:lnTo>
                    <a:pt x="1466103" y="416441"/>
                  </a:lnTo>
                  <a:lnTo>
                    <a:pt x="1470023" y="416441"/>
                  </a:lnTo>
                  <a:lnTo>
                    <a:pt x="1473943" y="416441"/>
                  </a:lnTo>
                  <a:lnTo>
                    <a:pt x="1477863" y="416441"/>
                  </a:lnTo>
                  <a:lnTo>
                    <a:pt x="1481783" y="416441"/>
                  </a:lnTo>
                  <a:lnTo>
                    <a:pt x="1485703" y="416441"/>
                  </a:lnTo>
                  <a:lnTo>
                    <a:pt x="1489623" y="416441"/>
                  </a:lnTo>
                  <a:lnTo>
                    <a:pt x="1493543" y="416441"/>
                  </a:lnTo>
                  <a:lnTo>
                    <a:pt x="1497464" y="416441"/>
                  </a:lnTo>
                  <a:lnTo>
                    <a:pt x="1501384" y="416441"/>
                  </a:lnTo>
                  <a:lnTo>
                    <a:pt x="1505304" y="416441"/>
                  </a:lnTo>
                  <a:lnTo>
                    <a:pt x="1509224" y="416441"/>
                  </a:lnTo>
                  <a:lnTo>
                    <a:pt x="1513144" y="416441"/>
                  </a:lnTo>
                  <a:lnTo>
                    <a:pt x="1517064" y="416441"/>
                  </a:lnTo>
                  <a:lnTo>
                    <a:pt x="1520984" y="416441"/>
                  </a:lnTo>
                  <a:lnTo>
                    <a:pt x="1524904" y="416441"/>
                  </a:lnTo>
                  <a:lnTo>
                    <a:pt x="1528824" y="416441"/>
                  </a:lnTo>
                  <a:lnTo>
                    <a:pt x="1532744" y="416441"/>
                  </a:lnTo>
                  <a:lnTo>
                    <a:pt x="1536664" y="416441"/>
                  </a:lnTo>
                  <a:lnTo>
                    <a:pt x="1540584" y="416441"/>
                  </a:lnTo>
                  <a:lnTo>
                    <a:pt x="1544504" y="416441"/>
                  </a:lnTo>
                  <a:lnTo>
                    <a:pt x="1548424" y="416441"/>
                  </a:lnTo>
                  <a:lnTo>
                    <a:pt x="1552344" y="416441"/>
                  </a:lnTo>
                  <a:lnTo>
                    <a:pt x="1556265" y="416441"/>
                  </a:lnTo>
                  <a:lnTo>
                    <a:pt x="1560185" y="416441"/>
                  </a:lnTo>
                  <a:lnTo>
                    <a:pt x="1564105" y="416441"/>
                  </a:lnTo>
                  <a:lnTo>
                    <a:pt x="1568025" y="416441"/>
                  </a:lnTo>
                  <a:lnTo>
                    <a:pt x="1571945" y="416441"/>
                  </a:lnTo>
                  <a:lnTo>
                    <a:pt x="1575865" y="416441"/>
                  </a:lnTo>
                  <a:lnTo>
                    <a:pt x="1579785" y="416441"/>
                  </a:lnTo>
                  <a:lnTo>
                    <a:pt x="1583705" y="416441"/>
                  </a:lnTo>
                  <a:lnTo>
                    <a:pt x="1587625" y="416441"/>
                  </a:lnTo>
                  <a:lnTo>
                    <a:pt x="1591545" y="416441"/>
                  </a:lnTo>
                  <a:lnTo>
                    <a:pt x="1595465" y="416441"/>
                  </a:lnTo>
                  <a:lnTo>
                    <a:pt x="1599385" y="416441"/>
                  </a:lnTo>
                  <a:lnTo>
                    <a:pt x="1603305" y="416441"/>
                  </a:lnTo>
                  <a:lnTo>
                    <a:pt x="1607225" y="416441"/>
                  </a:lnTo>
                  <a:lnTo>
                    <a:pt x="1611145" y="416441"/>
                  </a:lnTo>
                  <a:lnTo>
                    <a:pt x="1615065" y="416441"/>
                  </a:lnTo>
                  <a:lnTo>
                    <a:pt x="1618986" y="416441"/>
                  </a:lnTo>
                  <a:lnTo>
                    <a:pt x="1622906" y="416441"/>
                  </a:lnTo>
                  <a:lnTo>
                    <a:pt x="1626826" y="416441"/>
                  </a:lnTo>
                  <a:lnTo>
                    <a:pt x="1630746" y="416441"/>
                  </a:lnTo>
                  <a:lnTo>
                    <a:pt x="1634666" y="416441"/>
                  </a:lnTo>
                  <a:lnTo>
                    <a:pt x="1638586" y="416441"/>
                  </a:lnTo>
                  <a:lnTo>
                    <a:pt x="1642506" y="416441"/>
                  </a:lnTo>
                  <a:lnTo>
                    <a:pt x="1646426" y="416441"/>
                  </a:lnTo>
                  <a:lnTo>
                    <a:pt x="1650346" y="416441"/>
                  </a:lnTo>
                  <a:lnTo>
                    <a:pt x="1654266" y="416441"/>
                  </a:lnTo>
                  <a:lnTo>
                    <a:pt x="1658186" y="416441"/>
                  </a:lnTo>
                  <a:lnTo>
                    <a:pt x="1662106" y="416441"/>
                  </a:lnTo>
                  <a:lnTo>
                    <a:pt x="1666026" y="416441"/>
                  </a:lnTo>
                  <a:lnTo>
                    <a:pt x="1669946" y="416441"/>
                  </a:lnTo>
                  <a:lnTo>
                    <a:pt x="1673866" y="416441"/>
                  </a:lnTo>
                  <a:lnTo>
                    <a:pt x="1677786" y="416441"/>
                  </a:lnTo>
                  <a:lnTo>
                    <a:pt x="1681707" y="416441"/>
                  </a:lnTo>
                  <a:lnTo>
                    <a:pt x="1685627" y="416441"/>
                  </a:lnTo>
                  <a:lnTo>
                    <a:pt x="1689547" y="416441"/>
                  </a:lnTo>
                  <a:lnTo>
                    <a:pt x="1693467" y="416441"/>
                  </a:lnTo>
                  <a:lnTo>
                    <a:pt x="1697387" y="416441"/>
                  </a:lnTo>
                  <a:lnTo>
                    <a:pt x="1701307" y="416441"/>
                  </a:lnTo>
                  <a:lnTo>
                    <a:pt x="1705227" y="416441"/>
                  </a:lnTo>
                  <a:lnTo>
                    <a:pt x="1709147" y="416441"/>
                  </a:lnTo>
                  <a:lnTo>
                    <a:pt x="1713067" y="416441"/>
                  </a:lnTo>
                  <a:lnTo>
                    <a:pt x="1716987" y="416441"/>
                  </a:lnTo>
                  <a:lnTo>
                    <a:pt x="1720907" y="416441"/>
                  </a:lnTo>
                  <a:lnTo>
                    <a:pt x="1724827" y="416441"/>
                  </a:lnTo>
                  <a:lnTo>
                    <a:pt x="1728747" y="416441"/>
                  </a:lnTo>
                  <a:lnTo>
                    <a:pt x="1732667" y="416441"/>
                  </a:lnTo>
                  <a:lnTo>
                    <a:pt x="1736587" y="416441"/>
                  </a:lnTo>
                  <a:lnTo>
                    <a:pt x="1740507" y="416441"/>
                  </a:lnTo>
                  <a:lnTo>
                    <a:pt x="1744428" y="416441"/>
                  </a:lnTo>
                  <a:lnTo>
                    <a:pt x="1748348" y="416441"/>
                  </a:lnTo>
                  <a:lnTo>
                    <a:pt x="1752268" y="416441"/>
                  </a:lnTo>
                  <a:lnTo>
                    <a:pt x="1756188" y="416441"/>
                  </a:lnTo>
                  <a:lnTo>
                    <a:pt x="1760108" y="416441"/>
                  </a:lnTo>
                  <a:lnTo>
                    <a:pt x="1764028" y="416441"/>
                  </a:lnTo>
                  <a:lnTo>
                    <a:pt x="1767948" y="416441"/>
                  </a:lnTo>
                  <a:lnTo>
                    <a:pt x="1771868" y="416441"/>
                  </a:lnTo>
                  <a:lnTo>
                    <a:pt x="1775788" y="416441"/>
                  </a:lnTo>
                  <a:lnTo>
                    <a:pt x="1779708" y="416441"/>
                  </a:lnTo>
                  <a:lnTo>
                    <a:pt x="1783628" y="416441"/>
                  </a:lnTo>
                  <a:lnTo>
                    <a:pt x="1787548" y="416441"/>
                  </a:lnTo>
                  <a:lnTo>
                    <a:pt x="1791468" y="416441"/>
                  </a:lnTo>
                  <a:lnTo>
                    <a:pt x="1795388" y="416441"/>
                  </a:lnTo>
                  <a:lnTo>
                    <a:pt x="1799308" y="416441"/>
                  </a:lnTo>
                  <a:lnTo>
                    <a:pt x="1803228" y="416441"/>
                  </a:lnTo>
                  <a:lnTo>
                    <a:pt x="1807149" y="416441"/>
                  </a:lnTo>
                  <a:lnTo>
                    <a:pt x="1811069" y="416441"/>
                  </a:lnTo>
                  <a:lnTo>
                    <a:pt x="1814989" y="416441"/>
                  </a:lnTo>
                  <a:lnTo>
                    <a:pt x="1818909" y="416441"/>
                  </a:lnTo>
                  <a:lnTo>
                    <a:pt x="1822829" y="416441"/>
                  </a:lnTo>
                  <a:lnTo>
                    <a:pt x="1826749" y="416441"/>
                  </a:lnTo>
                  <a:lnTo>
                    <a:pt x="1830669" y="416441"/>
                  </a:lnTo>
                  <a:lnTo>
                    <a:pt x="1834589" y="416441"/>
                  </a:lnTo>
                  <a:lnTo>
                    <a:pt x="1838509" y="416441"/>
                  </a:lnTo>
                  <a:lnTo>
                    <a:pt x="1842429" y="416441"/>
                  </a:lnTo>
                  <a:lnTo>
                    <a:pt x="1846349" y="416441"/>
                  </a:lnTo>
                  <a:lnTo>
                    <a:pt x="1850269" y="416441"/>
                  </a:lnTo>
                  <a:lnTo>
                    <a:pt x="1854189" y="416441"/>
                  </a:lnTo>
                  <a:lnTo>
                    <a:pt x="1858109" y="416441"/>
                  </a:lnTo>
                  <a:lnTo>
                    <a:pt x="1862029" y="416441"/>
                  </a:lnTo>
                  <a:lnTo>
                    <a:pt x="1865949" y="416441"/>
                  </a:lnTo>
                  <a:lnTo>
                    <a:pt x="1869870" y="416441"/>
                  </a:lnTo>
                  <a:lnTo>
                    <a:pt x="1873790" y="416441"/>
                  </a:lnTo>
                  <a:lnTo>
                    <a:pt x="1877710" y="416441"/>
                  </a:lnTo>
                  <a:lnTo>
                    <a:pt x="1881630" y="416441"/>
                  </a:lnTo>
                  <a:lnTo>
                    <a:pt x="1885550" y="416441"/>
                  </a:lnTo>
                  <a:lnTo>
                    <a:pt x="1889470" y="416441"/>
                  </a:lnTo>
                  <a:lnTo>
                    <a:pt x="1893390" y="416441"/>
                  </a:lnTo>
                  <a:lnTo>
                    <a:pt x="1897310" y="416441"/>
                  </a:lnTo>
                  <a:lnTo>
                    <a:pt x="1901230" y="416441"/>
                  </a:lnTo>
                  <a:lnTo>
                    <a:pt x="1905150" y="416441"/>
                  </a:lnTo>
                  <a:lnTo>
                    <a:pt x="1909070" y="416441"/>
                  </a:lnTo>
                  <a:lnTo>
                    <a:pt x="1912990" y="416441"/>
                  </a:lnTo>
                  <a:lnTo>
                    <a:pt x="1916910" y="416441"/>
                  </a:lnTo>
                  <a:lnTo>
                    <a:pt x="1920830" y="416441"/>
                  </a:lnTo>
                  <a:lnTo>
                    <a:pt x="1924750" y="416441"/>
                  </a:lnTo>
                  <a:lnTo>
                    <a:pt x="1928670" y="416441"/>
                  </a:lnTo>
                  <a:lnTo>
                    <a:pt x="1932591" y="416441"/>
                  </a:lnTo>
                  <a:lnTo>
                    <a:pt x="1936511" y="416441"/>
                  </a:lnTo>
                  <a:lnTo>
                    <a:pt x="1940431" y="416441"/>
                  </a:lnTo>
                  <a:lnTo>
                    <a:pt x="1944351" y="416441"/>
                  </a:lnTo>
                  <a:lnTo>
                    <a:pt x="1948271" y="416441"/>
                  </a:lnTo>
                  <a:lnTo>
                    <a:pt x="1952191" y="416441"/>
                  </a:lnTo>
                  <a:lnTo>
                    <a:pt x="1956111" y="416441"/>
                  </a:lnTo>
                  <a:lnTo>
                    <a:pt x="1960031" y="416441"/>
                  </a:lnTo>
                  <a:lnTo>
                    <a:pt x="1963951" y="416441"/>
                  </a:lnTo>
                  <a:lnTo>
                    <a:pt x="1967871" y="416441"/>
                  </a:lnTo>
                  <a:lnTo>
                    <a:pt x="1971791" y="416441"/>
                  </a:lnTo>
                  <a:lnTo>
                    <a:pt x="1975711" y="416441"/>
                  </a:lnTo>
                  <a:lnTo>
                    <a:pt x="1979631" y="416441"/>
                  </a:lnTo>
                  <a:lnTo>
                    <a:pt x="1983551" y="416441"/>
                  </a:lnTo>
                  <a:lnTo>
                    <a:pt x="1987471" y="416441"/>
                  </a:lnTo>
                  <a:lnTo>
                    <a:pt x="1991391" y="416441"/>
                  </a:lnTo>
                  <a:lnTo>
                    <a:pt x="1995312" y="416441"/>
                  </a:lnTo>
                  <a:lnTo>
                    <a:pt x="1999232" y="416441"/>
                  </a:lnTo>
                  <a:lnTo>
                    <a:pt x="2003152" y="416441"/>
                  </a:lnTo>
                  <a:lnTo>
                    <a:pt x="1999232" y="416441"/>
                  </a:lnTo>
                  <a:lnTo>
                    <a:pt x="1995312" y="416441"/>
                  </a:lnTo>
                  <a:lnTo>
                    <a:pt x="1991391" y="416441"/>
                  </a:lnTo>
                  <a:lnTo>
                    <a:pt x="1987471" y="416441"/>
                  </a:lnTo>
                  <a:lnTo>
                    <a:pt x="1983551" y="416441"/>
                  </a:lnTo>
                  <a:lnTo>
                    <a:pt x="1979631" y="416441"/>
                  </a:lnTo>
                  <a:lnTo>
                    <a:pt x="1975711" y="416441"/>
                  </a:lnTo>
                  <a:lnTo>
                    <a:pt x="1971791" y="416441"/>
                  </a:lnTo>
                  <a:lnTo>
                    <a:pt x="1967871" y="416441"/>
                  </a:lnTo>
                  <a:lnTo>
                    <a:pt x="1963951" y="416441"/>
                  </a:lnTo>
                  <a:lnTo>
                    <a:pt x="1960031" y="416441"/>
                  </a:lnTo>
                  <a:lnTo>
                    <a:pt x="1956111" y="416441"/>
                  </a:lnTo>
                  <a:lnTo>
                    <a:pt x="1952191" y="416441"/>
                  </a:lnTo>
                  <a:lnTo>
                    <a:pt x="1948271" y="416441"/>
                  </a:lnTo>
                  <a:lnTo>
                    <a:pt x="1944351" y="416441"/>
                  </a:lnTo>
                  <a:lnTo>
                    <a:pt x="1940431" y="416441"/>
                  </a:lnTo>
                  <a:lnTo>
                    <a:pt x="1936511" y="416441"/>
                  </a:lnTo>
                  <a:lnTo>
                    <a:pt x="1932591" y="416441"/>
                  </a:lnTo>
                  <a:lnTo>
                    <a:pt x="1928670" y="416441"/>
                  </a:lnTo>
                  <a:lnTo>
                    <a:pt x="1924750" y="416441"/>
                  </a:lnTo>
                  <a:lnTo>
                    <a:pt x="1920830" y="416441"/>
                  </a:lnTo>
                  <a:lnTo>
                    <a:pt x="1916910" y="416441"/>
                  </a:lnTo>
                  <a:lnTo>
                    <a:pt x="1912990" y="416441"/>
                  </a:lnTo>
                  <a:lnTo>
                    <a:pt x="1909070" y="416441"/>
                  </a:lnTo>
                  <a:lnTo>
                    <a:pt x="1905150" y="416441"/>
                  </a:lnTo>
                  <a:lnTo>
                    <a:pt x="1901230" y="416441"/>
                  </a:lnTo>
                  <a:lnTo>
                    <a:pt x="1897310" y="416441"/>
                  </a:lnTo>
                  <a:lnTo>
                    <a:pt x="1893390" y="416441"/>
                  </a:lnTo>
                  <a:lnTo>
                    <a:pt x="1889470" y="416441"/>
                  </a:lnTo>
                  <a:lnTo>
                    <a:pt x="1885550" y="416441"/>
                  </a:lnTo>
                  <a:lnTo>
                    <a:pt x="1881630" y="416441"/>
                  </a:lnTo>
                  <a:lnTo>
                    <a:pt x="1877710" y="416441"/>
                  </a:lnTo>
                  <a:lnTo>
                    <a:pt x="1873790" y="416441"/>
                  </a:lnTo>
                  <a:lnTo>
                    <a:pt x="1869870" y="416441"/>
                  </a:lnTo>
                  <a:lnTo>
                    <a:pt x="1865949" y="416441"/>
                  </a:lnTo>
                  <a:lnTo>
                    <a:pt x="1862029" y="416441"/>
                  </a:lnTo>
                  <a:lnTo>
                    <a:pt x="1858109" y="416441"/>
                  </a:lnTo>
                  <a:lnTo>
                    <a:pt x="1854189" y="416441"/>
                  </a:lnTo>
                  <a:lnTo>
                    <a:pt x="1850269" y="416441"/>
                  </a:lnTo>
                  <a:lnTo>
                    <a:pt x="1846349" y="416441"/>
                  </a:lnTo>
                  <a:lnTo>
                    <a:pt x="1842429" y="416441"/>
                  </a:lnTo>
                  <a:lnTo>
                    <a:pt x="1838509" y="416441"/>
                  </a:lnTo>
                  <a:lnTo>
                    <a:pt x="1834589" y="416441"/>
                  </a:lnTo>
                  <a:lnTo>
                    <a:pt x="1830669" y="416441"/>
                  </a:lnTo>
                  <a:lnTo>
                    <a:pt x="1826749" y="416441"/>
                  </a:lnTo>
                  <a:lnTo>
                    <a:pt x="1822829" y="416441"/>
                  </a:lnTo>
                  <a:lnTo>
                    <a:pt x="1818909" y="416441"/>
                  </a:lnTo>
                  <a:lnTo>
                    <a:pt x="1814989" y="416441"/>
                  </a:lnTo>
                  <a:lnTo>
                    <a:pt x="1811069" y="416441"/>
                  </a:lnTo>
                  <a:lnTo>
                    <a:pt x="1807149" y="416441"/>
                  </a:lnTo>
                  <a:lnTo>
                    <a:pt x="1803228" y="416441"/>
                  </a:lnTo>
                  <a:lnTo>
                    <a:pt x="1799308" y="416441"/>
                  </a:lnTo>
                  <a:lnTo>
                    <a:pt x="1795388" y="416441"/>
                  </a:lnTo>
                  <a:lnTo>
                    <a:pt x="1791468" y="416441"/>
                  </a:lnTo>
                  <a:lnTo>
                    <a:pt x="1787548" y="416441"/>
                  </a:lnTo>
                  <a:lnTo>
                    <a:pt x="1783628" y="416441"/>
                  </a:lnTo>
                  <a:lnTo>
                    <a:pt x="1779708" y="416441"/>
                  </a:lnTo>
                  <a:lnTo>
                    <a:pt x="1775788" y="416441"/>
                  </a:lnTo>
                  <a:lnTo>
                    <a:pt x="1771868" y="416441"/>
                  </a:lnTo>
                  <a:lnTo>
                    <a:pt x="1767948" y="416441"/>
                  </a:lnTo>
                  <a:lnTo>
                    <a:pt x="1764028" y="416441"/>
                  </a:lnTo>
                  <a:lnTo>
                    <a:pt x="1760108" y="416441"/>
                  </a:lnTo>
                  <a:lnTo>
                    <a:pt x="1756188" y="416441"/>
                  </a:lnTo>
                  <a:lnTo>
                    <a:pt x="1752268" y="416441"/>
                  </a:lnTo>
                  <a:lnTo>
                    <a:pt x="1748348" y="416441"/>
                  </a:lnTo>
                  <a:lnTo>
                    <a:pt x="1744428" y="416441"/>
                  </a:lnTo>
                  <a:lnTo>
                    <a:pt x="1740507" y="416441"/>
                  </a:lnTo>
                  <a:lnTo>
                    <a:pt x="1736587" y="416441"/>
                  </a:lnTo>
                  <a:lnTo>
                    <a:pt x="1732667" y="416441"/>
                  </a:lnTo>
                  <a:lnTo>
                    <a:pt x="1728747" y="416441"/>
                  </a:lnTo>
                  <a:lnTo>
                    <a:pt x="1724827" y="416441"/>
                  </a:lnTo>
                  <a:lnTo>
                    <a:pt x="1720907" y="416441"/>
                  </a:lnTo>
                  <a:lnTo>
                    <a:pt x="1716987" y="416441"/>
                  </a:lnTo>
                  <a:lnTo>
                    <a:pt x="1713067" y="416441"/>
                  </a:lnTo>
                  <a:lnTo>
                    <a:pt x="1709147" y="416441"/>
                  </a:lnTo>
                  <a:lnTo>
                    <a:pt x="1705227" y="416441"/>
                  </a:lnTo>
                  <a:lnTo>
                    <a:pt x="1701307" y="416441"/>
                  </a:lnTo>
                  <a:lnTo>
                    <a:pt x="1697387" y="416441"/>
                  </a:lnTo>
                  <a:lnTo>
                    <a:pt x="1693467" y="416441"/>
                  </a:lnTo>
                  <a:lnTo>
                    <a:pt x="1689547" y="416441"/>
                  </a:lnTo>
                  <a:lnTo>
                    <a:pt x="1685627" y="416441"/>
                  </a:lnTo>
                  <a:lnTo>
                    <a:pt x="1681707" y="416441"/>
                  </a:lnTo>
                  <a:lnTo>
                    <a:pt x="1677786" y="416441"/>
                  </a:lnTo>
                  <a:lnTo>
                    <a:pt x="1673866" y="416441"/>
                  </a:lnTo>
                  <a:lnTo>
                    <a:pt x="1669946" y="416441"/>
                  </a:lnTo>
                  <a:lnTo>
                    <a:pt x="1666026" y="416441"/>
                  </a:lnTo>
                  <a:lnTo>
                    <a:pt x="1662106" y="416441"/>
                  </a:lnTo>
                  <a:lnTo>
                    <a:pt x="1658186" y="416441"/>
                  </a:lnTo>
                  <a:lnTo>
                    <a:pt x="1654266" y="416441"/>
                  </a:lnTo>
                  <a:lnTo>
                    <a:pt x="1650346" y="416441"/>
                  </a:lnTo>
                  <a:lnTo>
                    <a:pt x="1646426" y="416441"/>
                  </a:lnTo>
                  <a:lnTo>
                    <a:pt x="1642506" y="416441"/>
                  </a:lnTo>
                  <a:lnTo>
                    <a:pt x="1638586" y="416441"/>
                  </a:lnTo>
                  <a:lnTo>
                    <a:pt x="1634666" y="416441"/>
                  </a:lnTo>
                  <a:lnTo>
                    <a:pt x="1630746" y="416441"/>
                  </a:lnTo>
                  <a:lnTo>
                    <a:pt x="1626826" y="416441"/>
                  </a:lnTo>
                  <a:lnTo>
                    <a:pt x="1622906" y="416441"/>
                  </a:lnTo>
                  <a:lnTo>
                    <a:pt x="1618986" y="416441"/>
                  </a:lnTo>
                  <a:lnTo>
                    <a:pt x="1615065" y="416441"/>
                  </a:lnTo>
                  <a:lnTo>
                    <a:pt x="1611145" y="416441"/>
                  </a:lnTo>
                  <a:lnTo>
                    <a:pt x="1607225" y="416441"/>
                  </a:lnTo>
                  <a:lnTo>
                    <a:pt x="1603305" y="416441"/>
                  </a:lnTo>
                  <a:lnTo>
                    <a:pt x="1599385" y="416441"/>
                  </a:lnTo>
                  <a:lnTo>
                    <a:pt x="1595465" y="416441"/>
                  </a:lnTo>
                  <a:lnTo>
                    <a:pt x="1591545" y="416441"/>
                  </a:lnTo>
                  <a:lnTo>
                    <a:pt x="1587625" y="416441"/>
                  </a:lnTo>
                  <a:lnTo>
                    <a:pt x="1583705" y="416441"/>
                  </a:lnTo>
                  <a:lnTo>
                    <a:pt x="1579785" y="416441"/>
                  </a:lnTo>
                  <a:lnTo>
                    <a:pt x="1575865" y="416441"/>
                  </a:lnTo>
                  <a:lnTo>
                    <a:pt x="1571945" y="416441"/>
                  </a:lnTo>
                  <a:lnTo>
                    <a:pt x="1568025" y="416441"/>
                  </a:lnTo>
                  <a:lnTo>
                    <a:pt x="1564105" y="416441"/>
                  </a:lnTo>
                  <a:lnTo>
                    <a:pt x="1560185" y="416441"/>
                  </a:lnTo>
                  <a:lnTo>
                    <a:pt x="1556265" y="416441"/>
                  </a:lnTo>
                  <a:lnTo>
                    <a:pt x="1552344" y="416441"/>
                  </a:lnTo>
                  <a:lnTo>
                    <a:pt x="1548424" y="416441"/>
                  </a:lnTo>
                  <a:lnTo>
                    <a:pt x="1544504" y="416441"/>
                  </a:lnTo>
                  <a:lnTo>
                    <a:pt x="1540584" y="416441"/>
                  </a:lnTo>
                  <a:lnTo>
                    <a:pt x="1536664" y="416441"/>
                  </a:lnTo>
                  <a:lnTo>
                    <a:pt x="1532744" y="416441"/>
                  </a:lnTo>
                  <a:lnTo>
                    <a:pt x="1528824" y="416441"/>
                  </a:lnTo>
                  <a:lnTo>
                    <a:pt x="1524904" y="416441"/>
                  </a:lnTo>
                  <a:lnTo>
                    <a:pt x="1520984" y="416441"/>
                  </a:lnTo>
                  <a:lnTo>
                    <a:pt x="1517064" y="416441"/>
                  </a:lnTo>
                  <a:lnTo>
                    <a:pt x="1513144" y="416441"/>
                  </a:lnTo>
                  <a:lnTo>
                    <a:pt x="1509224" y="416441"/>
                  </a:lnTo>
                  <a:lnTo>
                    <a:pt x="1505304" y="416441"/>
                  </a:lnTo>
                  <a:lnTo>
                    <a:pt x="1501384" y="416441"/>
                  </a:lnTo>
                  <a:lnTo>
                    <a:pt x="1497464" y="416441"/>
                  </a:lnTo>
                  <a:lnTo>
                    <a:pt x="1493543" y="416441"/>
                  </a:lnTo>
                  <a:lnTo>
                    <a:pt x="1489623" y="416441"/>
                  </a:lnTo>
                  <a:lnTo>
                    <a:pt x="1485703" y="416441"/>
                  </a:lnTo>
                  <a:lnTo>
                    <a:pt x="1481783" y="416441"/>
                  </a:lnTo>
                  <a:lnTo>
                    <a:pt x="1477863" y="416441"/>
                  </a:lnTo>
                  <a:lnTo>
                    <a:pt x="1473943" y="416441"/>
                  </a:lnTo>
                  <a:lnTo>
                    <a:pt x="1470023" y="416441"/>
                  </a:lnTo>
                  <a:lnTo>
                    <a:pt x="1466103" y="416441"/>
                  </a:lnTo>
                  <a:lnTo>
                    <a:pt x="1462183" y="416441"/>
                  </a:lnTo>
                  <a:lnTo>
                    <a:pt x="1458263" y="416441"/>
                  </a:lnTo>
                  <a:lnTo>
                    <a:pt x="1454343" y="416441"/>
                  </a:lnTo>
                  <a:lnTo>
                    <a:pt x="1450423" y="416441"/>
                  </a:lnTo>
                  <a:lnTo>
                    <a:pt x="1446503" y="416441"/>
                  </a:lnTo>
                  <a:lnTo>
                    <a:pt x="1442583" y="416441"/>
                  </a:lnTo>
                  <a:lnTo>
                    <a:pt x="1438663" y="416441"/>
                  </a:lnTo>
                  <a:lnTo>
                    <a:pt x="1434743" y="416441"/>
                  </a:lnTo>
                  <a:lnTo>
                    <a:pt x="1430822" y="416441"/>
                  </a:lnTo>
                  <a:lnTo>
                    <a:pt x="1426902" y="416441"/>
                  </a:lnTo>
                  <a:lnTo>
                    <a:pt x="1422982" y="416441"/>
                  </a:lnTo>
                  <a:lnTo>
                    <a:pt x="1419062" y="416441"/>
                  </a:lnTo>
                  <a:lnTo>
                    <a:pt x="1415142" y="416441"/>
                  </a:lnTo>
                  <a:lnTo>
                    <a:pt x="1411222" y="416441"/>
                  </a:lnTo>
                  <a:lnTo>
                    <a:pt x="1407302" y="416441"/>
                  </a:lnTo>
                  <a:lnTo>
                    <a:pt x="1403382" y="416441"/>
                  </a:lnTo>
                  <a:lnTo>
                    <a:pt x="1399462" y="416441"/>
                  </a:lnTo>
                  <a:lnTo>
                    <a:pt x="1395542" y="416441"/>
                  </a:lnTo>
                  <a:lnTo>
                    <a:pt x="1391622" y="416441"/>
                  </a:lnTo>
                  <a:lnTo>
                    <a:pt x="1387702" y="416441"/>
                  </a:lnTo>
                  <a:lnTo>
                    <a:pt x="1383782" y="416441"/>
                  </a:lnTo>
                  <a:lnTo>
                    <a:pt x="1379862" y="416441"/>
                  </a:lnTo>
                  <a:lnTo>
                    <a:pt x="1375942" y="416441"/>
                  </a:lnTo>
                  <a:lnTo>
                    <a:pt x="1372022" y="416441"/>
                  </a:lnTo>
                  <a:lnTo>
                    <a:pt x="1368101" y="416441"/>
                  </a:lnTo>
                  <a:lnTo>
                    <a:pt x="1364181" y="416441"/>
                  </a:lnTo>
                  <a:lnTo>
                    <a:pt x="1360261" y="416441"/>
                  </a:lnTo>
                  <a:lnTo>
                    <a:pt x="1356341" y="416441"/>
                  </a:lnTo>
                  <a:lnTo>
                    <a:pt x="1352421" y="416441"/>
                  </a:lnTo>
                  <a:lnTo>
                    <a:pt x="1348501" y="416441"/>
                  </a:lnTo>
                  <a:lnTo>
                    <a:pt x="1344581" y="416441"/>
                  </a:lnTo>
                  <a:lnTo>
                    <a:pt x="1340661" y="416441"/>
                  </a:lnTo>
                  <a:lnTo>
                    <a:pt x="1336741" y="416441"/>
                  </a:lnTo>
                  <a:lnTo>
                    <a:pt x="1332821" y="416441"/>
                  </a:lnTo>
                  <a:lnTo>
                    <a:pt x="1328901" y="416441"/>
                  </a:lnTo>
                  <a:lnTo>
                    <a:pt x="1324981" y="416441"/>
                  </a:lnTo>
                  <a:lnTo>
                    <a:pt x="1321061" y="416441"/>
                  </a:lnTo>
                  <a:lnTo>
                    <a:pt x="1317141" y="416441"/>
                  </a:lnTo>
                  <a:lnTo>
                    <a:pt x="1313221" y="416441"/>
                  </a:lnTo>
                  <a:lnTo>
                    <a:pt x="1309301" y="416441"/>
                  </a:lnTo>
                  <a:lnTo>
                    <a:pt x="1305380" y="416441"/>
                  </a:lnTo>
                  <a:lnTo>
                    <a:pt x="1301460" y="416441"/>
                  </a:lnTo>
                  <a:lnTo>
                    <a:pt x="1297540" y="416441"/>
                  </a:lnTo>
                  <a:lnTo>
                    <a:pt x="1293620" y="416441"/>
                  </a:lnTo>
                  <a:lnTo>
                    <a:pt x="1289700" y="416441"/>
                  </a:lnTo>
                  <a:lnTo>
                    <a:pt x="1285780" y="416441"/>
                  </a:lnTo>
                  <a:lnTo>
                    <a:pt x="1281860" y="416441"/>
                  </a:lnTo>
                  <a:lnTo>
                    <a:pt x="1277940" y="416441"/>
                  </a:lnTo>
                  <a:lnTo>
                    <a:pt x="1274020" y="416441"/>
                  </a:lnTo>
                  <a:lnTo>
                    <a:pt x="1270100" y="416441"/>
                  </a:lnTo>
                  <a:lnTo>
                    <a:pt x="1266180" y="416441"/>
                  </a:lnTo>
                  <a:lnTo>
                    <a:pt x="1262260" y="416441"/>
                  </a:lnTo>
                  <a:lnTo>
                    <a:pt x="1258340" y="416441"/>
                  </a:lnTo>
                  <a:lnTo>
                    <a:pt x="1254420" y="416441"/>
                  </a:lnTo>
                  <a:lnTo>
                    <a:pt x="1250500" y="416441"/>
                  </a:lnTo>
                  <a:lnTo>
                    <a:pt x="1246580" y="416441"/>
                  </a:lnTo>
                  <a:lnTo>
                    <a:pt x="1242659" y="416441"/>
                  </a:lnTo>
                  <a:lnTo>
                    <a:pt x="1238739" y="416441"/>
                  </a:lnTo>
                  <a:lnTo>
                    <a:pt x="1234819" y="416441"/>
                  </a:lnTo>
                  <a:lnTo>
                    <a:pt x="1230899" y="416441"/>
                  </a:lnTo>
                  <a:lnTo>
                    <a:pt x="1226979" y="416441"/>
                  </a:lnTo>
                  <a:lnTo>
                    <a:pt x="1223059" y="416441"/>
                  </a:lnTo>
                  <a:lnTo>
                    <a:pt x="1219139" y="416441"/>
                  </a:lnTo>
                  <a:lnTo>
                    <a:pt x="1215219" y="416441"/>
                  </a:lnTo>
                  <a:lnTo>
                    <a:pt x="1211299" y="416441"/>
                  </a:lnTo>
                  <a:lnTo>
                    <a:pt x="1207379" y="416441"/>
                  </a:lnTo>
                  <a:lnTo>
                    <a:pt x="1203459" y="416441"/>
                  </a:lnTo>
                  <a:lnTo>
                    <a:pt x="1199539" y="416441"/>
                  </a:lnTo>
                  <a:lnTo>
                    <a:pt x="1195619" y="416441"/>
                  </a:lnTo>
                  <a:lnTo>
                    <a:pt x="1191699" y="416441"/>
                  </a:lnTo>
                  <a:lnTo>
                    <a:pt x="1187779" y="416441"/>
                  </a:lnTo>
                  <a:lnTo>
                    <a:pt x="1183859" y="416441"/>
                  </a:lnTo>
                  <a:lnTo>
                    <a:pt x="1179938" y="416441"/>
                  </a:lnTo>
                  <a:lnTo>
                    <a:pt x="1176018" y="416441"/>
                  </a:lnTo>
                  <a:lnTo>
                    <a:pt x="1172098" y="416441"/>
                  </a:lnTo>
                  <a:lnTo>
                    <a:pt x="1168178" y="416441"/>
                  </a:lnTo>
                  <a:lnTo>
                    <a:pt x="1164258" y="416441"/>
                  </a:lnTo>
                  <a:lnTo>
                    <a:pt x="1160338" y="416441"/>
                  </a:lnTo>
                  <a:lnTo>
                    <a:pt x="1156418" y="416441"/>
                  </a:lnTo>
                  <a:lnTo>
                    <a:pt x="1152498" y="416441"/>
                  </a:lnTo>
                  <a:lnTo>
                    <a:pt x="1148578" y="416441"/>
                  </a:lnTo>
                  <a:lnTo>
                    <a:pt x="1144658" y="416441"/>
                  </a:lnTo>
                  <a:lnTo>
                    <a:pt x="1140738" y="416441"/>
                  </a:lnTo>
                  <a:lnTo>
                    <a:pt x="1136818" y="416441"/>
                  </a:lnTo>
                  <a:lnTo>
                    <a:pt x="1132898" y="416441"/>
                  </a:lnTo>
                  <a:lnTo>
                    <a:pt x="1128978" y="416441"/>
                  </a:lnTo>
                  <a:lnTo>
                    <a:pt x="1125058" y="416441"/>
                  </a:lnTo>
                  <a:lnTo>
                    <a:pt x="1121138" y="416441"/>
                  </a:lnTo>
                  <a:lnTo>
                    <a:pt x="1117217" y="416441"/>
                  </a:lnTo>
                  <a:lnTo>
                    <a:pt x="1113297" y="416441"/>
                  </a:lnTo>
                  <a:lnTo>
                    <a:pt x="1109377" y="416441"/>
                  </a:lnTo>
                  <a:lnTo>
                    <a:pt x="1105457" y="416441"/>
                  </a:lnTo>
                  <a:lnTo>
                    <a:pt x="1101537" y="416441"/>
                  </a:lnTo>
                  <a:lnTo>
                    <a:pt x="1097617" y="416441"/>
                  </a:lnTo>
                  <a:lnTo>
                    <a:pt x="1093697" y="416441"/>
                  </a:lnTo>
                  <a:lnTo>
                    <a:pt x="1089777" y="416441"/>
                  </a:lnTo>
                  <a:lnTo>
                    <a:pt x="1085857" y="416441"/>
                  </a:lnTo>
                  <a:lnTo>
                    <a:pt x="1081937" y="416441"/>
                  </a:lnTo>
                  <a:lnTo>
                    <a:pt x="1078017" y="416441"/>
                  </a:lnTo>
                  <a:lnTo>
                    <a:pt x="1074097" y="416441"/>
                  </a:lnTo>
                  <a:lnTo>
                    <a:pt x="1070177" y="416441"/>
                  </a:lnTo>
                  <a:lnTo>
                    <a:pt x="1066257" y="416441"/>
                  </a:lnTo>
                  <a:lnTo>
                    <a:pt x="1062337" y="416441"/>
                  </a:lnTo>
                  <a:lnTo>
                    <a:pt x="1058417" y="416441"/>
                  </a:lnTo>
                  <a:lnTo>
                    <a:pt x="1054496" y="416441"/>
                  </a:lnTo>
                  <a:lnTo>
                    <a:pt x="1050576" y="416441"/>
                  </a:lnTo>
                  <a:lnTo>
                    <a:pt x="1046656" y="416441"/>
                  </a:lnTo>
                  <a:lnTo>
                    <a:pt x="1042736" y="416441"/>
                  </a:lnTo>
                  <a:lnTo>
                    <a:pt x="1038816" y="416441"/>
                  </a:lnTo>
                  <a:lnTo>
                    <a:pt x="1034896" y="416441"/>
                  </a:lnTo>
                  <a:lnTo>
                    <a:pt x="1030976" y="416441"/>
                  </a:lnTo>
                  <a:lnTo>
                    <a:pt x="1027056" y="416441"/>
                  </a:lnTo>
                  <a:lnTo>
                    <a:pt x="1023136" y="416441"/>
                  </a:lnTo>
                  <a:lnTo>
                    <a:pt x="1019216" y="416441"/>
                  </a:lnTo>
                  <a:lnTo>
                    <a:pt x="1015296" y="416441"/>
                  </a:lnTo>
                  <a:lnTo>
                    <a:pt x="1011376" y="416441"/>
                  </a:lnTo>
                  <a:lnTo>
                    <a:pt x="1007456" y="416441"/>
                  </a:lnTo>
                  <a:lnTo>
                    <a:pt x="1003536" y="416441"/>
                  </a:lnTo>
                  <a:lnTo>
                    <a:pt x="999616" y="416441"/>
                  </a:lnTo>
                  <a:lnTo>
                    <a:pt x="995695" y="416441"/>
                  </a:lnTo>
                  <a:lnTo>
                    <a:pt x="991775" y="416441"/>
                  </a:lnTo>
                  <a:lnTo>
                    <a:pt x="987855" y="416441"/>
                  </a:lnTo>
                  <a:lnTo>
                    <a:pt x="983935" y="416441"/>
                  </a:lnTo>
                  <a:lnTo>
                    <a:pt x="980015" y="416441"/>
                  </a:lnTo>
                  <a:lnTo>
                    <a:pt x="976095" y="416441"/>
                  </a:lnTo>
                  <a:lnTo>
                    <a:pt x="972175" y="416441"/>
                  </a:lnTo>
                  <a:lnTo>
                    <a:pt x="968255" y="416441"/>
                  </a:lnTo>
                  <a:lnTo>
                    <a:pt x="964335" y="416441"/>
                  </a:lnTo>
                  <a:lnTo>
                    <a:pt x="960415" y="416441"/>
                  </a:lnTo>
                  <a:lnTo>
                    <a:pt x="956495" y="416441"/>
                  </a:lnTo>
                  <a:lnTo>
                    <a:pt x="952575" y="416441"/>
                  </a:lnTo>
                  <a:lnTo>
                    <a:pt x="948655" y="416441"/>
                  </a:lnTo>
                  <a:lnTo>
                    <a:pt x="944735" y="416441"/>
                  </a:lnTo>
                  <a:lnTo>
                    <a:pt x="940815" y="416441"/>
                  </a:lnTo>
                  <a:lnTo>
                    <a:pt x="936895" y="416441"/>
                  </a:lnTo>
                  <a:lnTo>
                    <a:pt x="932974" y="416441"/>
                  </a:lnTo>
                  <a:lnTo>
                    <a:pt x="929054" y="416441"/>
                  </a:lnTo>
                  <a:lnTo>
                    <a:pt x="925134" y="416441"/>
                  </a:lnTo>
                  <a:lnTo>
                    <a:pt x="921214" y="416441"/>
                  </a:lnTo>
                  <a:lnTo>
                    <a:pt x="917294" y="416441"/>
                  </a:lnTo>
                  <a:lnTo>
                    <a:pt x="913374" y="416441"/>
                  </a:lnTo>
                  <a:lnTo>
                    <a:pt x="909454" y="416441"/>
                  </a:lnTo>
                  <a:lnTo>
                    <a:pt x="905534" y="416441"/>
                  </a:lnTo>
                  <a:lnTo>
                    <a:pt x="901614" y="416441"/>
                  </a:lnTo>
                  <a:lnTo>
                    <a:pt x="897694" y="416441"/>
                  </a:lnTo>
                  <a:lnTo>
                    <a:pt x="893774" y="416441"/>
                  </a:lnTo>
                  <a:lnTo>
                    <a:pt x="889854" y="416441"/>
                  </a:lnTo>
                  <a:lnTo>
                    <a:pt x="885934" y="416441"/>
                  </a:lnTo>
                  <a:lnTo>
                    <a:pt x="882014" y="416441"/>
                  </a:lnTo>
                  <a:lnTo>
                    <a:pt x="878094" y="416441"/>
                  </a:lnTo>
                  <a:lnTo>
                    <a:pt x="874174" y="416441"/>
                  </a:lnTo>
                  <a:lnTo>
                    <a:pt x="870253" y="416441"/>
                  </a:lnTo>
                  <a:lnTo>
                    <a:pt x="866333" y="416441"/>
                  </a:lnTo>
                  <a:lnTo>
                    <a:pt x="862413" y="416441"/>
                  </a:lnTo>
                  <a:lnTo>
                    <a:pt x="858493" y="416441"/>
                  </a:lnTo>
                  <a:lnTo>
                    <a:pt x="854573" y="416441"/>
                  </a:lnTo>
                  <a:lnTo>
                    <a:pt x="850653" y="416441"/>
                  </a:lnTo>
                  <a:lnTo>
                    <a:pt x="846733" y="416441"/>
                  </a:lnTo>
                  <a:lnTo>
                    <a:pt x="842813" y="416441"/>
                  </a:lnTo>
                  <a:lnTo>
                    <a:pt x="838893" y="416441"/>
                  </a:lnTo>
                  <a:lnTo>
                    <a:pt x="834973" y="416441"/>
                  </a:lnTo>
                  <a:lnTo>
                    <a:pt x="831053" y="416441"/>
                  </a:lnTo>
                  <a:lnTo>
                    <a:pt x="827133" y="416441"/>
                  </a:lnTo>
                  <a:lnTo>
                    <a:pt x="823213" y="416441"/>
                  </a:lnTo>
                  <a:lnTo>
                    <a:pt x="819293" y="416441"/>
                  </a:lnTo>
                  <a:lnTo>
                    <a:pt x="815373" y="416441"/>
                  </a:lnTo>
                  <a:lnTo>
                    <a:pt x="811453" y="416441"/>
                  </a:lnTo>
                  <a:lnTo>
                    <a:pt x="807532" y="416441"/>
                  </a:lnTo>
                  <a:lnTo>
                    <a:pt x="803612" y="416441"/>
                  </a:lnTo>
                  <a:lnTo>
                    <a:pt x="799692" y="416441"/>
                  </a:lnTo>
                  <a:lnTo>
                    <a:pt x="795772" y="416441"/>
                  </a:lnTo>
                  <a:lnTo>
                    <a:pt x="791852" y="416441"/>
                  </a:lnTo>
                  <a:lnTo>
                    <a:pt x="787932" y="416441"/>
                  </a:lnTo>
                  <a:lnTo>
                    <a:pt x="784012" y="416441"/>
                  </a:lnTo>
                  <a:lnTo>
                    <a:pt x="780092" y="416441"/>
                  </a:lnTo>
                  <a:lnTo>
                    <a:pt x="776172" y="416441"/>
                  </a:lnTo>
                  <a:lnTo>
                    <a:pt x="772252" y="416441"/>
                  </a:lnTo>
                  <a:lnTo>
                    <a:pt x="768332" y="416441"/>
                  </a:lnTo>
                  <a:lnTo>
                    <a:pt x="764412" y="416441"/>
                  </a:lnTo>
                  <a:lnTo>
                    <a:pt x="760492" y="416441"/>
                  </a:lnTo>
                  <a:lnTo>
                    <a:pt x="756572" y="416441"/>
                  </a:lnTo>
                  <a:lnTo>
                    <a:pt x="752652" y="416441"/>
                  </a:lnTo>
                  <a:lnTo>
                    <a:pt x="748732" y="416441"/>
                  </a:lnTo>
                  <a:lnTo>
                    <a:pt x="744811" y="416441"/>
                  </a:lnTo>
                  <a:lnTo>
                    <a:pt x="740891" y="416441"/>
                  </a:lnTo>
                  <a:lnTo>
                    <a:pt x="736971" y="416441"/>
                  </a:lnTo>
                  <a:lnTo>
                    <a:pt x="733051" y="416441"/>
                  </a:lnTo>
                  <a:lnTo>
                    <a:pt x="729131" y="416441"/>
                  </a:lnTo>
                  <a:lnTo>
                    <a:pt x="725211" y="416441"/>
                  </a:lnTo>
                  <a:lnTo>
                    <a:pt x="721291" y="416441"/>
                  </a:lnTo>
                  <a:lnTo>
                    <a:pt x="717371" y="416441"/>
                  </a:lnTo>
                  <a:lnTo>
                    <a:pt x="713451" y="416441"/>
                  </a:lnTo>
                  <a:lnTo>
                    <a:pt x="709531" y="416441"/>
                  </a:lnTo>
                  <a:lnTo>
                    <a:pt x="705611" y="416441"/>
                  </a:lnTo>
                  <a:lnTo>
                    <a:pt x="701691" y="416441"/>
                  </a:lnTo>
                  <a:lnTo>
                    <a:pt x="697771" y="416441"/>
                  </a:lnTo>
                  <a:lnTo>
                    <a:pt x="693851" y="416441"/>
                  </a:lnTo>
                  <a:lnTo>
                    <a:pt x="689931" y="416441"/>
                  </a:lnTo>
                  <a:lnTo>
                    <a:pt x="686011" y="416441"/>
                  </a:lnTo>
                  <a:lnTo>
                    <a:pt x="682090" y="416441"/>
                  </a:lnTo>
                  <a:lnTo>
                    <a:pt x="678170" y="416441"/>
                  </a:lnTo>
                  <a:lnTo>
                    <a:pt x="674250" y="416441"/>
                  </a:lnTo>
                  <a:lnTo>
                    <a:pt x="670330" y="416441"/>
                  </a:lnTo>
                  <a:lnTo>
                    <a:pt x="666410" y="416441"/>
                  </a:lnTo>
                  <a:lnTo>
                    <a:pt x="662490" y="416441"/>
                  </a:lnTo>
                  <a:lnTo>
                    <a:pt x="658570" y="416441"/>
                  </a:lnTo>
                  <a:lnTo>
                    <a:pt x="654650" y="416441"/>
                  </a:lnTo>
                  <a:lnTo>
                    <a:pt x="650730" y="416441"/>
                  </a:lnTo>
                  <a:lnTo>
                    <a:pt x="646810" y="416441"/>
                  </a:lnTo>
                  <a:lnTo>
                    <a:pt x="642890" y="416441"/>
                  </a:lnTo>
                  <a:lnTo>
                    <a:pt x="638970" y="416441"/>
                  </a:lnTo>
                  <a:lnTo>
                    <a:pt x="635050" y="416441"/>
                  </a:lnTo>
                  <a:lnTo>
                    <a:pt x="631130" y="416441"/>
                  </a:lnTo>
                  <a:lnTo>
                    <a:pt x="627210" y="416441"/>
                  </a:lnTo>
                  <a:lnTo>
                    <a:pt x="623290" y="416441"/>
                  </a:lnTo>
                  <a:lnTo>
                    <a:pt x="619369" y="416441"/>
                  </a:lnTo>
                  <a:lnTo>
                    <a:pt x="615449" y="416441"/>
                  </a:lnTo>
                  <a:lnTo>
                    <a:pt x="611529" y="416441"/>
                  </a:lnTo>
                  <a:lnTo>
                    <a:pt x="607609" y="416441"/>
                  </a:lnTo>
                  <a:lnTo>
                    <a:pt x="603689" y="416441"/>
                  </a:lnTo>
                  <a:lnTo>
                    <a:pt x="599769" y="416441"/>
                  </a:lnTo>
                  <a:lnTo>
                    <a:pt x="595849" y="416441"/>
                  </a:lnTo>
                  <a:lnTo>
                    <a:pt x="591929" y="416441"/>
                  </a:lnTo>
                  <a:lnTo>
                    <a:pt x="588009" y="416441"/>
                  </a:lnTo>
                  <a:lnTo>
                    <a:pt x="584089" y="416441"/>
                  </a:lnTo>
                  <a:lnTo>
                    <a:pt x="580169" y="416441"/>
                  </a:lnTo>
                  <a:lnTo>
                    <a:pt x="576249" y="416441"/>
                  </a:lnTo>
                  <a:lnTo>
                    <a:pt x="572329" y="416441"/>
                  </a:lnTo>
                  <a:lnTo>
                    <a:pt x="568409" y="416441"/>
                  </a:lnTo>
                  <a:lnTo>
                    <a:pt x="564489" y="416441"/>
                  </a:lnTo>
                  <a:lnTo>
                    <a:pt x="560569" y="416441"/>
                  </a:lnTo>
                  <a:lnTo>
                    <a:pt x="556648" y="416441"/>
                  </a:lnTo>
                  <a:lnTo>
                    <a:pt x="552728" y="416441"/>
                  </a:lnTo>
                  <a:lnTo>
                    <a:pt x="548808" y="416441"/>
                  </a:lnTo>
                  <a:lnTo>
                    <a:pt x="544888" y="416441"/>
                  </a:lnTo>
                  <a:lnTo>
                    <a:pt x="540968" y="416441"/>
                  </a:lnTo>
                  <a:lnTo>
                    <a:pt x="537048" y="416441"/>
                  </a:lnTo>
                  <a:lnTo>
                    <a:pt x="533128" y="416441"/>
                  </a:lnTo>
                  <a:lnTo>
                    <a:pt x="529208" y="416441"/>
                  </a:lnTo>
                  <a:lnTo>
                    <a:pt x="525288" y="416441"/>
                  </a:lnTo>
                  <a:lnTo>
                    <a:pt x="521368" y="416441"/>
                  </a:lnTo>
                  <a:lnTo>
                    <a:pt x="517448" y="416441"/>
                  </a:lnTo>
                  <a:lnTo>
                    <a:pt x="513528" y="416441"/>
                  </a:lnTo>
                  <a:lnTo>
                    <a:pt x="509608" y="416441"/>
                  </a:lnTo>
                  <a:lnTo>
                    <a:pt x="505688" y="416441"/>
                  </a:lnTo>
                  <a:lnTo>
                    <a:pt x="501768" y="416441"/>
                  </a:lnTo>
                  <a:lnTo>
                    <a:pt x="497847" y="416441"/>
                  </a:lnTo>
                  <a:lnTo>
                    <a:pt x="493927" y="416441"/>
                  </a:lnTo>
                  <a:lnTo>
                    <a:pt x="490007" y="416441"/>
                  </a:lnTo>
                  <a:lnTo>
                    <a:pt x="486087" y="416441"/>
                  </a:lnTo>
                  <a:lnTo>
                    <a:pt x="482167" y="416441"/>
                  </a:lnTo>
                  <a:lnTo>
                    <a:pt x="478247" y="416441"/>
                  </a:lnTo>
                  <a:lnTo>
                    <a:pt x="474327" y="416441"/>
                  </a:lnTo>
                  <a:lnTo>
                    <a:pt x="470407" y="416441"/>
                  </a:lnTo>
                  <a:lnTo>
                    <a:pt x="466487" y="416441"/>
                  </a:lnTo>
                  <a:lnTo>
                    <a:pt x="462567" y="416441"/>
                  </a:lnTo>
                  <a:lnTo>
                    <a:pt x="458647" y="416441"/>
                  </a:lnTo>
                  <a:lnTo>
                    <a:pt x="454727" y="416441"/>
                  </a:lnTo>
                  <a:lnTo>
                    <a:pt x="450807" y="416441"/>
                  </a:lnTo>
                  <a:lnTo>
                    <a:pt x="446887" y="416441"/>
                  </a:lnTo>
                  <a:lnTo>
                    <a:pt x="442967" y="416441"/>
                  </a:lnTo>
                  <a:lnTo>
                    <a:pt x="439047" y="416441"/>
                  </a:lnTo>
                  <a:lnTo>
                    <a:pt x="435126" y="416441"/>
                  </a:lnTo>
                  <a:lnTo>
                    <a:pt x="431206" y="416441"/>
                  </a:lnTo>
                  <a:lnTo>
                    <a:pt x="427286" y="416441"/>
                  </a:lnTo>
                  <a:lnTo>
                    <a:pt x="423366" y="416441"/>
                  </a:lnTo>
                  <a:lnTo>
                    <a:pt x="419446" y="416441"/>
                  </a:lnTo>
                  <a:lnTo>
                    <a:pt x="415526" y="416441"/>
                  </a:lnTo>
                  <a:lnTo>
                    <a:pt x="411606" y="416441"/>
                  </a:lnTo>
                  <a:lnTo>
                    <a:pt x="407686" y="416441"/>
                  </a:lnTo>
                  <a:lnTo>
                    <a:pt x="403766" y="416441"/>
                  </a:lnTo>
                  <a:lnTo>
                    <a:pt x="399846" y="416441"/>
                  </a:lnTo>
                  <a:lnTo>
                    <a:pt x="395926" y="416441"/>
                  </a:lnTo>
                  <a:lnTo>
                    <a:pt x="392006" y="416441"/>
                  </a:lnTo>
                  <a:lnTo>
                    <a:pt x="388086" y="416441"/>
                  </a:lnTo>
                  <a:lnTo>
                    <a:pt x="384166" y="416441"/>
                  </a:lnTo>
                  <a:lnTo>
                    <a:pt x="380246" y="416441"/>
                  </a:lnTo>
                  <a:lnTo>
                    <a:pt x="376326" y="416441"/>
                  </a:lnTo>
                  <a:lnTo>
                    <a:pt x="372405" y="416441"/>
                  </a:lnTo>
                  <a:lnTo>
                    <a:pt x="368485" y="416441"/>
                  </a:lnTo>
                  <a:lnTo>
                    <a:pt x="364565" y="416441"/>
                  </a:lnTo>
                  <a:lnTo>
                    <a:pt x="360645" y="416441"/>
                  </a:lnTo>
                  <a:lnTo>
                    <a:pt x="356725" y="416441"/>
                  </a:lnTo>
                  <a:lnTo>
                    <a:pt x="352805" y="416441"/>
                  </a:lnTo>
                  <a:lnTo>
                    <a:pt x="348885" y="416441"/>
                  </a:lnTo>
                  <a:lnTo>
                    <a:pt x="344965" y="416441"/>
                  </a:lnTo>
                  <a:lnTo>
                    <a:pt x="341045" y="416441"/>
                  </a:lnTo>
                  <a:lnTo>
                    <a:pt x="337125" y="416441"/>
                  </a:lnTo>
                  <a:lnTo>
                    <a:pt x="333205" y="416441"/>
                  </a:lnTo>
                  <a:lnTo>
                    <a:pt x="329285" y="416441"/>
                  </a:lnTo>
                  <a:lnTo>
                    <a:pt x="325365" y="416441"/>
                  </a:lnTo>
                  <a:lnTo>
                    <a:pt x="321445" y="416441"/>
                  </a:lnTo>
                  <a:lnTo>
                    <a:pt x="317525" y="416441"/>
                  </a:lnTo>
                  <a:lnTo>
                    <a:pt x="313605" y="416441"/>
                  </a:lnTo>
                  <a:lnTo>
                    <a:pt x="309684" y="416441"/>
                  </a:lnTo>
                  <a:lnTo>
                    <a:pt x="305764" y="416441"/>
                  </a:lnTo>
                  <a:lnTo>
                    <a:pt x="301844" y="416441"/>
                  </a:lnTo>
                  <a:lnTo>
                    <a:pt x="297924" y="416441"/>
                  </a:lnTo>
                  <a:lnTo>
                    <a:pt x="294004" y="416441"/>
                  </a:lnTo>
                  <a:lnTo>
                    <a:pt x="290084" y="416441"/>
                  </a:lnTo>
                  <a:lnTo>
                    <a:pt x="286164" y="416441"/>
                  </a:lnTo>
                  <a:lnTo>
                    <a:pt x="282244" y="416441"/>
                  </a:lnTo>
                  <a:lnTo>
                    <a:pt x="278324" y="416441"/>
                  </a:lnTo>
                  <a:lnTo>
                    <a:pt x="274404" y="416441"/>
                  </a:lnTo>
                  <a:lnTo>
                    <a:pt x="270484" y="416441"/>
                  </a:lnTo>
                  <a:lnTo>
                    <a:pt x="266564" y="416441"/>
                  </a:lnTo>
                  <a:lnTo>
                    <a:pt x="262644" y="416441"/>
                  </a:lnTo>
                  <a:lnTo>
                    <a:pt x="258724" y="416441"/>
                  </a:lnTo>
                  <a:lnTo>
                    <a:pt x="254804" y="416441"/>
                  </a:lnTo>
                  <a:lnTo>
                    <a:pt x="250884" y="416441"/>
                  </a:lnTo>
                  <a:lnTo>
                    <a:pt x="246963" y="416441"/>
                  </a:lnTo>
                  <a:lnTo>
                    <a:pt x="243043" y="416441"/>
                  </a:lnTo>
                  <a:lnTo>
                    <a:pt x="239123" y="416441"/>
                  </a:lnTo>
                  <a:lnTo>
                    <a:pt x="235203" y="416441"/>
                  </a:lnTo>
                  <a:lnTo>
                    <a:pt x="231283" y="416441"/>
                  </a:lnTo>
                  <a:lnTo>
                    <a:pt x="227363" y="416441"/>
                  </a:lnTo>
                  <a:lnTo>
                    <a:pt x="223443" y="416441"/>
                  </a:lnTo>
                  <a:lnTo>
                    <a:pt x="219523" y="416441"/>
                  </a:lnTo>
                  <a:lnTo>
                    <a:pt x="215603" y="416441"/>
                  </a:lnTo>
                  <a:lnTo>
                    <a:pt x="211683" y="416441"/>
                  </a:lnTo>
                  <a:lnTo>
                    <a:pt x="207763" y="416441"/>
                  </a:lnTo>
                  <a:lnTo>
                    <a:pt x="203843" y="416441"/>
                  </a:lnTo>
                  <a:lnTo>
                    <a:pt x="199923" y="416441"/>
                  </a:lnTo>
                  <a:lnTo>
                    <a:pt x="196003" y="416441"/>
                  </a:lnTo>
                  <a:lnTo>
                    <a:pt x="192083" y="416441"/>
                  </a:lnTo>
                  <a:lnTo>
                    <a:pt x="188163" y="416441"/>
                  </a:lnTo>
                  <a:lnTo>
                    <a:pt x="184242" y="416441"/>
                  </a:lnTo>
                  <a:lnTo>
                    <a:pt x="180322" y="416441"/>
                  </a:lnTo>
                  <a:lnTo>
                    <a:pt x="176402" y="416441"/>
                  </a:lnTo>
                  <a:lnTo>
                    <a:pt x="172482" y="416441"/>
                  </a:lnTo>
                  <a:lnTo>
                    <a:pt x="168562" y="416441"/>
                  </a:lnTo>
                  <a:lnTo>
                    <a:pt x="164642" y="416441"/>
                  </a:lnTo>
                  <a:lnTo>
                    <a:pt x="160722" y="416441"/>
                  </a:lnTo>
                  <a:lnTo>
                    <a:pt x="156802" y="416441"/>
                  </a:lnTo>
                  <a:lnTo>
                    <a:pt x="152882" y="416441"/>
                  </a:lnTo>
                  <a:lnTo>
                    <a:pt x="148962" y="416441"/>
                  </a:lnTo>
                  <a:lnTo>
                    <a:pt x="145042" y="416441"/>
                  </a:lnTo>
                  <a:lnTo>
                    <a:pt x="141122" y="416441"/>
                  </a:lnTo>
                  <a:lnTo>
                    <a:pt x="137202" y="416441"/>
                  </a:lnTo>
                  <a:lnTo>
                    <a:pt x="133282" y="416441"/>
                  </a:lnTo>
                  <a:lnTo>
                    <a:pt x="129362" y="416441"/>
                  </a:lnTo>
                  <a:lnTo>
                    <a:pt x="125442" y="416441"/>
                  </a:lnTo>
                  <a:lnTo>
                    <a:pt x="121521" y="416441"/>
                  </a:lnTo>
                  <a:lnTo>
                    <a:pt x="117601" y="416441"/>
                  </a:lnTo>
                  <a:lnTo>
                    <a:pt x="113681" y="416441"/>
                  </a:lnTo>
                  <a:lnTo>
                    <a:pt x="109761" y="416441"/>
                  </a:lnTo>
                  <a:lnTo>
                    <a:pt x="105841" y="416441"/>
                  </a:lnTo>
                  <a:lnTo>
                    <a:pt x="101921" y="416441"/>
                  </a:lnTo>
                  <a:lnTo>
                    <a:pt x="98001" y="416441"/>
                  </a:lnTo>
                  <a:lnTo>
                    <a:pt x="94081" y="416441"/>
                  </a:lnTo>
                  <a:lnTo>
                    <a:pt x="90161" y="416441"/>
                  </a:lnTo>
                  <a:lnTo>
                    <a:pt x="86241" y="416441"/>
                  </a:lnTo>
                  <a:lnTo>
                    <a:pt x="82321" y="416441"/>
                  </a:lnTo>
                  <a:lnTo>
                    <a:pt x="78401" y="416441"/>
                  </a:lnTo>
                  <a:lnTo>
                    <a:pt x="74481" y="416441"/>
                  </a:lnTo>
                  <a:lnTo>
                    <a:pt x="70561" y="416441"/>
                  </a:lnTo>
                  <a:lnTo>
                    <a:pt x="66641" y="416441"/>
                  </a:lnTo>
                  <a:lnTo>
                    <a:pt x="62721" y="416441"/>
                  </a:lnTo>
                  <a:lnTo>
                    <a:pt x="58800" y="416441"/>
                  </a:lnTo>
                  <a:lnTo>
                    <a:pt x="54880" y="416441"/>
                  </a:lnTo>
                  <a:lnTo>
                    <a:pt x="50960" y="416441"/>
                  </a:lnTo>
                  <a:lnTo>
                    <a:pt x="47040" y="416441"/>
                  </a:lnTo>
                  <a:lnTo>
                    <a:pt x="43120" y="416441"/>
                  </a:lnTo>
                  <a:lnTo>
                    <a:pt x="39200" y="416441"/>
                  </a:lnTo>
                  <a:lnTo>
                    <a:pt x="35280" y="416441"/>
                  </a:lnTo>
                  <a:lnTo>
                    <a:pt x="31360" y="416441"/>
                  </a:lnTo>
                  <a:lnTo>
                    <a:pt x="27440" y="416441"/>
                  </a:lnTo>
                  <a:lnTo>
                    <a:pt x="23520" y="416441"/>
                  </a:lnTo>
                  <a:lnTo>
                    <a:pt x="19600" y="416441"/>
                  </a:lnTo>
                  <a:lnTo>
                    <a:pt x="15680" y="416441"/>
                  </a:lnTo>
                  <a:lnTo>
                    <a:pt x="11760" y="416441"/>
                  </a:lnTo>
                  <a:lnTo>
                    <a:pt x="7840" y="416441"/>
                  </a:lnTo>
                  <a:lnTo>
                    <a:pt x="3920" y="416441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107" name="pl107"/>
            <p:cNvSpPr/>
            <p:nvPr/>
          </p:nvSpPr>
          <p:spPr>
            <a:xfrm>
              <a:off x="11314501" y="5875107"/>
              <a:ext cx="2003152" cy="416441"/>
            </a:xfrm>
            <a:custGeom>
              <a:avLst/>
              <a:gdLst/>
              <a:ahLst/>
              <a:cxnLst/>
              <a:rect l="0" t="0" r="0" b="0"/>
              <a:pathLst>
                <a:path w="2003152" h="416441">
                  <a:moveTo>
                    <a:pt x="0" y="416441"/>
                  </a:moveTo>
                  <a:lnTo>
                    <a:pt x="3920" y="416441"/>
                  </a:lnTo>
                  <a:lnTo>
                    <a:pt x="7840" y="416441"/>
                  </a:lnTo>
                  <a:lnTo>
                    <a:pt x="11760" y="416441"/>
                  </a:lnTo>
                  <a:lnTo>
                    <a:pt x="15680" y="416441"/>
                  </a:lnTo>
                  <a:lnTo>
                    <a:pt x="19600" y="416441"/>
                  </a:lnTo>
                  <a:lnTo>
                    <a:pt x="23520" y="416440"/>
                  </a:lnTo>
                  <a:lnTo>
                    <a:pt x="27440" y="416439"/>
                  </a:lnTo>
                  <a:lnTo>
                    <a:pt x="31360" y="416438"/>
                  </a:lnTo>
                  <a:lnTo>
                    <a:pt x="35280" y="416435"/>
                  </a:lnTo>
                  <a:lnTo>
                    <a:pt x="39200" y="416432"/>
                  </a:lnTo>
                  <a:lnTo>
                    <a:pt x="43120" y="416425"/>
                  </a:lnTo>
                  <a:lnTo>
                    <a:pt x="47040" y="416415"/>
                  </a:lnTo>
                  <a:lnTo>
                    <a:pt x="50960" y="416400"/>
                  </a:lnTo>
                  <a:lnTo>
                    <a:pt x="54880" y="416377"/>
                  </a:lnTo>
                  <a:lnTo>
                    <a:pt x="58800" y="416342"/>
                  </a:lnTo>
                  <a:lnTo>
                    <a:pt x="62721" y="416287"/>
                  </a:lnTo>
                  <a:lnTo>
                    <a:pt x="66641" y="416205"/>
                  </a:lnTo>
                  <a:lnTo>
                    <a:pt x="70561" y="416085"/>
                  </a:lnTo>
                  <a:lnTo>
                    <a:pt x="74481" y="415914"/>
                  </a:lnTo>
                  <a:lnTo>
                    <a:pt x="78401" y="415671"/>
                  </a:lnTo>
                  <a:lnTo>
                    <a:pt x="82321" y="415333"/>
                  </a:lnTo>
                  <a:lnTo>
                    <a:pt x="86241" y="414871"/>
                  </a:lnTo>
                  <a:lnTo>
                    <a:pt x="90161" y="414245"/>
                  </a:lnTo>
                  <a:lnTo>
                    <a:pt x="94081" y="413383"/>
                  </a:lnTo>
                  <a:lnTo>
                    <a:pt x="98001" y="412222"/>
                  </a:lnTo>
                  <a:lnTo>
                    <a:pt x="101921" y="410703"/>
                  </a:lnTo>
                  <a:lnTo>
                    <a:pt x="105841" y="408747"/>
                  </a:lnTo>
                  <a:lnTo>
                    <a:pt x="109761" y="406265"/>
                  </a:lnTo>
                  <a:lnTo>
                    <a:pt x="113681" y="403161"/>
                  </a:lnTo>
                  <a:lnTo>
                    <a:pt x="117601" y="399334"/>
                  </a:lnTo>
                  <a:lnTo>
                    <a:pt x="121521" y="394681"/>
                  </a:lnTo>
                  <a:lnTo>
                    <a:pt x="125442" y="389037"/>
                  </a:lnTo>
                  <a:lnTo>
                    <a:pt x="129362" y="382244"/>
                  </a:lnTo>
                  <a:lnTo>
                    <a:pt x="133282" y="374321"/>
                  </a:lnTo>
                  <a:lnTo>
                    <a:pt x="137202" y="365221"/>
                  </a:lnTo>
                  <a:lnTo>
                    <a:pt x="141122" y="354924"/>
                  </a:lnTo>
                  <a:lnTo>
                    <a:pt x="145042" y="343444"/>
                  </a:lnTo>
                  <a:lnTo>
                    <a:pt x="148962" y="330835"/>
                  </a:lnTo>
                  <a:lnTo>
                    <a:pt x="152882" y="317193"/>
                  </a:lnTo>
                  <a:lnTo>
                    <a:pt x="156802" y="302648"/>
                  </a:lnTo>
                  <a:lnTo>
                    <a:pt x="160722" y="287345"/>
                  </a:lnTo>
                  <a:lnTo>
                    <a:pt x="164642" y="271665"/>
                  </a:lnTo>
                  <a:lnTo>
                    <a:pt x="168562" y="255886"/>
                  </a:lnTo>
                  <a:lnTo>
                    <a:pt x="172482" y="240309"/>
                  </a:lnTo>
                  <a:lnTo>
                    <a:pt x="176402" y="225241"/>
                  </a:lnTo>
                  <a:lnTo>
                    <a:pt x="180322" y="210988"/>
                  </a:lnTo>
                  <a:lnTo>
                    <a:pt x="184242" y="197844"/>
                  </a:lnTo>
                  <a:lnTo>
                    <a:pt x="188163" y="186075"/>
                  </a:lnTo>
                  <a:lnTo>
                    <a:pt x="192083" y="176138"/>
                  </a:lnTo>
                  <a:lnTo>
                    <a:pt x="196003" y="168079"/>
                  </a:lnTo>
                  <a:lnTo>
                    <a:pt x="199923" y="161928"/>
                  </a:lnTo>
                  <a:lnTo>
                    <a:pt x="203843" y="157705"/>
                  </a:lnTo>
                  <a:lnTo>
                    <a:pt x="207763" y="155370"/>
                  </a:lnTo>
                  <a:lnTo>
                    <a:pt x="211683" y="154827"/>
                  </a:lnTo>
                  <a:lnTo>
                    <a:pt x="215603" y="155925"/>
                  </a:lnTo>
                  <a:lnTo>
                    <a:pt x="219523" y="158469"/>
                  </a:lnTo>
                  <a:lnTo>
                    <a:pt x="223443" y="162294"/>
                  </a:lnTo>
                  <a:lnTo>
                    <a:pt x="227363" y="167064"/>
                  </a:lnTo>
                  <a:lnTo>
                    <a:pt x="231283" y="172405"/>
                  </a:lnTo>
                  <a:lnTo>
                    <a:pt x="235203" y="178040"/>
                  </a:lnTo>
                  <a:lnTo>
                    <a:pt x="239123" y="183703"/>
                  </a:lnTo>
                  <a:lnTo>
                    <a:pt x="243043" y="189145"/>
                  </a:lnTo>
                  <a:lnTo>
                    <a:pt x="246963" y="194135"/>
                  </a:lnTo>
                  <a:lnTo>
                    <a:pt x="250884" y="198469"/>
                  </a:lnTo>
                  <a:lnTo>
                    <a:pt x="254804" y="201934"/>
                  </a:lnTo>
                  <a:lnTo>
                    <a:pt x="258724" y="204260"/>
                  </a:lnTo>
                  <a:lnTo>
                    <a:pt x="262644" y="205446"/>
                  </a:lnTo>
                  <a:lnTo>
                    <a:pt x="266564" y="205411"/>
                  </a:lnTo>
                  <a:lnTo>
                    <a:pt x="270484" y="204097"/>
                  </a:lnTo>
                  <a:lnTo>
                    <a:pt x="274404" y="201467"/>
                  </a:lnTo>
                  <a:lnTo>
                    <a:pt x="278324" y="197504"/>
                  </a:lnTo>
                  <a:lnTo>
                    <a:pt x="282244" y="192210"/>
                  </a:lnTo>
                  <a:lnTo>
                    <a:pt x="286164" y="185605"/>
                  </a:lnTo>
                  <a:lnTo>
                    <a:pt x="290084" y="177556"/>
                  </a:lnTo>
                  <a:lnTo>
                    <a:pt x="294004" y="168305"/>
                  </a:lnTo>
                  <a:lnTo>
                    <a:pt x="297924" y="157961"/>
                  </a:lnTo>
                  <a:lnTo>
                    <a:pt x="301844" y="146632"/>
                  </a:lnTo>
                  <a:lnTo>
                    <a:pt x="305764" y="134451"/>
                  </a:lnTo>
                  <a:lnTo>
                    <a:pt x="309684" y="121571"/>
                  </a:lnTo>
                  <a:lnTo>
                    <a:pt x="313605" y="108167"/>
                  </a:lnTo>
                  <a:lnTo>
                    <a:pt x="317525" y="94439"/>
                  </a:lnTo>
                  <a:lnTo>
                    <a:pt x="321445" y="80629"/>
                  </a:lnTo>
                  <a:lnTo>
                    <a:pt x="325365" y="67051"/>
                  </a:lnTo>
                  <a:lnTo>
                    <a:pt x="329285" y="53975"/>
                  </a:lnTo>
                  <a:lnTo>
                    <a:pt x="333205" y="41679"/>
                  </a:lnTo>
                  <a:lnTo>
                    <a:pt x="337125" y="30442"/>
                  </a:lnTo>
                  <a:lnTo>
                    <a:pt x="341045" y="20544"/>
                  </a:lnTo>
                  <a:lnTo>
                    <a:pt x="344965" y="12255"/>
                  </a:lnTo>
                  <a:lnTo>
                    <a:pt x="348885" y="5829"/>
                  </a:lnTo>
                  <a:lnTo>
                    <a:pt x="352805" y="1622"/>
                  </a:lnTo>
                  <a:lnTo>
                    <a:pt x="356725" y="0"/>
                  </a:lnTo>
                  <a:lnTo>
                    <a:pt x="360645" y="870"/>
                  </a:lnTo>
                  <a:lnTo>
                    <a:pt x="364565" y="4319"/>
                  </a:lnTo>
                  <a:lnTo>
                    <a:pt x="368485" y="10379"/>
                  </a:lnTo>
                  <a:lnTo>
                    <a:pt x="372405" y="19026"/>
                  </a:lnTo>
                  <a:lnTo>
                    <a:pt x="376326" y="30184"/>
                  </a:lnTo>
                  <a:lnTo>
                    <a:pt x="380246" y="43720"/>
                  </a:lnTo>
                  <a:lnTo>
                    <a:pt x="384166" y="59458"/>
                  </a:lnTo>
                  <a:lnTo>
                    <a:pt x="388086" y="77389"/>
                  </a:lnTo>
                  <a:lnTo>
                    <a:pt x="392006" y="96877"/>
                  </a:lnTo>
                  <a:lnTo>
                    <a:pt x="395926" y="117599"/>
                  </a:lnTo>
                  <a:lnTo>
                    <a:pt x="399846" y="139214"/>
                  </a:lnTo>
                  <a:lnTo>
                    <a:pt x="403766" y="161376"/>
                  </a:lnTo>
                  <a:lnTo>
                    <a:pt x="407686" y="183743"/>
                  </a:lnTo>
                  <a:lnTo>
                    <a:pt x="411606" y="205982"/>
                  </a:lnTo>
                  <a:lnTo>
                    <a:pt x="415526" y="227784"/>
                  </a:lnTo>
                  <a:lnTo>
                    <a:pt x="419446" y="248745"/>
                  </a:lnTo>
                  <a:lnTo>
                    <a:pt x="423366" y="268640"/>
                  </a:lnTo>
                  <a:lnTo>
                    <a:pt x="427286" y="287322"/>
                  </a:lnTo>
                  <a:lnTo>
                    <a:pt x="431206" y="304656"/>
                  </a:lnTo>
                  <a:lnTo>
                    <a:pt x="435126" y="320553"/>
                  </a:lnTo>
                  <a:lnTo>
                    <a:pt x="439047" y="334960"/>
                  </a:lnTo>
                  <a:lnTo>
                    <a:pt x="442967" y="347866"/>
                  </a:lnTo>
                  <a:lnTo>
                    <a:pt x="446887" y="359291"/>
                  </a:lnTo>
                  <a:lnTo>
                    <a:pt x="450807" y="369190"/>
                  </a:lnTo>
                  <a:lnTo>
                    <a:pt x="454727" y="377646"/>
                  </a:lnTo>
                  <a:lnTo>
                    <a:pt x="458647" y="384883"/>
                  </a:lnTo>
                  <a:lnTo>
                    <a:pt x="462567" y="391011"/>
                  </a:lnTo>
                  <a:lnTo>
                    <a:pt x="466487" y="396145"/>
                  </a:lnTo>
                  <a:lnTo>
                    <a:pt x="470407" y="400399"/>
                  </a:lnTo>
                  <a:lnTo>
                    <a:pt x="474327" y="403885"/>
                  </a:lnTo>
                  <a:lnTo>
                    <a:pt x="478247" y="406710"/>
                  </a:lnTo>
                  <a:lnTo>
                    <a:pt x="482167" y="408962"/>
                  </a:lnTo>
                  <a:lnTo>
                    <a:pt x="486087" y="410700"/>
                  </a:lnTo>
                  <a:lnTo>
                    <a:pt x="490007" y="412074"/>
                  </a:lnTo>
                  <a:lnTo>
                    <a:pt x="493927" y="413149"/>
                  </a:lnTo>
                  <a:lnTo>
                    <a:pt x="497847" y="413982"/>
                  </a:lnTo>
                  <a:lnTo>
                    <a:pt x="501768" y="414621"/>
                  </a:lnTo>
                  <a:lnTo>
                    <a:pt x="505688" y="415107"/>
                  </a:lnTo>
                  <a:lnTo>
                    <a:pt x="509608" y="415471"/>
                  </a:lnTo>
                  <a:lnTo>
                    <a:pt x="513528" y="415743"/>
                  </a:lnTo>
                  <a:lnTo>
                    <a:pt x="517448" y="415936"/>
                  </a:lnTo>
                  <a:lnTo>
                    <a:pt x="521368" y="416078"/>
                  </a:lnTo>
                  <a:lnTo>
                    <a:pt x="525288" y="416183"/>
                  </a:lnTo>
                  <a:lnTo>
                    <a:pt x="529208" y="416259"/>
                  </a:lnTo>
                  <a:lnTo>
                    <a:pt x="533128" y="416314"/>
                  </a:lnTo>
                  <a:lnTo>
                    <a:pt x="537048" y="416353"/>
                  </a:lnTo>
                  <a:lnTo>
                    <a:pt x="540968" y="416381"/>
                  </a:lnTo>
                  <a:lnTo>
                    <a:pt x="544888" y="416400"/>
                  </a:lnTo>
                  <a:lnTo>
                    <a:pt x="548808" y="416413"/>
                  </a:lnTo>
                  <a:lnTo>
                    <a:pt x="552728" y="416422"/>
                  </a:lnTo>
                  <a:lnTo>
                    <a:pt x="556648" y="416429"/>
                  </a:lnTo>
                  <a:lnTo>
                    <a:pt x="560569" y="416433"/>
                  </a:lnTo>
                  <a:lnTo>
                    <a:pt x="564489" y="416436"/>
                  </a:lnTo>
                  <a:lnTo>
                    <a:pt x="568409" y="416438"/>
                  </a:lnTo>
                  <a:lnTo>
                    <a:pt x="572329" y="416439"/>
                  </a:lnTo>
                  <a:lnTo>
                    <a:pt x="576249" y="416440"/>
                  </a:lnTo>
                  <a:lnTo>
                    <a:pt x="580169" y="416440"/>
                  </a:lnTo>
                  <a:lnTo>
                    <a:pt x="584089" y="416441"/>
                  </a:lnTo>
                  <a:lnTo>
                    <a:pt x="588009" y="416441"/>
                  </a:lnTo>
                  <a:lnTo>
                    <a:pt x="591929" y="416441"/>
                  </a:lnTo>
                  <a:lnTo>
                    <a:pt x="595849" y="416441"/>
                  </a:lnTo>
                  <a:lnTo>
                    <a:pt x="599769" y="416441"/>
                  </a:lnTo>
                  <a:lnTo>
                    <a:pt x="603689" y="416441"/>
                  </a:lnTo>
                  <a:lnTo>
                    <a:pt x="607609" y="416441"/>
                  </a:lnTo>
                  <a:lnTo>
                    <a:pt x="611529" y="416441"/>
                  </a:lnTo>
                  <a:lnTo>
                    <a:pt x="615449" y="416441"/>
                  </a:lnTo>
                  <a:lnTo>
                    <a:pt x="619369" y="416441"/>
                  </a:lnTo>
                  <a:lnTo>
                    <a:pt x="623290" y="416441"/>
                  </a:lnTo>
                  <a:lnTo>
                    <a:pt x="627210" y="416441"/>
                  </a:lnTo>
                  <a:lnTo>
                    <a:pt x="631130" y="416441"/>
                  </a:lnTo>
                  <a:lnTo>
                    <a:pt x="635050" y="416441"/>
                  </a:lnTo>
                  <a:lnTo>
                    <a:pt x="638970" y="416441"/>
                  </a:lnTo>
                  <a:lnTo>
                    <a:pt x="642890" y="416441"/>
                  </a:lnTo>
                  <a:lnTo>
                    <a:pt x="646810" y="416441"/>
                  </a:lnTo>
                  <a:lnTo>
                    <a:pt x="650730" y="416441"/>
                  </a:lnTo>
                  <a:lnTo>
                    <a:pt x="654650" y="416441"/>
                  </a:lnTo>
                  <a:lnTo>
                    <a:pt x="658570" y="416441"/>
                  </a:lnTo>
                  <a:lnTo>
                    <a:pt x="662490" y="416441"/>
                  </a:lnTo>
                  <a:lnTo>
                    <a:pt x="666410" y="416441"/>
                  </a:lnTo>
                  <a:lnTo>
                    <a:pt x="670330" y="416441"/>
                  </a:lnTo>
                  <a:lnTo>
                    <a:pt x="674250" y="416441"/>
                  </a:lnTo>
                  <a:lnTo>
                    <a:pt x="678170" y="416441"/>
                  </a:lnTo>
                  <a:lnTo>
                    <a:pt x="682090" y="416441"/>
                  </a:lnTo>
                  <a:lnTo>
                    <a:pt x="686011" y="416441"/>
                  </a:lnTo>
                  <a:lnTo>
                    <a:pt x="689931" y="416441"/>
                  </a:lnTo>
                  <a:lnTo>
                    <a:pt x="693851" y="416441"/>
                  </a:lnTo>
                  <a:lnTo>
                    <a:pt x="697771" y="416441"/>
                  </a:lnTo>
                  <a:lnTo>
                    <a:pt x="701691" y="416441"/>
                  </a:lnTo>
                  <a:lnTo>
                    <a:pt x="705611" y="416441"/>
                  </a:lnTo>
                  <a:lnTo>
                    <a:pt x="709531" y="416441"/>
                  </a:lnTo>
                  <a:lnTo>
                    <a:pt x="713451" y="416441"/>
                  </a:lnTo>
                  <a:lnTo>
                    <a:pt x="717371" y="416441"/>
                  </a:lnTo>
                  <a:lnTo>
                    <a:pt x="721291" y="416441"/>
                  </a:lnTo>
                  <a:lnTo>
                    <a:pt x="725211" y="416441"/>
                  </a:lnTo>
                  <a:lnTo>
                    <a:pt x="729131" y="416441"/>
                  </a:lnTo>
                  <a:lnTo>
                    <a:pt x="733051" y="416441"/>
                  </a:lnTo>
                  <a:lnTo>
                    <a:pt x="736971" y="416441"/>
                  </a:lnTo>
                  <a:lnTo>
                    <a:pt x="740891" y="416441"/>
                  </a:lnTo>
                  <a:lnTo>
                    <a:pt x="744811" y="416441"/>
                  </a:lnTo>
                  <a:lnTo>
                    <a:pt x="748732" y="416441"/>
                  </a:lnTo>
                  <a:lnTo>
                    <a:pt x="752652" y="416441"/>
                  </a:lnTo>
                  <a:lnTo>
                    <a:pt x="756572" y="416441"/>
                  </a:lnTo>
                  <a:lnTo>
                    <a:pt x="760492" y="416441"/>
                  </a:lnTo>
                  <a:lnTo>
                    <a:pt x="764412" y="416441"/>
                  </a:lnTo>
                  <a:lnTo>
                    <a:pt x="768332" y="416441"/>
                  </a:lnTo>
                  <a:lnTo>
                    <a:pt x="772252" y="416441"/>
                  </a:lnTo>
                  <a:lnTo>
                    <a:pt x="776172" y="416441"/>
                  </a:lnTo>
                  <a:lnTo>
                    <a:pt x="780092" y="416441"/>
                  </a:lnTo>
                  <a:lnTo>
                    <a:pt x="784012" y="416441"/>
                  </a:lnTo>
                  <a:lnTo>
                    <a:pt x="787932" y="416441"/>
                  </a:lnTo>
                  <a:lnTo>
                    <a:pt x="791852" y="416441"/>
                  </a:lnTo>
                  <a:lnTo>
                    <a:pt x="795772" y="416441"/>
                  </a:lnTo>
                  <a:lnTo>
                    <a:pt x="799692" y="416440"/>
                  </a:lnTo>
                  <a:lnTo>
                    <a:pt x="803612" y="416440"/>
                  </a:lnTo>
                  <a:lnTo>
                    <a:pt x="807532" y="416439"/>
                  </a:lnTo>
                  <a:lnTo>
                    <a:pt x="811453" y="416438"/>
                  </a:lnTo>
                  <a:lnTo>
                    <a:pt x="815373" y="416436"/>
                  </a:lnTo>
                  <a:lnTo>
                    <a:pt x="819293" y="416434"/>
                  </a:lnTo>
                  <a:lnTo>
                    <a:pt x="823213" y="416431"/>
                  </a:lnTo>
                  <a:lnTo>
                    <a:pt x="827133" y="416427"/>
                  </a:lnTo>
                  <a:lnTo>
                    <a:pt x="831053" y="416421"/>
                  </a:lnTo>
                  <a:lnTo>
                    <a:pt x="834973" y="416414"/>
                  </a:lnTo>
                  <a:lnTo>
                    <a:pt x="838893" y="416405"/>
                  </a:lnTo>
                  <a:lnTo>
                    <a:pt x="842813" y="416393"/>
                  </a:lnTo>
                  <a:lnTo>
                    <a:pt x="846733" y="416377"/>
                  </a:lnTo>
                  <a:lnTo>
                    <a:pt x="850653" y="416359"/>
                  </a:lnTo>
                  <a:lnTo>
                    <a:pt x="854573" y="416336"/>
                  </a:lnTo>
                  <a:lnTo>
                    <a:pt x="858493" y="416308"/>
                  </a:lnTo>
                  <a:lnTo>
                    <a:pt x="862413" y="416276"/>
                  </a:lnTo>
                  <a:lnTo>
                    <a:pt x="866333" y="416239"/>
                  </a:lnTo>
                  <a:lnTo>
                    <a:pt x="870253" y="416197"/>
                  </a:lnTo>
                  <a:lnTo>
                    <a:pt x="874174" y="416149"/>
                  </a:lnTo>
                  <a:lnTo>
                    <a:pt x="878094" y="416096"/>
                  </a:lnTo>
                  <a:lnTo>
                    <a:pt x="882014" y="416038"/>
                  </a:lnTo>
                  <a:lnTo>
                    <a:pt x="885934" y="415978"/>
                  </a:lnTo>
                  <a:lnTo>
                    <a:pt x="889854" y="415915"/>
                  </a:lnTo>
                  <a:lnTo>
                    <a:pt x="893774" y="415852"/>
                  </a:lnTo>
                  <a:lnTo>
                    <a:pt x="897694" y="415789"/>
                  </a:lnTo>
                  <a:lnTo>
                    <a:pt x="901614" y="415729"/>
                  </a:lnTo>
                  <a:lnTo>
                    <a:pt x="905534" y="415673"/>
                  </a:lnTo>
                  <a:lnTo>
                    <a:pt x="909454" y="415624"/>
                  </a:lnTo>
                  <a:lnTo>
                    <a:pt x="913374" y="415583"/>
                  </a:lnTo>
                  <a:lnTo>
                    <a:pt x="917294" y="415551"/>
                  </a:lnTo>
                  <a:lnTo>
                    <a:pt x="921214" y="415530"/>
                  </a:lnTo>
                  <a:lnTo>
                    <a:pt x="925134" y="415521"/>
                  </a:lnTo>
                  <a:lnTo>
                    <a:pt x="929054" y="415523"/>
                  </a:lnTo>
                  <a:lnTo>
                    <a:pt x="932974" y="415536"/>
                  </a:lnTo>
                  <a:lnTo>
                    <a:pt x="936895" y="415561"/>
                  </a:lnTo>
                  <a:lnTo>
                    <a:pt x="940815" y="415597"/>
                  </a:lnTo>
                  <a:lnTo>
                    <a:pt x="944735" y="415642"/>
                  </a:lnTo>
                  <a:lnTo>
                    <a:pt x="948655" y="415694"/>
                  </a:lnTo>
                  <a:lnTo>
                    <a:pt x="952575" y="415752"/>
                  </a:lnTo>
                  <a:lnTo>
                    <a:pt x="956495" y="415813"/>
                  </a:lnTo>
                  <a:lnTo>
                    <a:pt x="960415" y="415876"/>
                  </a:lnTo>
                  <a:lnTo>
                    <a:pt x="964335" y="415940"/>
                  </a:lnTo>
                  <a:lnTo>
                    <a:pt x="968255" y="416002"/>
                  </a:lnTo>
                  <a:lnTo>
                    <a:pt x="972175" y="416061"/>
                  </a:lnTo>
                  <a:lnTo>
                    <a:pt x="976095" y="416117"/>
                  </a:lnTo>
                  <a:lnTo>
                    <a:pt x="980015" y="416167"/>
                  </a:lnTo>
                  <a:lnTo>
                    <a:pt x="983935" y="416213"/>
                  </a:lnTo>
                  <a:lnTo>
                    <a:pt x="987855" y="416254"/>
                  </a:lnTo>
                  <a:lnTo>
                    <a:pt x="991775" y="416289"/>
                  </a:lnTo>
                  <a:lnTo>
                    <a:pt x="995695" y="416320"/>
                  </a:lnTo>
                  <a:lnTo>
                    <a:pt x="999616" y="416346"/>
                  </a:lnTo>
                  <a:lnTo>
                    <a:pt x="1003536" y="416367"/>
                  </a:lnTo>
                  <a:lnTo>
                    <a:pt x="1007456" y="416384"/>
                  </a:lnTo>
                  <a:lnTo>
                    <a:pt x="1011376" y="416398"/>
                  </a:lnTo>
                  <a:lnTo>
                    <a:pt x="1015296" y="416408"/>
                  </a:lnTo>
                  <a:lnTo>
                    <a:pt x="1019216" y="416417"/>
                  </a:lnTo>
                  <a:lnTo>
                    <a:pt x="1023136" y="416424"/>
                  </a:lnTo>
                  <a:lnTo>
                    <a:pt x="1027056" y="416429"/>
                  </a:lnTo>
                  <a:lnTo>
                    <a:pt x="1030976" y="416432"/>
                  </a:lnTo>
                  <a:lnTo>
                    <a:pt x="1034896" y="416435"/>
                  </a:lnTo>
                  <a:lnTo>
                    <a:pt x="1038816" y="416437"/>
                  </a:lnTo>
                  <a:lnTo>
                    <a:pt x="1042736" y="416438"/>
                  </a:lnTo>
                  <a:lnTo>
                    <a:pt x="1046656" y="416439"/>
                  </a:lnTo>
                  <a:lnTo>
                    <a:pt x="1050576" y="416440"/>
                  </a:lnTo>
                  <a:lnTo>
                    <a:pt x="1054496" y="416441"/>
                  </a:lnTo>
                  <a:lnTo>
                    <a:pt x="1058417" y="416441"/>
                  </a:lnTo>
                  <a:lnTo>
                    <a:pt x="1062337" y="416441"/>
                  </a:lnTo>
                  <a:lnTo>
                    <a:pt x="1066257" y="416441"/>
                  </a:lnTo>
                  <a:lnTo>
                    <a:pt x="1070177" y="416441"/>
                  </a:lnTo>
                  <a:lnTo>
                    <a:pt x="1074097" y="416441"/>
                  </a:lnTo>
                  <a:lnTo>
                    <a:pt x="1078017" y="416441"/>
                  </a:lnTo>
                  <a:lnTo>
                    <a:pt x="1081937" y="416441"/>
                  </a:lnTo>
                  <a:lnTo>
                    <a:pt x="1085857" y="416441"/>
                  </a:lnTo>
                  <a:lnTo>
                    <a:pt x="1089777" y="416441"/>
                  </a:lnTo>
                  <a:lnTo>
                    <a:pt x="1093697" y="416441"/>
                  </a:lnTo>
                  <a:lnTo>
                    <a:pt x="1097617" y="416441"/>
                  </a:lnTo>
                  <a:lnTo>
                    <a:pt x="1101537" y="416441"/>
                  </a:lnTo>
                  <a:lnTo>
                    <a:pt x="1105457" y="416441"/>
                  </a:lnTo>
                  <a:lnTo>
                    <a:pt x="1109377" y="416441"/>
                  </a:lnTo>
                  <a:lnTo>
                    <a:pt x="1113297" y="416441"/>
                  </a:lnTo>
                  <a:lnTo>
                    <a:pt x="1117217" y="416441"/>
                  </a:lnTo>
                  <a:lnTo>
                    <a:pt x="1121138" y="416441"/>
                  </a:lnTo>
                  <a:lnTo>
                    <a:pt x="1125058" y="416441"/>
                  </a:lnTo>
                  <a:lnTo>
                    <a:pt x="1128978" y="416441"/>
                  </a:lnTo>
                  <a:lnTo>
                    <a:pt x="1132898" y="416441"/>
                  </a:lnTo>
                  <a:lnTo>
                    <a:pt x="1136818" y="416441"/>
                  </a:lnTo>
                  <a:lnTo>
                    <a:pt x="1140738" y="416441"/>
                  </a:lnTo>
                  <a:lnTo>
                    <a:pt x="1144658" y="416441"/>
                  </a:lnTo>
                  <a:lnTo>
                    <a:pt x="1148578" y="416441"/>
                  </a:lnTo>
                  <a:lnTo>
                    <a:pt x="1152498" y="416441"/>
                  </a:lnTo>
                  <a:lnTo>
                    <a:pt x="1156418" y="416441"/>
                  </a:lnTo>
                  <a:lnTo>
                    <a:pt x="1160338" y="416441"/>
                  </a:lnTo>
                  <a:lnTo>
                    <a:pt x="1164258" y="416441"/>
                  </a:lnTo>
                  <a:lnTo>
                    <a:pt x="1168178" y="416441"/>
                  </a:lnTo>
                  <a:lnTo>
                    <a:pt x="1172098" y="416441"/>
                  </a:lnTo>
                  <a:lnTo>
                    <a:pt x="1176018" y="416441"/>
                  </a:lnTo>
                  <a:lnTo>
                    <a:pt x="1179938" y="416441"/>
                  </a:lnTo>
                  <a:lnTo>
                    <a:pt x="1183859" y="416441"/>
                  </a:lnTo>
                  <a:lnTo>
                    <a:pt x="1187779" y="416441"/>
                  </a:lnTo>
                  <a:lnTo>
                    <a:pt x="1191699" y="416441"/>
                  </a:lnTo>
                  <a:lnTo>
                    <a:pt x="1195619" y="416441"/>
                  </a:lnTo>
                  <a:lnTo>
                    <a:pt x="1199539" y="416441"/>
                  </a:lnTo>
                  <a:lnTo>
                    <a:pt x="1203459" y="416441"/>
                  </a:lnTo>
                  <a:lnTo>
                    <a:pt x="1207379" y="416441"/>
                  </a:lnTo>
                  <a:lnTo>
                    <a:pt x="1211299" y="416441"/>
                  </a:lnTo>
                  <a:lnTo>
                    <a:pt x="1215219" y="416441"/>
                  </a:lnTo>
                  <a:lnTo>
                    <a:pt x="1219139" y="416441"/>
                  </a:lnTo>
                  <a:lnTo>
                    <a:pt x="1223059" y="416441"/>
                  </a:lnTo>
                  <a:lnTo>
                    <a:pt x="1226979" y="416441"/>
                  </a:lnTo>
                  <a:lnTo>
                    <a:pt x="1230899" y="416441"/>
                  </a:lnTo>
                  <a:lnTo>
                    <a:pt x="1234819" y="416441"/>
                  </a:lnTo>
                  <a:lnTo>
                    <a:pt x="1238739" y="416441"/>
                  </a:lnTo>
                  <a:lnTo>
                    <a:pt x="1242659" y="416441"/>
                  </a:lnTo>
                  <a:lnTo>
                    <a:pt x="1246580" y="416441"/>
                  </a:lnTo>
                  <a:lnTo>
                    <a:pt x="1250500" y="416441"/>
                  </a:lnTo>
                  <a:lnTo>
                    <a:pt x="1254420" y="416441"/>
                  </a:lnTo>
                  <a:lnTo>
                    <a:pt x="1258340" y="416441"/>
                  </a:lnTo>
                  <a:lnTo>
                    <a:pt x="1262260" y="416441"/>
                  </a:lnTo>
                  <a:lnTo>
                    <a:pt x="1266180" y="416441"/>
                  </a:lnTo>
                  <a:lnTo>
                    <a:pt x="1270100" y="416441"/>
                  </a:lnTo>
                  <a:lnTo>
                    <a:pt x="1274020" y="416441"/>
                  </a:lnTo>
                  <a:lnTo>
                    <a:pt x="1277940" y="416441"/>
                  </a:lnTo>
                  <a:lnTo>
                    <a:pt x="1281860" y="416441"/>
                  </a:lnTo>
                  <a:lnTo>
                    <a:pt x="1285780" y="416441"/>
                  </a:lnTo>
                  <a:lnTo>
                    <a:pt x="1289700" y="416441"/>
                  </a:lnTo>
                  <a:lnTo>
                    <a:pt x="1293620" y="416441"/>
                  </a:lnTo>
                  <a:lnTo>
                    <a:pt x="1297540" y="416441"/>
                  </a:lnTo>
                  <a:lnTo>
                    <a:pt x="1301460" y="416441"/>
                  </a:lnTo>
                  <a:lnTo>
                    <a:pt x="1305380" y="416441"/>
                  </a:lnTo>
                  <a:lnTo>
                    <a:pt x="1309301" y="416441"/>
                  </a:lnTo>
                  <a:lnTo>
                    <a:pt x="1313221" y="416441"/>
                  </a:lnTo>
                  <a:lnTo>
                    <a:pt x="1317141" y="416441"/>
                  </a:lnTo>
                  <a:lnTo>
                    <a:pt x="1321061" y="416441"/>
                  </a:lnTo>
                  <a:lnTo>
                    <a:pt x="1324981" y="416441"/>
                  </a:lnTo>
                  <a:lnTo>
                    <a:pt x="1328901" y="416441"/>
                  </a:lnTo>
                  <a:lnTo>
                    <a:pt x="1332821" y="416441"/>
                  </a:lnTo>
                  <a:lnTo>
                    <a:pt x="1336741" y="416441"/>
                  </a:lnTo>
                  <a:lnTo>
                    <a:pt x="1340661" y="416441"/>
                  </a:lnTo>
                  <a:lnTo>
                    <a:pt x="1344581" y="416441"/>
                  </a:lnTo>
                  <a:lnTo>
                    <a:pt x="1348501" y="416441"/>
                  </a:lnTo>
                  <a:lnTo>
                    <a:pt x="1352421" y="416441"/>
                  </a:lnTo>
                  <a:lnTo>
                    <a:pt x="1356341" y="416441"/>
                  </a:lnTo>
                  <a:lnTo>
                    <a:pt x="1360261" y="416441"/>
                  </a:lnTo>
                  <a:lnTo>
                    <a:pt x="1364181" y="416441"/>
                  </a:lnTo>
                  <a:lnTo>
                    <a:pt x="1368101" y="416441"/>
                  </a:lnTo>
                  <a:lnTo>
                    <a:pt x="1372022" y="416441"/>
                  </a:lnTo>
                  <a:lnTo>
                    <a:pt x="1375942" y="416441"/>
                  </a:lnTo>
                  <a:lnTo>
                    <a:pt x="1379862" y="416441"/>
                  </a:lnTo>
                  <a:lnTo>
                    <a:pt x="1383782" y="416441"/>
                  </a:lnTo>
                  <a:lnTo>
                    <a:pt x="1387702" y="416441"/>
                  </a:lnTo>
                  <a:lnTo>
                    <a:pt x="1391622" y="416441"/>
                  </a:lnTo>
                  <a:lnTo>
                    <a:pt x="1395542" y="416441"/>
                  </a:lnTo>
                  <a:lnTo>
                    <a:pt x="1399462" y="416441"/>
                  </a:lnTo>
                  <a:lnTo>
                    <a:pt x="1403382" y="416441"/>
                  </a:lnTo>
                  <a:lnTo>
                    <a:pt x="1407302" y="416441"/>
                  </a:lnTo>
                  <a:lnTo>
                    <a:pt x="1411222" y="416441"/>
                  </a:lnTo>
                  <a:lnTo>
                    <a:pt x="1415142" y="416441"/>
                  </a:lnTo>
                  <a:lnTo>
                    <a:pt x="1419062" y="416441"/>
                  </a:lnTo>
                  <a:lnTo>
                    <a:pt x="1422982" y="416441"/>
                  </a:lnTo>
                  <a:lnTo>
                    <a:pt x="1426902" y="416441"/>
                  </a:lnTo>
                  <a:lnTo>
                    <a:pt x="1430822" y="416441"/>
                  </a:lnTo>
                  <a:lnTo>
                    <a:pt x="1434743" y="416441"/>
                  </a:lnTo>
                  <a:lnTo>
                    <a:pt x="1438663" y="416441"/>
                  </a:lnTo>
                  <a:lnTo>
                    <a:pt x="1442583" y="416441"/>
                  </a:lnTo>
                  <a:lnTo>
                    <a:pt x="1446503" y="416441"/>
                  </a:lnTo>
                  <a:lnTo>
                    <a:pt x="1450423" y="416441"/>
                  </a:lnTo>
                  <a:lnTo>
                    <a:pt x="1454343" y="416441"/>
                  </a:lnTo>
                  <a:lnTo>
                    <a:pt x="1458263" y="416441"/>
                  </a:lnTo>
                  <a:lnTo>
                    <a:pt x="1462183" y="416441"/>
                  </a:lnTo>
                  <a:lnTo>
                    <a:pt x="1466103" y="416441"/>
                  </a:lnTo>
                  <a:lnTo>
                    <a:pt x="1470023" y="416441"/>
                  </a:lnTo>
                  <a:lnTo>
                    <a:pt x="1473943" y="416441"/>
                  </a:lnTo>
                  <a:lnTo>
                    <a:pt x="1477863" y="416441"/>
                  </a:lnTo>
                  <a:lnTo>
                    <a:pt x="1481783" y="416441"/>
                  </a:lnTo>
                  <a:lnTo>
                    <a:pt x="1485703" y="416441"/>
                  </a:lnTo>
                  <a:lnTo>
                    <a:pt x="1489623" y="416441"/>
                  </a:lnTo>
                  <a:lnTo>
                    <a:pt x="1493543" y="416441"/>
                  </a:lnTo>
                  <a:lnTo>
                    <a:pt x="1497464" y="416441"/>
                  </a:lnTo>
                  <a:lnTo>
                    <a:pt x="1501384" y="416441"/>
                  </a:lnTo>
                  <a:lnTo>
                    <a:pt x="1505304" y="416441"/>
                  </a:lnTo>
                  <a:lnTo>
                    <a:pt x="1509224" y="416441"/>
                  </a:lnTo>
                  <a:lnTo>
                    <a:pt x="1513144" y="416441"/>
                  </a:lnTo>
                  <a:lnTo>
                    <a:pt x="1517064" y="416441"/>
                  </a:lnTo>
                  <a:lnTo>
                    <a:pt x="1520984" y="416441"/>
                  </a:lnTo>
                  <a:lnTo>
                    <a:pt x="1524904" y="416441"/>
                  </a:lnTo>
                  <a:lnTo>
                    <a:pt x="1528824" y="416441"/>
                  </a:lnTo>
                  <a:lnTo>
                    <a:pt x="1532744" y="416441"/>
                  </a:lnTo>
                  <a:lnTo>
                    <a:pt x="1536664" y="416441"/>
                  </a:lnTo>
                  <a:lnTo>
                    <a:pt x="1540584" y="416441"/>
                  </a:lnTo>
                  <a:lnTo>
                    <a:pt x="1544504" y="416441"/>
                  </a:lnTo>
                  <a:lnTo>
                    <a:pt x="1548424" y="416441"/>
                  </a:lnTo>
                  <a:lnTo>
                    <a:pt x="1552344" y="416441"/>
                  </a:lnTo>
                  <a:lnTo>
                    <a:pt x="1556265" y="416441"/>
                  </a:lnTo>
                  <a:lnTo>
                    <a:pt x="1560185" y="416441"/>
                  </a:lnTo>
                  <a:lnTo>
                    <a:pt x="1564105" y="416441"/>
                  </a:lnTo>
                  <a:lnTo>
                    <a:pt x="1568025" y="416441"/>
                  </a:lnTo>
                  <a:lnTo>
                    <a:pt x="1571945" y="416441"/>
                  </a:lnTo>
                  <a:lnTo>
                    <a:pt x="1575865" y="416441"/>
                  </a:lnTo>
                  <a:lnTo>
                    <a:pt x="1579785" y="416441"/>
                  </a:lnTo>
                  <a:lnTo>
                    <a:pt x="1583705" y="416441"/>
                  </a:lnTo>
                  <a:lnTo>
                    <a:pt x="1587625" y="416441"/>
                  </a:lnTo>
                  <a:lnTo>
                    <a:pt x="1591545" y="416441"/>
                  </a:lnTo>
                  <a:lnTo>
                    <a:pt x="1595465" y="416441"/>
                  </a:lnTo>
                  <a:lnTo>
                    <a:pt x="1599385" y="416441"/>
                  </a:lnTo>
                  <a:lnTo>
                    <a:pt x="1603305" y="416441"/>
                  </a:lnTo>
                  <a:lnTo>
                    <a:pt x="1607225" y="416441"/>
                  </a:lnTo>
                  <a:lnTo>
                    <a:pt x="1611145" y="416441"/>
                  </a:lnTo>
                  <a:lnTo>
                    <a:pt x="1615065" y="416441"/>
                  </a:lnTo>
                  <a:lnTo>
                    <a:pt x="1618986" y="416441"/>
                  </a:lnTo>
                  <a:lnTo>
                    <a:pt x="1622906" y="416441"/>
                  </a:lnTo>
                  <a:lnTo>
                    <a:pt x="1626826" y="416441"/>
                  </a:lnTo>
                  <a:lnTo>
                    <a:pt x="1630746" y="416441"/>
                  </a:lnTo>
                  <a:lnTo>
                    <a:pt x="1634666" y="416441"/>
                  </a:lnTo>
                  <a:lnTo>
                    <a:pt x="1638586" y="416441"/>
                  </a:lnTo>
                  <a:lnTo>
                    <a:pt x="1642506" y="416441"/>
                  </a:lnTo>
                  <a:lnTo>
                    <a:pt x="1646426" y="416441"/>
                  </a:lnTo>
                  <a:lnTo>
                    <a:pt x="1650346" y="416441"/>
                  </a:lnTo>
                  <a:lnTo>
                    <a:pt x="1654266" y="416441"/>
                  </a:lnTo>
                  <a:lnTo>
                    <a:pt x="1658186" y="416441"/>
                  </a:lnTo>
                  <a:lnTo>
                    <a:pt x="1662106" y="416441"/>
                  </a:lnTo>
                  <a:lnTo>
                    <a:pt x="1666026" y="416441"/>
                  </a:lnTo>
                  <a:lnTo>
                    <a:pt x="1669946" y="416441"/>
                  </a:lnTo>
                  <a:lnTo>
                    <a:pt x="1673866" y="416441"/>
                  </a:lnTo>
                  <a:lnTo>
                    <a:pt x="1677786" y="416441"/>
                  </a:lnTo>
                  <a:lnTo>
                    <a:pt x="1681707" y="416441"/>
                  </a:lnTo>
                  <a:lnTo>
                    <a:pt x="1685627" y="416441"/>
                  </a:lnTo>
                  <a:lnTo>
                    <a:pt x="1689547" y="416441"/>
                  </a:lnTo>
                  <a:lnTo>
                    <a:pt x="1693467" y="416441"/>
                  </a:lnTo>
                  <a:lnTo>
                    <a:pt x="1697387" y="416441"/>
                  </a:lnTo>
                  <a:lnTo>
                    <a:pt x="1701307" y="416441"/>
                  </a:lnTo>
                  <a:lnTo>
                    <a:pt x="1705227" y="416441"/>
                  </a:lnTo>
                  <a:lnTo>
                    <a:pt x="1709147" y="416441"/>
                  </a:lnTo>
                  <a:lnTo>
                    <a:pt x="1713067" y="416441"/>
                  </a:lnTo>
                  <a:lnTo>
                    <a:pt x="1716987" y="416441"/>
                  </a:lnTo>
                  <a:lnTo>
                    <a:pt x="1720907" y="416441"/>
                  </a:lnTo>
                  <a:lnTo>
                    <a:pt x="1724827" y="416441"/>
                  </a:lnTo>
                  <a:lnTo>
                    <a:pt x="1728747" y="416441"/>
                  </a:lnTo>
                  <a:lnTo>
                    <a:pt x="1732667" y="416441"/>
                  </a:lnTo>
                  <a:lnTo>
                    <a:pt x="1736587" y="416441"/>
                  </a:lnTo>
                  <a:lnTo>
                    <a:pt x="1740507" y="416441"/>
                  </a:lnTo>
                  <a:lnTo>
                    <a:pt x="1744428" y="416441"/>
                  </a:lnTo>
                  <a:lnTo>
                    <a:pt x="1748348" y="416441"/>
                  </a:lnTo>
                  <a:lnTo>
                    <a:pt x="1752268" y="416441"/>
                  </a:lnTo>
                  <a:lnTo>
                    <a:pt x="1756188" y="416441"/>
                  </a:lnTo>
                  <a:lnTo>
                    <a:pt x="1760108" y="416441"/>
                  </a:lnTo>
                  <a:lnTo>
                    <a:pt x="1764028" y="416441"/>
                  </a:lnTo>
                  <a:lnTo>
                    <a:pt x="1767948" y="416441"/>
                  </a:lnTo>
                  <a:lnTo>
                    <a:pt x="1771868" y="416441"/>
                  </a:lnTo>
                  <a:lnTo>
                    <a:pt x="1775788" y="416441"/>
                  </a:lnTo>
                  <a:lnTo>
                    <a:pt x="1779708" y="416441"/>
                  </a:lnTo>
                  <a:lnTo>
                    <a:pt x="1783628" y="416441"/>
                  </a:lnTo>
                  <a:lnTo>
                    <a:pt x="1787548" y="416441"/>
                  </a:lnTo>
                  <a:lnTo>
                    <a:pt x="1791468" y="416441"/>
                  </a:lnTo>
                  <a:lnTo>
                    <a:pt x="1795388" y="416441"/>
                  </a:lnTo>
                  <a:lnTo>
                    <a:pt x="1799308" y="416441"/>
                  </a:lnTo>
                  <a:lnTo>
                    <a:pt x="1803228" y="416441"/>
                  </a:lnTo>
                  <a:lnTo>
                    <a:pt x="1807149" y="416441"/>
                  </a:lnTo>
                  <a:lnTo>
                    <a:pt x="1811069" y="416441"/>
                  </a:lnTo>
                  <a:lnTo>
                    <a:pt x="1814989" y="416441"/>
                  </a:lnTo>
                  <a:lnTo>
                    <a:pt x="1818909" y="416441"/>
                  </a:lnTo>
                  <a:lnTo>
                    <a:pt x="1822829" y="416441"/>
                  </a:lnTo>
                  <a:lnTo>
                    <a:pt x="1826749" y="416441"/>
                  </a:lnTo>
                  <a:lnTo>
                    <a:pt x="1830669" y="416441"/>
                  </a:lnTo>
                  <a:lnTo>
                    <a:pt x="1834589" y="416441"/>
                  </a:lnTo>
                  <a:lnTo>
                    <a:pt x="1838509" y="416441"/>
                  </a:lnTo>
                  <a:lnTo>
                    <a:pt x="1842429" y="416441"/>
                  </a:lnTo>
                  <a:lnTo>
                    <a:pt x="1846349" y="416441"/>
                  </a:lnTo>
                  <a:lnTo>
                    <a:pt x="1850269" y="416441"/>
                  </a:lnTo>
                  <a:lnTo>
                    <a:pt x="1854189" y="416441"/>
                  </a:lnTo>
                  <a:lnTo>
                    <a:pt x="1858109" y="416441"/>
                  </a:lnTo>
                  <a:lnTo>
                    <a:pt x="1862029" y="416441"/>
                  </a:lnTo>
                  <a:lnTo>
                    <a:pt x="1865949" y="416441"/>
                  </a:lnTo>
                  <a:lnTo>
                    <a:pt x="1869870" y="416441"/>
                  </a:lnTo>
                  <a:lnTo>
                    <a:pt x="1873790" y="416441"/>
                  </a:lnTo>
                  <a:lnTo>
                    <a:pt x="1877710" y="416441"/>
                  </a:lnTo>
                  <a:lnTo>
                    <a:pt x="1881630" y="416441"/>
                  </a:lnTo>
                  <a:lnTo>
                    <a:pt x="1885550" y="416441"/>
                  </a:lnTo>
                  <a:lnTo>
                    <a:pt x="1889470" y="416441"/>
                  </a:lnTo>
                  <a:lnTo>
                    <a:pt x="1893390" y="416441"/>
                  </a:lnTo>
                  <a:lnTo>
                    <a:pt x="1897310" y="416441"/>
                  </a:lnTo>
                  <a:lnTo>
                    <a:pt x="1901230" y="416441"/>
                  </a:lnTo>
                  <a:lnTo>
                    <a:pt x="1905150" y="416441"/>
                  </a:lnTo>
                  <a:lnTo>
                    <a:pt x="1909070" y="416441"/>
                  </a:lnTo>
                  <a:lnTo>
                    <a:pt x="1912990" y="416441"/>
                  </a:lnTo>
                  <a:lnTo>
                    <a:pt x="1916910" y="416441"/>
                  </a:lnTo>
                  <a:lnTo>
                    <a:pt x="1920830" y="416441"/>
                  </a:lnTo>
                  <a:lnTo>
                    <a:pt x="1924750" y="416441"/>
                  </a:lnTo>
                  <a:lnTo>
                    <a:pt x="1928670" y="416441"/>
                  </a:lnTo>
                  <a:lnTo>
                    <a:pt x="1932591" y="416441"/>
                  </a:lnTo>
                  <a:lnTo>
                    <a:pt x="1936511" y="416441"/>
                  </a:lnTo>
                  <a:lnTo>
                    <a:pt x="1940431" y="416441"/>
                  </a:lnTo>
                  <a:lnTo>
                    <a:pt x="1944351" y="416441"/>
                  </a:lnTo>
                  <a:lnTo>
                    <a:pt x="1948271" y="416441"/>
                  </a:lnTo>
                  <a:lnTo>
                    <a:pt x="1952191" y="416441"/>
                  </a:lnTo>
                  <a:lnTo>
                    <a:pt x="1956111" y="416441"/>
                  </a:lnTo>
                  <a:lnTo>
                    <a:pt x="1960031" y="416441"/>
                  </a:lnTo>
                  <a:lnTo>
                    <a:pt x="1963951" y="416441"/>
                  </a:lnTo>
                  <a:lnTo>
                    <a:pt x="1967871" y="416441"/>
                  </a:lnTo>
                  <a:lnTo>
                    <a:pt x="1971791" y="416441"/>
                  </a:lnTo>
                  <a:lnTo>
                    <a:pt x="1975711" y="416441"/>
                  </a:lnTo>
                  <a:lnTo>
                    <a:pt x="1979631" y="416441"/>
                  </a:lnTo>
                  <a:lnTo>
                    <a:pt x="1983551" y="416441"/>
                  </a:lnTo>
                  <a:lnTo>
                    <a:pt x="1987471" y="416441"/>
                  </a:lnTo>
                  <a:lnTo>
                    <a:pt x="1991391" y="416441"/>
                  </a:lnTo>
                  <a:lnTo>
                    <a:pt x="1995312" y="416441"/>
                  </a:lnTo>
                  <a:lnTo>
                    <a:pt x="1999232" y="416441"/>
                  </a:lnTo>
                  <a:lnTo>
                    <a:pt x="2003152" y="416441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08" name="pg108"/>
            <p:cNvSpPr/>
            <p:nvPr/>
          </p:nvSpPr>
          <p:spPr>
            <a:xfrm>
              <a:off x="11314501" y="5484000"/>
              <a:ext cx="2003152" cy="807549"/>
            </a:xfrm>
            <a:custGeom>
              <a:avLst/>
              <a:gdLst/>
              <a:ahLst/>
              <a:cxnLst/>
              <a:rect l="0" t="0" r="0" b="0"/>
              <a:pathLst>
                <a:path w="2003152" h="807549">
                  <a:moveTo>
                    <a:pt x="0" y="807549"/>
                  </a:moveTo>
                  <a:lnTo>
                    <a:pt x="3920" y="807549"/>
                  </a:lnTo>
                  <a:lnTo>
                    <a:pt x="7840" y="807549"/>
                  </a:lnTo>
                  <a:lnTo>
                    <a:pt x="11760" y="807549"/>
                  </a:lnTo>
                  <a:lnTo>
                    <a:pt x="15680" y="807549"/>
                  </a:lnTo>
                  <a:lnTo>
                    <a:pt x="19600" y="807549"/>
                  </a:lnTo>
                  <a:lnTo>
                    <a:pt x="23520" y="807549"/>
                  </a:lnTo>
                  <a:lnTo>
                    <a:pt x="27440" y="807549"/>
                  </a:lnTo>
                  <a:lnTo>
                    <a:pt x="31360" y="807549"/>
                  </a:lnTo>
                  <a:lnTo>
                    <a:pt x="35280" y="807549"/>
                  </a:lnTo>
                  <a:lnTo>
                    <a:pt x="39200" y="807549"/>
                  </a:lnTo>
                  <a:lnTo>
                    <a:pt x="43120" y="807549"/>
                  </a:lnTo>
                  <a:lnTo>
                    <a:pt x="47040" y="807549"/>
                  </a:lnTo>
                  <a:lnTo>
                    <a:pt x="50960" y="807549"/>
                  </a:lnTo>
                  <a:lnTo>
                    <a:pt x="54880" y="807549"/>
                  </a:lnTo>
                  <a:lnTo>
                    <a:pt x="58800" y="807549"/>
                  </a:lnTo>
                  <a:lnTo>
                    <a:pt x="62721" y="807549"/>
                  </a:lnTo>
                  <a:lnTo>
                    <a:pt x="66641" y="807549"/>
                  </a:lnTo>
                  <a:lnTo>
                    <a:pt x="70561" y="807549"/>
                  </a:lnTo>
                  <a:lnTo>
                    <a:pt x="74481" y="807549"/>
                  </a:lnTo>
                  <a:lnTo>
                    <a:pt x="78401" y="807549"/>
                  </a:lnTo>
                  <a:lnTo>
                    <a:pt x="82321" y="807548"/>
                  </a:lnTo>
                  <a:lnTo>
                    <a:pt x="86241" y="807547"/>
                  </a:lnTo>
                  <a:lnTo>
                    <a:pt x="90161" y="807545"/>
                  </a:lnTo>
                  <a:lnTo>
                    <a:pt x="94081" y="807542"/>
                  </a:lnTo>
                  <a:lnTo>
                    <a:pt x="98001" y="807534"/>
                  </a:lnTo>
                  <a:lnTo>
                    <a:pt x="101921" y="807521"/>
                  </a:lnTo>
                  <a:lnTo>
                    <a:pt x="105841" y="807497"/>
                  </a:lnTo>
                  <a:lnTo>
                    <a:pt x="109761" y="807452"/>
                  </a:lnTo>
                  <a:lnTo>
                    <a:pt x="113681" y="807374"/>
                  </a:lnTo>
                  <a:lnTo>
                    <a:pt x="117601" y="807241"/>
                  </a:lnTo>
                  <a:lnTo>
                    <a:pt x="121521" y="807024"/>
                  </a:lnTo>
                  <a:lnTo>
                    <a:pt x="125442" y="806683"/>
                  </a:lnTo>
                  <a:lnTo>
                    <a:pt x="129362" y="806162"/>
                  </a:lnTo>
                  <a:lnTo>
                    <a:pt x="133282" y="805393"/>
                  </a:lnTo>
                  <a:lnTo>
                    <a:pt x="137202" y="804294"/>
                  </a:lnTo>
                  <a:lnTo>
                    <a:pt x="141122" y="802774"/>
                  </a:lnTo>
                  <a:lnTo>
                    <a:pt x="145042" y="800735"/>
                  </a:lnTo>
                  <a:lnTo>
                    <a:pt x="148962" y="798086"/>
                  </a:lnTo>
                  <a:lnTo>
                    <a:pt x="152882" y="794751"/>
                  </a:lnTo>
                  <a:lnTo>
                    <a:pt x="156802" y="790646"/>
                  </a:lnTo>
                  <a:lnTo>
                    <a:pt x="160722" y="785790"/>
                  </a:lnTo>
                  <a:lnTo>
                    <a:pt x="164642" y="780298"/>
                  </a:lnTo>
                  <a:lnTo>
                    <a:pt x="168562" y="774315"/>
                  </a:lnTo>
                  <a:lnTo>
                    <a:pt x="172482" y="768048"/>
                  </a:lnTo>
                  <a:lnTo>
                    <a:pt x="176402" y="761749"/>
                  </a:lnTo>
                  <a:lnTo>
                    <a:pt x="180322" y="755700"/>
                  </a:lnTo>
                  <a:lnTo>
                    <a:pt x="184242" y="750183"/>
                  </a:lnTo>
                  <a:lnTo>
                    <a:pt x="188163" y="745461"/>
                  </a:lnTo>
                  <a:lnTo>
                    <a:pt x="192083" y="741746"/>
                  </a:lnTo>
                  <a:lnTo>
                    <a:pt x="196003" y="739189"/>
                  </a:lnTo>
                  <a:lnTo>
                    <a:pt x="199923" y="737862"/>
                  </a:lnTo>
                  <a:lnTo>
                    <a:pt x="203843" y="737819"/>
                  </a:lnTo>
                  <a:lnTo>
                    <a:pt x="207763" y="738946"/>
                  </a:lnTo>
                  <a:lnTo>
                    <a:pt x="211683" y="741033"/>
                  </a:lnTo>
                  <a:lnTo>
                    <a:pt x="215603" y="743893"/>
                  </a:lnTo>
                  <a:lnTo>
                    <a:pt x="219523" y="747317"/>
                  </a:lnTo>
                  <a:lnTo>
                    <a:pt x="223443" y="751093"/>
                  </a:lnTo>
                  <a:lnTo>
                    <a:pt x="227363" y="755012"/>
                  </a:lnTo>
                  <a:lnTo>
                    <a:pt x="231283" y="758881"/>
                  </a:lnTo>
                  <a:lnTo>
                    <a:pt x="235203" y="762528"/>
                  </a:lnTo>
                  <a:lnTo>
                    <a:pt x="239123" y="765809"/>
                  </a:lnTo>
                  <a:lnTo>
                    <a:pt x="243043" y="768612"/>
                  </a:lnTo>
                  <a:lnTo>
                    <a:pt x="246963" y="770859"/>
                  </a:lnTo>
                  <a:lnTo>
                    <a:pt x="250884" y="772482"/>
                  </a:lnTo>
                  <a:lnTo>
                    <a:pt x="254804" y="773491"/>
                  </a:lnTo>
                  <a:lnTo>
                    <a:pt x="258724" y="773956"/>
                  </a:lnTo>
                  <a:lnTo>
                    <a:pt x="262644" y="773947"/>
                  </a:lnTo>
                  <a:lnTo>
                    <a:pt x="266564" y="773549"/>
                  </a:lnTo>
                  <a:lnTo>
                    <a:pt x="270484" y="772856"/>
                  </a:lnTo>
                  <a:lnTo>
                    <a:pt x="274404" y="771963"/>
                  </a:lnTo>
                  <a:lnTo>
                    <a:pt x="278324" y="770955"/>
                  </a:lnTo>
                  <a:lnTo>
                    <a:pt x="282244" y="769906"/>
                  </a:lnTo>
                  <a:lnTo>
                    <a:pt x="286164" y="768868"/>
                  </a:lnTo>
                  <a:lnTo>
                    <a:pt x="290084" y="767875"/>
                  </a:lnTo>
                  <a:lnTo>
                    <a:pt x="294004" y="766936"/>
                  </a:lnTo>
                  <a:lnTo>
                    <a:pt x="297924" y="766038"/>
                  </a:lnTo>
                  <a:lnTo>
                    <a:pt x="301844" y="765143"/>
                  </a:lnTo>
                  <a:lnTo>
                    <a:pt x="305764" y="764202"/>
                  </a:lnTo>
                  <a:lnTo>
                    <a:pt x="309684" y="763164"/>
                  </a:lnTo>
                  <a:lnTo>
                    <a:pt x="313605" y="761975"/>
                  </a:lnTo>
                  <a:lnTo>
                    <a:pt x="317525" y="760588"/>
                  </a:lnTo>
                  <a:lnTo>
                    <a:pt x="321445" y="758964"/>
                  </a:lnTo>
                  <a:lnTo>
                    <a:pt x="325365" y="757074"/>
                  </a:lnTo>
                  <a:lnTo>
                    <a:pt x="329285" y="754899"/>
                  </a:lnTo>
                  <a:lnTo>
                    <a:pt x="333205" y="752436"/>
                  </a:lnTo>
                  <a:lnTo>
                    <a:pt x="337125" y="749693"/>
                  </a:lnTo>
                  <a:lnTo>
                    <a:pt x="341045" y="746694"/>
                  </a:lnTo>
                  <a:lnTo>
                    <a:pt x="344965" y="743473"/>
                  </a:lnTo>
                  <a:lnTo>
                    <a:pt x="348885" y="740101"/>
                  </a:lnTo>
                  <a:lnTo>
                    <a:pt x="352805" y="736663"/>
                  </a:lnTo>
                  <a:lnTo>
                    <a:pt x="356725" y="733249"/>
                  </a:lnTo>
                  <a:lnTo>
                    <a:pt x="360645" y="729948"/>
                  </a:lnTo>
                  <a:lnTo>
                    <a:pt x="364565" y="726843"/>
                  </a:lnTo>
                  <a:lnTo>
                    <a:pt x="368485" y="724000"/>
                  </a:lnTo>
                  <a:lnTo>
                    <a:pt x="372405" y="721455"/>
                  </a:lnTo>
                  <a:lnTo>
                    <a:pt x="376326" y="719204"/>
                  </a:lnTo>
                  <a:lnTo>
                    <a:pt x="380246" y="717197"/>
                  </a:lnTo>
                  <a:lnTo>
                    <a:pt x="384166" y="715332"/>
                  </a:lnTo>
                  <a:lnTo>
                    <a:pt x="388086" y="713462"/>
                  </a:lnTo>
                  <a:lnTo>
                    <a:pt x="392006" y="711370"/>
                  </a:lnTo>
                  <a:lnTo>
                    <a:pt x="395926" y="708806"/>
                  </a:lnTo>
                  <a:lnTo>
                    <a:pt x="399846" y="705556"/>
                  </a:lnTo>
                  <a:lnTo>
                    <a:pt x="403766" y="701418"/>
                  </a:lnTo>
                  <a:lnTo>
                    <a:pt x="407686" y="696223"/>
                  </a:lnTo>
                  <a:lnTo>
                    <a:pt x="411606" y="689854"/>
                  </a:lnTo>
                  <a:lnTo>
                    <a:pt x="415526" y="682243"/>
                  </a:lnTo>
                  <a:lnTo>
                    <a:pt x="419446" y="673374"/>
                  </a:lnTo>
                  <a:lnTo>
                    <a:pt x="423366" y="663270"/>
                  </a:lnTo>
                  <a:lnTo>
                    <a:pt x="427286" y="651975"/>
                  </a:lnTo>
                  <a:lnTo>
                    <a:pt x="431206" y="639532"/>
                  </a:lnTo>
                  <a:lnTo>
                    <a:pt x="435126" y="625950"/>
                  </a:lnTo>
                  <a:lnTo>
                    <a:pt x="439047" y="611109"/>
                  </a:lnTo>
                  <a:lnTo>
                    <a:pt x="442967" y="594830"/>
                  </a:lnTo>
                  <a:lnTo>
                    <a:pt x="446887" y="576876"/>
                  </a:lnTo>
                  <a:lnTo>
                    <a:pt x="450807" y="556832"/>
                  </a:lnTo>
                  <a:lnTo>
                    <a:pt x="454727" y="534176"/>
                  </a:lnTo>
                  <a:lnTo>
                    <a:pt x="458647" y="508319"/>
                  </a:lnTo>
                  <a:lnTo>
                    <a:pt x="462567" y="478655"/>
                  </a:lnTo>
                  <a:lnTo>
                    <a:pt x="466487" y="444651"/>
                  </a:lnTo>
                  <a:lnTo>
                    <a:pt x="470407" y="405942"/>
                  </a:lnTo>
                  <a:lnTo>
                    <a:pt x="474327" y="362450"/>
                  </a:lnTo>
                  <a:lnTo>
                    <a:pt x="478247" y="314505"/>
                  </a:lnTo>
                  <a:lnTo>
                    <a:pt x="482167" y="262951"/>
                  </a:lnTo>
                  <a:lnTo>
                    <a:pt x="486087" y="209250"/>
                  </a:lnTo>
                  <a:lnTo>
                    <a:pt x="490007" y="155941"/>
                  </a:lnTo>
                  <a:lnTo>
                    <a:pt x="493927" y="105919"/>
                  </a:lnTo>
                  <a:lnTo>
                    <a:pt x="497847" y="62304"/>
                  </a:lnTo>
                  <a:lnTo>
                    <a:pt x="501768" y="28269"/>
                  </a:lnTo>
                  <a:lnTo>
                    <a:pt x="505688" y="6725"/>
                  </a:lnTo>
                  <a:lnTo>
                    <a:pt x="509608" y="0"/>
                  </a:lnTo>
                  <a:lnTo>
                    <a:pt x="513528" y="9540"/>
                  </a:lnTo>
                  <a:lnTo>
                    <a:pt x="517448" y="35707"/>
                  </a:lnTo>
                  <a:lnTo>
                    <a:pt x="521368" y="77675"/>
                  </a:lnTo>
                  <a:lnTo>
                    <a:pt x="525288" y="133464"/>
                  </a:lnTo>
                  <a:lnTo>
                    <a:pt x="529208" y="200116"/>
                  </a:lnTo>
                  <a:lnTo>
                    <a:pt x="533128" y="274127"/>
                  </a:lnTo>
                  <a:lnTo>
                    <a:pt x="537048" y="350894"/>
                  </a:lnTo>
                  <a:lnTo>
                    <a:pt x="540968" y="426400"/>
                  </a:lnTo>
                  <a:lnTo>
                    <a:pt x="544888" y="497531"/>
                  </a:lnTo>
                  <a:lnTo>
                    <a:pt x="548808" y="561942"/>
                  </a:lnTo>
                  <a:lnTo>
                    <a:pt x="552728" y="618136"/>
                  </a:lnTo>
                  <a:lnTo>
                    <a:pt x="556648" y="665436"/>
                  </a:lnTo>
                  <a:lnTo>
                    <a:pt x="560569" y="703883"/>
                  </a:lnTo>
                  <a:lnTo>
                    <a:pt x="564489" y="734075"/>
                  </a:lnTo>
                  <a:lnTo>
                    <a:pt x="568409" y="756986"/>
                  </a:lnTo>
                  <a:lnTo>
                    <a:pt x="572329" y="773784"/>
                  </a:lnTo>
                  <a:lnTo>
                    <a:pt x="576249" y="785684"/>
                  </a:lnTo>
                  <a:lnTo>
                    <a:pt x="580169" y="793688"/>
                  </a:lnTo>
                  <a:lnTo>
                    <a:pt x="584089" y="798934"/>
                  </a:lnTo>
                  <a:lnTo>
                    <a:pt x="588009" y="802345"/>
                  </a:lnTo>
                  <a:lnTo>
                    <a:pt x="591929" y="804497"/>
                  </a:lnTo>
                  <a:lnTo>
                    <a:pt x="595849" y="805812"/>
                  </a:lnTo>
                  <a:lnTo>
                    <a:pt x="599769" y="806591"/>
                  </a:lnTo>
                  <a:lnTo>
                    <a:pt x="603689" y="807037"/>
                  </a:lnTo>
                  <a:lnTo>
                    <a:pt x="607609" y="807284"/>
                  </a:lnTo>
                  <a:lnTo>
                    <a:pt x="611529" y="807416"/>
                  </a:lnTo>
                  <a:lnTo>
                    <a:pt x="615449" y="807485"/>
                  </a:lnTo>
                  <a:lnTo>
                    <a:pt x="619369" y="807519"/>
                  </a:lnTo>
                  <a:lnTo>
                    <a:pt x="623290" y="807535"/>
                  </a:lnTo>
                  <a:lnTo>
                    <a:pt x="627210" y="807543"/>
                  </a:lnTo>
                  <a:lnTo>
                    <a:pt x="631130" y="807546"/>
                  </a:lnTo>
                  <a:lnTo>
                    <a:pt x="635050" y="807548"/>
                  </a:lnTo>
                  <a:lnTo>
                    <a:pt x="638970" y="807549"/>
                  </a:lnTo>
                  <a:lnTo>
                    <a:pt x="642890" y="807549"/>
                  </a:lnTo>
                  <a:lnTo>
                    <a:pt x="646810" y="807549"/>
                  </a:lnTo>
                  <a:lnTo>
                    <a:pt x="650730" y="807549"/>
                  </a:lnTo>
                  <a:lnTo>
                    <a:pt x="654650" y="807549"/>
                  </a:lnTo>
                  <a:lnTo>
                    <a:pt x="658570" y="807549"/>
                  </a:lnTo>
                  <a:lnTo>
                    <a:pt x="662490" y="807549"/>
                  </a:lnTo>
                  <a:lnTo>
                    <a:pt x="666410" y="807549"/>
                  </a:lnTo>
                  <a:lnTo>
                    <a:pt x="670330" y="807549"/>
                  </a:lnTo>
                  <a:lnTo>
                    <a:pt x="674250" y="807549"/>
                  </a:lnTo>
                  <a:lnTo>
                    <a:pt x="678170" y="807549"/>
                  </a:lnTo>
                  <a:lnTo>
                    <a:pt x="682090" y="807549"/>
                  </a:lnTo>
                  <a:lnTo>
                    <a:pt x="686011" y="807549"/>
                  </a:lnTo>
                  <a:lnTo>
                    <a:pt x="689931" y="807549"/>
                  </a:lnTo>
                  <a:lnTo>
                    <a:pt x="693851" y="807549"/>
                  </a:lnTo>
                  <a:lnTo>
                    <a:pt x="697771" y="807549"/>
                  </a:lnTo>
                  <a:lnTo>
                    <a:pt x="701691" y="807549"/>
                  </a:lnTo>
                  <a:lnTo>
                    <a:pt x="705611" y="807549"/>
                  </a:lnTo>
                  <a:lnTo>
                    <a:pt x="709531" y="807549"/>
                  </a:lnTo>
                  <a:lnTo>
                    <a:pt x="713451" y="807549"/>
                  </a:lnTo>
                  <a:lnTo>
                    <a:pt x="717371" y="807549"/>
                  </a:lnTo>
                  <a:lnTo>
                    <a:pt x="721291" y="807549"/>
                  </a:lnTo>
                  <a:lnTo>
                    <a:pt x="725211" y="807549"/>
                  </a:lnTo>
                  <a:lnTo>
                    <a:pt x="729131" y="807549"/>
                  </a:lnTo>
                  <a:lnTo>
                    <a:pt x="733051" y="807549"/>
                  </a:lnTo>
                  <a:lnTo>
                    <a:pt x="736971" y="807549"/>
                  </a:lnTo>
                  <a:lnTo>
                    <a:pt x="740891" y="807549"/>
                  </a:lnTo>
                  <a:lnTo>
                    <a:pt x="744811" y="807549"/>
                  </a:lnTo>
                  <a:lnTo>
                    <a:pt x="748732" y="807549"/>
                  </a:lnTo>
                  <a:lnTo>
                    <a:pt x="752652" y="807549"/>
                  </a:lnTo>
                  <a:lnTo>
                    <a:pt x="756572" y="807549"/>
                  </a:lnTo>
                  <a:lnTo>
                    <a:pt x="760492" y="807549"/>
                  </a:lnTo>
                  <a:lnTo>
                    <a:pt x="764412" y="807549"/>
                  </a:lnTo>
                  <a:lnTo>
                    <a:pt x="768332" y="807549"/>
                  </a:lnTo>
                  <a:lnTo>
                    <a:pt x="772252" y="807549"/>
                  </a:lnTo>
                  <a:lnTo>
                    <a:pt x="776172" y="807549"/>
                  </a:lnTo>
                  <a:lnTo>
                    <a:pt x="780092" y="807549"/>
                  </a:lnTo>
                  <a:lnTo>
                    <a:pt x="784012" y="807549"/>
                  </a:lnTo>
                  <a:lnTo>
                    <a:pt x="787932" y="807549"/>
                  </a:lnTo>
                  <a:lnTo>
                    <a:pt x="791852" y="807549"/>
                  </a:lnTo>
                  <a:lnTo>
                    <a:pt x="795772" y="807549"/>
                  </a:lnTo>
                  <a:lnTo>
                    <a:pt x="799692" y="807549"/>
                  </a:lnTo>
                  <a:lnTo>
                    <a:pt x="803612" y="807549"/>
                  </a:lnTo>
                  <a:lnTo>
                    <a:pt x="807532" y="807549"/>
                  </a:lnTo>
                  <a:lnTo>
                    <a:pt x="811453" y="807549"/>
                  </a:lnTo>
                  <a:lnTo>
                    <a:pt x="815373" y="807549"/>
                  </a:lnTo>
                  <a:lnTo>
                    <a:pt x="819293" y="807549"/>
                  </a:lnTo>
                  <a:lnTo>
                    <a:pt x="823213" y="807549"/>
                  </a:lnTo>
                  <a:lnTo>
                    <a:pt x="827133" y="807549"/>
                  </a:lnTo>
                  <a:lnTo>
                    <a:pt x="831053" y="807549"/>
                  </a:lnTo>
                  <a:lnTo>
                    <a:pt x="834973" y="807549"/>
                  </a:lnTo>
                  <a:lnTo>
                    <a:pt x="838893" y="807549"/>
                  </a:lnTo>
                  <a:lnTo>
                    <a:pt x="842813" y="807549"/>
                  </a:lnTo>
                  <a:lnTo>
                    <a:pt x="846733" y="807549"/>
                  </a:lnTo>
                  <a:lnTo>
                    <a:pt x="850653" y="807549"/>
                  </a:lnTo>
                  <a:lnTo>
                    <a:pt x="854573" y="807549"/>
                  </a:lnTo>
                  <a:lnTo>
                    <a:pt x="858493" y="807549"/>
                  </a:lnTo>
                  <a:lnTo>
                    <a:pt x="862413" y="807549"/>
                  </a:lnTo>
                  <a:lnTo>
                    <a:pt x="866333" y="807549"/>
                  </a:lnTo>
                  <a:lnTo>
                    <a:pt x="870253" y="807549"/>
                  </a:lnTo>
                  <a:lnTo>
                    <a:pt x="874174" y="807549"/>
                  </a:lnTo>
                  <a:lnTo>
                    <a:pt x="878094" y="807549"/>
                  </a:lnTo>
                  <a:lnTo>
                    <a:pt x="882014" y="807549"/>
                  </a:lnTo>
                  <a:lnTo>
                    <a:pt x="885934" y="807549"/>
                  </a:lnTo>
                  <a:lnTo>
                    <a:pt x="889854" y="807549"/>
                  </a:lnTo>
                  <a:lnTo>
                    <a:pt x="893774" y="807549"/>
                  </a:lnTo>
                  <a:lnTo>
                    <a:pt x="897694" y="807549"/>
                  </a:lnTo>
                  <a:lnTo>
                    <a:pt x="901614" y="807549"/>
                  </a:lnTo>
                  <a:lnTo>
                    <a:pt x="905534" y="807549"/>
                  </a:lnTo>
                  <a:lnTo>
                    <a:pt x="909454" y="807549"/>
                  </a:lnTo>
                  <a:lnTo>
                    <a:pt x="913374" y="807549"/>
                  </a:lnTo>
                  <a:lnTo>
                    <a:pt x="917294" y="807549"/>
                  </a:lnTo>
                  <a:lnTo>
                    <a:pt x="921214" y="807549"/>
                  </a:lnTo>
                  <a:lnTo>
                    <a:pt x="925134" y="807549"/>
                  </a:lnTo>
                  <a:lnTo>
                    <a:pt x="929054" y="807549"/>
                  </a:lnTo>
                  <a:lnTo>
                    <a:pt x="932974" y="807549"/>
                  </a:lnTo>
                  <a:lnTo>
                    <a:pt x="936895" y="807549"/>
                  </a:lnTo>
                  <a:lnTo>
                    <a:pt x="940815" y="807549"/>
                  </a:lnTo>
                  <a:lnTo>
                    <a:pt x="944735" y="807549"/>
                  </a:lnTo>
                  <a:lnTo>
                    <a:pt x="948655" y="807549"/>
                  </a:lnTo>
                  <a:lnTo>
                    <a:pt x="952575" y="807549"/>
                  </a:lnTo>
                  <a:lnTo>
                    <a:pt x="956495" y="807549"/>
                  </a:lnTo>
                  <a:lnTo>
                    <a:pt x="960415" y="807549"/>
                  </a:lnTo>
                  <a:lnTo>
                    <a:pt x="964335" y="807549"/>
                  </a:lnTo>
                  <a:lnTo>
                    <a:pt x="968255" y="807549"/>
                  </a:lnTo>
                  <a:lnTo>
                    <a:pt x="972175" y="807549"/>
                  </a:lnTo>
                  <a:lnTo>
                    <a:pt x="976095" y="807549"/>
                  </a:lnTo>
                  <a:lnTo>
                    <a:pt x="980015" y="807549"/>
                  </a:lnTo>
                  <a:lnTo>
                    <a:pt x="983935" y="807549"/>
                  </a:lnTo>
                  <a:lnTo>
                    <a:pt x="987855" y="807549"/>
                  </a:lnTo>
                  <a:lnTo>
                    <a:pt x="991775" y="807549"/>
                  </a:lnTo>
                  <a:lnTo>
                    <a:pt x="995695" y="807549"/>
                  </a:lnTo>
                  <a:lnTo>
                    <a:pt x="999616" y="807549"/>
                  </a:lnTo>
                  <a:lnTo>
                    <a:pt x="1003536" y="807549"/>
                  </a:lnTo>
                  <a:lnTo>
                    <a:pt x="1007456" y="807549"/>
                  </a:lnTo>
                  <a:lnTo>
                    <a:pt x="1011376" y="807549"/>
                  </a:lnTo>
                  <a:lnTo>
                    <a:pt x="1015296" y="807549"/>
                  </a:lnTo>
                  <a:lnTo>
                    <a:pt x="1019216" y="807549"/>
                  </a:lnTo>
                  <a:lnTo>
                    <a:pt x="1023136" y="807549"/>
                  </a:lnTo>
                  <a:lnTo>
                    <a:pt x="1027056" y="807549"/>
                  </a:lnTo>
                  <a:lnTo>
                    <a:pt x="1030976" y="807549"/>
                  </a:lnTo>
                  <a:lnTo>
                    <a:pt x="1034896" y="807549"/>
                  </a:lnTo>
                  <a:lnTo>
                    <a:pt x="1038816" y="807549"/>
                  </a:lnTo>
                  <a:lnTo>
                    <a:pt x="1042736" y="807549"/>
                  </a:lnTo>
                  <a:lnTo>
                    <a:pt x="1046656" y="807549"/>
                  </a:lnTo>
                  <a:lnTo>
                    <a:pt x="1050576" y="807549"/>
                  </a:lnTo>
                  <a:lnTo>
                    <a:pt x="1054496" y="807549"/>
                  </a:lnTo>
                  <a:lnTo>
                    <a:pt x="1058417" y="807549"/>
                  </a:lnTo>
                  <a:lnTo>
                    <a:pt x="1062337" y="807549"/>
                  </a:lnTo>
                  <a:lnTo>
                    <a:pt x="1066257" y="807549"/>
                  </a:lnTo>
                  <a:lnTo>
                    <a:pt x="1070177" y="807549"/>
                  </a:lnTo>
                  <a:lnTo>
                    <a:pt x="1074097" y="807549"/>
                  </a:lnTo>
                  <a:lnTo>
                    <a:pt x="1078017" y="807549"/>
                  </a:lnTo>
                  <a:lnTo>
                    <a:pt x="1081937" y="807549"/>
                  </a:lnTo>
                  <a:lnTo>
                    <a:pt x="1085857" y="807549"/>
                  </a:lnTo>
                  <a:lnTo>
                    <a:pt x="1089777" y="807549"/>
                  </a:lnTo>
                  <a:lnTo>
                    <a:pt x="1093697" y="807549"/>
                  </a:lnTo>
                  <a:lnTo>
                    <a:pt x="1097617" y="807549"/>
                  </a:lnTo>
                  <a:lnTo>
                    <a:pt x="1101537" y="807549"/>
                  </a:lnTo>
                  <a:lnTo>
                    <a:pt x="1105457" y="807549"/>
                  </a:lnTo>
                  <a:lnTo>
                    <a:pt x="1109377" y="807549"/>
                  </a:lnTo>
                  <a:lnTo>
                    <a:pt x="1113297" y="807549"/>
                  </a:lnTo>
                  <a:lnTo>
                    <a:pt x="1117217" y="807549"/>
                  </a:lnTo>
                  <a:lnTo>
                    <a:pt x="1121138" y="807549"/>
                  </a:lnTo>
                  <a:lnTo>
                    <a:pt x="1125058" y="807549"/>
                  </a:lnTo>
                  <a:lnTo>
                    <a:pt x="1128978" y="807549"/>
                  </a:lnTo>
                  <a:lnTo>
                    <a:pt x="1132898" y="807549"/>
                  </a:lnTo>
                  <a:lnTo>
                    <a:pt x="1136818" y="807549"/>
                  </a:lnTo>
                  <a:lnTo>
                    <a:pt x="1140738" y="807549"/>
                  </a:lnTo>
                  <a:lnTo>
                    <a:pt x="1144658" y="807549"/>
                  </a:lnTo>
                  <a:lnTo>
                    <a:pt x="1148578" y="807549"/>
                  </a:lnTo>
                  <a:lnTo>
                    <a:pt x="1152498" y="807549"/>
                  </a:lnTo>
                  <a:lnTo>
                    <a:pt x="1156418" y="807549"/>
                  </a:lnTo>
                  <a:lnTo>
                    <a:pt x="1160338" y="807549"/>
                  </a:lnTo>
                  <a:lnTo>
                    <a:pt x="1164258" y="807549"/>
                  </a:lnTo>
                  <a:lnTo>
                    <a:pt x="1168178" y="807549"/>
                  </a:lnTo>
                  <a:lnTo>
                    <a:pt x="1172098" y="807549"/>
                  </a:lnTo>
                  <a:lnTo>
                    <a:pt x="1176018" y="807549"/>
                  </a:lnTo>
                  <a:lnTo>
                    <a:pt x="1179938" y="807549"/>
                  </a:lnTo>
                  <a:lnTo>
                    <a:pt x="1183859" y="807549"/>
                  </a:lnTo>
                  <a:lnTo>
                    <a:pt x="1187779" y="807549"/>
                  </a:lnTo>
                  <a:lnTo>
                    <a:pt x="1191699" y="807549"/>
                  </a:lnTo>
                  <a:lnTo>
                    <a:pt x="1195619" y="807549"/>
                  </a:lnTo>
                  <a:lnTo>
                    <a:pt x="1199539" y="807549"/>
                  </a:lnTo>
                  <a:lnTo>
                    <a:pt x="1203459" y="807549"/>
                  </a:lnTo>
                  <a:lnTo>
                    <a:pt x="1207379" y="807549"/>
                  </a:lnTo>
                  <a:lnTo>
                    <a:pt x="1211299" y="807549"/>
                  </a:lnTo>
                  <a:lnTo>
                    <a:pt x="1215219" y="807549"/>
                  </a:lnTo>
                  <a:lnTo>
                    <a:pt x="1219139" y="807549"/>
                  </a:lnTo>
                  <a:lnTo>
                    <a:pt x="1223059" y="807549"/>
                  </a:lnTo>
                  <a:lnTo>
                    <a:pt x="1226979" y="807549"/>
                  </a:lnTo>
                  <a:lnTo>
                    <a:pt x="1230899" y="807549"/>
                  </a:lnTo>
                  <a:lnTo>
                    <a:pt x="1234819" y="807549"/>
                  </a:lnTo>
                  <a:lnTo>
                    <a:pt x="1238739" y="807549"/>
                  </a:lnTo>
                  <a:lnTo>
                    <a:pt x="1242659" y="807549"/>
                  </a:lnTo>
                  <a:lnTo>
                    <a:pt x="1246580" y="807549"/>
                  </a:lnTo>
                  <a:lnTo>
                    <a:pt x="1250500" y="807549"/>
                  </a:lnTo>
                  <a:lnTo>
                    <a:pt x="1254420" y="807549"/>
                  </a:lnTo>
                  <a:lnTo>
                    <a:pt x="1258340" y="807549"/>
                  </a:lnTo>
                  <a:lnTo>
                    <a:pt x="1262260" y="807549"/>
                  </a:lnTo>
                  <a:lnTo>
                    <a:pt x="1266180" y="807549"/>
                  </a:lnTo>
                  <a:lnTo>
                    <a:pt x="1270100" y="807549"/>
                  </a:lnTo>
                  <a:lnTo>
                    <a:pt x="1274020" y="807549"/>
                  </a:lnTo>
                  <a:lnTo>
                    <a:pt x="1277940" y="807549"/>
                  </a:lnTo>
                  <a:lnTo>
                    <a:pt x="1281860" y="807549"/>
                  </a:lnTo>
                  <a:lnTo>
                    <a:pt x="1285780" y="807549"/>
                  </a:lnTo>
                  <a:lnTo>
                    <a:pt x="1289700" y="807549"/>
                  </a:lnTo>
                  <a:lnTo>
                    <a:pt x="1293620" y="807549"/>
                  </a:lnTo>
                  <a:lnTo>
                    <a:pt x="1297540" y="807549"/>
                  </a:lnTo>
                  <a:lnTo>
                    <a:pt x="1301460" y="807549"/>
                  </a:lnTo>
                  <a:lnTo>
                    <a:pt x="1305380" y="807549"/>
                  </a:lnTo>
                  <a:lnTo>
                    <a:pt x="1309301" y="807549"/>
                  </a:lnTo>
                  <a:lnTo>
                    <a:pt x="1313221" y="807549"/>
                  </a:lnTo>
                  <a:lnTo>
                    <a:pt x="1317141" y="807549"/>
                  </a:lnTo>
                  <a:lnTo>
                    <a:pt x="1321061" y="807549"/>
                  </a:lnTo>
                  <a:lnTo>
                    <a:pt x="1324981" y="807549"/>
                  </a:lnTo>
                  <a:lnTo>
                    <a:pt x="1328901" y="807549"/>
                  </a:lnTo>
                  <a:lnTo>
                    <a:pt x="1332821" y="807549"/>
                  </a:lnTo>
                  <a:lnTo>
                    <a:pt x="1336741" y="807549"/>
                  </a:lnTo>
                  <a:lnTo>
                    <a:pt x="1340661" y="807549"/>
                  </a:lnTo>
                  <a:lnTo>
                    <a:pt x="1344581" y="807549"/>
                  </a:lnTo>
                  <a:lnTo>
                    <a:pt x="1348501" y="807549"/>
                  </a:lnTo>
                  <a:lnTo>
                    <a:pt x="1352421" y="807549"/>
                  </a:lnTo>
                  <a:lnTo>
                    <a:pt x="1356341" y="807549"/>
                  </a:lnTo>
                  <a:lnTo>
                    <a:pt x="1360261" y="807549"/>
                  </a:lnTo>
                  <a:lnTo>
                    <a:pt x="1364181" y="807549"/>
                  </a:lnTo>
                  <a:lnTo>
                    <a:pt x="1368101" y="807549"/>
                  </a:lnTo>
                  <a:lnTo>
                    <a:pt x="1372022" y="807549"/>
                  </a:lnTo>
                  <a:lnTo>
                    <a:pt x="1375942" y="807549"/>
                  </a:lnTo>
                  <a:lnTo>
                    <a:pt x="1379862" y="807549"/>
                  </a:lnTo>
                  <a:lnTo>
                    <a:pt x="1383782" y="807549"/>
                  </a:lnTo>
                  <a:lnTo>
                    <a:pt x="1387702" y="807549"/>
                  </a:lnTo>
                  <a:lnTo>
                    <a:pt x="1391622" y="807549"/>
                  </a:lnTo>
                  <a:lnTo>
                    <a:pt x="1395542" y="807549"/>
                  </a:lnTo>
                  <a:lnTo>
                    <a:pt x="1399462" y="807549"/>
                  </a:lnTo>
                  <a:lnTo>
                    <a:pt x="1403382" y="807549"/>
                  </a:lnTo>
                  <a:lnTo>
                    <a:pt x="1407302" y="807549"/>
                  </a:lnTo>
                  <a:lnTo>
                    <a:pt x="1411222" y="807549"/>
                  </a:lnTo>
                  <a:lnTo>
                    <a:pt x="1415142" y="807549"/>
                  </a:lnTo>
                  <a:lnTo>
                    <a:pt x="1419062" y="807549"/>
                  </a:lnTo>
                  <a:lnTo>
                    <a:pt x="1422982" y="807549"/>
                  </a:lnTo>
                  <a:lnTo>
                    <a:pt x="1426902" y="807549"/>
                  </a:lnTo>
                  <a:lnTo>
                    <a:pt x="1430822" y="807549"/>
                  </a:lnTo>
                  <a:lnTo>
                    <a:pt x="1434743" y="807549"/>
                  </a:lnTo>
                  <a:lnTo>
                    <a:pt x="1438663" y="807549"/>
                  </a:lnTo>
                  <a:lnTo>
                    <a:pt x="1442583" y="807549"/>
                  </a:lnTo>
                  <a:lnTo>
                    <a:pt x="1446503" y="807549"/>
                  </a:lnTo>
                  <a:lnTo>
                    <a:pt x="1450423" y="807549"/>
                  </a:lnTo>
                  <a:lnTo>
                    <a:pt x="1454343" y="807549"/>
                  </a:lnTo>
                  <a:lnTo>
                    <a:pt x="1458263" y="807549"/>
                  </a:lnTo>
                  <a:lnTo>
                    <a:pt x="1462183" y="807549"/>
                  </a:lnTo>
                  <a:lnTo>
                    <a:pt x="1466103" y="807549"/>
                  </a:lnTo>
                  <a:lnTo>
                    <a:pt x="1470023" y="807549"/>
                  </a:lnTo>
                  <a:lnTo>
                    <a:pt x="1473943" y="807549"/>
                  </a:lnTo>
                  <a:lnTo>
                    <a:pt x="1477863" y="807549"/>
                  </a:lnTo>
                  <a:lnTo>
                    <a:pt x="1481783" y="807549"/>
                  </a:lnTo>
                  <a:lnTo>
                    <a:pt x="1485703" y="807549"/>
                  </a:lnTo>
                  <a:lnTo>
                    <a:pt x="1489623" y="807549"/>
                  </a:lnTo>
                  <a:lnTo>
                    <a:pt x="1493543" y="807549"/>
                  </a:lnTo>
                  <a:lnTo>
                    <a:pt x="1497464" y="807549"/>
                  </a:lnTo>
                  <a:lnTo>
                    <a:pt x="1501384" y="807549"/>
                  </a:lnTo>
                  <a:lnTo>
                    <a:pt x="1505304" y="807549"/>
                  </a:lnTo>
                  <a:lnTo>
                    <a:pt x="1509224" y="807549"/>
                  </a:lnTo>
                  <a:lnTo>
                    <a:pt x="1513144" y="807549"/>
                  </a:lnTo>
                  <a:lnTo>
                    <a:pt x="1517064" y="807549"/>
                  </a:lnTo>
                  <a:lnTo>
                    <a:pt x="1520984" y="807549"/>
                  </a:lnTo>
                  <a:lnTo>
                    <a:pt x="1524904" y="807549"/>
                  </a:lnTo>
                  <a:lnTo>
                    <a:pt x="1528824" y="807549"/>
                  </a:lnTo>
                  <a:lnTo>
                    <a:pt x="1532744" y="807549"/>
                  </a:lnTo>
                  <a:lnTo>
                    <a:pt x="1536664" y="807549"/>
                  </a:lnTo>
                  <a:lnTo>
                    <a:pt x="1540584" y="807549"/>
                  </a:lnTo>
                  <a:lnTo>
                    <a:pt x="1544504" y="807549"/>
                  </a:lnTo>
                  <a:lnTo>
                    <a:pt x="1548424" y="807549"/>
                  </a:lnTo>
                  <a:lnTo>
                    <a:pt x="1552344" y="807549"/>
                  </a:lnTo>
                  <a:lnTo>
                    <a:pt x="1556265" y="807549"/>
                  </a:lnTo>
                  <a:lnTo>
                    <a:pt x="1560185" y="807549"/>
                  </a:lnTo>
                  <a:lnTo>
                    <a:pt x="1564105" y="807549"/>
                  </a:lnTo>
                  <a:lnTo>
                    <a:pt x="1568025" y="807549"/>
                  </a:lnTo>
                  <a:lnTo>
                    <a:pt x="1571945" y="807549"/>
                  </a:lnTo>
                  <a:lnTo>
                    <a:pt x="1575865" y="807549"/>
                  </a:lnTo>
                  <a:lnTo>
                    <a:pt x="1579785" y="807549"/>
                  </a:lnTo>
                  <a:lnTo>
                    <a:pt x="1583705" y="807549"/>
                  </a:lnTo>
                  <a:lnTo>
                    <a:pt x="1587625" y="807549"/>
                  </a:lnTo>
                  <a:lnTo>
                    <a:pt x="1591545" y="807549"/>
                  </a:lnTo>
                  <a:lnTo>
                    <a:pt x="1595465" y="807549"/>
                  </a:lnTo>
                  <a:lnTo>
                    <a:pt x="1599385" y="807549"/>
                  </a:lnTo>
                  <a:lnTo>
                    <a:pt x="1603305" y="807549"/>
                  </a:lnTo>
                  <a:lnTo>
                    <a:pt x="1607225" y="807549"/>
                  </a:lnTo>
                  <a:lnTo>
                    <a:pt x="1611145" y="807549"/>
                  </a:lnTo>
                  <a:lnTo>
                    <a:pt x="1615065" y="807549"/>
                  </a:lnTo>
                  <a:lnTo>
                    <a:pt x="1618986" y="807549"/>
                  </a:lnTo>
                  <a:lnTo>
                    <a:pt x="1622906" y="807549"/>
                  </a:lnTo>
                  <a:lnTo>
                    <a:pt x="1626826" y="807549"/>
                  </a:lnTo>
                  <a:lnTo>
                    <a:pt x="1630746" y="807549"/>
                  </a:lnTo>
                  <a:lnTo>
                    <a:pt x="1634666" y="807549"/>
                  </a:lnTo>
                  <a:lnTo>
                    <a:pt x="1638586" y="807549"/>
                  </a:lnTo>
                  <a:lnTo>
                    <a:pt x="1642506" y="807549"/>
                  </a:lnTo>
                  <a:lnTo>
                    <a:pt x="1646426" y="807549"/>
                  </a:lnTo>
                  <a:lnTo>
                    <a:pt x="1650346" y="807549"/>
                  </a:lnTo>
                  <a:lnTo>
                    <a:pt x="1654266" y="807549"/>
                  </a:lnTo>
                  <a:lnTo>
                    <a:pt x="1658186" y="807549"/>
                  </a:lnTo>
                  <a:lnTo>
                    <a:pt x="1662106" y="807549"/>
                  </a:lnTo>
                  <a:lnTo>
                    <a:pt x="1666026" y="807549"/>
                  </a:lnTo>
                  <a:lnTo>
                    <a:pt x="1669946" y="807549"/>
                  </a:lnTo>
                  <a:lnTo>
                    <a:pt x="1673866" y="807549"/>
                  </a:lnTo>
                  <a:lnTo>
                    <a:pt x="1677786" y="807549"/>
                  </a:lnTo>
                  <a:lnTo>
                    <a:pt x="1681707" y="807549"/>
                  </a:lnTo>
                  <a:lnTo>
                    <a:pt x="1685627" y="807549"/>
                  </a:lnTo>
                  <a:lnTo>
                    <a:pt x="1689547" y="807549"/>
                  </a:lnTo>
                  <a:lnTo>
                    <a:pt x="1693467" y="807549"/>
                  </a:lnTo>
                  <a:lnTo>
                    <a:pt x="1697387" y="807549"/>
                  </a:lnTo>
                  <a:lnTo>
                    <a:pt x="1701307" y="807549"/>
                  </a:lnTo>
                  <a:lnTo>
                    <a:pt x="1705227" y="807549"/>
                  </a:lnTo>
                  <a:lnTo>
                    <a:pt x="1709147" y="807549"/>
                  </a:lnTo>
                  <a:lnTo>
                    <a:pt x="1713067" y="807549"/>
                  </a:lnTo>
                  <a:lnTo>
                    <a:pt x="1716987" y="807549"/>
                  </a:lnTo>
                  <a:lnTo>
                    <a:pt x="1720907" y="807549"/>
                  </a:lnTo>
                  <a:lnTo>
                    <a:pt x="1724827" y="807549"/>
                  </a:lnTo>
                  <a:lnTo>
                    <a:pt x="1728747" y="807549"/>
                  </a:lnTo>
                  <a:lnTo>
                    <a:pt x="1732667" y="807549"/>
                  </a:lnTo>
                  <a:lnTo>
                    <a:pt x="1736587" y="807549"/>
                  </a:lnTo>
                  <a:lnTo>
                    <a:pt x="1740507" y="807549"/>
                  </a:lnTo>
                  <a:lnTo>
                    <a:pt x="1744428" y="807549"/>
                  </a:lnTo>
                  <a:lnTo>
                    <a:pt x="1748348" y="807549"/>
                  </a:lnTo>
                  <a:lnTo>
                    <a:pt x="1752268" y="807549"/>
                  </a:lnTo>
                  <a:lnTo>
                    <a:pt x="1756188" y="807549"/>
                  </a:lnTo>
                  <a:lnTo>
                    <a:pt x="1760108" y="807549"/>
                  </a:lnTo>
                  <a:lnTo>
                    <a:pt x="1764028" y="807549"/>
                  </a:lnTo>
                  <a:lnTo>
                    <a:pt x="1767948" y="807549"/>
                  </a:lnTo>
                  <a:lnTo>
                    <a:pt x="1771868" y="807549"/>
                  </a:lnTo>
                  <a:lnTo>
                    <a:pt x="1775788" y="807549"/>
                  </a:lnTo>
                  <a:lnTo>
                    <a:pt x="1779708" y="807549"/>
                  </a:lnTo>
                  <a:lnTo>
                    <a:pt x="1783628" y="807549"/>
                  </a:lnTo>
                  <a:lnTo>
                    <a:pt x="1787548" y="807549"/>
                  </a:lnTo>
                  <a:lnTo>
                    <a:pt x="1791468" y="807549"/>
                  </a:lnTo>
                  <a:lnTo>
                    <a:pt x="1795388" y="807549"/>
                  </a:lnTo>
                  <a:lnTo>
                    <a:pt x="1799308" y="807549"/>
                  </a:lnTo>
                  <a:lnTo>
                    <a:pt x="1803228" y="807549"/>
                  </a:lnTo>
                  <a:lnTo>
                    <a:pt x="1807149" y="807549"/>
                  </a:lnTo>
                  <a:lnTo>
                    <a:pt x="1811069" y="807549"/>
                  </a:lnTo>
                  <a:lnTo>
                    <a:pt x="1814989" y="807549"/>
                  </a:lnTo>
                  <a:lnTo>
                    <a:pt x="1818909" y="807549"/>
                  </a:lnTo>
                  <a:lnTo>
                    <a:pt x="1822829" y="807549"/>
                  </a:lnTo>
                  <a:lnTo>
                    <a:pt x="1826749" y="807549"/>
                  </a:lnTo>
                  <a:lnTo>
                    <a:pt x="1830669" y="807549"/>
                  </a:lnTo>
                  <a:lnTo>
                    <a:pt x="1834589" y="807549"/>
                  </a:lnTo>
                  <a:lnTo>
                    <a:pt x="1838509" y="807549"/>
                  </a:lnTo>
                  <a:lnTo>
                    <a:pt x="1842429" y="807549"/>
                  </a:lnTo>
                  <a:lnTo>
                    <a:pt x="1846349" y="807549"/>
                  </a:lnTo>
                  <a:lnTo>
                    <a:pt x="1850269" y="807549"/>
                  </a:lnTo>
                  <a:lnTo>
                    <a:pt x="1854189" y="807549"/>
                  </a:lnTo>
                  <a:lnTo>
                    <a:pt x="1858109" y="807549"/>
                  </a:lnTo>
                  <a:lnTo>
                    <a:pt x="1862029" y="807549"/>
                  </a:lnTo>
                  <a:lnTo>
                    <a:pt x="1865949" y="807549"/>
                  </a:lnTo>
                  <a:lnTo>
                    <a:pt x="1869870" y="807549"/>
                  </a:lnTo>
                  <a:lnTo>
                    <a:pt x="1873790" y="807549"/>
                  </a:lnTo>
                  <a:lnTo>
                    <a:pt x="1877710" y="807549"/>
                  </a:lnTo>
                  <a:lnTo>
                    <a:pt x="1881630" y="807549"/>
                  </a:lnTo>
                  <a:lnTo>
                    <a:pt x="1885550" y="807549"/>
                  </a:lnTo>
                  <a:lnTo>
                    <a:pt x="1889470" y="807549"/>
                  </a:lnTo>
                  <a:lnTo>
                    <a:pt x="1893390" y="807549"/>
                  </a:lnTo>
                  <a:lnTo>
                    <a:pt x="1897310" y="807549"/>
                  </a:lnTo>
                  <a:lnTo>
                    <a:pt x="1901230" y="807549"/>
                  </a:lnTo>
                  <a:lnTo>
                    <a:pt x="1905150" y="807549"/>
                  </a:lnTo>
                  <a:lnTo>
                    <a:pt x="1909070" y="807549"/>
                  </a:lnTo>
                  <a:lnTo>
                    <a:pt x="1912990" y="807549"/>
                  </a:lnTo>
                  <a:lnTo>
                    <a:pt x="1916910" y="807549"/>
                  </a:lnTo>
                  <a:lnTo>
                    <a:pt x="1920830" y="807549"/>
                  </a:lnTo>
                  <a:lnTo>
                    <a:pt x="1924750" y="807549"/>
                  </a:lnTo>
                  <a:lnTo>
                    <a:pt x="1928670" y="807549"/>
                  </a:lnTo>
                  <a:lnTo>
                    <a:pt x="1932591" y="807549"/>
                  </a:lnTo>
                  <a:lnTo>
                    <a:pt x="1936511" y="807549"/>
                  </a:lnTo>
                  <a:lnTo>
                    <a:pt x="1940431" y="807549"/>
                  </a:lnTo>
                  <a:lnTo>
                    <a:pt x="1944351" y="807549"/>
                  </a:lnTo>
                  <a:lnTo>
                    <a:pt x="1948271" y="807549"/>
                  </a:lnTo>
                  <a:lnTo>
                    <a:pt x="1952191" y="807549"/>
                  </a:lnTo>
                  <a:lnTo>
                    <a:pt x="1956111" y="807549"/>
                  </a:lnTo>
                  <a:lnTo>
                    <a:pt x="1960031" y="807549"/>
                  </a:lnTo>
                  <a:lnTo>
                    <a:pt x="1963951" y="807549"/>
                  </a:lnTo>
                  <a:lnTo>
                    <a:pt x="1967871" y="807549"/>
                  </a:lnTo>
                  <a:lnTo>
                    <a:pt x="1971791" y="807549"/>
                  </a:lnTo>
                  <a:lnTo>
                    <a:pt x="1975711" y="807549"/>
                  </a:lnTo>
                  <a:lnTo>
                    <a:pt x="1979631" y="807549"/>
                  </a:lnTo>
                  <a:lnTo>
                    <a:pt x="1983551" y="807549"/>
                  </a:lnTo>
                  <a:lnTo>
                    <a:pt x="1987471" y="807549"/>
                  </a:lnTo>
                  <a:lnTo>
                    <a:pt x="1991391" y="807549"/>
                  </a:lnTo>
                  <a:lnTo>
                    <a:pt x="1995312" y="807549"/>
                  </a:lnTo>
                  <a:lnTo>
                    <a:pt x="1999232" y="807549"/>
                  </a:lnTo>
                  <a:lnTo>
                    <a:pt x="2003152" y="807549"/>
                  </a:lnTo>
                  <a:lnTo>
                    <a:pt x="1999232" y="807549"/>
                  </a:lnTo>
                  <a:lnTo>
                    <a:pt x="1995312" y="807549"/>
                  </a:lnTo>
                  <a:lnTo>
                    <a:pt x="1991391" y="807549"/>
                  </a:lnTo>
                  <a:lnTo>
                    <a:pt x="1987471" y="807549"/>
                  </a:lnTo>
                  <a:lnTo>
                    <a:pt x="1983551" y="807549"/>
                  </a:lnTo>
                  <a:lnTo>
                    <a:pt x="1979631" y="807549"/>
                  </a:lnTo>
                  <a:lnTo>
                    <a:pt x="1975711" y="807549"/>
                  </a:lnTo>
                  <a:lnTo>
                    <a:pt x="1971791" y="807549"/>
                  </a:lnTo>
                  <a:lnTo>
                    <a:pt x="1967871" y="807549"/>
                  </a:lnTo>
                  <a:lnTo>
                    <a:pt x="1963951" y="807549"/>
                  </a:lnTo>
                  <a:lnTo>
                    <a:pt x="1960031" y="807549"/>
                  </a:lnTo>
                  <a:lnTo>
                    <a:pt x="1956111" y="807549"/>
                  </a:lnTo>
                  <a:lnTo>
                    <a:pt x="1952191" y="807549"/>
                  </a:lnTo>
                  <a:lnTo>
                    <a:pt x="1948271" y="807549"/>
                  </a:lnTo>
                  <a:lnTo>
                    <a:pt x="1944351" y="807549"/>
                  </a:lnTo>
                  <a:lnTo>
                    <a:pt x="1940431" y="807549"/>
                  </a:lnTo>
                  <a:lnTo>
                    <a:pt x="1936511" y="807549"/>
                  </a:lnTo>
                  <a:lnTo>
                    <a:pt x="1932591" y="807549"/>
                  </a:lnTo>
                  <a:lnTo>
                    <a:pt x="1928670" y="807549"/>
                  </a:lnTo>
                  <a:lnTo>
                    <a:pt x="1924750" y="807549"/>
                  </a:lnTo>
                  <a:lnTo>
                    <a:pt x="1920830" y="807549"/>
                  </a:lnTo>
                  <a:lnTo>
                    <a:pt x="1916910" y="807549"/>
                  </a:lnTo>
                  <a:lnTo>
                    <a:pt x="1912990" y="807549"/>
                  </a:lnTo>
                  <a:lnTo>
                    <a:pt x="1909070" y="807549"/>
                  </a:lnTo>
                  <a:lnTo>
                    <a:pt x="1905150" y="807549"/>
                  </a:lnTo>
                  <a:lnTo>
                    <a:pt x="1901230" y="807549"/>
                  </a:lnTo>
                  <a:lnTo>
                    <a:pt x="1897310" y="807549"/>
                  </a:lnTo>
                  <a:lnTo>
                    <a:pt x="1893390" y="807549"/>
                  </a:lnTo>
                  <a:lnTo>
                    <a:pt x="1889470" y="807549"/>
                  </a:lnTo>
                  <a:lnTo>
                    <a:pt x="1885550" y="807549"/>
                  </a:lnTo>
                  <a:lnTo>
                    <a:pt x="1881630" y="807549"/>
                  </a:lnTo>
                  <a:lnTo>
                    <a:pt x="1877710" y="807549"/>
                  </a:lnTo>
                  <a:lnTo>
                    <a:pt x="1873790" y="807549"/>
                  </a:lnTo>
                  <a:lnTo>
                    <a:pt x="1869870" y="807549"/>
                  </a:lnTo>
                  <a:lnTo>
                    <a:pt x="1865949" y="807549"/>
                  </a:lnTo>
                  <a:lnTo>
                    <a:pt x="1862029" y="807549"/>
                  </a:lnTo>
                  <a:lnTo>
                    <a:pt x="1858109" y="807549"/>
                  </a:lnTo>
                  <a:lnTo>
                    <a:pt x="1854189" y="807549"/>
                  </a:lnTo>
                  <a:lnTo>
                    <a:pt x="1850269" y="807549"/>
                  </a:lnTo>
                  <a:lnTo>
                    <a:pt x="1846349" y="807549"/>
                  </a:lnTo>
                  <a:lnTo>
                    <a:pt x="1842429" y="807549"/>
                  </a:lnTo>
                  <a:lnTo>
                    <a:pt x="1838509" y="807549"/>
                  </a:lnTo>
                  <a:lnTo>
                    <a:pt x="1834589" y="807549"/>
                  </a:lnTo>
                  <a:lnTo>
                    <a:pt x="1830669" y="807549"/>
                  </a:lnTo>
                  <a:lnTo>
                    <a:pt x="1826749" y="807549"/>
                  </a:lnTo>
                  <a:lnTo>
                    <a:pt x="1822829" y="807549"/>
                  </a:lnTo>
                  <a:lnTo>
                    <a:pt x="1818909" y="807549"/>
                  </a:lnTo>
                  <a:lnTo>
                    <a:pt x="1814989" y="807549"/>
                  </a:lnTo>
                  <a:lnTo>
                    <a:pt x="1811069" y="807549"/>
                  </a:lnTo>
                  <a:lnTo>
                    <a:pt x="1807149" y="807549"/>
                  </a:lnTo>
                  <a:lnTo>
                    <a:pt x="1803228" y="807549"/>
                  </a:lnTo>
                  <a:lnTo>
                    <a:pt x="1799308" y="807549"/>
                  </a:lnTo>
                  <a:lnTo>
                    <a:pt x="1795388" y="807549"/>
                  </a:lnTo>
                  <a:lnTo>
                    <a:pt x="1791468" y="807549"/>
                  </a:lnTo>
                  <a:lnTo>
                    <a:pt x="1787548" y="807549"/>
                  </a:lnTo>
                  <a:lnTo>
                    <a:pt x="1783628" y="807549"/>
                  </a:lnTo>
                  <a:lnTo>
                    <a:pt x="1779708" y="807549"/>
                  </a:lnTo>
                  <a:lnTo>
                    <a:pt x="1775788" y="807549"/>
                  </a:lnTo>
                  <a:lnTo>
                    <a:pt x="1771868" y="807549"/>
                  </a:lnTo>
                  <a:lnTo>
                    <a:pt x="1767948" y="807549"/>
                  </a:lnTo>
                  <a:lnTo>
                    <a:pt x="1764028" y="807549"/>
                  </a:lnTo>
                  <a:lnTo>
                    <a:pt x="1760108" y="807549"/>
                  </a:lnTo>
                  <a:lnTo>
                    <a:pt x="1756188" y="807549"/>
                  </a:lnTo>
                  <a:lnTo>
                    <a:pt x="1752268" y="807549"/>
                  </a:lnTo>
                  <a:lnTo>
                    <a:pt x="1748348" y="807549"/>
                  </a:lnTo>
                  <a:lnTo>
                    <a:pt x="1744428" y="807549"/>
                  </a:lnTo>
                  <a:lnTo>
                    <a:pt x="1740507" y="807549"/>
                  </a:lnTo>
                  <a:lnTo>
                    <a:pt x="1736587" y="807549"/>
                  </a:lnTo>
                  <a:lnTo>
                    <a:pt x="1732667" y="807549"/>
                  </a:lnTo>
                  <a:lnTo>
                    <a:pt x="1728747" y="807549"/>
                  </a:lnTo>
                  <a:lnTo>
                    <a:pt x="1724827" y="807549"/>
                  </a:lnTo>
                  <a:lnTo>
                    <a:pt x="1720907" y="807549"/>
                  </a:lnTo>
                  <a:lnTo>
                    <a:pt x="1716987" y="807549"/>
                  </a:lnTo>
                  <a:lnTo>
                    <a:pt x="1713067" y="807549"/>
                  </a:lnTo>
                  <a:lnTo>
                    <a:pt x="1709147" y="807549"/>
                  </a:lnTo>
                  <a:lnTo>
                    <a:pt x="1705227" y="807549"/>
                  </a:lnTo>
                  <a:lnTo>
                    <a:pt x="1701307" y="807549"/>
                  </a:lnTo>
                  <a:lnTo>
                    <a:pt x="1697387" y="807549"/>
                  </a:lnTo>
                  <a:lnTo>
                    <a:pt x="1693467" y="807549"/>
                  </a:lnTo>
                  <a:lnTo>
                    <a:pt x="1689547" y="807549"/>
                  </a:lnTo>
                  <a:lnTo>
                    <a:pt x="1685627" y="807549"/>
                  </a:lnTo>
                  <a:lnTo>
                    <a:pt x="1681707" y="807549"/>
                  </a:lnTo>
                  <a:lnTo>
                    <a:pt x="1677786" y="807549"/>
                  </a:lnTo>
                  <a:lnTo>
                    <a:pt x="1673866" y="807549"/>
                  </a:lnTo>
                  <a:lnTo>
                    <a:pt x="1669946" y="807549"/>
                  </a:lnTo>
                  <a:lnTo>
                    <a:pt x="1666026" y="807549"/>
                  </a:lnTo>
                  <a:lnTo>
                    <a:pt x="1662106" y="807549"/>
                  </a:lnTo>
                  <a:lnTo>
                    <a:pt x="1658186" y="807549"/>
                  </a:lnTo>
                  <a:lnTo>
                    <a:pt x="1654266" y="807549"/>
                  </a:lnTo>
                  <a:lnTo>
                    <a:pt x="1650346" y="807549"/>
                  </a:lnTo>
                  <a:lnTo>
                    <a:pt x="1646426" y="807549"/>
                  </a:lnTo>
                  <a:lnTo>
                    <a:pt x="1642506" y="807549"/>
                  </a:lnTo>
                  <a:lnTo>
                    <a:pt x="1638586" y="807549"/>
                  </a:lnTo>
                  <a:lnTo>
                    <a:pt x="1634666" y="807549"/>
                  </a:lnTo>
                  <a:lnTo>
                    <a:pt x="1630746" y="807549"/>
                  </a:lnTo>
                  <a:lnTo>
                    <a:pt x="1626826" y="807549"/>
                  </a:lnTo>
                  <a:lnTo>
                    <a:pt x="1622906" y="807549"/>
                  </a:lnTo>
                  <a:lnTo>
                    <a:pt x="1618986" y="807549"/>
                  </a:lnTo>
                  <a:lnTo>
                    <a:pt x="1615065" y="807549"/>
                  </a:lnTo>
                  <a:lnTo>
                    <a:pt x="1611145" y="807549"/>
                  </a:lnTo>
                  <a:lnTo>
                    <a:pt x="1607225" y="807549"/>
                  </a:lnTo>
                  <a:lnTo>
                    <a:pt x="1603305" y="807549"/>
                  </a:lnTo>
                  <a:lnTo>
                    <a:pt x="1599385" y="807549"/>
                  </a:lnTo>
                  <a:lnTo>
                    <a:pt x="1595465" y="807549"/>
                  </a:lnTo>
                  <a:lnTo>
                    <a:pt x="1591545" y="807549"/>
                  </a:lnTo>
                  <a:lnTo>
                    <a:pt x="1587625" y="807549"/>
                  </a:lnTo>
                  <a:lnTo>
                    <a:pt x="1583705" y="807549"/>
                  </a:lnTo>
                  <a:lnTo>
                    <a:pt x="1579785" y="807549"/>
                  </a:lnTo>
                  <a:lnTo>
                    <a:pt x="1575865" y="807549"/>
                  </a:lnTo>
                  <a:lnTo>
                    <a:pt x="1571945" y="807549"/>
                  </a:lnTo>
                  <a:lnTo>
                    <a:pt x="1568025" y="807549"/>
                  </a:lnTo>
                  <a:lnTo>
                    <a:pt x="1564105" y="807549"/>
                  </a:lnTo>
                  <a:lnTo>
                    <a:pt x="1560185" y="807549"/>
                  </a:lnTo>
                  <a:lnTo>
                    <a:pt x="1556265" y="807549"/>
                  </a:lnTo>
                  <a:lnTo>
                    <a:pt x="1552344" y="807549"/>
                  </a:lnTo>
                  <a:lnTo>
                    <a:pt x="1548424" y="807549"/>
                  </a:lnTo>
                  <a:lnTo>
                    <a:pt x="1544504" y="807549"/>
                  </a:lnTo>
                  <a:lnTo>
                    <a:pt x="1540584" y="807549"/>
                  </a:lnTo>
                  <a:lnTo>
                    <a:pt x="1536664" y="807549"/>
                  </a:lnTo>
                  <a:lnTo>
                    <a:pt x="1532744" y="807549"/>
                  </a:lnTo>
                  <a:lnTo>
                    <a:pt x="1528824" y="807549"/>
                  </a:lnTo>
                  <a:lnTo>
                    <a:pt x="1524904" y="807549"/>
                  </a:lnTo>
                  <a:lnTo>
                    <a:pt x="1520984" y="807549"/>
                  </a:lnTo>
                  <a:lnTo>
                    <a:pt x="1517064" y="807549"/>
                  </a:lnTo>
                  <a:lnTo>
                    <a:pt x="1513144" y="807549"/>
                  </a:lnTo>
                  <a:lnTo>
                    <a:pt x="1509224" y="807549"/>
                  </a:lnTo>
                  <a:lnTo>
                    <a:pt x="1505304" y="807549"/>
                  </a:lnTo>
                  <a:lnTo>
                    <a:pt x="1501384" y="807549"/>
                  </a:lnTo>
                  <a:lnTo>
                    <a:pt x="1497464" y="807549"/>
                  </a:lnTo>
                  <a:lnTo>
                    <a:pt x="1493543" y="807549"/>
                  </a:lnTo>
                  <a:lnTo>
                    <a:pt x="1489623" y="807549"/>
                  </a:lnTo>
                  <a:lnTo>
                    <a:pt x="1485703" y="807549"/>
                  </a:lnTo>
                  <a:lnTo>
                    <a:pt x="1481783" y="807549"/>
                  </a:lnTo>
                  <a:lnTo>
                    <a:pt x="1477863" y="807549"/>
                  </a:lnTo>
                  <a:lnTo>
                    <a:pt x="1473943" y="807549"/>
                  </a:lnTo>
                  <a:lnTo>
                    <a:pt x="1470023" y="807549"/>
                  </a:lnTo>
                  <a:lnTo>
                    <a:pt x="1466103" y="807549"/>
                  </a:lnTo>
                  <a:lnTo>
                    <a:pt x="1462183" y="807549"/>
                  </a:lnTo>
                  <a:lnTo>
                    <a:pt x="1458263" y="807549"/>
                  </a:lnTo>
                  <a:lnTo>
                    <a:pt x="1454343" y="807549"/>
                  </a:lnTo>
                  <a:lnTo>
                    <a:pt x="1450423" y="807549"/>
                  </a:lnTo>
                  <a:lnTo>
                    <a:pt x="1446503" y="807549"/>
                  </a:lnTo>
                  <a:lnTo>
                    <a:pt x="1442583" y="807549"/>
                  </a:lnTo>
                  <a:lnTo>
                    <a:pt x="1438663" y="807549"/>
                  </a:lnTo>
                  <a:lnTo>
                    <a:pt x="1434743" y="807549"/>
                  </a:lnTo>
                  <a:lnTo>
                    <a:pt x="1430822" y="807549"/>
                  </a:lnTo>
                  <a:lnTo>
                    <a:pt x="1426902" y="807549"/>
                  </a:lnTo>
                  <a:lnTo>
                    <a:pt x="1422982" y="807549"/>
                  </a:lnTo>
                  <a:lnTo>
                    <a:pt x="1419062" y="807549"/>
                  </a:lnTo>
                  <a:lnTo>
                    <a:pt x="1415142" y="807549"/>
                  </a:lnTo>
                  <a:lnTo>
                    <a:pt x="1411222" y="807549"/>
                  </a:lnTo>
                  <a:lnTo>
                    <a:pt x="1407302" y="807549"/>
                  </a:lnTo>
                  <a:lnTo>
                    <a:pt x="1403382" y="807549"/>
                  </a:lnTo>
                  <a:lnTo>
                    <a:pt x="1399462" y="807549"/>
                  </a:lnTo>
                  <a:lnTo>
                    <a:pt x="1395542" y="807549"/>
                  </a:lnTo>
                  <a:lnTo>
                    <a:pt x="1391622" y="807549"/>
                  </a:lnTo>
                  <a:lnTo>
                    <a:pt x="1387702" y="807549"/>
                  </a:lnTo>
                  <a:lnTo>
                    <a:pt x="1383782" y="807549"/>
                  </a:lnTo>
                  <a:lnTo>
                    <a:pt x="1379862" y="807549"/>
                  </a:lnTo>
                  <a:lnTo>
                    <a:pt x="1375942" y="807549"/>
                  </a:lnTo>
                  <a:lnTo>
                    <a:pt x="1372022" y="807549"/>
                  </a:lnTo>
                  <a:lnTo>
                    <a:pt x="1368101" y="807549"/>
                  </a:lnTo>
                  <a:lnTo>
                    <a:pt x="1364181" y="807549"/>
                  </a:lnTo>
                  <a:lnTo>
                    <a:pt x="1360261" y="807549"/>
                  </a:lnTo>
                  <a:lnTo>
                    <a:pt x="1356341" y="807549"/>
                  </a:lnTo>
                  <a:lnTo>
                    <a:pt x="1352421" y="807549"/>
                  </a:lnTo>
                  <a:lnTo>
                    <a:pt x="1348501" y="807549"/>
                  </a:lnTo>
                  <a:lnTo>
                    <a:pt x="1344581" y="807549"/>
                  </a:lnTo>
                  <a:lnTo>
                    <a:pt x="1340661" y="807549"/>
                  </a:lnTo>
                  <a:lnTo>
                    <a:pt x="1336741" y="807549"/>
                  </a:lnTo>
                  <a:lnTo>
                    <a:pt x="1332821" y="807549"/>
                  </a:lnTo>
                  <a:lnTo>
                    <a:pt x="1328901" y="807549"/>
                  </a:lnTo>
                  <a:lnTo>
                    <a:pt x="1324981" y="807549"/>
                  </a:lnTo>
                  <a:lnTo>
                    <a:pt x="1321061" y="807549"/>
                  </a:lnTo>
                  <a:lnTo>
                    <a:pt x="1317141" y="807549"/>
                  </a:lnTo>
                  <a:lnTo>
                    <a:pt x="1313221" y="807549"/>
                  </a:lnTo>
                  <a:lnTo>
                    <a:pt x="1309301" y="807549"/>
                  </a:lnTo>
                  <a:lnTo>
                    <a:pt x="1305380" y="807549"/>
                  </a:lnTo>
                  <a:lnTo>
                    <a:pt x="1301460" y="807549"/>
                  </a:lnTo>
                  <a:lnTo>
                    <a:pt x="1297540" y="807549"/>
                  </a:lnTo>
                  <a:lnTo>
                    <a:pt x="1293620" y="807549"/>
                  </a:lnTo>
                  <a:lnTo>
                    <a:pt x="1289700" y="807549"/>
                  </a:lnTo>
                  <a:lnTo>
                    <a:pt x="1285780" y="807549"/>
                  </a:lnTo>
                  <a:lnTo>
                    <a:pt x="1281860" y="807549"/>
                  </a:lnTo>
                  <a:lnTo>
                    <a:pt x="1277940" y="807549"/>
                  </a:lnTo>
                  <a:lnTo>
                    <a:pt x="1274020" y="807549"/>
                  </a:lnTo>
                  <a:lnTo>
                    <a:pt x="1270100" y="807549"/>
                  </a:lnTo>
                  <a:lnTo>
                    <a:pt x="1266180" y="807549"/>
                  </a:lnTo>
                  <a:lnTo>
                    <a:pt x="1262260" y="807549"/>
                  </a:lnTo>
                  <a:lnTo>
                    <a:pt x="1258340" y="807549"/>
                  </a:lnTo>
                  <a:lnTo>
                    <a:pt x="1254420" y="807549"/>
                  </a:lnTo>
                  <a:lnTo>
                    <a:pt x="1250500" y="807549"/>
                  </a:lnTo>
                  <a:lnTo>
                    <a:pt x="1246580" y="807549"/>
                  </a:lnTo>
                  <a:lnTo>
                    <a:pt x="1242659" y="807549"/>
                  </a:lnTo>
                  <a:lnTo>
                    <a:pt x="1238739" y="807549"/>
                  </a:lnTo>
                  <a:lnTo>
                    <a:pt x="1234819" y="807549"/>
                  </a:lnTo>
                  <a:lnTo>
                    <a:pt x="1230899" y="807549"/>
                  </a:lnTo>
                  <a:lnTo>
                    <a:pt x="1226979" y="807549"/>
                  </a:lnTo>
                  <a:lnTo>
                    <a:pt x="1223059" y="807549"/>
                  </a:lnTo>
                  <a:lnTo>
                    <a:pt x="1219139" y="807549"/>
                  </a:lnTo>
                  <a:lnTo>
                    <a:pt x="1215219" y="807549"/>
                  </a:lnTo>
                  <a:lnTo>
                    <a:pt x="1211299" y="807549"/>
                  </a:lnTo>
                  <a:lnTo>
                    <a:pt x="1207379" y="807549"/>
                  </a:lnTo>
                  <a:lnTo>
                    <a:pt x="1203459" y="807549"/>
                  </a:lnTo>
                  <a:lnTo>
                    <a:pt x="1199539" y="807549"/>
                  </a:lnTo>
                  <a:lnTo>
                    <a:pt x="1195619" y="807549"/>
                  </a:lnTo>
                  <a:lnTo>
                    <a:pt x="1191699" y="807549"/>
                  </a:lnTo>
                  <a:lnTo>
                    <a:pt x="1187779" y="807549"/>
                  </a:lnTo>
                  <a:lnTo>
                    <a:pt x="1183859" y="807549"/>
                  </a:lnTo>
                  <a:lnTo>
                    <a:pt x="1179938" y="807549"/>
                  </a:lnTo>
                  <a:lnTo>
                    <a:pt x="1176018" y="807549"/>
                  </a:lnTo>
                  <a:lnTo>
                    <a:pt x="1172098" y="807549"/>
                  </a:lnTo>
                  <a:lnTo>
                    <a:pt x="1168178" y="807549"/>
                  </a:lnTo>
                  <a:lnTo>
                    <a:pt x="1164258" y="807549"/>
                  </a:lnTo>
                  <a:lnTo>
                    <a:pt x="1160338" y="807549"/>
                  </a:lnTo>
                  <a:lnTo>
                    <a:pt x="1156418" y="807549"/>
                  </a:lnTo>
                  <a:lnTo>
                    <a:pt x="1152498" y="807549"/>
                  </a:lnTo>
                  <a:lnTo>
                    <a:pt x="1148578" y="807549"/>
                  </a:lnTo>
                  <a:lnTo>
                    <a:pt x="1144658" y="807549"/>
                  </a:lnTo>
                  <a:lnTo>
                    <a:pt x="1140738" y="807549"/>
                  </a:lnTo>
                  <a:lnTo>
                    <a:pt x="1136818" y="807549"/>
                  </a:lnTo>
                  <a:lnTo>
                    <a:pt x="1132898" y="807549"/>
                  </a:lnTo>
                  <a:lnTo>
                    <a:pt x="1128978" y="807549"/>
                  </a:lnTo>
                  <a:lnTo>
                    <a:pt x="1125058" y="807549"/>
                  </a:lnTo>
                  <a:lnTo>
                    <a:pt x="1121138" y="807549"/>
                  </a:lnTo>
                  <a:lnTo>
                    <a:pt x="1117217" y="807549"/>
                  </a:lnTo>
                  <a:lnTo>
                    <a:pt x="1113297" y="807549"/>
                  </a:lnTo>
                  <a:lnTo>
                    <a:pt x="1109377" y="807549"/>
                  </a:lnTo>
                  <a:lnTo>
                    <a:pt x="1105457" y="807549"/>
                  </a:lnTo>
                  <a:lnTo>
                    <a:pt x="1101537" y="807549"/>
                  </a:lnTo>
                  <a:lnTo>
                    <a:pt x="1097617" y="807549"/>
                  </a:lnTo>
                  <a:lnTo>
                    <a:pt x="1093697" y="807549"/>
                  </a:lnTo>
                  <a:lnTo>
                    <a:pt x="1089777" y="807549"/>
                  </a:lnTo>
                  <a:lnTo>
                    <a:pt x="1085857" y="807549"/>
                  </a:lnTo>
                  <a:lnTo>
                    <a:pt x="1081937" y="807549"/>
                  </a:lnTo>
                  <a:lnTo>
                    <a:pt x="1078017" y="807549"/>
                  </a:lnTo>
                  <a:lnTo>
                    <a:pt x="1074097" y="807549"/>
                  </a:lnTo>
                  <a:lnTo>
                    <a:pt x="1070177" y="807549"/>
                  </a:lnTo>
                  <a:lnTo>
                    <a:pt x="1066257" y="807549"/>
                  </a:lnTo>
                  <a:lnTo>
                    <a:pt x="1062337" y="807549"/>
                  </a:lnTo>
                  <a:lnTo>
                    <a:pt x="1058417" y="807549"/>
                  </a:lnTo>
                  <a:lnTo>
                    <a:pt x="1054496" y="807549"/>
                  </a:lnTo>
                  <a:lnTo>
                    <a:pt x="1050576" y="807549"/>
                  </a:lnTo>
                  <a:lnTo>
                    <a:pt x="1046656" y="807549"/>
                  </a:lnTo>
                  <a:lnTo>
                    <a:pt x="1042736" y="807549"/>
                  </a:lnTo>
                  <a:lnTo>
                    <a:pt x="1038816" y="807549"/>
                  </a:lnTo>
                  <a:lnTo>
                    <a:pt x="1034896" y="807549"/>
                  </a:lnTo>
                  <a:lnTo>
                    <a:pt x="1030976" y="807549"/>
                  </a:lnTo>
                  <a:lnTo>
                    <a:pt x="1027056" y="807549"/>
                  </a:lnTo>
                  <a:lnTo>
                    <a:pt x="1023136" y="807549"/>
                  </a:lnTo>
                  <a:lnTo>
                    <a:pt x="1019216" y="807549"/>
                  </a:lnTo>
                  <a:lnTo>
                    <a:pt x="1015296" y="807549"/>
                  </a:lnTo>
                  <a:lnTo>
                    <a:pt x="1011376" y="807549"/>
                  </a:lnTo>
                  <a:lnTo>
                    <a:pt x="1007456" y="807549"/>
                  </a:lnTo>
                  <a:lnTo>
                    <a:pt x="1003536" y="807549"/>
                  </a:lnTo>
                  <a:lnTo>
                    <a:pt x="999616" y="807549"/>
                  </a:lnTo>
                  <a:lnTo>
                    <a:pt x="995695" y="807549"/>
                  </a:lnTo>
                  <a:lnTo>
                    <a:pt x="991775" y="807549"/>
                  </a:lnTo>
                  <a:lnTo>
                    <a:pt x="987855" y="807549"/>
                  </a:lnTo>
                  <a:lnTo>
                    <a:pt x="983935" y="807549"/>
                  </a:lnTo>
                  <a:lnTo>
                    <a:pt x="980015" y="807549"/>
                  </a:lnTo>
                  <a:lnTo>
                    <a:pt x="976095" y="807549"/>
                  </a:lnTo>
                  <a:lnTo>
                    <a:pt x="972175" y="807549"/>
                  </a:lnTo>
                  <a:lnTo>
                    <a:pt x="968255" y="807549"/>
                  </a:lnTo>
                  <a:lnTo>
                    <a:pt x="964335" y="807549"/>
                  </a:lnTo>
                  <a:lnTo>
                    <a:pt x="960415" y="807549"/>
                  </a:lnTo>
                  <a:lnTo>
                    <a:pt x="956495" y="807549"/>
                  </a:lnTo>
                  <a:lnTo>
                    <a:pt x="952575" y="807549"/>
                  </a:lnTo>
                  <a:lnTo>
                    <a:pt x="948655" y="807549"/>
                  </a:lnTo>
                  <a:lnTo>
                    <a:pt x="944735" y="807549"/>
                  </a:lnTo>
                  <a:lnTo>
                    <a:pt x="940815" y="807549"/>
                  </a:lnTo>
                  <a:lnTo>
                    <a:pt x="936895" y="807549"/>
                  </a:lnTo>
                  <a:lnTo>
                    <a:pt x="932974" y="807549"/>
                  </a:lnTo>
                  <a:lnTo>
                    <a:pt x="929054" y="807549"/>
                  </a:lnTo>
                  <a:lnTo>
                    <a:pt x="925134" y="807549"/>
                  </a:lnTo>
                  <a:lnTo>
                    <a:pt x="921214" y="807549"/>
                  </a:lnTo>
                  <a:lnTo>
                    <a:pt x="917294" y="807549"/>
                  </a:lnTo>
                  <a:lnTo>
                    <a:pt x="913374" y="807549"/>
                  </a:lnTo>
                  <a:lnTo>
                    <a:pt x="909454" y="807549"/>
                  </a:lnTo>
                  <a:lnTo>
                    <a:pt x="905534" y="807549"/>
                  </a:lnTo>
                  <a:lnTo>
                    <a:pt x="901614" y="807549"/>
                  </a:lnTo>
                  <a:lnTo>
                    <a:pt x="897694" y="807549"/>
                  </a:lnTo>
                  <a:lnTo>
                    <a:pt x="893774" y="807549"/>
                  </a:lnTo>
                  <a:lnTo>
                    <a:pt x="889854" y="807549"/>
                  </a:lnTo>
                  <a:lnTo>
                    <a:pt x="885934" y="807549"/>
                  </a:lnTo>
                  <a:lnTo>
                    <a:pt x="882014" y="807549"/>
                  </a:lnTo>
                  <a:lnTo>
                    <a:pt x="878094" y="807549"/>
                  </a:lnTo>
                  <a:lnTo>
                    <a:pt x="874174" y="807549"/>
                  </a:lnTo>
                  <a:lnTo>
                    <a:pt x="870253" y="807549"/>
                  </a:lnTo>
                  <a:lnTo>
                    <a:pt x="866333" y="807549"/>
                  </a:lnTo>
                  <a:lnTo>
                    <a:pt x="862413" y="807549"/>
                  </a:lnTo>
                  <a:lnTo>
                    <a:pt x="858493" y="807549"/>
                  </a:lnTo>
                  <a:lnTo>
                    <a:pt x="854573" y="807549"/>
                  </a:lnTo>
                  <a:lnTo>
                    <a:pt x="850653" y="807549"/>
                  </a:lnTo>
                  <a:lnTo>
                    <a:pt x="846733" y="807549"/>
                  </a:lnTo>
                  <a:lnTo>
                    <a:pt x="842813" y="807549"/>
                  </a:lnTo>
                  <a:lnTo>
                    <a:pt x="838893" y="807549"/>
                  </a:lnTo>
                  <a:lnTo>
                    <a:pt x="834973" y="807549"/>
                  </a:lnTo>
                  <a:lnTo>
                    <a:pt x="831053" y="807549"/>
                  </a:lnTo>
                  <a:lnTo>
                    <a:pt x="827133" y="807549"/>
                  </a:lnTo>
                  <a:lnTo>
                    <a:pt x="823213" y="807549"/>
                  </a:lnTo>
                  <a:lnTo>
                    <a:pt x="819293" y="807549"/>
                  </a:lnTo>
                  <a:lnTo>
                    <a:pt x="815373" y="807549"/>
                  </a:lnTo>
                  <a:lnTo>
                    <a:pt x="811453" y="807549"/>
                  </a:lnTo>
                  <a:lnTo>
                    <a:pt x="807532" y="807549"/>
                  </a:lnTo>
                  <a:lnTo>
                    <a:pt x="803612" y="807549"/>
                  </a:lnTo>
                  <a:lnTo>
                    <a:pt x="799692" y="807549"/>
                  </a:lnTo>
                  <a:lnTo>
                    <a:pt x="795772" y="807549"/>
                  </a:lnTo>
                  <a:lnTo>
                    <a:pt x="791852" y="807549"/>
                  </a:lnTo>
                  <a:lnTo>
                    <a:pt x="787932" y="807549"/>
                  </a:lnTo>
                  <a:lnTo>
                    <a:pt x="784012" y="807549"/>
                  </a:lnTo>
                  <a:lnTo>
                    <a:pt x="780092" y="807549"/>
                  </a:lnTo>
                  <a:lnTo>
                    <a:pt x="776172" y="807549"/>
                  </a:lnTo>
                  <a:lnTo>
                    <a:pt x="772252" y="807549"/>
                  </a:lnTo>
                  <a:lnTo>
                    <a:pt x="768332" y="807549"/>
                  </a:lnTo>
                  <a:lnTo>
                    <a:pt x="764412" y="807549"/>
                  </a:lnTo>
                  <a:lnTo>
                    <a:pt x="760492" y="807549"/>
                  </a:lnTo>
                  <a:lnTo>
                    <a:pt x="756572" y="807549"/>
                  </a:lnTo>
                  <a:lnTo>
                    <a:pt x="752652" y="807549"/>
                  </a:lnTo>
                  <a:lnTo>
                    <a:pt x="748732" y="807549"/>
                  </a:lnTo>
                  <a:lnTo>
                    <a:pt x="744811" y="807549"/>
                  </a:lnTo>
                  <a:lnTo>
                    <a:pt x="740891" y="807549"/>
                  </a:lnTo>
                  <a:lnTo>
                    <a:pt x="736971" y="807549"/>
                  </a:lnTo>
                  <a:lnTo>
                    <a:pt x="733051" y="807549"/>
                  </a:lnTo>
                  <a:lnTo>
                    <a:pt x="729131" y="807549"/>
                  </a:lnTo>
                  <a:lnTo>
                    <a:pt x="725211" y="807549"/>
                  </a:lnTo>
                  <a:lnTo>
                    <a:pt x="721291" y="807549"/>
                  </a:lnTo>
                  <a:lnTo>
                    <a:pt x="717371" y="807549"/>
                  </a:lnTo>
                  <a:lnTo>
                    <a:pt x="713451" y="807549"/>
                  </a:lnTo>
                  <a:lnTo>
                    <a:pt x="709531" y="807549"/>
                  </a:lnTo>
                  <a:lnTo>
                    <a:pt x="705611" y="807549"/>
                  </a:lnTo>
                  <a:lnTo>
                    <a:pt x="701691" y="807549"/>
                  </a:lnTo>
                  <a:lnTo>
                    <a:pt x="697771" y="807549"/>
                  </a:lnTo>
                  <a:lnTo>
                    <a:pt x="693851" y="807549"/>
                  </a:lnTo>
                  <a:lnTo>
                    <a:pt x="689931" y="807549"/>
                  </a:lnTo>
                  <a:lnTo>
                    <a:pt x="686011" y="807549"/>
                  </a:lnTo>
                  <a:lnTo>
                    <a:pt x="682090" y="807549"/>
                  </a:lnTo>
                  <a:lnTo>
                    <a:pt x="678170" y="807549"/>
                  </a:lnTo>
                  <a:lnTo>
                    <a:pt x="674250" y="807549"/>
                  </a:lnTo>
                  <a:lnTo>
                    <a:pt x="670330" y="807549"/>
                  </a:lnTo>
                  <a:lnTo>
                    <a:pt x="666410" y="807549"/>
                  </a:lnTo>
                  <a:lnTo>
                    <a:pt x="662490" y="807549"/>
                  </a:lnTo>
                  <a:lnTo>
                    <a:pt x="658570" y="807549"/>
                  </a:lnTo>
                  <a:lnTo>
                    <a:pt x="654650" y="807549"/>
                  </a:lnTo>
                  <a:lnTo>
                    <a:pt x="650730" y="807549"/>
                  </a:lnTo>
                  <a:lnTo>
                    <a:pt x="646810" y="807549"/>
                  </a:lnTo>
                  <a:lnTo>
                    <a:pt x="642890" y="807549"/>
                  </a:lnTo>
                  <a:lnTo>
                    <a:pt x="638970" y="807549"/>
                  </a:lnTo>
                  <a:lnTo>
                    <a:pt x="635050" y="807549"/>
                  </a:lnTo>
                  <a:lnTo>
                    <a:pt x="631130" y="807549"/>
                  </a:lnTo>
                  <a:lnTo>
                    <a:pt x="627210" y="807549"/>
                  </a:lnTo>
                  <a:lnTo>
                    <a:pt x="623290" y="807549"/>
                  </a:lnTo>
                  <a:lnTo>
                    <a:pt x="619369" y="807549"/>
                  </a:lnTo>
                  <a:lnTo>
                    <a:pt x="615449" y="807549"/>
                  </a:lnTo>
                  <a:lnTo>
                    <a:pt x="611529" y="807549"/>
                  </a:lnTo>
                  <a:lnTo>
                    <a:pt x="607609" y="807549"/>
                  </a:lnTo>
                  <a:lnTo>
                    <a:pt x="603689" y="807549"/>
                  </a:lnTo>
                  <a:lnTo>
                    <a:pt x="599769" y="807549"/>
                  </a:lnTo>
                  <a:lnTo>
                    <a:pt x="595849" y="807549"/>
                  </a:lnTo>
                  <a:lnTo>
                    <a:pt x="591929" y="807549"/>
                  </a:lnTo>
                  <a:lnTo>
                    <a:pt x="588009" y="807549"/>
                  </a:lnTo>
                  <a:lnTo>
                    <a:pt x="584089" y="807549"/>
                  </a:lnTo>
                  <a:lnTo>
                    <a:pt x="580169" y="807549"/>
                  </a:lnTo>
                  <a:lnTo>
                    <a:pt x="576249" y="807549"/>
                  </a:lnTo>
                  <a:lnTo>
                    <a:pt x="572329" y="807549"/>
                  </a:lnTo>
                  <a:lnTo>
                    <a:pt x="568409" y="807549"/>
                  </a:lnTo>
                  <a:lnTo>
                    <a:pt x="564489" y="807549"/>
                  </a:lnTo>
                  <a:lnTo>
                    <a:pt x="560569" y="807549"/>
                  </a:lnTo>
                  <a:lnTo>
                    <a:pt x="556648" y="807549"/>
                  </a:lnTo>
                  <a:lnTo>
                    <a:pt x="552728" y="807549"/>
                  </a:lnTo>
                  <a:lnTo>
                    <a:pt x="548808" y="807549"/>
                  </a:lnTo>
                  <a:lnTo>
                    <a:pt x="544888" y="807549"/>
                  </a:lnTo>
                  <a:lnTo>
                    <a:pt x="540968" y="807549"/>
                  </a:lnTo>
                  <a:lnTo>
                    <a:pt x="537048" y="807549"/>
                  </a:lnTo>
                  <a:lnTo>
                    <a:pt x="533128" y="807549"/>
                  </a:lnTo>
                  <a:lnTo>
                    <a:pt x="529208" y="807549"/>
                  </a:lnTo>
                  <a:lnTo>
                    <a:pt x="525288" y="807549"/>
                  </a:lnTo>
                  <a:lnTo>
                    <a:pt x="521368" y="807549"/>
                  </a:lnTo>
                  <a:lnTo>
                    <a:pt x="517448" y="807549"/>
                  </a:lnTo>
                  <a:lnTo>
                    <a:pt x="513528" y="807549"/>
                  </a:lnTo>
                  <a:lnTo>
                    <a:pt x="509608" y="807549"/>
                  </a:lnTo>
                  <a:lnTo>
                    <a:pt x="505688" y="807549"/>
                  </a:lnTo>
                  <a:lnTo>
                    <a:pt x="501768" y="807549"/>
                  </a:lnTo>
                  <a:lnTo>
                    <a:pt x="497847" y="807549"/>
                  </a:lnTo>
                  <a:lnTo>
                    <a:pt x="493927" y="807549"/>
                  </a:lnTo>
                  <a:lnTo>
                    <a:pt x="490007" y="807549"/>
                  </a:lnTo>
                  <a:lnTo>
                    <a:pt x="486087" y="807549"/>
                  </a:lnTo>
                  <a:lnTo>
                    <a:pt x="482167" y="807549"/>
                  </a:lnTo>
                  <a:lnTo>
                    <a:pt x="478247" y="807549"/>
                  </a:lnTo>
                  <a:lnTo>
                    <a:pt x="474327" y="807549"/>
                  </a:lnTo>
                  <a:lnTo>
                    <a:pt x="470407" y="807549"/>
                  </a:lnTo>
                  <a:lnTo>
                    <a:pt x="466487" y="807549"/>
                  </a:lnTo>
                  <a:lnTo>
                    <a:pt x="462567" y="807549"/>
                  </a:lnTo>
                  <a:lnTo>
                    <a:pt x="458647" y="807549"/>
                  </a:lnTo>
                  <a:lnTo>
                    <a:pt x="454727" y="807549"/>
                  </a:lnTo>
                  <a:lnTo>
                    <a:pt x="450807" y="807549"/>
                  </a:lnTo>
                  <a:lnTo>
                    <a:pt x="446887" y="807549"/>
                  </a:lnTo>
                  <a:lnTo>
                    <a:pt x="442967" y="807549"/>
                  </a:lnTo>
                  <a:lnTo>
                    <a:pt x="439047" y="807549"/>
                  </a:lnTo>
                  <a:lnTo>
                    <a:pt x="435126" y="807549"/>
                  </a:lnTo>
                  <a:lnTo>
                    <a:pt x="431206" y="807549"/>
                  </a:lnTo>
                  <a:lnTo>
                    <a:pt x="427286" y="807549"/>
                  </a:lnTo>
                  <a:lnTo>
                    <a:pt x="423366" y="807549"/>
                  </a:lnTo>
                  <a:lnTo>
                    <a:pt x="419446" y="807549"/>
                  </a:lnTo>
                  <a:lnTo>
                    <a:pt x="415526" y="807549"/>
                  </a:lnTo>
                  <a:lnTo>
                    <a:pt x="411606" y="807549"/>
                  </a:lnTo>
                  <a:lnTo>
                    <a:pt x="407686" y="807549"/>
                  </a:lnTo>
                  <a:lnTo>
                    <a:pt x="403766" y="807549"/>
                  </a:lnTo>
                  <a:lnTo>
                    <a:pt x="399846" y="807549"/>
                  </a:lnTo>
                  <a:lnTo>
                    <a:pt x="395926" y="807549"/>
                  </a:lnTo>
                  <a:lnTo>
                    <a:pt x="392006" y="807549"/>
                  </a:lnTo>
                  <a:lnTo>
                    <a:pt x="388086" y="807549"/>
                  </a:lnTo>
                  <a:lnTo>
                    <a:pt x="384166" y="807549"/>
                  </a:lnTo>
                  <a:lnTo>
                    <a:pt x="380246" y="807549"/>
                  </a:lnTo>
                  <a:lnTo>
                    <a:pt x="376326" y="807549"/>
                  </a:lnTo>
                  <a:lnTo>
                    <a:pt x="372405" y="807549"/>
                  </a:lnTo>
                  <a:lnTo>
                    <a:pt x="368485" y="807549"/>
                  </a:lnTo>
                  <a:lnTo>
                    <a:pt x="364565" y="807549"/>
                  </a:lnTo>
                  <a:lnTo>
                    <a:pt x="360645" y="807549"/>
                  </a:lnTo>
                  <a:lnTo>
                    <a:pt x="356725" y="807549"/>
                  </a:lnTo>
                  <a:lnTo>
                    <a:pt x="352805" y="807549"/>
                  </a:lnTo>
                  <a:lnTo>
                    <a:pt x="348885" y="807549"/>
                  </a:lnTo>
                  <a:lnTo>
                    <a:pt x="344965" y="807549"/>
                  </a:lnTo>
                  <a:lnTo>
                    <a:pt x="341045" y="807549"/>
                  </a:lnTo>
                  <a:lnTo>
                    <a:pt x="337125" y="807549"/>
                  </a:lnTo>
                  <a:lnTo>
                    <a:pt x="333205" y="807549"/>
                  </a:lnTo>
                  <a:lnTo>
                    <a:pt x="329285" y="807549"/>
                  </a:lnTo>
                  <a:lnTo>
                    <a:pt x="325365" y="807549"/>
                  </a:lnTo>
                  <a:lnTo>
                    <a:pt x="321445" y="807549"/>
                  </a:lnTo>
                  <a:lnTo>
                    <a:pt x="317525" y="807549"/>
                  </a:lnTo>
                  <a:lnTo>
                    <a:pt x="313605" y="807549"/>
                  </a:lnTo>
                  <a:lnTo>
                    <a:pt x="309684" y="807549"/>
                  </a:lnTo>
                  <a:lnTo>
                    <a:pt x="305764" y="807549"/>
                  </a:lnTo>
                  <a:lnTo>
                    <a:pt x="301844" y="807549"/>
                  </a:lnTo>
                  <a:lnTo>
                    <a:pt x="297924" y="807549"/>
                  </a:lnTo>
                  <a:lnTo>
                    <a:pt x="294004" y="807549"/>
                  </a:lnTo>
                  <a:lnTo>
                    <a:pt x="290084" y="807549"/>
                  </a:lnTo>
                  <a:lnTo>
                    <a:pt x="286164" y="807549"/>
                  </a:lnTo>
                  <a:lnTo>
                    <a:pt x="282244" y="807549"/>
                  </a:lnTo>
                  <a:lnTo>
                    <a:pt x="278324" y="807549"/>
                  </a:lnTo>
                  <a:lnTo>
                    <a:pt x="274404" y="807549"/>
                  </a:lnTo>
                  <a:lnTo>
                    <a:pt x="270484" y="807549"/>
                  </a:lnTo>
                  <a:lnTo>
                    <a:pt x="266564" y="807549"/>
                  </a:lnTo>
                  <a:lnTo>
                    <a:pt x="262644" y="807549"/>
                  </a:lnTo>
                  <a:lnTo>
                    <a:pt x="258724" y="807549"/>
                  </a:lnTo>
                  <a:lnTo>
                    <a:pt x="254804" y="807549"/>
                  </a:lnTo>
                  <a:lnTo>
                    <a:pt x="250884" y="807549"/>
                  </a:lnTo>
                  <a:lnTo>
                    <a:pt x="246963" y="807549"/>
                  </a:lnTo>
                  <a:lnTo>
                    <a:pt x="243043" y="807549"/>
                  </a:lnTo>
                  <a:lnTo>
                    <a:pt x="239123" y="807549"/>
                  </a:lnTo>
                  <a:lnTo>
                    <a:pt x="235203" y="807549"/>
                  </a:lnTo>
                  <a:lnTo>
                    <a:pt x="231283" y="807549"/>
                  </a:lnTo>
                  <a:lnTo>
                    <a:pt x="227363" y="807549"/>
                  </a:lnTo>
                  <a:lnTo>
                    <a:pt x="223443" y="807549"/>
                  </a:lnTo>
                  <a:lnTo>
                    <a:pt x="219523" y="807549"/>
                  </a:lnTo>
                  <a:lnTo>
                    <a:pt x="215603" y="807549"/>
                  </a:lnTo>
                  <a:lnTo>
                    <a:pt x="211683" y="807549"/>
                  </a:lnTo>
                  <a:lnTo>
                    <a:pt x="207763" y="807549"/>
                  </a:lnTo>
                  <a:lnTo>
                    <a:pt x="203843" y="807549"/>
                  </a:lnTo>
                  <a:lnTo>
                    <a:pt x="199923" y="807549"/>
                  </a:lnTo>
                  <a:lnTo>
                    <a:pt x="196003" y="807549"/>
                  </a:lnTo>
                  <a:lnTo>
                    <a:pt x="192083" y="807549"/>
                  </a:lnTo>
                  <a:lnTo>
                    <a:pt x="188163" y="807549"/>
                  </a:lnTo>
                  <a:lnTo>
                    <a:pt x="184242" y="807549"/>
                  </a:lnTo>
                  <a:lnTo>
                    <a:pt x="180322" y="807549"/>
                  </a:lnTo>
                  <a:lnTo>
                    <a:pt x="176402" y="807549"/>
                  </a:lnTo>
                  <a:lnTo>
                    <a:pt x="172482" y="807549"/>
                  </a:lnTo>
                  <a:lnTo>
                    <a:pt x="168562" y="807549"/>
                  </a:lnTo>
                  <a:lnTo>
                    <a:pt x="164642" y="807549"/>
                  </a:lnTo>
                  <a:lnTo>
                    <a:pt x="160722" y="807549"/>
                  </a:lnTo>
                  <a:lnTo>
                    <a:pt x="156802" y="807549"/>
                  </a:lnTo>
                  <a:lnTo>
                    <a:pt x="152882" y="807549"/>
                  </a:lnTo>
                  <a:lnTo>
                    <a:pt x="148962" y="807549"/>
                  </a:lnTo>
                  <a:lnTo>
                    <a:pt x="145042" y="807549"/>
                  </a:lnTo>
                  <a:lnTo>
                    <a:pt x="141122" y="807549"/>
                  </a:lnTo>
                  <a:lnTo>
                    <a:pt x="137202" y="807549"/>
                  </a:lnTo>
                  <a:lnTo>
                    <a:pt x="133282" y="807549"/>
                  </a:lnTo>
                  <a:lnTo>
                    <a:pt x="129362" y="807549"/>
                  </a:lnTo>
                  <a:lnTo>
                    <a:pt x="125442" y="807549"/>
                  </a:lnTo>
                  <a:lnTo>
                    <a:pt x="121521" y="807549"/>
                  </a:lnTo>
                  <a:lnTo>
                    <a:pt x="117601" y="807549"/>
                  </a:lnTo>
                  <a:lnTo>
                    <a:pt x="113681" y="807549"/>
                  </a:lnTo>
                  <a:lnTo>
                    <a:pt x="109761" y="807549"/>
                  </a:lnTo>
                  <a:lnTo>
                    <a:pt x="105841" y="807549"/>
                  </a:lnTo>
                  <a:lnTo>
                    <a:pt x="101921" y="807549"/>
                  </a:lnTo>
                  <a:lnTo>
                    <a:pt x="98001" y="807549"/>
                  </a:lnTo>
                  <a:lnTo>
                    <a:pt x="94081" y="807549"/>
                  </a:lnTo>
                  <a:lnTo>
                    <a:pt x="90161" y="807549"/>
                  </a:lnTo>
                  <a:lnTo>
                    <a:pt x="86241" y="807549"/>
                  </a:lnTo>
                  <a:lnTo>
                    <a:pt x="82321" y="807549"/>
                  </a:lnTo>
                  <a:lnTo>
                    <a:pt x="78401" y="807549"/>
                  </a:lnTo>
                  <a:lnTo>
                    <a:pt x="74481" y="807549"/>
                  </a:lnTo>
                  <a:lnTo>
                    <a:pt x="70561" y="807549"/>
                  </a:lnTo>
                  <a:lnTo>
                    <a:pt x="66641" y="807549"/>
                  </a:lnTo>
                  <a:lnTo>
                    <a:pt x="62721" y="807549"/>
                  </a:lnTo>
                  <a:lnTo>
                    <a:pt x="58800" y="807549"/>
                  </a:lnTo>
                  <a:lnTo>
                    <a:pt x="54880" y="807549"/>
                  </a:lnTo>
                  <a:lnTo>
                    <a:pt x="50960" y="807549"/>
                  </a:lnTo>
                  <a:lnTo>
                    <a:pt x="47040" y="807549"/>
                  </a:lnTo>
                  <a:lnTo>
                    <a:pt x="43120" y="807549"/>
                  </a:lnTo>
                  <a:lnTo>
                    <a:pt x="39200" y="807549"/>
                  </a:lnTo>
                  <a:lnTo>
                    <a:pt x="35280" y="807549"/>
                  </a:lnTo>
                  <a:lnTo>
                    <a:pt x="31360" y="807549"/>
                  </a:lnTo>
                  <a:lnTo>
                    <a:pt x="27440" y="807549"/>
                  </a:lnTo>
                  <a:lnTo>
                    <a:pt x="23520" y="807549"/>
                  </a:lnTo>
                  <a:lnTo>
                    <a:pt x="19600" y="807549"/>
                  </a:lnTo>
                  <a:lnTo>
                    <a:pt x="15680" y="807549"/>
                  </a:lnTo>
                  <a:lnTo>
                    <a:pt x="11760" y="807549"/>
                  </a:lnTo>
                  <a:lnTo>
                    <a:pt x="7840" y="807549"/>
                  </a:lnTo>
                  <a:lnTo>
                    <a:pt x="3920" y="807549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109" name="pl109"/>
            <p:cNvSpPr/>
            <p:nvPr/>
          </p:nvSpPr>
          <p:spPr>
            <a:xfrm>
              <a:off x="11314501" y="5484000"/>
              <a:ext cx="2003152" cy="807549"/>
            </a:xfrm>
            <a:custGeom>
              <a:avLst/>
              <a:gdLst/>
              <a:ahLst/>
              <a:cxnLst/>
              <a:rect l="0" t="0" r="0" b="0"/>
              <a:pathLst>
                <a:path w="2003152" h="807549">
                  <a:moveTo>
                    <a:pt x="0" y="807549"/>
                  </a:moveTo>
                  <a:lnTo>
                    <a:pt x="3920" y="807549"/>
                  </a:lnTo>
                  <a:lnTo>
                    <a:pt x="7840" y="807549"/>
                  </a:lnTo>
                  <a:lnTo>
                    <a:pt x="11760" y="807549"/>
                  </a:lnTo>
                  <a:lnTo>
                    <a:pt x="15680" y="807549"/>
                  </a:lnTo>
                  <a:lnTo>
                    <a:pt x="19600" y="807549"/>
                  </a:lnTo>
                  <a:lnTo>
                    <a:pt x="23520" y="807549"/>
                  </a:lnTo>
                  <a:lnTo>
                    <a:pt x="27440" y="807549"/>
                  </a:lnTo>
                  <a:lnTo>
                    <a:pt x="31360" y="807549"/>
                  </a:lnTo>
                  <a:lnTo>
                    <a:pt x="35280" y="807549"/>
                  </a:lnTo>
                  <a:lnTo>
                    <a:pt x="39200" y="807549"/>
                  </a:lnTo>
                  <a:lnTo>
                    <a:pt x="43120" y="807549"/>
                  </a:lnTo>
                  <a:lnTo>
                    <a:pt x="47040" y="807549"/>
                  </a:lnTo>
                  <a:lnTo>
                    <a:pt x="50960" y="807549"/>
                  </a:lnTo>
                  <a:lnTo>
                    <a:pt x="54880" y="807549"/>
                  </a:lnTo>
                  <a:lnTo>
                    <a:pt x="58800" y="807549"/>
                  </a:lnTo>
                  <a:lnTo>
                    <a:pt x="62721" y="807549"/>
                  </a:lnTo>
                  <a:lnTo>
                    <a:pt x="66641" y="807549"/>
                  </a:lnTo>
                  <a:lnTo>
                    <a:pt x="70561" y="807549"/>
                  </a:lnTo>
                  <a:lnTo>
                    <a:pt x="74481" y="807549"/>
                  </a:lnTo>
                  <a:lnTo>
                    <a:pt x="78401" y="807549"/>
                  </a:lnTo>
                  <a:lnTo>
                    <a:pt x="82321" y="807548"/>
                  </a:lnTo>
                  <a:lnTo>
                    <a:pt x="86241" y="807547"/>
                  </a:lnTo>
                  <a:lnTo>
                    <a:pt x="90161" y="807545"/>
                  </a:lnTo>
                  <a:lnTo>
                    <a:pt x="94081" y="807542"/>
                  </a:lnTo>
                  <a:lnTo>
                    <a:pt x="98001" y="807534"/>
                  </a:lnTo>
                  <a:lnTo>
                    <a:pt x="101921" y="807521"/>
                  </a:lnTo>
                  <a:lnTo>
                    <a:pt x="105841" y="807497"/>
                  </a:lnTo>
                  <a:lnTo>
                    <a:pt x="109761" y="807452"/>
                  </a:lnTo>
                  <a:lnTo>
                    <a:pt x="113681" y="807374"/>
                  </a:lnTo>
                  <a:lnTo>
                    <a:pt x="117601" y="807241"/>
                  </a:lnTo>
                  <a:lnTo>
                    <a:pt x="121521" y="807024"/>
                  </a:lnTo>
                  <a:lnTo>
                    <a:pt x="125442" y="806683"/>
                  </a:lnTo>
                  <a:lnTo>
                    <a:pt x="129362" y="806162"/>
                  </a:lnTo>
                  <a:lnTo>
                    <a:pt x="133282" y="805393"/>
                  </a:lnTo>
                  <a:lnTo>
                    <a:pt x="137202" y="804294"/>
                  </a:lnTo>
                  <a:lnTo>
                    <a:pt x="141122" y="802774"/>
                  </a:lnTo>
                  <a:lnTo>
                    <a:pt x="145042" y="800735"/>
                  </a:lnTo>
                  <a:lnTo>
                    <a:pt x="148962" y="798086"/>
                  </a:lnTo>
                  <a:lnTo>
                    <a:pt x="152882" y="794751"/>
                  </a:lnTo>
                  <a:lnTo>
                    <a:pt x="156802" y="790646"/>
                  </a:lnTo>
                  <a:lnTo>
                    <a:pt x="160722" y="785790"/>
                  </a:lnTo>
                  <a:lnTo>
                    <a:pt x="164642" y="780298"/>
                  </a:lnTo>
                  <a:lnTo>
                    <a:pt x="168562" y="774315"/>
                  </a:lnTo>
                  <a:lnTo>
                    <a:pt x="172482" y="768048"/>
                  </a:lnTo>
                  <a:lnTo>
                    <a:pt x="176402" y="761749"/>
                  </a:lnTo>
                  <a:lnTo>
                    <a:pt x="180322" y="755700"/>
                  </a:lnTo>
                  <a:lnTo>
                    <a:pt x="184242" y="750183"/>
                  </a:lnTo>
                  <a:lnTo>
                    <a:pt x="188163" y="745461"/>
                  </a:lnTo>
                  <a:lnTo>
                    <a:pt x="192083" y="741746"/>
                  </a:lnTo>
                  <a:lnTo>
                    <a:pt x="196003" y="739189"/>
                  </a:lnTo>
                  <a:lnTo>
                    <a:pt x="199923" y="737862"/>
                  </a:lnTo>
                  <a:lnTo>
                    <a:pt x="203843" y="737819"/>
                  </a:lnTo>
                  <a:lnTo>
                    <a:pt x="207763" y="738946"/>
                  </a:lnTo>
                  <a:lnTo>
                    <a:pt x="211683" y="741033"/>
                  </a:lnTo>
                  <a:lnTo>
                    <a:pt x="215603" y="743893"/>
                  </a:lnTo>
                  <a:lnTo>
                    <a:pt x="219523" y="747317"/>
                  </a:lnTo>
                  <a:lnTo>
                    <a:pt x="223443" y="751093"/>
                  </a:lnTo>
                  <a:lnTo>
                    <a:pt x="227363" y="755012"/>
                  </a:lnTo>
                  <a:lnTo>
                    <a:pt x="231283" y="758881"/>
                  </a:lnTo>
                  <a:lnTo>
                    <a:pt x="235203" y="762528"/>
                  </a:lnTo>
                  <a:lnTo>
                    <a:pt x="239123" y="765809"/>
                  </a:lnTo>
                  <a:lnTo>
                    <a:pt x="243043" y="768612"/>
                  </a:lnTo>
                  <a:lnTo>
                    <a:pt x="246963" y="770859"/>
                  </a:lnTo>
                  <a:lnTo>
                    <a:pt x="250884" y="772482"/>
                  </a:lnTo>
                  <a:lnTo>
                    <a:pt x="254804" y="773491"/>
                  </a:lnTo>
                  <a:lnTo>
                    <a:pt x="258724" y="773956"/>
                  </a:lnTo>
                  <a:lnTo>
                    <a:pt x="262644" y="773947"/>
                  </a:lnTo>
                  <a:lnTo>
                    <a:pt x="266564" y="773549"/>
                  </a:lnTo>
                  <a:lnTo>
                    <a:pt x="270484" y="772856"/>
                  </a:lnTo>
                  <a:lnTo>
                    <a:pt x="274404" y="771963"/>
                  </a:lnTo>
                  <a:lnTo>
                    <a:pt x="278324" y="770955"/>
                  </a:lnTo>
                  <a:lnTo>
                    <a:pt x="282244" y="769906"/>
                  </a:lnTo>
                  <a:lnTo>
                    <a:pt x="286164" y="768868"/>
                  </a:lnTo>
                  <a:lnTo>
                    <a:pt x="290084" y="767875"/>
                  </a:lnTo>
                  <a:lnTo>
                    <a:pt x="294004" y="766936"/>
                  </a:lnTo>
                  <a:lnTo>
                    <a:pt x="297924" y="766038"/>
                  </a:lnTo>
                  <a:lnTo>
                    <a:pt x="301844" y="765143"/>
                  </a:lnTo>
                  <a:lnTo>
                    <a:pt x="305764" y="764202"/>
                  </a:lnTo>
                  <a:lnTo>
                    <a:pt x="309684" y="763164"/>
                  </a:lnTo>
                  <a:lnTo>
                    <a:pt x="313605" y="761975"/>
                  </a:lnTo>
                  <a:lnTo>
                    <a:pt x="317525" y="760588"/>
                  </a:lnTo>
                  <a:lnTo>
                    <a:pt x="321445" y="758964"/>
                  </a:lnTo>
                  <a:lnTo>
                    <a:pt x="325365" y="757074"/>
                  </a:lnTo>
                  <a:lnTo>
                    <a:pt x="329285" y="754899"/>
                  </a:lnTo>
                  <a:lnTo>
                    <a:pt x="333205" y="752436"/>
                  </a:lnTo>
                  <a:lnTo>
                    <a:pt x="337125" y="749693"/>
                  </a:lnTo>
                  <a:lnTo>
                    <a:pt x="341045" y="746694"/>
                  </a:lnTo>
                  <a:lnTo>
                    <a:pt x="344965" y="743473"/>
                  </a:lnTo>
                  <a:lnTo>
                    <a:pt x="348885" y="740101"/>
                  </a:lnTo>
                  <a:lnTo>
                    <a:pt x="352805" y="736663"/>
                  </a:lnTo>
                  <a:lnTo>
                    <a:pt x="356725" y="733249"/>
                  </a:lnTo>
                  <a:lnTo>
                    <a:pt x="360645" y="729948"/>
                  </a:lnTo>
                  <a:lnTo>
                    <a:pt x="364565" y="726843"/>
                  </a:lnTo>
                  <a:lnTo>
                    <a:pt x="368485" y="724000"/>
                  </a:lnTo>
                  <a:lnTo>
                    <a:pt x="372405" y="721455"/>
                  </a:lnTo>
                  <a:lnTo>
                    <a:pt x="376326" y="719204"/>
                  </a:lnTo>
                  <a:lnTo>
                    <a:pt x="380246" y="717197"/>
                  </a:lnTo>
                  <a:lnTo>
                    <a:pt x="384166" y="715332"/>
                  </a:lnTo>
                  <a:lnTo>
                    <a:pt x="388086" y="713462"/>
                  </a:lnTo>
                  <a:lnTo>
                    <a:pt x="392006" y="711370"/>
                  </a:lnTo>
                  <a:lnTo>
                    <a:pt x="395926" y="708806"/>
                  </a:lnTo>
                  <a:lnTo>
                    <a:pt x="399846" y="705556"/>
                  </a:lnTo>
                  <a:lnTo>
                    <a:pt x="403766" y="701418"/>
                  </a:lnTo>
                  <a:lnTo>
                    <a:pt x="407686" y="696223"/>
                  </a:lnTo>
                  <a:lnTo>
                    <a:pt x="411606" y="689854"/>
                  </a:lnTo>
                  <a:lnTo>
                    <a:pt x="415526" y="682243"/>
                  </a:lnTo>
                  <a:lnTo>
                    <a:pt x="419446" y="673374"/>
                  </a:lnTo>
                  <a:lnTo>
                    <a:pt x="423366" y="663270"/>
                  </a:lnTo>
                  <a:lnTo>
                    <a:pt x="427286" y="651975"/>
                  </a:lnTo>
                  <a:lnTo>
                    <a:pt x="431206" y="639532"/>
                  </a:lnTo>
                  <a:lnTo>
                    <a:pt x="435126" y="625950"/>
                  </a:lnTo>
                  <a:lnTo>
                    <a:pt x="439047" y="611109"/>
                  </a:lnTo>
                  <a:lnTo>
                    <a:pt x="442967" y="594830"/>
                  </a:lnTo>
                  <a:lnTo>
                    <a:pt x="446887" y="576876"/>
                  </a:lnTo>
                  <a:lnTo>
                    <a:pt x="450807" y="556832"/>
                  </a:lnTo>
                  <a:lnTo>
                    <a:pt x="454727" y="534176"/>
                  </a:lnTo>
                  <a:lnTo>
                    <a:pt x="458647" y="508319"/>
                  </a:lnTo>
                  <a:lnTo>
                    <a:pt x="462567" y="478655"/>
                  </a:lnTo>
                  <a:lnTo>
                    <a:pt x="466487" y="444651"/>
                  </a:lnTo>
                  <a:lnTo>
                    <a:pt x="470407" y="405942"/>
                  </a:lnTo>
                  <a:lnTo>
                    <a:pt x="474327" y="362450"/>
                  </a:lnTo>
                  <a:lnTo>
                    <a:pt x="478247" y="314505"/>
                  </a:lnTo>
                  <a:lnTo>
                    <a:pt x="482167" y="262951"/>
                  </a:lnTo>
                  <a:lnTo>
                    <a:pt x="486087" y="209250"/>
                  </a:lnTo>
                  <a:lnTo>
                    <a:pt x="490007" y="155941"/>
                  </a:lnTo>
                  <a:lnTo>
                    <a:pt x="493927" y="105919"/>
                  </a:lnTo>
                  <a:lnTo>
                    <a:pt x="497847" y="62304"/>
                  </a:lnTo>
                  <a:lnTo>
                    <a:pt x="501768" y="28269"/>
                  </a:lnTo>
                  <a:lnTo>
                    <a:pt x="505688" y="6725"/>
                  </a:lnTo>
                  <a:lnTo>
                    <a:pt x="509608" y="0"/>
                  </a:lnTo>
                  <a:lnTo>
                    <a:pt x="513528" y="9540"/>
                  </a:lnTo>
                  <a:lnTo>
                    <a:pt x="517448" y="35707"/>
                  </a:lnTo>
                  <a:lnTo>
                    <a:pt x="521368" y="77675"/>
                  </a:lnTo>
                  <a:lnTo>
                    <a:pt x="525288" y="133464"/>
                  </a:lnTo>
                  <a:lnTo>
                    <a:pt x="529208" y="200116"/>
                  </a:lnTo>
                  <a:lnTo>
                    <a:pt x="533128" y="274127"/>
                  </a:lnTo>
                  <a:lnTo>
                    <a:pt x="537048" y="350894"/>
                  </a:lnTo>
                  <a:lnTo>
                    <a:pt x="540968" y="426400"/>
                  </a:lnTo>
                  <a:lnTo>
                    <a:pt x="544888" y="497531"/>
                  </a:lnTo>
                  <a:lnTo>
                    <a:pt x="548808" y="561942"/>
                  </a:lnTo>
                  <a:lnTo>
                    <a:pt x="552728" y="618136"/>
                  </a:lnTo>
                  <a:lnTo>
                    <a:pt x="556648" y="665436"/>
                  </a:lnTo>
                  <a:lnTo>
                    <a:pt x="560569" y="703883"/>
                  </a:lnTo>
                  <a:lnTo>
                    <a:pt x="564489" y="734075"/>
                  </a:lnTo>
                  <a:lnTo>
                    <a:pt x="568409" y="756986"/>
                  </a:lnTo>
                  <a:lnTo>
                    <a:pt x="572329" y="773784"/>
                  </a:lnTo>
                  <a:lnTo>
                    <a:pt x="576249" y="785684"/>
                  </a:lnTo>
                  <a:lnTo>
                    <a:pt x="580169" y="793688"/>
                  </a:lnTo>
                  <a:lnTo>
                    <a:pt x="584089" y="798934"/>
                  </a:lnTo>
                  <a:lnTo>
                    <a:pt x="588009" y="802345"/>
                  </a:lnTo>
                  <a:lnTo>
                    <a:pt x="591929" y="804497"/>
                  </a:lnTo>
                  <a:lnTo>
                    <a:pt x="595849" y="805812"/>
                  </a:lnTo>
                  <a:lnTo>
                    <a:pt x="599769" y="806591"/>
                  </a:lnTo>
                  <a:lnTo>
                    <a:pt x="603689" y="807037"/>
                  </a:lnTo>
                  <a:lnTo>
                    <a:pt x="607609" y="807284"/>
                  </a:lnTo>
                  <a:lnTo>
                    <a:pt x="611529" y="807416"/>
                  </a:lnTo>
                  <a:lnTo>
                    <a:pt x="615449" y="807485"/>
                  </a:lnTo>
                  <a:lnTo>
                    <a:pt x="619369" y="807519"/>
                  </a:lnTo>
                  <a:lnTo>
                    <a:pt x="623290" y="807535"/>
                  </a:lnTo>
                  <a:lnTo>
                    <a:pt x="627210" y="807543"/>
                  </a:lnTo>
                  <a:lnTo>
                    <a:pt x="631130" y="807546"/>
                  </a:lnTo>
                  <a:lnTo>
                    <a:pt x="635050" y="807548"/>
                  </a:lnTo>
                  <a:lnTo>
                    <a:pt x="638970" y="807549"/>
                  </a:lnTo>
                  <a:lnTo>
                    <a:pt x="642890" y="807549"/>
                  </a:lnTo>
                  <a:lnTo>
                    <a:pt x="646810" y="807549"/>
                  </a:lnTo>
                  <a:lnTo>
                    <a:pt x="650730" y="807549"/>
                  </a:lnTo>
                  <a:lnTo>
                    <a:pt x="654650" y="807549"/>
                  </a:lnTo>
                  <a:lnTo>
                    <a:pt x="658570" y="807549"/>
                  </a:lnTo>
                  <a:lnTo>
                    <a:pt x="662490" y="807549"/>
                  </a:lnTo>
                  <a:lnTo>
                    <a:pt x="666410" y="807549"/>
                  </a:lnTo>
                  <a:lnTo>
                    <a:pt x="670330" y="807549"/>
                  </a:lnTo>
                  <a:lnTo>
                    <a:pt x="674250" y="807549"/>
                  </a:lnTo>
                  <a:lnTo>
                    <a:pt x="678170" y="807549"/>
                  </a:lnTo>
                  <a:lnTo>
                    <a:pt x="682090" y="807549"/>
                  </a:lnTo>
                  <a:lnTo>
                    <a:pt x="686011" y="807549"/>
                  </a:lnTo>
                  <a:lnTo>
                    <a:pt x="689931" y="807549"/>
                  </a:lnTo>
                  <a:lnTo>
                    <a:pt x="693851" y="807549"/>
                  </a:lnTo>
                  <a:lnTo>
                    <a:pt x="697771" y="807549"/>
                  </a:lnTo>
                  <a:lnTo>
                    <a:pt x="701691" y="807549"/>
                  </a:lnTo>
                  <a:lnTo>
                    <a:pt x="705611" y="807549"/>
                  </a:lnTo>
                  <a:lnTo>
                    <a:pt x="709531" y="807549"/>
                  </a:lnTo>
                  <a:lnTo>
                    <a:pt x="713451" y="807549"/>
                  </a:lnTo>
                  <a:lnTo>
                    <a:pt x="717371" y="807549"/>
                  </a:lnTo>
                  <a:lnTo>
                    <a:pt x="721291" y="807549"/>
                  </a:lnTo>
                  <a:lnTo>
                    <a:pt x="725211" y="807549"/>
                  </a:lnTo>
                  <a:lnTo>
                    <a:pt x="729131" y="807549"/>
                  </a:lnTo>
                  <a:lnTo>
                    <a:pt x="733051" y="807549"/>
                  </a:lnTo>
                  <a:lnTo>
                    <a:pt x="736971" y="807549"/>
                  </a:lnTo>
                  <a:lnTo>
                    <a:pt x="740891" y="807549"/>
                  </a:lnTo>
                  <a:lnTo>
                    <a:pt x="744811" y="807549"/>
                  </a:lnTo>
                  <a:lnTo>
                    <a:pt x="748732" y="807549"/>
                  </a:lnTo>
                  <a:lnTo>
                    <a:pt x="752652" y="807549"/>
                  </a:lnTo>
                  <a:lnTo>
                    <a:pt x="756572" y="807549"/>
                  </a:lnTo>
                  <a:lnTo>
                    <a:pt x="760492" y="807549"/>
                  </a:lnTo>
                  <a:lnTo>
                    <a:pt x="764412" y="807549"/>
                  </a:lnTo>
                  <a:lnTo>
                    <a:pt x="768332" y="807549"/>
                  </a:lnTo>
                  <a:lnTo>
                    <a:pt x="772252" y="807549"/>
                  </a:lnTo>
                  <a:lnTo>
                    <a:pt x="776172" y="807549"/>
                  </a:lnTo>
                  <a:lnTo>
                    <a:pt x="780092" y="807549"/>
                  </a:lnTo>
                  <a:lnTo>
                    <a:pt x="784012" y="807549"/>
                  </a:lnTo>
                  <a:lnTo>
                    <a:pt x="787932" y="807549"/>
                  </a:lnTo>
                  <a:lnTo>
                    <a:pt x="791852" y="807549"/>
                  </a:lnTo>
                  <a:lnTo>
                    <a:pt x="795772" y="807549"/>
                  </a:lnTo>
                  <a:lnTo>
                    <a:pt x="799692" y="807549"/>
                  </a:lnTo>
                  <a:lnTo>
                    <a:pt x="803612" y="807549"/>
                  </a:lnTo>
                  <a:lnTo>
                    <a:pt x="807532" y="807549"/>
                  </a:lnTo>
                  <a:lnTo>
                    <a:pt x="811453" y="807549"/>
                  </a:lnTo>
                  <a:lnTo>
                    <a:pt x="815373" y="807549"/>
                  </a:lnTo>
                  <a:lnTo>
                    <a:pt x="819293" y="807549"/>
                  </a:lnTo>
                  <a:lnTo>
                    <a:pt x="823213" y="807549"/>
                  </a:lnTo>
                  <a:lnTo>
                    <a:pt x="827133" y="807549"/>
                  </a:lnTo>
                  <a:lnTo>
                    <a:pt x="831053" y="807549"/>
                  </a:lnTo>
                  <a:lnTo>
                    <a:pt x="834973" y="807549"/>
                  </a:lnTo>
                  <a:lnTo>
                    <a:pt x="838893" y="807549"/>
                  </a:lnTo>
                  <a:lnTo>
                    <a:pt x="842813" y="807549"/>
                  </a:lnTo>
                  <a:lnTo>
                    <a:pt x="846733" y="807549"/>
                  </a:lnTo>
                  <a:lnTo>
                    <a:pt x="850653" y="807549"/>
                  </a:lnTo>
                  <a:lnTo>
                    <a:pt x="854573" y="807549"/>
                  </a:lnTo>
                  <a:lnTo>
                    <a:pt x="858493" y="807549"/>
                  </a:lnTo>
                  <a:lnTo>
                    <a:pt x="862413" y="807549"/>
                  </a:lnTo>
                  <a:lnTo>
                    <a:pt x="866333" y="807549"/>
                  </a:lnTo>
                  <a:lnTo>
                    <a:pt x="870253" y="807549"/>
                  </a:lnTo>
                  <a:lnTo>
                    <a:pt x="874174" y="807549"/>
                  </a:lnTo>
                  <a:lnTo>
                    <a:pt x="878094" y="807549"/>
                  </a:lnTo>
                  <a:lnTo>
                    <a:pt x="882014" y="807549"/>
                  </a:lnTo>
                  <a:lnTo>
                    <a:pt x="885934" y="807549"/>
                  </a:lnTo>
                  <a:lnTo>
                    <a:pt x="889854" y="807549"/>
                  </a:lnTo>
                  <a:lnTo>
                    <a:pt x="893774" y="807549"/>
                  </a:lnTo>
                  <a:lnTo>
                    <a:pt x="897694" y="807549"/>
                  </a:lnTo>
                  <a:lnTo>
                    <a:pt x="901614" y="807549"/>
                  </a:lnTo>
                  <a:lnTo>
                    <a:pt x="905534" y="807549"/>
                  </a:lnTo>
                  <a:lnTo>
                    <a:pt x="909454" y="807549"/>
                  </a:lnTo>
                  <a:lnTo>
                    <a:pt x="913374" y="807549"/>
                  </a:lnTo>
                  <a:lnTo>
                    <a:pt x="917294" y="807549"/>
                  </a:lnTo>
                  <a:lnTo>
                    <a:pt x="921214" y="807549"/>
                  </a:lnTo>
                  <a:lnTo>
                    <a:pt x="925134" y="807549"/>
                  </a:lnTo>
                  <a:lnTo>
                    <a:pt x="929054" y="807549"/>
                  </a:lnTo>
                  <a:lnTo>
                    <a:pt x="932974" y="807549"/>
                  </a:lnTo>
                  <a:lnTo>
                    <a:pt x="936895" y="807549"/>
                  </a:lnTo>
                  <a:lnTo>
                    <a:pt x="940815" y="807549"/>
                  </a:lnTo>
                  <a:lnTo>
                    <a:pt x="944735" y="807549"/>
                  </a:lnTo>
                  <a:lnTo>
                    <a:pt x="948655" y="807549"/>
                  </a:lnTo>
                  <a:lnTo>
                    <a:pt x="952575" y="807549"/>
                  </a:lnTo>
                  <a:lnTo>
                    <a:pt x="956495" y="807549"/>
                  </a:lnTo>
                  <a:lnTo>
                    <a:pt x="960415" y="807549"/>
                  </a:lnTo>
                  <a:lnTo>
                    <a:pt x="964335" y="807549"/>
                  </a:lnTo>
                  <a:lnTo>
                    <a:pt x="968255" y="807549"/>
                  </a:lnTo>
                  <a:lnTo>
                    <a:pt x="972175" y="807549"/>
                  </a:lnTo>
                  <a:lnTo>
                    <a:pt x="976095" y="807549"/>
                  </a:lnTo>
                  <a:lnTo>
                    <a:pt x="980015" y="807549"/>
                  </a:lnTo>
                  <a:lnTo>
                    <a:pt x="983935" y="807549"/>
                  </a:lnTo>
                  <a:lnTo>
                    <a:pt x="987855" y="807549"/>
                  </a:lnTo>
                  <a:lnTo>
                    <a:pt x="991775" y="807549"/>
                  </a:lnTo>
                  <a:lnTo>
                    <a:pt x="995695" y="807549"/>
                  </a:lnTo>
                  <a:lnTo>
                    <a:pt x="999616" y="807549"/>
                  </a:lnTo>
                  <a:lnTo>
                    <a:pt x="1003536" y="807549"/>
                  </a:lnTo>
                  <a:lnTo>
                    <a:pt x="1007456" y="807549"/>
                  </a:lnTo>
                  <a:lnTo>
                    <a:pt x="1011376" y="807549"/>
                  </a:lnTo>
                  <a:lnTo>
                    <a:pt x="1015296" y="807549"/>
                  </a:lnTo>
                  <a:lnTo>
                    <a:pt x="1019216" y="807549"/>
                  </a:lnTo>
                  <a:lnTo>
                    <a:pt x="1023136" y="807549"/>
                  </a:lnTo>
                  <a:lnTo>
                    <a:pt x="1027056" y="807549"/>
                  </a:lnTo>
                  <a:lnTo>
                    <a:pt x="1030976" y="807549"/>
                  </a:lnTo>
                  <a:lnTo>
                    <a:pt x="1034896" y="807549"/>
                  </a:lnTo>
                  <a:lnTo>
                    <a:pt x="1038816" y="807549"/>
                  </a:lnTo>
                  <a:lnTo>
                    <a:pt x="1042736" y="807549"/>
                  </a:lnTo>
                  <a:lnTo>
                    <a:pt x="1046656" y="807549"/>
                  </a:lnTo>
                  <a:lnTo>
                    <a:pt x="1050576" y="807549"/>
                  </a:lnTo>
                  <a:lnTo>
                    <a:pt x="1054496" y="807549"/>
                  </a:lnTo>
                  <a:lnTo>
                    <a:pt x="1058417" y="807549"/>
                  </a:lnTo>
                  <a:lnTo>
                    <a:pt x="1062337" y="807549"/>
                  </a:lnTo>
                  <a:lnTo>
                    <a:pt x="1066257" y="807549"/>
                  </a:lnTo>
                  <a:lnTo>
                    <a:pt x="1070177" y="807549"/>
                  </a:lnTo>
                  <a:lnTo>
                    <a:pt x="1074097" y="807549"/>
                  </a:lnTo>
                  <a:lnTo>
                    <a:pt x="1078017" y="807549"/>
                  </a:lnTo>
                  <a:lnTo>
                    <a:pt x="1081937" y="807549"/>
                  </a:lnTo>
                  <a:lnTo>
                    <a:pt x="1085857" y="807549"/>
                  </a:lnTo>
                  <a:lnTo>
                    <a:pt x="1089777" y="807549"/>
                  </a:lnTo>
                  <a:lnTo>
                    <a:pt x="1093697" y="807549"/>
                  </a:lnTo>
                  <a:lnTo>
                    <a:pt x="1097617" y="807549"/>
                  </a:lnTo>
                  <a:lnTo>
                    <a:pt x="1101537" y="807549"/>
                  </a:lnTo>
                  <a:lnTo>
                    <a:pt x="1105457" y="807549"/>
                  </a:lnTo>
                  <a:lnTo>
                    <a:pt x="1109377" y="807549"/>
                  </a:lnTo>
                  <a:lnTo>
                    <a:pt x="1113297" y="807549"/>
                  </a:lnTo>
                  <a:lnTo>
                    <a:pt x="1117217" y="807549"/>
                  </a:lnTo>
                  <a:lnTo>
                    <a:pt x="1121138" y="807549"/>
                  </a:lnTo>
                  <a:lnTo>
                    <a:pt x="1125058" y="807549"/>
                  </a:lnTo>
                  <a:lnTo>
                    <a:pt x="1128978" y="807549"/>
                  </a:lnTo>
                  <a:lnTo>
                    <a:pt x="1132898" y="807549"/>
                  </a:lnTo>
                  <a:lnTo>
                    <a:pt x="1136818" y="807549"/>
                  </a:lnTo>
                  <a:lnTo>
                    <a:pt x="1140738" y="807549"/>
                  </a:lnTo>
                  <a:lnTo>
                    <a:pt x="1144658" y="807549"/>
                  </a:lnTo>
                  <a:lnTo>
                    <a:pt x="1148578" y="807549"/>
                  </a:lnTo>
                  <a:lnTo>
                    <a:pt x="1152498" y="807549"/>
                  </a:lnTo>
                  <a:lnTo>
                    <a:pt x="1156418" y="807549"/>
                  </a:lnTo>
                  <a:lnTo>
                    <a:pt x="1160338" y="807549"/>
                  </a:lnTo>
                  <a:lnTo>
                    <a:pt x="1164258" y="807549"/>
                  </a:lnTo>
                  <a:lnTo>
                    <a:pt x="1168178" y="807549"/>
                  </a:lnTo>
                  <a:lnTo>
                    <a:pt x="1172098" y="807549"/>
                  </a:lnTo>
                  <a:lnTo>
                    <a:pt x="1176018" y="807549"/>
                  </a:lnTo>
                  <a:lnTo>
                    <a:pt x="1179938" y="807549"/>
                  </a:lnTo>
                  <a:lnTo>
                    <a:pt x="1183859" y="807549"/>
                  </a:lnTo>
                  <a:lnTo>
                    <a:pt x="1187779" y="807549"/>
                  </a:lnTo>
                  <a:lnTo>
                    <a:pt x="1191699" y="807549"/>
                  </a:lnTo>
                  <a:lnTo>
                    <a:pt x="1195619" y="807549"/>
                  </a:lnTo>
                  <a:lnTo>
                    <a:pt x="1199539" y="807549"/>
                  </a:lnTo>
                  <a:lnTo>
                    <a:pt x="1203459" y="807549"/>
                  </a:lnTo>
                  <a:lnTo>
                    <a:pt x="1207379" y="807549"/>
                  </a:lnTo>
                  <a:lnTo>
                    <a:pt x="1211299" y="807549"/>
                  </a:lnTo>
                  <a:lnTo>
                    <a:pt x="1215219" y="807549"/>
                  </a:lnTo>
                  <a:lnTo>
                    <a:pt x="1219139" y="807549"/>
                  </a:lnTo>
                  <a:lnTo>
                    <a:pt x="1223059" y="807549"/>
                  </a:lnTo>
                  <a:lnTo>
                    <a:pt x="1226979" y="807549"/>
                  </a:lnTo>
                  <a:lnTo>
                    <a:pt x="1230899" y="807549"/>
                  </a:lnTo>
                  <a:lnTo>
                    <a:pt x="1234819" y="807549"/>
                  </a:lnTo>
                  <a:lnTo>
                    <a:pt x="1238739" y="807549"/>
                  </a:lnTo>
                  <a:lnTo>
                    <a:pt x="1242659" y="807549"/>
                  </a:lnTo>
                  <a:lnTo>
                    <a:pt x="1246580" y="807549"/>
                  </a:lnTo>
                  <a:lnTo>
                    <a:pt x="1250500" y="807549"/>
                  </a:lnTo>
                  <a:lnTo>
                    <a:pt x="1254420" y="807549"/>
                  </a:lnTo>
                  <a:lnTo>
                    <a:pt x="1258340" y="807549"/>
                  </a:lnTo>
                  <a:lnTo>
                    <a:pt x="1262260" y="807549"/>
                  </a:lnTo>
                  <a:lnTo>
                    <a:pt x="1266180" y="807549"/>
                  </a:lnTo>
                  <a:lnTo>
                    <a:pt x="1270100" y="807549"/>
                  </a:lnTo>
                  <a:lnTo>
                    <a:pt x="1274020" y="807549"/>
                  </a:lnTo>
                  <a:lnTo>
                    <a:pt x="1277940" y="807549"/>
                  </a:lnTo>
                  <a:lnTo>
                    <a:pt x="1281860" y="807549"/>
                  </a:lnTo>
                  <a:lnTo>
                    <a:pt x="1285780" y="807549"/>
                  </a:lnTo>
                  <a:lnTo>
                    <a:pt x="1289700" y="807549"/>
                  </a:lnTo>
                  <a:lnTo>
                    <a:pt x="1293620" y="807549"/>
                  </a:lnTo>
                  <a:lnTo>
                    <a:pt x="1297540" y="807549"/>
                  </a:lnTo>
                  <a:lnTo>
                    <a:pt x="1301460" y="807549"/>
                  </a:lnTo>
                  <a:lnTo>
                    <a:pt x="1305380" y="807549"/>
                  </a:lnTo>
                  <a:lnTo>
                    <a:pt x="1309301" y="807549"/>
                  </a:lnTo>
                  <a:lnTo>
                    <a:pt x="1313221" y="807549"/>
                  </a:lnTo>
                  <a:lnTo>
                    <a:pt x="1317141" y="807549"/>
                  </a:lnTo>
                  <a:lnTo>
                    <a:pt x="1321061" y="807549"/>
                  </a:lnTo>
                  <a:lnTo>
                    <a:pt x="1324981" y="807549"/>
                  </a:lnTo>
                  <a:lnTo>
                    <a:pt x="1328901" y="807549"/>
                  </a:lnTo>
                  <a:lnTo>
                    <a:pt x="1332821" y="807549"/>
                  </a:lnTo>
                  <a:lnTo>
                    <a:pt x="1336741" y="807549"/>
                  </a:lnTo>
                  <a:lnTo>
                    <a:pt x="1340661" y="807549"/>
                  </a:lnTo>
                  <a:lnTo>
                    <a:pt x="1344581" y="807549"/>
                  </a:lnTo>
                  <a:lnTo>
                    <a:pt x="1348501" y="807549"/>
                  </a:lnTo>
                  <a:lnTo>
                    <a:pt x="1352421" y="807549"/>
                  </a:lnTo>
                  <a:lnTo>
                    <a:pt x="1356341" y="807549"/>
                  </a:lnTo>
                  <a:lnTo>
                    <a:pt x="1360261" y="807549"/>
                  </a:lnTo>
                  <a:lnTo>
                    <a:pt x="1364181" y="807549"/>
                  </a:lnTo>
                  <a:lnTo>
                    <a:pt x="1368101" y="807549"/>
                  </a:lnTo>
                  <a:lnTo>
                    <a:pt x="1372022" y="807549"/>
                  </a:lnTo>
                  <a:lnTo>
                    <a:pt x="1375942" y="807549"/>
                  </a:lnTo>
                  <a:lnTo>
                    <a:pt x="1379862" y="807549"/>
                  </a:lnTo>
                  <a:lnTo>
                    <a:pt x="1383782" y="807549"/>
                  </a:lnTo>
                  <a:lnTo>
                    <a:pt x="1387702" y="807549"/>
                  </a:lnTo>
                  <a:lnTo>
                    <a:pt x="1391622" y="807549"/>
                  </a:lnTo>
                  <a:lnTo>
                    <a:pt x="1395542" y="807549"/>
                  </a:lnTo>
                  <a:lnTo>
                    <a:pt x="1399462" y="807549"/>
                  </a:lnTo>
                  <a:lnTo>
                    <a:pt x="1403382" y="807549"/>
                  </a:lnTo>
                  <a:lnTo>
                    <a:pt x="1407302" y="807549"/>
                  </a:lnTo>
                  <a:lnTo>
                    <a:pt x="1411222" y="807549"/>
                  </a:lnTo>
                  <a:lnTo>
                    <a:pt x="1415142" y="807549"/>
                  </a:lnTo>
                  <a:lnTo>
                    <a:pt x="1419062" y="807549"/>
                  </a:lnTo>
                  <a:lnTo>
                    <a:pt x="1422982" y="807549"/>
                  </a:lnTo>
                  <a:lnTo>
                    <a:pt x="1426902" y="807549"/>
                  </a:lnTo>
                  <a:lnTo>
                    <a:pt x="1430822" y="807549"/>
                  </a:lnTo>
                  <a:lnTo>
                    <a:pt x="1434743" y="807549"/>
                  </a:lnTo>
                  <a:lnTo>
                    <a:pt x="1438663" y="807549"/>
                  </a:lnTo>
                  <a:lnTo>
                    <a:pt x="1442583" y="807549"/>
                  </a:lnTo>
                  <a:lnTo>
                    <a:pt x="1446503" y="807549"/>
                  </a:lnTo>
                  <a:lnTo>
                    <a:pt x="1450423" y="807549"/>
                  </a:lnTo>
                  <a:lnTo>
                    <a:pt x="1454343" y="807549"/>
                  </a:lnTo>
                  <a:lnTo>
                    <a:pt x="1458263" y="807549"/>
                  </a:lnTo>
                  <a:lnTo>
                    <a:pt x="1462183" y="807549"/>
                  </a:lnTo>
                  <a:lnTo>
                    <a:pt x="1466103" y="807549"/>
                  </a:lnTo>
                  <a:lnTo>
                    <a:pt x="1470023" y="807549"/>
                  </a:lnTo>
                  <a:lnTo>
                    <a:pt x="1473943" y="807549"/>
                  </a:lnTo>
                  <a:lnTo>
                    <a:pt x="1477863" y="807549"/>
                  </a:lnTo>
                  <a:lnTo>
                    <a:pt x="1481783" y="807549"/>
                  </a:lnTo>
                  <a:lnTo>
                    <a:pt x="1485703" y="807549"/>
                  </a:lnTo>
                  <a:lnTo>
                    <a:pt x="1489623" y="807549"/>
                  </a:lnTo>
                  <a:lnTo>
                    <a:pt x="1493543" y="807549"/>
                  </a:lnTo>
                  <a:lnTo>
                    <a:pt x="1497464" y="807549"/>
                  </a:lnTo>
                  <a:lnTo>
                    <a:pt x="1501384" y="807549"/>
                  </a:lnTo>
                  <a:lnTo>
                    <a:pt x="1505304" y="807549"/>
                  </a:lnTo>
                  <a:lnTo>
                    <a:pt x="1509224" y="807549"/>
                  </a:lnTo>
                  <a:lnTo>
                    <a:pt x="1513144" y="807549"/>
                  </a:lnTo>
                  <a:lnTo>
                    <a:pt x="1517064" y="807549"/>
                  </a:lnTo>
                  <a:lnTo>
                    <a:pt x="1520984" y="807549"/>
                  </a:lnTo>
                  <a:lnTo>
                    <a:pt x="1524904" y="807549"/>
                  </a:lnTo>
                  <a:lnTo>
                    <a:pt x="1528824" y="807549"/>
                  </a:lnTo>
                  <a:lnTo>
                    <a:pt x="1532744" y="807549"/>
                  </a:lnTo>
                  <a:lnTo>
                    <a:pt x="1536664" y="807549"/>
                  </a:lnTo>
                  <a:lnTo>
                    <a:pt x="1540584" y="807549"/>
                  </a:lnTo>
                  <a:lnTo>
                    <a:pt x="1544504" y="807549"/>
                  </a:lnTo>
                  <a:lnTo>
                    <a:pt x="1548424" y="807549"/>
                  </a:lnTo>
                  <a:lnTo>
                    <a:pt x="1552344" y="807549"/>
                  </a:lnTo>
                  <a:lnTo>
                    <a:pt x="1556265" y="807549"/>
                  </a:lnTo>
                  <a:lnTo>
                    <a:pt x="1560185" y="807549"/>
                  </a:lnTo>
                  <a:lnTo>
                    <a:pt x="1564105" y="807549"/>
                  </a:lnTo>
                  <a:lnTo>
                    <a:pt x="1568025" y="807549"/>
                  </a:lnTo>
                  <a:lnTo>
                    <a:pt x="1571945" y="807549"/>
                  </a:lnTo>
                  <a:lnTo>
                    <a:pt x="1575865" y="807549"/>
                  </a:lnTo>
                  <a:lnTo>
                    <a:pt x="1579785" y="807549"/>
                  </a:lnTo>
                  <a:lnTo>
                    <a:pt x="1583705" y="807549"/>
                  </a:lnTo>
                  <a:lnTo>
                    <a:pt x="1587625" y="807549"/>
                  </a:lnTo>
                  <a:lnTo>
                    <a:pt x="1591545" y="807549"/>
                  </a:lnTo>
                  <a:lnTo>
                    <a:pt x="1595465" y="807549"/>
                  </a:lnTo>
                  <a:lnTo>
                    <a:pt x="1599385" y="807549"/>
                  </a:lnTo>
                  <a:lnTo>
                    <a:pt x="1603305" y="807549"/>
                  </a:lnTo>
                  <a:lnTo>
                    <a:pt x="1607225" y="807549"/>
                  </a:lnTo>
                  <a:lnTo>
                    <a:pt x="1611145" y="807549"/>
                  </a:lnTo>
                  <a:lnTo>
                    <a:pt x="1615065" y="807549"/>
                  </a:lnTo>
                  <a:lnTo>
                    <a:pt x="1618986" y="807549"/>
                  </a:lnTo>
                  <a:lnTo>
                    <a:pt x="1622906" y="807549"/>
                  </a:lnTo>
                  <a:lnTo>
                    <a:pt x="1626826" y="807549"/>
                  </a:lnTo>
                  <a:lnTo>
                    <a:pt x="1630746" y="807549"/>
                  </a:lnTo>
                  <a:lnTo>
                    <a:pt x="1634666" y="807549"/>
                  </a:lnTo>
                  <a:lnTo>
                    <a:pt x="1638586" y="807549"/>
                  </a:lnTo>
                  <a:lnTo>
                    <a:pt x="1642506" y="807549"/>
                  </a:lnTo>
                  <a:lnTo>
                    <a:pt x="1646426" y="807549"/>
                  </a:lnTo>
                  <a:lnTo>
                    <a:pt x="1650346" y="807549"/>
                  </a:lnTo>
                  <a:lnTo>
                    <a:pt x="1654266" y="807549"/>
                  </a:lnTo>
                  <a:lnTo>
                    <a:pt x="1658186" y="807549"/>
                  </a:lnTo>
                  <a:lnTo>
                    <a:pt x="1662106" y="807549"/>
                  </a:lnTo>
                  <a:lnTo>
                    <a:pt x="1666026" y="807549"/>
                  </a:lnTo>
                  <a:lnTo>
                    <a:pt x="1669946" y="807549"/>
                  </a:lnTo>
                  <a:lnTo>
                    <a:pt x="1673866" y="807549"/>
                  </a:lnTo>
                  <a:lnTo>
                    <a:pt x="1677786" y="807549"/>
                  </a:lnTo>
                  <a:lnTo>
                    <a:pt x="1681707" y="807549"/>
                  </a:lnTo>
                  <a:lnTo>
                    <a:pt x="1685627" y="807549"/>
                  </a:lnTo>
                  <a:lnTo>
                    <a:pt x="1689547" y="807549"/>
                  </a:lnTo>
                  <a:lnTo>
                    <a:pt x="1693467" y="807549"/>
                  </a:lnTo>
                  <a:lnTo>
                    <a:pt x="1697387" y="807549"/>
                  </a:lnTo>
                  <a:lnTo>
                    <a:pt x="1701307" y="807549"/>
                  </a:lnTo>
                  <a:lnTo>
                    <a:pt x="1705227" y="807549"/>
                  </a:lnTo>
                  <a:lnTo>
                    <a:pt x="1709147" y="807549"/>
                  </a:lnTo>
                  <a:lnTo>
                    <a:pt x="1713067" y="807549"/>
                  </a:lnTo>
                  <a:lnTo>
                    <a:pt x="1716987" y="807549"/>
                  </a:lnTo>
                  <a:lnTo>
                    <a:pt x="1720907" y="807549"/>
                  </a:lnTo>
                  <a:lnTo>
                    <a:pt x="1724827" y="807549"/>
                  </a:lnTo>
                  <a:lnTo>
                    <a:pt x="1728747" y="807549"/>
                  </a:lnTo>
                  <a:lnTo>
                    <a:pt x="1732667" y="807549"/>
                  </a:lnTo>
                  <a:lnTo>
                    <a:pt x="1736587" y="807549"/>
                  </a:lnTo>
                  <a:lnTo>
                    <a:pt x="1740507" y="807549"/>
                  </a:lnTo>
                  <a:lnTo>
                    <a:pt x="1744428" y="807549"/>
                  </a:lnTo>
                  <a:lnTo>
                    <a:pt x="1748348" y="807549"/>
                  </a:lnTo>
                  <a:lnTo>
                    <a:pt x="1752268" y="807549"/>
                  </a:lnTo>
                  <a:lnTo>
                    <a:pt x="1756188" y="807549"/>
                  </a:lnTo>
                  <a:lnTo>
                    <a:pt x="1760108" y="807549"/>
                  </a:lnTo>
                  <a:lnTo>
                    <a:pt x="1764028" y="807549"/>
                  </a:lnTo>
                  <a:lnTo>
                    <a:pt x="1767948" y="807549"/>
                  </a:lnTo>
                  <a:lnTo>
                    <a:pt x="1771868" y="807549"/>
                  </a:lnTo>
                  <a:lnTo>
                    <a:pt x="1775788" y="807549"/>
                  </a:lnTo>
                  <a:lnTo>
                    <a:pt x="1779708" y="807549"/>
                  </a:lnTo>
                  <a:lnTo>
                    <a:pt x="1783628" y="807549"/>
                  </a:lnTo>
                  <a:lnTo>
                    <a:pt x="1787548" y="807549"/>
                  </a:lnTo>
                  <a:lnTo>
                    <a:pt x="1791468" y="807549"/>
                  </a:lnTo>
                  <a:lnTo>
                    <a:pt x="1795388" y="807549"/>
                  </a:lnTo>
                  <a:lnTo>
                    <a:pt x="1799308" y="807549"/>
                  </a:lnTo>
                  <a:lnTo>
                    <a:pt x="1803228" y="807549"/>
                  </a:lnTo>
                  <a:lnTo>
                    <a:pt x="1807149" y="807549"/>
                  </a:lnTo>
                  <a:lnTo>
                    <a:pt x="1811069" y="807549"/>
                  </a:lnTo>
                  <a:lnTo>
                    <a:pt x="1814989" y="807549"/>
                  </a:lnTo>
                  <a:lnTo>
                    <a:pt x="1818909" y="807549"/>
                  </a:lnTo>
                  <a:lnTo>
                    <a:pt x="1822829" y="807549"/>
                  </a:lnTo>
                  <a:lnTo>
                    <a:pt x="1826749" y="807549"/>
                  </a:lnTo>
                  <a:lnTo>
                    <a:pt x="1830669" y="807549"/>
                  </a:lnTo>
                  <a:lnTo>
                    <a:pt x="1834589" y="807549"/>
                  </a:lnTo>
                  <a:lnTo>
                    <a:pt x="1838509" y="807549"/>
                  </a:lnTo>
                  <a:lnTo>
                    <a:pt x="1842429" y="807549"/>
                  </a:lnTo>
                  <a:lnTo>
                    <a:pt x="1846349" y="807549"/>
                  </a:lnTo>
                  <a:lnTo>
                    <a:pt x="1850269" y="807549"/>
                  </a:lnTo>
                  <a:lnTo>
                    <a:pt x="1854189" y="807549"/>
                  </a:lnTo>
                  <a:lnTo>
                    <a:pt x="1858109" y="807549"/>
                  </a:lnTo>
                  <a:lnTo>
                    <a:pt x="1862029" y="807549"/>
                  </a:lnTo>
                  <a:lnTo>
                    <a:pt x="1865949" y="807549"/>
                  </a:lnTo>
                  <a:lnTo>
                    <a:pt x="1869870" y="807549"/>
                  </a:lnTo>
                  <a:lnTo>
                    <a:pt x="1873790" y="807549"/>
                  </a:lnTo>
                  <a:lnTo>
                    <a:pt x="1877710" y="807549"/>
                  </a:lnTo>
                  <a:lnTo>
                    <a:pt x="1881630" y="807549"/>
                  </a:lnTo>
                  <a:lnTo>
                    <a:pt x="1885550" y="807549"/>
                  </a:lnTo>
                  <a:lnTo>
                    <a:pt x="1889470" y="807549"/>
                  </a:lnTo>
                  <a:lnTo>
                    <a:pt x="1893390" y="807549"/>
                  </a:lnTo>
                  <a:lnTo>
                    <a:pt x="1897310" y="807549"/>
                  </a:lnTo>
                  <a:lnTo>
                    <a:pt x="1901230" y="807549"/>
                  </a:lnTo>
                  <a:lnTo>
                    <a:pt x="1905150" y="807549"/>
                  </a:lnTo>
                  <a:lnTo>
                    <a:pt x="1909070" y="807549"/>
                  </a:lnTo>
                  <a:lnTo>
                    <a:pt x="1912990" y="807549"/>
                  </a:lnTo>
                  <a:lnTo>
                    <a:pt x="1916910" y="807549"/>
                  </a:lnTo>
                  <a:lnTo>
                    <a:pt x="1920830" y="807549"/>
                  </a:lnTo>
                  <a:lnTo>
                    <a:pt x="1924750" y="807549"/>
                  </a:lnTo>
                  <a:lnTo>
                    <a:pt x="1928670" y="807549"/>
                  </a:lnTo>
                  <a:lnTo>
                    <a:pt x="1932591" y="807549"/>
                  </a:lnTo>
                  <a:lnTo>
                    <a:pt x="1936511" y="807549"/>
                  </a:lnTo>
                  <a:lnTo>
                    <a:pt x="1940431" y="807549"/>
                  </a:lnTo>
                  <a:lnTo>
                    <a:pt x="1944351" y="807549"/>
                  </a:lnTo>
                  <a:lnTo>
                    <a:pt x="1948271" y="807549"/>
                  </a:lnTo>
                  <a:lnTo>
                    <a:pt x="1952191" y="807549"/>
                  </a:lnTo>
                  <a:lnTo>
                    <a:pt x="1956111" y="807549"/>
                  </a:lnTo>
                  <a:lnTo>
                    <a:pt x="1960031" y="807549"/>
                  </a:lnTo>
                  <a:lnTo>
                    <a:pt x="1963951" y="807549"/>
                  </a:lnTo>
                  <a:lnTo>
                    <a:pt x="1967871" y="807549"/>
                  </a:lnTo>
                  <a:lnTo>
                    <a:pt x="1971791" y="807549"/>
                  </a:lnTo>
                  <a:lnTo>
                    <a:pt x="1975711" y="807549"/>
                  </a:lnTo>
                  <a:lnTo>
                    <a:pt x="1979631" y="807549"/>
                  </a:lnTo>
                  <a:lnTo>
                    <a:pt x="1983551" y="807549"/>
                  </a:lnTo>
                  <a:lnTo>
                    <a:pt x="1987471" y="807549"/>
                  </a:lnTo>
                  <a:lnTo>
                    <a:pt x="1991391" y="807549"/>
                  </a:lnTo>
                  <a:lnTo>
                    <a:pt x="1995312" y="807549"/>
                  </a:lnTo>
                  <a:lnTo>
                    <a:pt x="1999232" y="807549"/>
                  </a:lnTo>
                  <a:lnTo>
                    <a:pt x="2003152" y="807549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10" name="pg110"/>
            <p:cNvSpPr/>
            <p:nvPr/>
          </p:nvSpPr>
          <p:spPr>
            <a:xfrm>
              <a:off x="11314501" y="5960765"/>
              <a:ext cx="2003152" cy="330784"/>
            </a:xfrm>
            <a:custGeom>
              <a:avLst/>
              <a:gdLst/>
              <a:ahLst/>
              <a:cxnLst/>
              <a:rect l="0" t="0" r="0" b="0"/>
              <a:pathLst>
                <a:path w="2003152" h="330784">
                  <a:moveTo>
                    <a:pt x="0" y="330784"/>
                  </a:moveTo>
                  <a:lnTo>
                    <a:pt x="3920" y="330784"/>
                  </a:lnTo>
                  <a:lnTo>
                    <a:pt x="7840" y="330784"/>
                  </a:lnTo>
                  <a:lnTo>
                    <a:pt x="11760" y="330783"/>
                  </a:lnTo>
                  <a:lnTo>
                    <a:pt x="15680" y="330783"/>
                  </a:lnTo>
                  <a:lnTo>
                    <a:pt x="19600" y="330783"/>
                  </a:lnTo>
                  <a:lnTo>
                    <a:pt x="23520" y="330783"/>
                  </a:lnTo>
                  <a:lnTo>
                    <a:pt x="27440" y="330782"/>
                  </a:lnTo>
                  <a:lnTo>
                    <a:pt x="31360" y="330781"/>
                  </a:lnTo>
                  <a:lnTo>
                    <a:pt x="35280" y="330780"/>
                  </a:lnTo>
                  <a:lnTo>
                    <a:pt x="39200" y="330778"/>
                  </a:lnTo>
                  <a:lnTo>
                    <a:pt x="43120" y="330775"/>
                  </a:lnTo>
                  <a:lnTo>
                    <a:pt x="47040" y="330771"/>
                  </a:lnTo>
                  <a:lnTo>
                    <a:pt x="50960" y="330765"/>
                  </a:lnTo>
                  <a:lnTo>
                    <a:pt x="54880" y="330756"/>
                  </a:lnTo>
                  <a:lnTo>
                    <a:pt x="58800" y="330745"/>
                  </a:lnTo>
                  <a:lnTo>
                    <a:pt x="62721" y="330730"/>
                  </a:lnTo>
                  <a:lnTo>
                    <a:pt x="66641" y="330709"/>
                  </a:lnTo>
                  <a:lnTo>
                    <a:pt x="70561" y="330681"/>
                  </a:lnTo>
                  <a:lnTo>
                    <a:pt x="74481" y="330643"/>
                  </a:lnTo>
                  <a:lnTo>
                    <a:pt x="78401" y="330594"/>
                  </a:lnTo>
                  <a:lnTo>
                    <a:pt x="82321" y="330530"/>
                  </a:lnTo>
                  <a:lnTo>
                    <a:pt x="86241" y="330449"/>
                  </a:lnTo>
                  <a:lnTo>
                    <a:pt x="90161" y="330347"/>
                  </a:lnTo>
                  <a:lnTo>
                    <a:pt x="94081" y="330219"/>
                  </a:lnTo>
                  <a:lnTo>
                    <a:pt x="98001" y="330056"/>
                  </a:lnTo>
                  <a:lnTo>
                    <a:pt x="101921" y="329855"/>
                  </a:lnTo>
                  <a:lnTo>
                    <a:pt x="105841" y="329612"/>
                  </a:lnTo>
                  <a:lnTo>
                    <a:pt x="109761" y="329321"/>
                  </a:lnTo>
                  <a:lnTo>
                    <a:pt x="113681" y="328976"/>
                  </a:lnTo>
                  <a:lnTo>
                    <a:pt x="117601" y="328573"/>
                  </a:lnTo>
                  <a:lnTo>
                    <a:pt x="121521" y="328105"/>
                  </a:lnTo>
                  <a:lnTo>
                    <a:pt x="125442" y="327559"/>
                  </a:lnTo>
                  <a:lnTo>
                    <a:pt x="129362" y="326936"/>
                  </a:lnTo>
                  <a:lnTo>
                    <a:pt x="133282" y="326238"/>
                  </a:lnTo>
                  <a:lnTo>
                    <a:pt x="137202" y="325465"/>
                  </a:lnTo>
                  <a:lnTo>
                    <a:pt x="141122" y="324618"/>
                  </a:lnTo>
                  <a:lnTo>
                    <a:pt x="145042" y="323701"/>
                  </a:lnTo>
                  <a:lnTo>
                    <a:pt x="148962" y="322718"/>
                  </a:lnTo>
                  <a:lnTo>
                    <a:pt x="152882" y="321675"/>
                  </a:lnTo>
                  <a:lnTo>
                    <a:pt x="156802" y="320580"/>
                  </a:lnTo>
                  <a:lnTo>
                    <a:pt x="160722" y="319453"/>
                  </a:lnTo>
                  <a:lnTo>
                    <a:pt x="164642" y="318308"/>
                  </a:lnTo>
                  <a:lnTo>
                    <a:pt x="168562" y="317159"/>
                  </a:lnTo>
                  <a:lnTo>
                    <a:pt x="172482" y="316022"/>
                  </a:lnTo>
                  <a:lnTo>
                    <a:pt x="176402" y="314914"/>
                  </a:lnTo>
                  <a:lnTo>
                    <a:pt x="180322" y="313849"/>
                  </a:lnTo>
                  <a:lnTo>
                    <a:pt x="184242" y="312856"/>
                  </a:lnTo>
                  <a:lnTo>
                    <a:pt x="188163" y="311944"/>
                  </a:lnTo>
                  <a:lnTo>
                    <a:pt x="192083" y="311123"/>
                  </a:lnTo>
                  <a:lnTo>
                    <a:pt x="196003" y="310404"/>
                  </a:lnTo>
                  <a:lnTo>
                    <a:pt x="199923" y="309793"/>
                  </a:lnTo>
                  <a:lnTo>
                    <a:pt x="203843" y="309296"/>
                  </a:lnTo>
                  <a:lnTo>
                    <a:pt x="207763" y="308916"/>
                  </a:lnTo>
                  <a:lnTo>
                    <a:pt x="211683" y="308658"/>
                  </a:lnTo>
                  <a:lnTo>
                    <a:pt x="215603" y="308528"/>
                  </a:lnTo>
                  <a:lnTo>
                    <a:pt x="219523" y="308503"/>
                  </a:lnTo>
                  <a:lnTo>
                    <a:pt x="223443" y="308577"/>
                  </a:lnTo>
                  <a:lnTo>
                    <a:pt x="227363" y="308740"/>
                  </a:lnTo>
                  <a:lnTo>
                    <a:pt x="231283" y="308981"/>
                  </a:lnTo>
                  <a:lnTo>
                    <a:pt x="235203" y="309288"/>
                  </a:lnTo>
                  <a:lnTo>
                    <a:pt x="239123" y="309651"/>
                  </a:lnTo>
                  <a:lnTo>
                    <a:pt x="243043" y="310061"/>
                  </a:lnTo>
                  <a:lnTo>
                    <a:pt x="246963" y="310496"/>
                  </a:lnTo>
                  <a:lnTo>
                    <a:pt x="250884" y="310944"/>
                  </a:lnTo>
                  <a:lnTo>
                    <a:pt x="254804" y="311395"/>
                  </a:lnTo>
                  <a:lnTo>
                    <a:pt x="258724" y="311836"/>
                  </a:lnTo>
                  <a:lnTo>
                    <a:pt x="262644" y="312259"/>
                  </a:lnTo>
                  <a:lnTo>
                    <a:pt x="266564" y="312654"/>
                  </a:lnTo>
                  <a:lnTo>
                    <a:pt x="270484" y="313010"/>
                  </a:lnTo>
                  <a:lnTo>
                    <a:pt x="274404" y="313316"/>
                  </a:lnTo>
                  <a:lnTo>
                    <a:pt x="278324" y="313570"/>
                  </a:lnTo>
                  <a:lnTo>
                    <a:pt x="282244" y="313767"/>
                  </a:lnTo>
                  <a:lnTo>
                    <a:pt x="286164" y="313903"/>
                  </a:lnTo>
                  <a:lnTo>
                    <a:pt x="290084" y="313977"/>
                  </a:lnTo>
                  <a:lnTo>
                    <a:pt x="294004" y="313986"/>
                  </a:lnTo>
                  <a:lnTo>
                    <a:pt x="297924" y="313930"/>
                  </a:lnTo>
                  <a:lnTo>
                    <a:pt x="301844" y="313800"/>
                  </a:lnTo>
                  <a:lnTo>
                    <a:pt x="305764" y="313609"/>
                  </a:lnTo>
                  <a:lnTo>
                    <a:pt x="309684" y="313363"/>
                  </a:lnTo>
                  <a:lnTo>
                    <a:pt x="313605" y="313068"/>
                  </a:lnTo>
                  <a:lnTo>
                    <a:pt x="317525" y="312731"/>
                  </a:lnTo>
                  <a:lnTo>
                    <a:pt x="321445" y="312360"/>
                  </a:lnTo>
                  <a:lnTo>
                    <a:pt x="325365" y="311965"/>
                  </a:lnTo>
                  <a:lnTo>
                    <a:pt x="329285" y="311556"/>
                  </a:lnTo>
                  <a:lnTo>
                    <a:pt x="333205" y="311147"/>
                  </a:lnTo>
                  <a:lnTo>
                    <a:pt x="337125" y="310750"/>
                  </a:lnTo>
                  <a:lnTo>
                    <a:pt x="341045" y="310376"/>
                  </a:lnTo>
                  <a:lnTo>
                    <a:pt x="344965" y="310035"/>
                  </a:lnTo>
                  <a:lnTo>
                    <a:pt x="348885" y="309734"/>
                  </a:lnTo>
                  <a:lnTo>
                    <a:pt x="352805" y="309481"/>
                  </a:lnTo>
                  <a:lnTo>
                    <a:pt x="356725" y="309281"/>
                  </a:lnTo>
                  <a:lnTo>
                    <a:pt x="360645" y="309147"/>
                  </a:lnTo>
                  <a:lnTo>
                    <a:pt x="364565" y="309070"/>
                  </a:lnTo>
                  <a:lnTo>
                    <a:pt x="368485" y="309046"/>
                  </a:lnTo>
                  <a:lnTo>
                    <a:pt x="372405" y="309068"/>
                  </a:lnTo>
                  <a:lnTo>
                    <a:pt x="376326" y="309129"/>
                  </a:lnTo>
                  <a:lnTo>
                    <a:pt x="380246" y="309219"/>
                  </a:lnTo>
                  <a:lnTo>
                    <a:pt x="384166" y="309324"/>
                  </a:lnTo>
                  <a:lnTo>
                    <a:pt x="388086" y="309430"/>
                  </a:lnTo>
                  <a:lnTo>
                    <a:pt x="392006" y="309516"/>
                  </a:lnTo>
                  <a:lnTo>
                    <a:pt x="395926" y="309564"/>
                  </a:lnTo>
                  <a:lnTo>
                    <a:pt x="399846" y="309560"/>
                  </a:lnTo>
                  <a:lnTo>
                    <a:pt x="403766" y="309486"/>
                  </a:lnTo>
                  <a:lnTo>
                    <a:pt x="407686" y="309329"/>
                  </a:lnTo>
                  <a:lnTo>
                    <a:pt x="411606" y="309075"/>
                  </a:lnTo>
                  <a:lnTo>
                    <a:pt x="415526" y="308713"/>
                  </a:lnTo>
                  <a:lnTo>
                    <a:pt x="419446" y="308212"/>
                  </a:lnTo>
                  <a:lnTo>
                    <a:pt x="423366" y="307585"/>
                  </a:lnTo>
                  <a:lnTo>
                    <a:pt x="427286" y="306832"/>
                  </a:lnTo>
                  <a:lnTo>
                    <a:pt x="431206" y="305954"/>
                  </a:lnTo>
                  <a:lnTo>
                    <a:pt x="435126" y="304954"/>
                  </a:lnTo>
                  <a:lnTo>
                    <a:pt x="439047" y="303839"/>
                  </a:lnTo>
                  <a:lnTo>
                    <a:pt x="442967" y="302618"/>
                  </a:lnTo>
                  <a:lnTo>
                    <a:pt x="446887" y="301293"/>
                  </a:lnTo>
                  <a:lnTo>
                    <a:pt x="450807" y="299883"/>
                  </a:lnTo>
                  <a:lnTo>
                    <a:pt x="454727" y="298412"/>
                  </a:lnTo>
                  <a:lnTo>
                    <a:pt x="458647" y="296893"/>
                  </a:lnTo>
                  <a:lnTo>
                    <a:pt x="462567" y="295342"/>
                  </a:lnTo>
                  <a:lnTo>
                    <a:pt x="466487" y="293773"/>
                  </a:lnTo>
                  <a:lnTo>
                    <a:pt x="470407" y="292200"/>
                  </a:lnTo>
                  <a:lnTo>
                    <a:pt x="474327" y="290637"/>
                  </a:lnTo>
                  <a:lnTo>
                    <a:pt x="478247" y="289097"/>
                  </a:lnTo>
                  <a:lnTo>
                    <a:pt x="482167" y="287587"/>
                  </a:lnTo>
                  <a:lnTo>
                    <a:pt x="486087" y="286109"/>
                  </a:lnTo>
                  <a:lnTo>
                    <a:pt x="490007" y="284665"/>
                  </a:lnTo>
                  <a:lnTo>
                    <a:pt x="493927" y="283250"/>
                  </a:lnTo>
                  <a:lnTo>
                    <a:pt x="497847" y="281858"/>
                  </a:lnTo>
                  <a:lnTo>
                    <a:pt x="501768" y="280480"/>
                  </a:lnTo>
                  <a:lnTo>
                    <a:pt x="505688" y="279096"/>
                  </a:lnTo>
                  <a:lnTo>
                    <a:pt x="509608" y="277683"/>
                  </a:lnTo>
                  <a:lnTo>
                    <a:pt x="513528" y="276215"/>
                  </a:lnTo>
                  <a:lnTo>
                    <a:pt x="517448" y="274664"/>
                  </a:lnTo>
                  <a:lnTo>
                    <a:pt x="521368" y="272999"/>
                  </a:lnTo>
                  <a:lnTo>
                    <a:pt x="525288" y="271186"/>
                  </a:lnTo>
                  <a:lnTo>
                    <a:pt x="529208" y="269188"/>
                  </a:lnTo>
                  <a:lnTo>
                    <a:pt x="533128" y="266964"/>
                  </a:lnTo>
                  <a:lnTo>
                    <a:pt x="537048" y="264425"/>
                  </a:lnTo>
                  <a:lnTo>
                    <a:pt x="540968" y="261567"/>
                  </a:lnTo>
                  <a:lnTo>
                    <a:pt x="544888" y="258354"/>
                  </a:lnTo>
                  <a:lnTo>
                    <a:pt x="548808" y="254747"/>
                  </a:lnTo>
                  <a:lnTo>
                    <a:pt x="552728" y="250714"/>
                  </a:lnTo>
                  <a:lnTo>
                    <a:pt x="556648" y="246224"/>
                  </a:lnTo>
                  <a:lnTo>
                    <a:pt x="560569" y="241249"/>
                  </a:lnTo>
                  <a:lnTo>
                    <a:pt x="564489" y="235706"/>
                  </a:lnTo>
                  <a:lnTo>
                    <a:pt x="568409" y="229598"/>
                  </a:lnTo>
                  <a:lnTo>
                    <a:pt x="572329" y="222952"/>
                  </a:lnTo>
                  <a:lnTo>
                    <a:pt x="576249" y="215766"/>
                  </a:lnTo>
                  <a:lnTo>
                    <a:pt x="580169" y="208047"/>
                  </a:lnTo>
                  <a:lnTo>
                    <a:pt x="584089" y="199805"/>
                  </a:lnTo>
                  <a:lnTo>
                    <a:pt x="588009" y="191059"/>
                  </a:lnTo>
                  <a:lnTo>
                    <a:pt x="591929" y="181824"/>
                  </a:lnTo>
                  <a:lnTo>
                    <a:pt x="595849" y="172085"/>
                  </a:lnTo>
                  <a:lnTo>
                    <a:pt x="599769" y="161964"/>
                  </a:lnTo>
                  <a:lnTo>
                    <a:pt x="603689" y="151514"/>
                  </a:lnTo>
                  <a:lnTo>
                    <a:pt x="607609" y="140792"/>
                  </a:lnTo>
                  <a:lnTo>
                    <a:pt x="611529" y="129865"/>
                  </a:lnTo>
                  <a:lnTo>
                    <a:pt x="615449" y="118805"/>
                  </a:lnTo>
                  <a:lnTo>
                    <a:pt x="619369" y="107689"/>
                  </a:lnTo>
                  <a:lnTo>
                    <a:pt x="623290" y="96619"/>
                  </a:lnTo>
                  <a:lnTo>
                    <a:pt x="627210" y="85707"/>
                  </a:lnTo>
                  <a:lnTo>
                    <a:pt x="631130" y="75045"/>
                  </a:lnTo>
                  <a:lnTo>
                    <a:pt x="635050" y="64727"/>
                  </a:lnTo>
                  <a:lnTo>
                    <a:pt x="638970" y="54847"/>
                  </a:lnTo>
                  <a:lnTo>
                    <a:pt x="642890" y="45500"/>
                  </a:lnTo>
                  <a:lnTo>
                    <a:pt x="646810" y="36777"/>
                  </a:lnTo>
                  <a:lnTo>
                    <a:pt x="650730" y="28794"/>
                  </a:lnTo>
                  <a:lnTo>
                    <a:pt x="654650" y="21745"/>
                  </a:lnTo>
                  <a:lnTo>
                    <a:pt x="658570" y="15592"/>
                  </a:lnTo>
                  <a:lnTo>
                    <a:pt x="662490" y="10396"/>
                  </a:lnTo>
                  <a:lnTo>
                    <a:pt x="666410" y="6205"/>
                  </a:lnTo>
                  <a:lnTo>
                    <a:pt x="670330" y="3058"/>
                  </a:lnTo>
                  <a:lnTo>
                    <a:pt x="674250" y="984"/>
                  </a:lnTo>
                  <a:lnTo>
                    <a:pt x="678170" y="0"/>
                  </a:lnTo>
                  <a:lnTo>
                    <a:pt x="682090" y="250"/>
                  </a:lnTo>
                  <a:lnTo>
                    <a:pt x="686011" y="1636"/>
                  </a:lnTo>
                  <a:lnTo>
                    <a:pt x="689931" y="4077"/>
                  </a:lnTo>
                  <a:lnTo>
                    <a:pt x="693851" y="7540"/>
                  </a:lnTo>
                  <a:lnTo>
                    <a:pt x="697771" y="11984"/>
                  </a:lnTo>
                  <a:lnTo>
                    <a:pt x="701691" y="17364"/>
                  </a:lnTo>
                  <a:lnTo>
                    <a:pt x="705611" y="23626"/>
                  </a:lnTo>
                  <a:lnTo>
                    <a:pt x="709531" y="30745"/>
                  </a:lnTo>
                  <a:lnTo>
                    <a:pt x="713451" y="38714"/>
                  </a:lnTo>
                  <a:lnTo>
                    <a:pt x="717371" y="47351"/>
                  </a:lnTo>
                  <a:lnTo>
                    <a:pt x="721291" y="56590"/>
                  </a:lnTo>
                  <a:lnTo>
                    <a:pt x="725211" y="66362"/>
                  </a:lnTo>
                  <a:lnTo>
                    <a:pt x="729131" y="76598"/>
                  </a:lnTo>
                  <a:lnTo>
                    <a:pt x="733051" y="87229"/>
                  </a:lnTo>
                  <a:lnTo>
                    <a:pt x="736971" y="98185"/>
                  </a:lnTo>
                  <a:lnTo>
                    <a:pt x="740891" y="109419"/>
                  </a:lnTo>
                  <a:lnTo>
                    <a:pt x="744811" y="120819"/>
                  </a:lnTo>
                  <a:lnTo>
                    <a:pt x="748732" y="132307"/>
                  </a:lnTo>
                  <a:lnTo>
                    <a:pt x="752652" y="143817"/>
                  </a:lnTo>
                  <a:lnTo>
                    <a:pt x="756572" y="155286"/>
                  </a:lnTo>
                  <a:lnTo>
                    <a:pt x="760492" y="166649"/>
                  </a:lnTo>
                  <a:lnTo>
                    <a:pt x="764412" y="177848"/>
                  </a:lnTo>
                  <a:lnTo>
                    <a:pt x="768332" y="188809"/>
                  </a:lnTo>
                  <a:lnTo>
                    <a:pt x="772252" y="199445"/>
                  </a:lnTo>
                  <a:lnTo>
                    <a:pt x="776172" y="209738"/>
                  </a:lnTo>
                  <a:lnTo>
                    <a:pt x="780092" y="219648"/>
                  </a:lnTo>
                  <a:lnTo>
                    <a:pt x="784012" y="229140"/>
                  </a:lnTo>
                  <a:lnTo>
                    <a:pt x="787932" y="238181"/>
                  </a:lnTo>
                  <a:lnTo>
                    <a:pt x="791852" y="246749"/>
                  </a:lnTo>
                  <a:lnTo>
                    <a:pt x="795772" y="254825"/>
                  </a:lnTo>
                  <a:lnTo>
                    <a:pt x="799692" y="262316"/>
                  </a:lnTo>
                  <a:lnTo>
                    <a:pt x="803612" y="269278"/>
                  </a:lnTo>
                  <a:lnTo>
                    <a:pt x="807532" y="275728"/>
                  </a:lnTo>
                  <a:lnTo>
                    <a:pt x="811453" y="281674"/>
                  </a:lnTo>
                  <a:lnTo>
                    <a:pt x="815373" y="287125"/>
                  </a:lnTo>
                  <a:lnTo>
                    <a:pt x="819293" y="292097"/>
                  </a:lnTo>
                  <a:lnTo>
                    <a:pt x="823213" y="296609"/>
                  </a:lnTo>
                  <a:lnTo>
                    <a:pt x="827133" y="300656"/>
                  </a:lnTo>
                  <a:lnTo>
                    <a:pt x="831053" y="304246"/>
                  </a:lnTo>
                  <a:lnTo>
                    <a:pt x="834973" y="307458"/>
                  </a:lnTo>
                  <a:lnTo>
                    <a:pt x="838893" y="310319"/>
                  </a:lnTo>
                  <a:lnTo>
                    <a:pt x="842813" y="312857"/>
                  </a:lnTo>
                  <a:lnTo>
                    <a:pt x="846733" y="315099"/>
                  </a:lnTo>
                  <a:lnTo>
                    <a:pt x="850653" y="317070"/>
                  </a:lnTo>
                  <a:lnTo>
                    <a:pt x="854573" y="318796"/>
                  </a:lnTo>
                  <a:lnTo>
                    <a:pt x="858493" y="320273"/>
                  </a:lnTo>
                  <a:lnTo>
                    <a:pt x="862413" y="321557"/>
                  </a:lnTo>
                  <a:lnTo>
                    <a:pt x="866333" y="322672"/>
                  </a:lnTo>
                  <a:lnTo>
                    <a:pt x="870253" y="323638"/>
                  </a:lnTo>
                  <a:lnTo>
                    <a:pt x="874174" y="324471"/>
                  </a:lnTo>
                  <a:lnTo>
                    <a:pt x="878094" y="325187"/>
                  </a:lnTo>
                  <a:lnTo>
                    <a:pt x="882014" y="325799"/>
                  </a:lnTo>
                  <a:lnTo>
                    <a:pt x="885934" y="326314"/>
                  </a:lnTo>
                  <a:lnTo>
                    <a:pt x="889854" y="326745"/>
                  </a:lnTo>
                  <a:lnTo>
                    <a:pt x="893774" y="327109"/>
                  </a:lnTo>
                  <a:lnTo>
                    <a:pt x="897694" y="327416"/>
                  </a:lnTo>
                  <a:lnTo>
                    <a:pt x="901614" y="327674"/>
                  </a:lnTo>
                  <a:lnTo>
                    <a:pt x="905534" y="327890"/>
                  </a:lnTo>
                  <a:lnTo>
                    <a:pt x="909454" y="328070"/>
                  </a:lnTo>
                  <a:lnTo>
                    <a:pt x="913374" y="328223"/>
                  </a:lnTo>
                  <a:lnTo>
                    <a:pt x="917294" y="328349"/>
                  </a:lnTo>
                  <a:lnTo>
                    <a:pt x="921214" y="328460"/>
                  </a:lnTo>
                  <a:lnTo>
                    <a:pt x="925134" y="328559"/>
                  </a:lnTo>
                  <a:lnTo>
                    <a:pt x="929054" y="328651"/>
                  </a:lnTo>
                  <a:lnTo>
                    <a:pt x="932974" y="328739"/>
                  </a:lnTo>
                  <a:lnTo>
                    <a:pt x="936895" y="328826"/>
                  </a:lnTo>
                  <a:lnTo>
                    <a:pt x="940815" y="328913"/>
                  </a:lnTo>
                  <a:lnTo>
                    <a:pt x="944735" y="329002"/>
                  </a:lnTo>
                  <a:lnTo>
                    <a:pt x="948655" y="329095"/>
                  </a:lnTo>
                  <a:lnTo>
                    <a:pt x="952575" y="329191"/>
                  </a:lnTo>
                  <a:lnTo>
                    <a:pt x="956495" y="329289"/>
                  </a:lnTo>
                  <a:lnTo>
                    <a:pt x="960415" y="329390"/>
                  </a:lnTo>
                  <a:lnTo>
                    <a:pt x="964335" y="329490"/>
                  </a:lnTo>
                  <a:lnTo>
                    <a:pt x="968255" y="329590"/>
                  </a:lnTo>
                  <a:lnTo>
                    <a:pt x="972175" y="329688"/>
                  </a:lnTo>
                  <a:lnTo>
                    <a:pt x="976095" y="329780"/>
                  </a:lnTo>
                  <a:lnTo>
                    <a:pt x="980015" y="329865"/>
                  </a:lnTo>
                  <a:lnTo>
                    <a:pt x="983935" y="329942"/>
                  </a:lnTo>
                  <a:lnTo>
                    <a:pt x="987855" y="330009"/>
                  </a:lnTo>
                  <a:lnTo>
                    <a:pt x="991775" y="330064"/>
                  </a:lnTo>
                  <a:lnTo>
                    <a:pt x="995695" y="330108"/>
                  </a:lnTo>
                  <a:lnTo>
                    <a:pt x="999616" y="330137"/>
                  </a:lnTo>
                  <a:lnTo>
                    <a:pt x="1003536" y="330152"/>
                  </a:lnTo>
                  <a:lnTo>
                    <a:pt x="1007456" y="330150"/>
                  </a:lnTo>
                  <a:lnTo>
                    <a:pt x="1011376" y="330133"/>
                  </a:lnTo>
                  <a:lnTo>
                    <a:pt x="1015296" y="330102"/>
                  </a:lnTo>
                  <a:lnTo>
                    <a:pt x="1019216" y="330056"/>
                  </a:lnTo>
                  <a:lnTo>
                    <a:pt x="1023136" y="329996"/>
                  </a:lnTo>
                  <a:lnTo>
                    <a:pt x="1027056" y="329924"/>
                  </a:lnTo>
                  <a:lnTo>
                    <a:pt x="1030976" y="329840"/>
                  </a:lnTo>
                  <a:lnTo>
                    <a:pt x="1034896" y="329745"/>
                  </a:lnTo>
                  <a:lnTo>
                    <a:pt x="1038816" y="329641"/>
                  </a:lnTo>
                  <a:lnTo>
                    <a:pt x="1042736" y="329531"/>
                  </a:lnTo>
                  <a:lnTo>
                    <a:pt x="1046656" y="329418"/>
                  </a:lnTo>
                  <a:lnTo>
                    <a:pt x="1050576" y="329302"/>
                  </a:lnTo>
                  <a:lnTo>
                    <a:pt x="1054496" y="329187"/>
                  </a:lnTo>
                  <a:lnTo>
                    <a:pt x="1058417" y="329075"/>
                  </a:lnTo>
                  <a:lnTo>
                    <a:pt x="1062337" y="328968"/>
                  </a:lnTo>
                  <a:lnTo>
                    <a:pt x="1066257" y="328870"/>
                  </a:lnTo>
                  <a:lnTo>
                    <a:pt x="1070177" y="328782"/>
                  </a:lnTo>
                  <a:lnTo>
                    <a:pt x="1074097" y="328705"/>
                  </a:lnTo>
                  <a:lnTo>
                    <a:pt x="1078017" y="328643"/>
                  </a:lnTo>
                  <a:lnTo>
                    <a:pt x="1081937" y="328595"/>
                  </a:lnTo>
                  <a:lnTo>
                    <a:pt x="1085857" y="328562"/>
                  </a:lnTo>
                  <a:lnTo>
                    <a:pt x="1089777" y="328546"/>
                  </a:lnTo>
                  <a:lnTo>
                    <a:pt x="1093697" y="328548"/>
                  </a:lnTo>
                  <a:lnTo>
                    <a:pt x="1097617" y="328566"/>
                  </a:lnTo>
                  <a:lnTo>
                    <a:pt x="1101537" y="328599"/>
                  </a:lnTo>
                  <a:lnTo>
                    <a:pt x="1105457" y="328645"/>
                  </a:lnTo>
                  <a:lnTo>
                    <a:pt x="1109377" y="328703"/>
                  </a:lnTo>
                  <a:lnTo>
                    <a:pt x="1113297" y="328771"/>
                  </a:lnTo>
                  <a:lnTo>
                    <a:pt x="1117217" y="328846"/>
                  </a:lnTo>
                  <a:lnTo>
                    <a:pt x="1121138" y="328928"/>
                  </a:lnTo>
                  <a:lnTo>
                    <a:pt x="1125058" y="329012"/>
                  </a:lnTo>
                  <a:lnTo>
                    <a:pt x="1128978" y="329096"/>
                  </a:lnTo>
                  <a:lnTo>
                    <a:pt x="1132898" y="329178"/>
                  </a:lnTo>
                  <a:lnTo>
                    <a:pt x="1136818" y="329256"/>
                  </a:lnTo>
                  <a:lnTo>
                    <a:pt x="1140738" y="329328"/>
                  </a:lnTo>
                  <a:lnTo>
                    <a:pt x="1144658" y="329392"/>
                  </a:lnTo>
                  <a:lnTo>
                    <a:pt x="1148578" y="329448"/>
                  </a:lnTo>
                  <a:lnTo>
                    <a:pt x="1152498" y="329492"/>
                  </a:lnTo>
                  <a:lnTo>
                    <a:pt x="1156418" y="329525"/>
                  </a:lnTo>
                  <a:lnTo>
                    <a:pt x="1160338" y="329548"/>
                  </a:lnTo>
                  <a:lnTo>
                    <a:pt x="1164258" y="329560"/>
                  </a:lnTo>
                  <a:lnTo>
                    <a:pt x="1168178" y="329561"/>
                  </a:lnTo>
                  <a:lnTo>
                    <a:pt x="1172098" y="329553"/>
                  </a:lnTo>
                  <a:lnTo>
                    <a:pt x="1176018" y="329534"/>
                  </a:lnTo>
                  <a:lnTo>
                    <a:pt x="1179938" y="329506"/>
                  </a:lnTo>
                  <a:lnTo>
                    <a:pt x="1183859" y="329469"/>
                  </a:lnTo>
                  <a:lnTo>
                    <a:pt x="1187779" y="329424"/>
                  </a:lnTo>
                  <a:lnTo>
                    <a:pt x="1191699" y="329372"/>
                  </a:lnTo>
                  <a:lnTo>
                    <a:pt x="1195619" y="329313"/>
                  </a:lnTo>
                  <a:lnTo>
                    <a:pt x="1199539" y="329247"/>
                  </a:lnTo>
                  <a:lnTo>
                    <a:pt x="1203459" y="329176"/>
                  </a:lnTo>
                  <a:lnTo>
                    <a:pt x="1207379" y="329098"/>
                  </a:lnTo>
                  <a:lnTo>
                    <a:pt x="1211299" y="329013"/>
                  </a:lnTo>
                  <a:lnTo>
                    <a:pt x="1215219" y="328924"/>
                  </a:lnTo>
                  <a:lnTo>
                    <a:pt x="1219139" y="328829"/>
                  </a:lnTo>
                  <a:lnTo>
                    <a:pt x="1223059" y="328729"/>
                  </a:lnTo>
                  <a:lnTo>
                    <a:pt x="1226979" y="328625"/>
                  </a:lnTo>
                  <a:lnTo>
                    <a:pt x="1230899" y="328517"/>
                  </a:lnTo>
                  <a:lnTo>
                    <a:pt x="1234819" y="328406"/>
                  </a:lnTo>
                  <a:lnTo>
                    <a:pt x="1238739" y="328292"/>
                  </a:lnTo>
                  <a:lnTo>
                    <a:pt x="1242659" y="328177"/>
                  </a:lnTo>
                  <a:lnTo>
                    <a:pt x="1246580" y="328061"/>
                  </a:lnTo>
                  <a:lnTo>
                    <a:pt x="1250500" y="327946"/>
                  </a:lnTo>
                  <a:lnTo>
                    <a:pt x="1254420" y="327831"/>
                  </a:lnTo>
                  <a:lnTo>
                    <a:pt x="1258340" y="327718"/>
                  </a:lnTo>
                  <a:lnTo>
                    <a:pt x="1262260" y="327606"/>
                  </a:lnTo>
                  <a:lnTo>
                    <a:pt x="1266180" y="327496"/>
                  </a:lnTo>
                  <a:lnTo>
                    <a:pt x="1270100" y="327388"/>
                  </a:lnTo>
                  <a:lnTo>
                    <a:pt x="1274020" y="327280"/>
                  </a:lnTo>
                  <a:lnTo>
                    <a:pt x="1277940" y="327173"/>
                  </a:lnTo>
                  <a:lnTo>
                    <a:pt x="1281860" y="327064"/>
                  </a:lnTo>
                  <a:lnTo>
                    <a:pt x="1285780" y="326954"/>
                  </a:lnTo>
                  <a:lnTo>
                    <a:pt x="1289700" y="326840"/>
                  </a:lnTo>
                  <a:lnTo>
                    <a:pt x="1293620" y="326722"/>
                  </a:lnTo>
                  <a:lnTo>
                    <a:pt x="1297540" y="326597"/>
                  </a:lnTo>
                  <a:lnTo>
                    <a:pt x="1301460" y="326463"/>
                  </a:lnTo>
                  <a:lnTo>
                    <a:pt x="1305380" y="326319"/>
                  </a:lnTo>
                  <a:lnTo>
                    <a:pt x="1309301" y="326164"/>
                  </a:lnTo>
                  <a:lnTo>
                    <a:pt x="1313221" y="325995"/>
                  </a:lnTo>
                  <a:lnTo>
                    <a:pt x="1317141" y="325812"/>
                  </a:lnTo>
                  <a:lnTo>
                    <a:pt x="1321061" y="325611"/>
                  </a:lnTo>
                  <a:lnTo>
                    <a:pt x="1324981" y="325391"/>
                  </a:lnTo>
                  <a:lnTo>
                    <a:pt x="1328901" y="325147"/>
                  </a:lnTo>
                  <a:lnTo>
                    <a:pt x="1332821" y="324878"/>
                  </a:lnTo>
                  <a:lnTo>
                    <a:pt x="1336741" y="324582"/>
                  </a:lnTo>
                  <a:lnTo>
                    <a:pt x="1340661" y="324256"/>
                  </a:lnTo>
                  <a:lnTo>
                    <a:pt x="1344581" y="323898"/>
                  </a:lnTo>
                  <a:lnTo>
                    <a:pt x="1348501" y="323505"/>
                  </a:lnTo>
                  <a:lnTo>
                    <a:pt x="1352421" y="323073"/>
                  </a:lnTo>
                  <a:lnTo>
                    <a:pt x="1356341" y="322593"/>
                  </a:lnTo>
                  <a:lnTo>
                    <a:pt x="1360261" y="322067"/>
                  </a:lnTo>
                  <a:lnTo>
                    <a:pt x="1364181" y="321493"/>
                  </a:lnTo>
                  <a:lnTo>
                    <a:pt x="1368101" y="320870"/>
                  </a:lnTo>
                  <a:lnTo>
                    <a:pt x="1372022" y="320195"/>
                  </a:lnTo>
                  <a:lnTo>
                    <a:pt x="1375942" y="319468"/>
                  </a:lnTo>
                  <a:lnTo>
                    <a:pt x="1379862" y="318688"/>
                  </a:lnTo>
                  <a:lnTo>
                    <a:pt x="1383782" y="317851"/>
                  </a:lnTo>
                  <a:lnTo>
                    <a:pt x="1387702" y="316956"/>
                  </a:lnTo>
                  <a:lnTo>
                    <a:pt x="1391622" y="316012"/>
                  </a:lnTo>
                  <a:lnTo>
                    <a:pt x="1395542" y="315021"/>
                  </a:lnTo>
                  <a:lnTo>
                    <a:pt x="1399462" y="313986"/>
                  </a:lnTo>
                  <a:lnTo>
                    <a:pt x="1403382" y="312912"/>
                  </a:lnTo>
                  <a:lnTo>
                    <a:pt x="1407302" y="311803"/>
                  </a:lnTo>
                  <a:lnTo>
                    <a:pt x="1411222" y="310665"/>
                  </a:lnTo>
                  <a:lnTo>
                    <a:pt x="1415142" y="309501"/>
                  </a:lnTo>
                  <a:lnTo>
                    <a:pt x="1419062" y="308324"/>
                  </a:lnTo>
                  <a:lnTo>
                    <a:pt x="1422982" y="307141"/>
                  </a:lnTo>
                  <a:lnTo>
                    <a:pt x="1426902" y="305959"/>
                  </a:lnTo>
                  <a:lnTo>
                    <a:pt x="1430822" y="304787"/>
                  </a:lnTo>
                  <a:lnTo>
                    <a:pt x="1434743" y="303631"/>
                  </a:lnTo>
                  <a:lnTo>
                    <a:pt x="1438663" y="302501"/>
                  </a:lnTo>
                  <a:lnTo>
                    <a:pt x="1442583" y="301405"/>
                  </a:lnTo>
                  <a:lnTo>
                    <a:pt x="1446503" y="300355"/>
                  </a:lnTo>
                  <a:lnTo>
                    <a:pt x="1450423" y="299354"/>
                  </a:lnTo>
                  <a:lnTo>
                    <a:pt x="1454343" y="298407"/>
                  </a:lnTo>
                  <a:lnTo>
                    <a:pt x="1458263" y="297519"/>
                  </a:lnTo>
                  <a:lnTo>
                    <a:pt x="1462183" y="296694"/>
                  </a:lnTo>
                  <a:lnTo>
                    <a:pt x="1466103" y="295936"/>
                  </a:lnTo>
                  <a:lnTo>
                    <a:pt x="1470023" y="295246"/>
                  </a:lnTo>
                  <a:lnTo>
                    <a:pt x="1473943" y="294638"/>
                  </a:lnTo>
                  <a:lnTo>
                    <a:pt x="1477863" y="294101"/>
                  </a:lnTo>
                  <a:lnTo>
                    <a:pt x="1481783" y="293632"/>
                  </a:lnTo>
                  <a:lnTo>
                    <a:pt x="1485703" y="293229"/>
                  </a:lnTo>
                  <a:lnTo>
                    <a:pt x="1489623" y="292888"/>
                  </a:lnTo>
                  <a:lnTo>
                    <a:pt x="1493543" y="292606"/>
                  </a:lnTo>
                  <a:lnTo>
                    <a:pt x="1497464" y="292377"/>
                  </a:lnTo>
                  <a:lnTo>
                    <a:pt x="1501384" y="292198"/>
                  </a:lnTo>
                  <a:lnTo>
                    <a:pt x="1505304" y="292062"/>
                  </a:lnTo>
                  <a:lnTo>
                    <a:pt x="1509224" y="291958"/>
                  </a:lnTo>
                  <a:lnTo>
                    <a:pt x="1513144" y="291878"/>
                  </a:lnTo>
                  <a:lnTo>
                    <a:pt x="1517064" y="291815"/>
                  </a:lnTo>
                  <a:lnTo>
                    <a:pt x="1520984" y="291764"/>
                  </a:lnTo>
                  <a:lnTo>
                    <a:pt x="1524904" y="291718"/>
                  </a:lnTo>
                  <a:lnTo>
                    <a:pt x="1528824" y="291672"/>
                  </a:lnTo>
                  <a:lnTo>
                    <a:pt x="1532744" y="291620"/>
                  </a:lnTo>
                  <a:lnTo>
                    <a:pt x="1536664" y="291561"/>
                  </a:lnTo>
                  <a:lnTo>
                    <a:pt x="1540584" y="291495"/>
                  </a:lnTo>
                  <a:lnTo>
                    <a:pt x="1544504" y="291423"/>
                  </a:lnTo>
                  <a:lnTo>
                    <a:pt x="1548424" y="291349"/>
                  </a:lnTo>
                  <a:lnTo>
                    <a:pt x="1552344" y="291276"/>
                  </a:lnTo>
                  <a:lnTo>
                    <a:pt x="1556265" y="291213"/>
                  </a:lnTo>
                  <a:lnTo>
                    <a:pt x="1560185" y="291168"/>
                  </a:lnTo>
                  <a:lnTo>
                    <a:pt x="1564105" y="291154"/>
                  </a:lnTo>
                  <a:lnTo>
                    <a:pt x="1568025" y="291179"/>
                  </a:lnTo>
                  <a:lnTo>
                    <a:pt x="1571945" y="291253"/>
                  </a:lnTo>
                  <a:lnTo>
                    <a:pt x="1575865" y="291385"/>
                  </a:lnTo>
                  <a:lnTo>
                    <a:pt x="1579785" y="291582"/>
                  </a:lnTo>
                  <a:lnTo>
                    <a:pt x="1583705" y="291852"/>
                  </a:lnTo>
                  <a:lnTo>
                    <a:pt x="1587625" y="292200"/>
                  </a:lnTo>
                  <a:lnTo>
                    <a:pt x="1591545" y="292643"/>
                  </a:lnTo>
                  <a:lnTo>
                    <a:pt x="1595465" y="293166"/>
                  </a:lnTo>
                  <a:lnTo>
                    <a:pt x="1599385" y="293765"/>
                  </a:lnTo>
                  <a:lnTo>
                    <a:pt x="1603305" y="294436"/>
                  </a:lnTo>
                  <a:lnTo>
                    <a:pt x="1607225" y="295168"/>
                  </a:lnTo>
                  <a:lnTo>
                    <a:pt x="1611145" y="295955"/>
                  </a:lnTo>
                  <a:lnTo>
                    <a:pt x="1615065" y="296784"/>
                  </a:lnTo>
                  <a:lnTo>
                    <a:pt x="1618986" y="297645"/>
                  </a:lnTo>
                  <a:lnTo>
                    <a:pt x="1622906" y="298522"/>
                  </a:lnTo>
                  <a:lnTo>
                    <a:pt x="1626826" y="299400"/>
                  </a:lnTo>
                  <a:lnTo>
                    <a:pt x="1630746" y="300270"/>
                  </a:lnTo>
                  <a:lnTo>
                    <a:pt x="1634666" y="301122"/>
                  </a:lnTo>
                  <a:lnTo>
                    <a:pt x="1638586" y="301949"/>
                  </a:lnTo>
                  <a:lnTo>
                    <a:pt x="1642506" y="302745"/>
                  </a:lnTo>
                  <a:lnTo>
                    <a:pt x="1646426" y="303508"/>
                  </a:lnTo>
                  <a:lnTo>
                    <a:pt x="1650346" y="304232"/>
                  </a:lnTo>
                  <a:lnTo>
                    <a:pt x="1654266" y="304924"/>
                  </a:lnTo>
                  <a:lnTo>
                    <a:pt x="1658186" y="305590"/>
                  </a:lnTo>
                  <a:lnTo>
                    <a:pt x="1662106" y="306235"/>
                  </a:lnTo>
                  <a:lnTo>
                    <a:pt x="1666026" y="306865"/>
                  </a:lnTo>
                  <a:lnTo>
                    <a:pt x="1669946" y="307488"/>
                  </a:lnTo>
                  <a:lnTo>
                    <a:pt x="1673866" y="308111"/>
                  </a:lnTo>
                  <a:lnTo>
                    <a:pt x="1677786" y="308743"/>
                  </a:lnTo>
                  <a:lnTo>
                    <a:pt x="1681707" y="309392"/>
                  </a:lnTo>
                  <a:lnTo>
                    <a:pt x="1685627" y="310061"/>
                  </a:lnTo>
                  <a:lnTo>
                    <a:pt x="1689547" y="310755"/>
                  </a:lnTo>
                  <a:lnTo>
                    <a:pt x="1693467" y="311474"/>
                  </a:lnTo>
                  <a:lnTo>
                    <a:pt x="1697387" y="312219"/>
                  </a:lnTo>
                  <a:lnTo>
                    <a:pt x="1701307" y="312991"/>
                  </a:lnTo>
                  <a:lnTo>
                    <a:pt x="1705227" y="313786"/>
                  </a:lnTo>
                  <a:lnTo>
                    <a:pt x="1709147" y="314604"/>
                  </a:lnTo>
                  <a:lnTo>
                    <a:pt x="1713067" y="315435"/>
                  </a:lnTo>
                  <a:lnTo>
                    <a:pt x="1716987" y="316276"/>
                  </a:lnTo>
                  <a:lnTo>
                    <a:pt x="1720907" y="317120"/>
                  </a:lnTo>
                  <a:lnTo>
                    <a:pt x="1724827" y="317963"/>
                  </a:lnTo>
                  <a:lnTo>
                    <a:pt x="1728747" y="318800"/>
                  </a:lnTo>
                  <a:lnTo>
                    <a:pt x="1732667" y="319625"/>
                  </a:lnTo>
                  <a:lnTo>
                    <a:pt x="1736587" y="320432"/>
                  </a:lnTo>
                  <a:lnTo>
                    <a:pt x="1740507" y="321216"/>
                  </a:lnTo>
                  <a:lnTo>
                    <a:pt x="1744428" y="321977"/>
                  </a:lnTo>
                  <a:lnTo>
                    <a:pt x="1748348" y="322709"/>
                  </a:lnTo>
                  <a:lnTo>
                    <a:pt x="1752268" y="323413"/>
                  </a:lnTo>
                  <a:lnTo>
                    <a:pt x="1756188" y="324085"/>
                  </a:lnTo>
                  <a:lnTo>
                    <a:pt x="1760108" y="324725"/>
                  </a:lnTo>
                  <a:lnTo>
                    <a:pt x="1764028" y="325330"/>
                  </a:lnTo>
                  <a:lnTo>
                    <a:pt x="1767948" y="325895"/>
                  </a:lnTo>
                  <a:lnTo>
                    <a:pt x="1771868" y="326424"/>
                  </a:lnTo>
                  <a:lnTo>
                    <a:pt x="1775788" y="326918"/>
                  </a:lnTo>
                  <a:lnTo>
                    <a:pt x="1779708" y="327376"/>
                  </a:lnTo>
                  <a:lnTo>
                    <a:pt x="1783628" y="327799"/>
                  </a:lnTo>
                  <a:lnTo>
                    <a:pt x="1787548" y="328187"/>
                  </a:lnTo>
                  <a:lnTo>
                    <a:pt x="1791468" y="328540"/>
                  </a:lnTo>
                  <a:lnTo>
                    <a:pt x="1795388" y="328856"/>
                  </a:lnTo>
                  <a:lnTo>
                    <a:pt x="1799308" y="329137"/>
                  </a:lnTo>
                  <a:lnTo>
                    <a:pt x="1803228" y="329389"/>
                  </a:lnTo>
                  <a:lnTo>
                    <a:pt x="1807149" y="329611"/>
                  </a:lnTo>
                  <a:lnTo>
                    <a:pt x="1811069" y="329806"/>
                  </a:lnTo>
                  <a:lnTo>
                    <a:pt x="1814989" y="329975"/>
                  </a:lnTo>
                  <a:lnTo>
                    <a:pt x="1818909" y="330122"/>
                  </a:lnTo>
                  <a:lnTo>
                    <a:pt x="1822829" y="330246"/>
                  </a:lnTo>
                  <a:lnTo>
                    <a:pt x="1826749" y="330348"/>
                  </a:lnTo>
                  <a:lnTo>
                    <a:pt x="1830669" y="330435"/>
                  </a:lnTo>
                  <a:lnTo>
                    <a:pt x="1834589" y="330507"/>
                  </a:lnTo>
                  <a:lnTo>
                    <a:pt x="1838509" y="330566"/>
                  </a:lnTo>
                  <a:lnTo>
                    <a:pt x="1842429" y="330614"/>
                  </a:lnTo>
                  <a:lnTo>
                    <a:pt x="1846349" y="330653"/>
                  </a:lnTo>
                  <a:lnTo>
                    <a:pt x="1850269" y="330684"/>
                  </a:lnTo>
                  <a:lnTo>
                    <a:pt x="1854189" y="330708"/>
                  </a:lnTo>
                  <a:lnTo>
                    <a:pt x="1858109" y="330727"/>
                  </a:lnTo>
                  <a:lnTo>
                    <a:pt x="1862029" y="330741"/>
                  </a:lnTo>
                  <a:lnTo>
                    <a:pt x="1865949" y="330752"/>
                  </a:lnTo>
                  <a:lnTo>
                    <a:pt x="1869870" y="330761"/>
                  </a:lnTo>
                  <a:lnTo>
                    <a:pt x="1873790" y="330767"/>
                  </a:lnTo>
                  <a:lnTo>
                    <a:pt x="1877710" y="330772"/>
                  </a:lnTo>
                  <a:lnTo>
                    <a:pt x="1881630" y="330775"/>
                  </a:lnTo>
                  <a:lnTo>
                    <a:pt x="1885550" y="330778"/>
                  </a:lnTo>
                  <a:lnTo>
                    <a:pt x="1889470" y="330780"/>
                  </a:lnTo>
                  <a:lnTo>
                    <a:pt x="1893390" y="330781"/>
                  </a:lnTo>
                  <a:lnTo>
                    <a:pt x="1897310" y="330782"/>
                  </a:lnTo>
                  <a:lnTo>
                    <a:pt x="1901230" y="330782"/>
                  </a:lnTo>
                  <a:lnTo>
                    <a:pt x="1905150" y="330783"/>
                  </a:lnTo>
                  <a:lnTo>
                    <a:pt x="1909070" y="330783"/>
                  </a:lnTo>
                  <a:lnTo>
                    <a:pt x="1912990" y="330783"/>
                  </a:lnTo>
                  <a:lnTo>
                    <a:pt x="1916910" y="330783"/>
                  </a:lnTo>
                  <a:lnTo>
                    <a:pt x="1920830" y="330784"/>
                  </a:lnTo>
                  <a:lnTo>
                    <a:pt x="1924750" y="330784"/>
                  </a:lnTo>
                  <a:lnTo>
                    <a:pt x="1928670" y="330784"/>
                  </a:lnTo>
                  <a:lnTo>
                    <a:pt x="1932591" y="330784"/>
                  </a:lnTo>
                  <a:lnTo>
                    <a:pt x="1936511" y="330784"/>
                  </a:lnTo>
                  <a:lnTo>
                    <a:pt x="1940431" y="330784"/>
                  </a:lnTo>
                  <a:lnTo>
                    <a:pt x="1944351" y="330784"/>
                  </a:lnTo>
                  <a:lnTo>
                    <a:pt x="1948271" y="330784"/>
                  </a:lnTo>
                  <a:lnTo>
                    <a:pt x="1952191" y="330784"/>
                  </a:lnTo>
                  <a:lnTo>
                    <a:pt x="1956111" y="330784"/>
                  </a:lnTo>
                  <a:lnTo>
                    <a:pt x="1960031" y="330784"/>
                  </a:lnTo>
                  <a:lnTo>
                    <a:pt x="1963951" y="330784"/>
                  </a:lnTo>
                  <a:lnTo>
                    <a:pt x="1967871" y="330784"/>
                  </a:lnTo>
                  <a:lnTo>
                    <a:pt x="1971791" y="330784"/>
                  </a:lnTo>
                  <a:lnTo>
                    <a:pt x="1975711" y="330784"/>
                  </a:lnTo>
                  <a:lnTo>
                    <a:pt x="1979631" y="330784"/>
                  </a:lnTo>
                  <a:lnTo>
                    <a:pt x="1983551" y="330784"/>
                  </a:lnTo>
                  <a:lnTo>
                    <a:pt x="1987471" y="330784"/>
                  </a:lnTo>
                  <a:lnTo>
                    <a:pt x="1991391" y="330784"/>
                  </a:lnTo>
                  <a:lnTo>
                    <a:pt x="1995312" y="330784"/>
                  </a:lnTo>
                  <a:lnTo>
                    <a:pt x="1999232" y="330784"/>
                  </a:lnTo>
                  <a:lnTo>
                    <a:pt x="2003152" y="330784"/>
                  </a:lnTo>
                  <a:lnTo>
                    <a:pt x="1999232" y="330784"/>
                  </a:lnTo>
                  <a:lnTo>
                    <a:pt x="1995312" y="330784"/>
                  </a:lnTo>
                  <a:lnTo>
                    <a:pt x="1991391" y="330784"/>
                  </a:lnTo>
                  <a:lnTo>
                    <a:pt x="1987471" y="330784"/>
                  </a:lnTo>
                  <a:lnTo>
                    <a:pt x="1983551" y="330784"/>
                  </a:lnTo>
                  <a:lnTo>
                    <a:pt x="1979631" y="330784"/>
                  </a:lnTo>
                  <a:lnTo>
                    <a:pt x="1975711" y="330784"/>
                  </a:lnTo>
                  <a:lnTo>
                    <a:pt x="1971791" y="330784"/>
                  </a:lnTo>
                  <a:lnTo>
                    <a:pt x="1967871" y="330784"/>
                  </a:lnTo>
                  <a:lnTo>
                    <a:pt x="1963951" y="330784"/>
                  </a:lnTo>
                  <a:lnTo>
                    <a:pt x="1960031" y="330784"/>
                  </a:lnTo>
                  <a:lnTo>
                    <a:pt x="1956111" y="330784"/>
                  </a:lnTo>
                  <a:lnTo>
                    <a:pt x="1952191" y="330784"/>
                  </a:lnTo>
                  <a:lnTo>
                    <a:pt x="1948271" y="330784"/>
                  </a:lnTo>
                  <a:lnTo>
                    <a:pt x="1944351" y="330784"/>
                  </a:lnTo>
                  <a:lnTo>
                    <a:pt x="1940431" y="330784"/>
                  </a:lnTo>
                  <a:lnTo>
                    <a:pt x="1936511" y="330784"/>
                  </a:lnTo>
                  <a:lnTo>
                    <a:pt x="1932591" y="330784"/>
                  </a:lnTo>
                  <a:lnTo>
                    <a:pt x="1928670" y="330784"/>
                  </a:lnTo>
                  <a:lnTo>
                    <a:pt x="1924750" y="330784"/>
                  </a:lnTo>
                  <a:lnTo>
                    <a:pt x="1920830" y="330784"/>
                  </a:lnTo>
                  <a:lnTo>
                    <a:pt x="1916910" y="330784"/>
                  </a:lnTo>
                  <a:lnTo>
                    <a:pt x="1912990" y="330784"/>
                  </a:lnTo>
                  <a:lnTo>
                    <a:pt x="1909070" y="330784"/>
                  </a:lnTo>
                  <a:lnTo>
                    <a:pt x="1905150" y="330784"/>
                  </a:lnTo>
                  <a:lnTo>
                    <a:pt x="1901230" y="330784"/>
                  </a:lnTo>
                  <a:lnTo>
                    <a:pt x="1897310" y="330784"/>
                  </a:lnTo>
                  <a:lnTo>
                    <a:pt x="1893390" y="330784"/>
                  </a:lnTo>
                  <a:lnTo>
                    <a:pt x="1889470" y="330784"/>
                  </a:lnTo>
                  <a:lnTo>
                    <a:pt x="1885550" y="330784"/>
                  </a:lnTo>
                  <a:lnTo>
                    <a:pt x="1881630" y="330784"/>
                  </a:lnTo>
                  <a:lnTo>
                    <a:pt x="1877710" y="330784"/>
                  </a:lnTo>
                  <a:lnTo>
                    <a:pt x="1873790" y="330784"/>
                  </a:lnTo>
                  <a:lnTo>
                    <a:pt x="1869870" y="330784"/>
                  </a:lnTo>
                  <a:lnTo>
                    <a:pt x="1865949" y="330784"/>
                  </a:lnTo>
                  <a:lnTo>
                    <a:pt x="1862029" y="330784"/>
                  </a:lnTo>
                  <a:lnTo>
                    <a:pt x="1858109" y="330784"/>
                  </a:lnTo>
                  <a:lnTo>
                    <a:pt x="1854189" y="330784"/>
                  </a:lnTo>
                  <a:lnTo>
                    <a:pt x="1850269" y="330784"/>
                  </a:lnTo>
                  <a:lnTo>
                    <a:pt x="1846349" y="330784"/>
                  </a:lnTo>
                  <a:lnTo>
                    <a:pt x="1842429" y="330784"/>
                  </a:lnTo>
                  <a:lnTo>
                    <a:pt x="1838509" y="330784"/>
                  </a:lnTo>
                  <a:lnTo>
                    <a:pt x="1834589" y="330784"/>
                  </a:lnTo>
                  <a:lnTo>
                    <a:pt x="1830669" y="330784"/>
                  </a:lnTo>
                  <a:lnTo>
                    <a:pt x="1826749" y="330784"/>
                  </a:lnTo>
                  <a:lnTo>
                    <a:pt x="1822829" y="330784"/>
                  </a:lnTo>
                  <a:lnTo>
                    <a:pt x="1818909" y="330784"/>
                  </a:lnTo>
                  <a:lnTo>
                    <a:pt x="1814989" y="330784"/>
                  </a:lnTo>
                  <a:lnTo>
                    <a:pt x="1811069" y="330784"/>
                  </a:lnTo>
                  <a:lnTo>
                    <a:pt x="1807149" y="330784"/>
                  </a:lnTo>
                  <a:lnTo>
                    <a:pt x="1803228" y="330784"/>
                  </a:lnTo>
                  <a:lnTo>
                    <a:pt x="1799308" y="330784"/>
                  </a:lnTo>
                  <a:lnTo>
                    <a:pt x="1795388" y="330784"/>
                  </a:lnTo>
                  <a:lnTo>
                    <a:pt x="1791468" y="330784"/>
                  </a:lnTo>
                  <a:lnTo>
                    <a:pt x="1787548" y="330784"/>
                  </a:lnTo>
                  <a:lnTo>
                    <a:pt x="1783628" y="330784"/>
                  </a:lnTo>
                  <a:lnTo>
                    <a:pt x="1779708" y="330784"/>
                  </a:lnTo>
                  <a:lnTo>
                    <a:pt x="1775788" y="330784"/>
                  </a:lnTo>
                  <a:lnTo>
                    <a:pt x="1771868" y="330784"/>
                  </a:lnTo>
                  <a:lnTo>
                    <a:pt x="1767948" y="330784"/>
                  </a:lnTo>
                  <a:lnTo>
                    <a:pt x="1764028" y="330784"/>
                  </a:lnTo>
                  <a:lnTo>
                    <a:pt x="1760108" y="330784"/>
                  </a:lnTo>
                  <a:lnTo>
                    <a:pt x="1756188" y="330784"/>
                  </a:lnTo>
                  <a:lnTo>
                    <a:pt x="1752268" y="330784"/>
                  </a:lnTo>
                  <a:lnTo>
                    <a:pt x="1748348" y="330784"/>
                  </a:lnTo>
                  <a:lnTo>
                    <a:pt x="1744428" y="330784"/>
                  </a:lnTo>
                  <a:lnTo>
                    <a:pt x="1740507" y="330784"/>
                  </a:lnTo>
                  <a:lnTo>
                    <a:pt x="1736587" y="330784"/>
                  </a:lnTo>
                  <a:lnTo>
                    <a:pt x="1732667" y="330784"/>
                  </a:lnTo>
                  <a:lnTo>
                    <a:pt x="1728747" y="330784"/>
                  </a:lnTo>
                  <a:lnTo>
                    <a:pt x="1724827" y="330784"/>
                  </a:lnTo>
                  <a:lnTo>
                    <a:pt x="1720907" y="330784"/>
                  </a:lnTo>
                  <a:lnTo>
                    <a:pt x="1716987" y="330784"/>
                  </a:lnTo>
                  <a:lnTo>
                    <a:pt x="1713067" y="330784"/>
                  </a:lnTo>
                  <a:lnTo>
                    <a:pt x="1709147" y="330784"/>
                  </a:lnTo>
                  <a:lnTo>
                    <a:pt x="1705227" y="330784"/>
                  </a:lnTo>
                  <a:lnTo>
                    <a:pt x="1701307" y="330784"/>
                  </a:lnTo>
                  <a:lnTo>
                    <a:pt x="1697387" y="330784"/>
                  </a:lnTo>
                  <a:lnTo>
                    <a:pt x="1693467" y="330784"/>
                  </a:lnTo>
                  <a:lnTo>
                    <a:pt x="1689547" y="330784"/>
                  </a:lnTo>
                  <a:lnTo>
                    <a:pt x="1685627" y="330784"/>
                  </a:lnTo>
                  <a:lnTo>
                    <a:pt x="1681707" y="330784"/>
                  </a:lnTo>
                  <a:lnTo>
                    <a:pt x="1677786" y="330784"/>
                  </a:lnTo>
                  <a:lnTo>
                    <a:pt x="1673866" y="330784"/>
                  </a:lnTo>
                  <a:lnTo>
                    <a:pt x="1669946" y="330784"/>
                  </a:lnTo>
                  <a:lnTo>
                    <a:pt x="1666026" y="330784"/>
                  </a:lnTo>
                  <a:lnTo>
                    <a:pt x="1662106" y="330784"/>
                  </a:lnTo>
                  <a:lnTo>
                    <a:pt x="1658186" y="330784"/>
                  </a:lnTo>
                  <a:lnTo>
                    <a:pt x="1654266" y="330784"/>
                  </a:lnTo>
                  <a:lnTo>
                    <a:pt x="1650346" y="330784"/>
                  </a:lnTo>
                  <a:lnTo>
                    <a:pt x="1646426" y="330784"/>
                  </a:lnTo>
                  <a:lnTo>
                    <a:pt x="1642506" y="330784"/>
                  </a:lnTo>
                  <a:lnTo>
                    <a:pt x="1638586" y="330784"/>
                  </a:lnTo>
                  <a:lnTo>
                    <a:pt x="1634666" y="330784"/>
                  </a:lnTo>
                  <a:lnTo>
                    <a:pt x="1630746" y="330784"/>
                  </a:lnTo>
                  <a:lnTo>
                    <a:pt x="1626826" y="330784"/>
                  </a:lnTo>
                  <a:lnTo>
                    <a:pt x="1622906" y="330784"/>
                  </a:lnTo>
                  <a:lnTo>
                    <a:pt x="1618986" y="330784"/>
                  </a:lnTo>
                  <a:lnTo>
                    <a:pt x="1615065" y="330784"/>
                  </a:lnTo>
                  <a:lnTo>
                    <a:pt x="1611145" y="330784"/>
                  </a:lnTo>
                  <a:lnTo>
                    <a:pt x="1607225" y="330784"/>
                  </a:lnTo>
                  <a:lnTo>
                    <a:pt x="1603305" y="330784"/>
                  </a:lnTo>
                  <a:lnTo>
                    <a:pt x="1599385" y="330784"/>
                  </a:lnTo>
                  <a:lnTo>
                    <a:pt x="1595465" y="330784"/>
                  </a:lnTo>
                  <a:lnTo>
                    <a:pt x="1591545" y="330784"/>
                  </a:lnTo>
                  <a:lnTo>
                    <a:pt x="1587625" y="330784"/>
                  </a:lnTo>
                  <a:lnTo>
                    <a:pt x="1583705" y="330784"/>
                  </a:lnTo>
                  <a:lnTo>
                    <a:pt x="1579785" y="330784"/>
                  </a:lnTo>
                  <a:lnTo>
                    <a:pt x="1575865" y="330784"/>
                  </a:lnTo>
                  <a:lnTo>
                    <a:pt x="1571945" y="330784"/>
                  </a:lnTo>
                  <a:lnTo>
                    <a:pt x="1568025" y="330784"/>
                  </a:lnTo>
                  <a:lnTo>
                    <a:pt x="1564105" y="330784"/>
                  </a:lnTo>
                  <a:lnTo>
                    <a:pt x="1560185" y="330784"/>
                  </a:lnTo>
                  <a:lnTo>
                    <a:pt x="1556265" y="330784"/>
                  </a:lnTo>
                  <a:lnTo>
                    <a:pt x="1552344" y="330784"/>
                  </a:lnTo>
                  <a:lnTo>
                    <a:pt x="1548424" y="330784"/>
                  </a:lnTo>
                  <a:lnTo>
                    <a:pt x="1544504" y="330784"/>
                  </a:lnTo>
                  <a:lnTo>
                    <a:pt x="1540584" y="330784"/>
                  </a:lnTo>
                  <a:lnTo>
                    <a:pt x="1536664" y="330784"/>
                  </a:lnTo>
                  <a:lnTo>
                    <a:pt x="1532744" y="330784"/>
                  </a:lnTo>
                  <a:lnTo>
                    <a:pt x="1528824" y="330784"/>
                  </a:lnTo>
                  <a:lnTo>
                    <a:pt x="1524904" y="330784"/>
                  </a:lnTo>
                  <a:lnTo>
                    <a:pt x="1520984" y="330784"/>
                  </a:lnTo>
                  <a:lnTo>
                    <a:pt x="1517064" y="330784"/>
                  </a:lnTo>
                  <a:lnTo>
                    <a:pt x="1513144" y="330784"/>
                  </a:lnTo>
                  <a:lnTo>
                    <a:pt x="1509224" y="330784"/>
                  </a:lnTo>
                  <a:lnTo>
                    <a:pt x="1505304" y="330784"/>
                  </a:lnTo>
                  <a:lnTo>
                    <a:pt x="1501384" y="330784"/>
                  </a:lnTo>
                  <a:lnTo>
                    <a:pt x="1497464" y="330784"/>
                  </a:lnTo>
                  <a:lnTo>
                    <a:pt x="1493543" y="330784"/>
                  </a:lnTo>
                  <a:lnTo>
                    <a:pt x="1489623" y="330784"/>
                  </a:lnTo>
                  <a:lnTo>
                    <a:pt x="1485703" y="330784"/>
                  </a:lnTo>
                  <a:lnTo>
                    <a:pt x="1481783" y="330784"/>
                  </a:lnTo>
                  <a:lnTo>
                    <a:pt x="1477863" y="330784"/>
                  </a:lnTo>
                  <a:lnTo>
                    <a:pt x="1473943" y="330784"/>
                  </a:lnTo>
                  <a:lnTo>
                    <a:pt x="1470023" y="330784"/>
                  </a:lnTo>
                  <a:lnTo>
                    <a:pt x="1466103" y="330784"/>
                  </a:lnTo>
                  <a:lnTo>
                    <a:pt x="1462183" y="330784"/>
                  </a:lnTo>
                  <a:lnTo>
                    <a:pt x="1458263" y="330784"/>
                  </a:lnTo>
                  <a:lnTo>
                    <a:pt x="1454343" y="330784"/>
                  </a:lnTo>
                  <a:lnTo>
                    <a:pt x="1450423" y="330784"/>
                  </a:lnTo>
                  <a:lnTo>
                    <a:pt x="1446503" y="330784"/>
                  </a:lnTo>
                  <a:lnTo>
                    <a:pt x="1442583" y="330784"/>
                  </a:lnTo>
                  <a:lnTo>
                    <a:pt x="1438663" y="330784"/>
                  </a:lnTo>
                  <a:lnTo>
                    <a:pt x="1434743" y="330784"/>
                  </a:lnTo>
                  <a:lnTo>
                    <a:pt x="1430822" y="330784"/>
                  </a:lnTo>
                  <a:lnTo>
                    <a:pt x="1426902" y="330784"/>
                  </a:lnTo>
                  <a:lnTo>
                    <a:pt x="1422982" y="330784"/>
                  </a:lnTo>
                  <a:lnTo>
                    <a:pt x="1419062" y="330784"/>
                  </a:lnTo>
                  <a:lnTo>
                    <a:pt x="1415142" y="330784"/>
                  </a:lnTo>
                  <a:lnTo>
                    <a:pt x="1411222" y="330784"/>
                  </a:lnTo>
                  <a:lnTo>
                    <a:pt x="1407302" y="330784"/>
                  </a:lnTo>
                  <a:lnTo>
                    <a:pt x="1403382" y="330784"/>
                  </a:lnTo>
                  <a:lnTo>
                    <a:pt x="1399462" y="330784"/>
                  </a:lnTo>
                  <a:lnTo>
                    <a:pt x="1395542" y="330784"/>
                  </a:lnTo>
                  <a:lnTo>
                    <a:pt x="1391622" y="330784"/>
                  </a:lnTo>
                  <a:lnTo>
                    <a:pt x="1387702" y="330784"/>
                  </a:lnTo>
                  <a:lnTo>
                    <a:pt x="1383782" y="330784"/>
                  </a:lnTo>
                  <a:lnTo>
                    <a:pt x="1379862" y="330784"/>
                  </a:lnTo>
                  <a:lnTo>
                    <a:pt x="1375942" y="330784"/>
                  </a:lnTo>
                  <a:lnTo>
                    <a:pt x="1372022" y="330784"/>
                  </a:lnTo>
                  <a:lnTo>
                    <a:pt x="1368101" y="330784"/>
                  </a:lnTo>
                  <a:lnTo>
                    <a:pt x="1364181" y="330784"/>
                  </a:lnTo>
                  <a:lnTo>
                    <a:pt x="1360261" y="330784"/>
                  </a:lnTo>
                  <a:lnTo>
                    <a:pt x="1356341" y="330784"/>
                  </a:lnTo>
                  <a:lnTo>
                    <a:pt x="1352421" y="330784"/>
                  </a:lnTo>
                  <a:lnTo>
                    <a:pt x="1348501" y="330784"/>
                  </a:lnTo>
                  <a:lnTo>
                    <a:pt x="1344581" y="330784"/>
                  </a:lnTo>
                  <a:lnTo>
                    <a:pt x="1340661" y="330784"/>
                  </a:lnTo>
                  <a:lnTo>
                    <a:pt x="1336741" y="330784"/>
                  </a:lnTo>
                  <a:lnTo>
                    <a:pt x="1332821" y="330784"/>
                  </a:lnTo>
                  <a:lnTo>
                    <a:pt x="1328901" y="330784"/>
                  </a:lnTo>
                  <a:lnTo>
                    <a:pt x="1324981" y="330784"/>
                  </a:lnTo>
                  <a:lnTo>
                    <a:pt x="1321061" y="330784"/>
                  </a:lnTo>
                  <a:lnTo>
                    <a:pt x="1317141" y="330784"/>
                  </a:lnTo>
                  <a:lnTo>
                    <a:pt x="1313221" y="330784"/>
                  </a:lnTo>
                  <a:lnTo>
                    <a:pt x="1309301" y="330784"/>
                  </a:lnTo>
                  <a:lnTo>
                    <a:pt x="1305380" y="330784"/>
                  </a:lnTo>
                  <a:lnTo>
                    <a:pt x="1301460" y="330784"/>
                  </a:lnTo>
                  <a:lnTo>
                    <a:pt x="1297540" y="330784"/>
                  </a:lnTo>
                  <a:lnTo>
                    <a:pt x="1293620" y="330784"/>
                  </a:lnTo>
                  <a:lnTo>
                    <a:pt x="1289700" y="330784"/>
                  </a:lnTo>
                  <a:lnTo>
                    <a:pt x="1285780" y="330784"/>
                  </a:lnTo>
                  <a:lnTo>
                    <a:pt x="1281860" y="330784"/>
                  </a:lnTo>
                  <a:lnTo>
                    <a:pt x="1277940" y="330784"/>
                  </a:lnTo>
                  <a:lnTo>
                    <a:pt x="1274020" y="330784"/>
                  </a:lnTo>
                  <a:lnTo>
                    <a:pt x="1270100" y="330784"/>
                  </a:lnTo>
                  <a:lnTo>
                    <a:pt x="1266180" y="330784"/>
                  </a:lnTo>
                  <a:lnTo>
                    <a:pt x="1262260" y="330784"/>
                  </a:lnTo>
                  <a:lnTo>
                    <a:pt x="1258340" y="330784"/>
                  </a:lnTo>
                  <a:lnTo>
                    <a:pt x="1254420" y="330784"/>
                  </a:lnTo>
                  <a:lnTo>
                    <a:pt x="1250500" y="330784"/>
                  </a:lnTo>
                  <a:lnTo>
                    <a:pt x="1246580" y="330784"/>
                  </a:lnTo>
                  <a:lnTo>
                    <a:pt x="1242659" y="330784"/>
                  </a:lnTo>
                  <a:lnTo>
                    <a:pt x="1238739" y="330784"/>
                  </a:lnTo>
                  <a:lnTo>
                    <a:pt x="1234819" y="330784"/>
                  </a:lnTo>
                  <a:lnTo>
                    <a:pt x="1230899" y="330784"/>
                  </a:lnTo>
                  <a:lnTo>
                    <a:pt x="1226979" y="330784"/>
                  </a:lnTo>
                  <a:lnTo>
                    <a:pt x="1223059" y="330784"/>
                  </a:lnTo>
                  <a:lnTo>
                    <a:pt x="1219139" y="330784"/>
                  </a:lnTo>
                  <a:lnTo>
                    <a:pt x="1215219" y="330784"/>
                  </a:lnTo>
                  <a:lnTo>
                    <a:pt x="1211299" y="330784"/>
                  </a:lnTo>
                  <a:lnTo>
                    <a:pt x="1207379" y="330784"/>
                  </a:lnTo>
                  <a:lnTo>
                    <a:pt x="1203459" y="330784"/>
                  </a:lnTo>
                  <a:lnTo>
                    <a:pt x="1199539" y="330784"/>
                  </a:lnTo>
                  <a:lnTo>
                    <a:pt x="1195619" y="330784"/>
                  </a:lnTo>
                  <a:lnTo>
                    <a:pt x="1191699" y="330784"/>
                  </a:lnTo>
                  <a:lnTo>
                    <a:pt x="1187779" y="330784"/>
                  </a:lnTo>
                  <a:lnTo>
                    <a:pt x="1183859" y="330784"/>
                  </a:lnTo>
                  <a:lnTo>
                    <a:pt x="1179938" y="330784"/>
                  </a:lnTo>
                  <a:lnTo>
                    <a:pt x="1176018" y="330784"/>
                  </a:lnTo>
                  <a:lnTo>
                    <a:pt x="1172098" y="330784"/>
                  </a:lnTo>
                  <a:lnTo>
                    <a:pt x="1168178" y="330784"/>
                  </a:lnTo>
                  <a:lnTo>
                    <a:pt x="1164258" y="330784"/>
                  </a:lnTo>
                  <a:lnTo>
                    <a:pt x="1160338" y="330784"/>
                  </a:lnTo>
                  <a:lnTo>
                    <a:pt x="1156418" y="330784"/>
                  </a:lnTo>
                  <a:lnTo>
                    <a:pt x="1152498" y="330784"/>
                  </a:lnTo>
                  <a:lnTo>
                    <a:pt x="1148578" y="330784"/>
                  </a:lnTo>
                  <a:lnTo>
                    <a:pt x="1144658" y="330784"/>
                  </a:lnTo>
                  <a:lnTo>
                    <a:pt x="1140738" y="330784"/>
                  </a:lnTo>
                  <a:lnTo>
                    <a:pt x="1136818" y="330784"/>
                  </a:lnTo>
                  <a:lnTo>
                    <a:pt x="1132898" y="330784"/>
                  </a:lnTo>
                  <a:lnTo>
                    <a:pt x="1128978" y="330784"/>
                  </a:lnTo>
                  <a:lnTo>
                    <a:pt x="1125058" y="330784"/>
                  </a:lnTo>
                  <a:lnTo>
                    <a:pt x="1121138" y="330784"/>
                  </a:lnTo>
                  <a:lnTo>
                    <a:pt x="1117217" y="330784"/>
                  </a:lnTo>
                  <a:lnTo>
                    <a:pt x="1113297" y="330784"/>
                  </a:lnTo>
                  <a:lnTo>
                    <a:pt x="1109377" y="330784"/>
                  </a:lnTo>
                  <a:lnTo>
                    <a:pt x="1105457" y="330784"/>
                  </a:lnTo>
                  <a:lnTo>
                    <a:pt x="1101537" y="330784"/>
                  </a:lnTo>
                  <a:lnTo>
                    <a:pt x="1097617" y="330784"/>
                  </a:lnTo>
                  <a:lnTo>
                    <a:pt x="1093697" y="330784"/>
                  </a:lnTo>
                  <a:lnTo>
                    <a:pt x="1089777" y="330784"/>
                  </a:lnTo>
                  <a:lnTo>
                    <a:pt x="1085857" y="330784"/>
                  </a:lnTo>
                  <a:lnTo>
                    <a:pt x="1081937" y="330784"/>
                  </a:lnTo>
                  <a:lnTo>
                    <a:pt x="1078017" y="330784"/>
                  </a:lnTo>
                  <a:lnTo>
                    <a:pt x="1074097" y="330784"/>
                  </a:lnTo>
                  <a:lnTo>
                    <a:pt x="1070177" y="330784"/>
                  </a:lnTo>
                  <a:lnTo>
                    <a:pt x="1066257" y="330784"/>
                  </a:lnTo>
                  <a:lnTo>
                    <a:pt x="1062337" y="330784"/>
                  </a:lnTo>
                  <a:lnTo>
                    <a:pt x="1058417" y="330784"/>
                  </a:lnTo>
                  <a:lnTo>
                    <a:pt x="1054496" y="330784"/>
                  </a:lnTo>
                  <a:lnTo>
                    <a:pt x="1050576" y="330784"/>
                  </a:lnTo>
                  <a:lnTo>
                    <a:pt x="1046656" y="330784"/>
                  </a:lnTo>
                  <a:lnTo>
                    <a:pt x="1042736" y="330784"/>
                  </a:lnTo>
                  <a:lnTo>
                    <a:pt x="1038816" y="330784"/>
                  </a:lnTo>
                  <a:lnTo>
                    <a:pt x="1034896" y="330784"/>
                  </a:lnTo>
                  <a:lnTo>
                    <a:pt x="1030976" y="330784"/>
                  </a:lnTo>
                  <a:lnTo>
                    <a:pt x="1027056" y="330784"/>
                  </a:lnTo>
                  <a:lnTo>
                    <a:pt x="1023136" y="330784"/>
                  </a:lnTo>
                  <a:lnTo>
                    <a:pt x="1019216" y="330784"/>
                  </a:lnTo>
                  <a:lnTo>
                    <a:pt x="1015296" y="330784"/>
                  </a:lnTo>
                  <a:lnTo>
                    <a:pt x="1011376" y="330784"/>
                  </a:lnTo>
                  <a:lnTo>
                    <a:pt x="1007456" y="330784"/>
                  </a:lnTo>
                  <a:lnTo>
                    <a:pt x="1003536" y="330784"/>
                  </a:lnTo>
                  <a:lnTo>
                    <a:pt x="999616" y="330784"/>
                  </a:lnTo>
                  <a:lnTo>
                    <a:pt x="995695" y="330784"/>
                  </a:lnTo>
                  <a:lnTo>
                    <a:pt x="991775" y="330784"/>
                  </a:lnTo>
                  <a:lnTo>
                    <a:pt x="987855" y="330784"/>
                  </a:lnTo>
                  <a:lnTo>
                    <a:pt x="983935" y="330784"/>
                  </a:lnTo>
                  <a:lnTo>
                    <a:pt x="980015" y="330784"/>
                  </a:lnTo>
                  <a:lnTo>
                    <a:pt x="976095" y="330784"/>
                  </a:lnTo>
                  <a:lnTo>
                    <a:pt x="972175" y="330784"/>
                  </a:lnTo>
                  <a:lnTo>
                    <a:pt x="968255" y="330784"/>
                  </a:lnTo>
                  <a:lnTo>
                    <a:pt x="964335" y="330784"/>
                  </a:lnTo>
                  <a:lnTo>
                    <a:pt x="960415" y="330784"/>
                  </a:lnTo>
                  <a:lnTo>
                    <a:pt x="956495" y="330784"/>
                  </a:lnTo>
                  <a:lnTo>
                    <a:pt x="952575" y="330784"/>
                  </a:lnTo>
                  <a:lnTo>
                    <a:pt x="948655" y="330784"/>
                  </a:lnTo>
                  <a:lnTo>
                    <a:pt x="944735" y="330784"/>
                  </a:lnTo>
                  <a:lnTo>
                    <a:pt x="940815" y="330784"/>
                  </a:lnTo>
                  <a:lnTo>
                    <a:pt x="936895" y="330784"/>
                  </a:lnTo>
                  <a:lnTo>
                    <a:pt x="932974" y="330784"/>
                  </a:lnTo>
                  <a:lnTo>
                    <a:pt x="929054" y="330784"/>
                  </a:lnTo>
                  <a:lnTo>
                    <a:pt x="925134" y="330784"/>
                  </a:lnTo>
                  <a:lnTo>
                    <a:pt x="921214" y="330784"/>
                  </a:lnTo>
                  <a:lnTo>
                    <a:pt x="917294" y="330784"/>
                  </a:lnTo>
                  <a:lnTo>
                    <a:pt x="913374" y="330784"/>
                  </a:lnTo>
                  <a:lnTo>
                    <a:pt x="909454" y="330784"/>
                  </a:lnTo>
                  <a:lnTo>
                    <a:pt x="905534" y="330784"/>
                  </a:lnTo>
                  <a:lnTo>
                    <a:pt x="901614" y="330784"/>
                  </a:lnTo>
                  <a:lnTo>
                    <a:pt x="897694" y="330784"/>
                  </a:lnTo>
                  <a:lnTo>
                    <a:pt x="893774" y="330784"/>
                  </a:lnTo>
                  <a:lnTo>
                    <a:pt x="889854" y="330784"/>
                  </a:lnTo>
                  <a:lnTo>
                    <a:pt x="885934" y="330784"/>
                  </a:lnTo>
                  <a:lnTo>
                    <a:pt x="882014" y="330784"/>
                  </a:lnTo>
                  <a:lnTo>
                    <a:pt x="878094" y="330784"/>
                  </a:lnTo>
                  <a:lnTo>
                    <a:pt x="874174" y="330784"/>
                  </a:lnTo>
                  <a:lnTo>
                    <a:pt x="870253" y="330784"/>
                  </a:lnTo>
                  <a:lnTo>
                    <a:pt x="866333" y="330784"/>
                  </a:lnTo>
                  <a:lnTo>
                    <a:pt x="862413" y="330784"/>
                  </a:lnTo>
                  <a:lnTo>
                    <a:pt x="858493" y="330784"/>
                  </a:lnTo>
                  <a:lnTo>
                    <a:pt x="854573" y="330784"/>
                  </a:lnTo>
                  <a:lnTo>
                    <a:pt x="850653" y="330784"/>
                  </a:lnTo>
                  <a:lnTo>
                    <a:pt x="846733" y="330784"/>
                  </a:lnTo>
                  <a:lnTo>
                    <a:pt x="842813" y="330784"/>
                  </a:lnTo>
                  <a:lnTo>
                    <a:pt x="838893" y="330784"/>
                  </a:lnTo>
                  <a:lnTo>
                    <a:pt x="834973" y="330784"/>
                  </a:lnTo>
                  <a:lnTo>
                    <a:pt x="831053" y="330784"/>
                  </a:lnTo>
                  <a:lnTo>
                    <a:pt x="827133" y="330784"/>
                  </a:lnTo>
                  <a:lnTo>
                    <a:pt x="823213" y="330784"/>
                  </a:lnTo>
                  <a:lnTo>
                    <a:pt x="819293" y="330784"/>
                  </a:lnTo>
                  <a:lnTo>
                    <a:pt x="815373" y="330784"/>
                  </a:lnTo>
                  <a:lnTo>
                    <a:pt x="811453" y="330784"/>
                  </a:lnTo>
                  <a:lnTo>
                    <a:pt x="807532" y="330784"/>
                  </a:lnTo>
                  <a:lnTo>
                    <a:pt x="803612" y="330784"/>
                  </a:lnTo>
                  <a:lnTo>
                    <a:pt x="799692" y="330784"/>
                  </a:lnTo>
                  <a:lnTo>
                    <a:pt x="795772" y="330784"/>
                  </a:lnTo>
                  <a:lnTo>
                    <a:pt x="791852" y="330784"/>
                  </a:lnTo>
                  <a:lnTo>
                    <a:pt x="787932" y="330784"/>
                  </a:lnTo>
                  <a:lnTo>
                    <a:pt x="784012" y="330784"/>
                  </a:lnTo>
                  <a:lnTo>
                    <a:pt x="780092" y="330784"/>
                  </a:lnTo>
                  <a:lnTo>
                    <a:pt x="776172" y="330784"/>
                  </a:lnTo>
                  <a:lnTo>
                    <a:pt x="772252" y="330784"/>
                  </a:lnTo>
                  <a:lnTo>
                    <a:pt x="768332" y="330784"/>
                  </a:lnTo>
                  <a:lnTo>
                    <a:pt x="764412" y="330784"/>
                  </a:lnTo>
                  <a:lnTo>
                    <a:pt x="760492" y="330784"/>
                  </a:lnTo>
                  <a:lnTo>
                    <a:pt x="756572" y="330784"/>
                  </a:lnTo>
                  <a:lnTo>
                    <a:pt x="752652" y="330784"/>
                  </a:lnTo>
                  <a:lnTo>
                    <a:pt x="748732" y="330784"/>
                  </a:lnTo>
                  <a:lnTo>
                    <a:pt x="744811" y="330784"/>
                  </a:lnTo>
                  <a:lnTo>
                    <a:pt x="740891" y="330784"/>
                  </a:lnTo>
                  <a:lnTo>
                    <a:pt x="736971" y="330784"/>
                  </a:lnTo>
                  <a:lnTo>
                    <a:pt x="733051" y="330784"/>
                  </a:lnTo>
                  <a:lnTo>
                    <a:pt x="729131" y="330784"/>
                  </a:lnTo>
                  <a:lnTo>
                    <a:pt x="725211" y="330784"/>
                  </a:lnTo>
                  <a:lnTo>
                    <a:pt x="721291" y="330784"/>
                  </a:lnTo>
                  <a:lnTo>
                    <a:pt x="717371" y="330784"/>
                  </a:lnTo>
                  <a:lnTo>
                    <a:pt x="713451" y="330784"/>
                  </a:lnTo>
                  <a:lnTo>
                    <a:pt x="709531" y="330784"/>
                  </a:lnTo>
                  <a:lnTo>
                    <a:pt x="705611" y="330784"/>
                  </a:lnTo>
                  <a:lnTo>
                    <a:pt x="701691" y="330784"/>
                  </a:lnTo>
                  <a:lnTo>
                    <a:pt x="697771" y="330784"/>
                  </a:lnTo>
                  <a:lnTo>
                    <a:pt x="693851" y="330784"/>
                  </a:lnTo>
                  <a:lnTo>
                    <a:pt x="689931" y="330784"/>
                  </a:lnTo>
                  <a:lnTo>
                    <a:pt x="686011" y="330784"/>
                  </a:lnTo>
                  <a:lnTo>
                    <a:pt x="682090" y="330784"/>
                  </a:lnTo>
                  <a:lnTo>
                    <a:pt x="678170" y="330784"/>
                  </a:lnTo>
                  <a:lnTo>
                    <a:pt x="674250" y="330784"/>
                  </a:lnTo>
                  <a:lnTo>
                    <a:pt x="670330" y="330784"/>
                  </a:lnTo>
                  <a:lnTo>
                    <a:pt x="666410" y="330784"/>
                  </a:lnTo>
                  <a:lnTo>
                    <a:pt x="662490" y="330784"/>
                  </a:lnTo>
                  <a:lnTo>
                    <a:pt x="658570" y="330784"/>
                  </a:lnTo>
                  <a:lnTo>
                    <a:pt x="654650" y="330784"/>
                  </a:lnTo>
                  <a:lnTo>
                    <a:pt x="650730" y="330784"/>
                  </a:lnTo>
                  <a:lnTo>
                    <a:pt x="646810" y="330784"/>
                  </a:lnTo>
                  <a:lnTo>
                    <a:pt x="642890" y="330784"/>
                  </a:lnTo>
                  <a:lnTo>
                    <a:pt x="638970" y="330784"/>
                  </a:lnTo>
                  <a:lnTo>
                    <a:pt x="635050" y="330784"/>
                  </a:lnTo>
                  <a:lnTo>
                    <a:pt x="631130" y="330784"/>
                  </a:lnTo>
                  <a:lnTo>
                    <a:pt x="627210" y="330784"/>
                  </a:lnTo>
                  <a:lnTo>
                    <a:pt x="623290" y="330784"/>
                  </a:lnTo>
                  <a:lnTo>
                    <a:pt x="619369" y="330784"/>
                  </a:lnTo>
                  <a:lnTo>
                    <a:pt x="615449" y="330784"/>
                  </a:lnTo>
                  <a:lnTo>
                    <a:pt x="611529" y="330784"/>
                  </a:lnTo>
                  <a:lnTo>
                    <a:pt x="607609" y="330784"/>
                  </a:lnTo>
                  <a:lnTo>
                    <a:pt x="603689" y="330784"/>
                  </a:lnTo>
                  <a:lnTo>
                    <a:pt x="599769" y="330784"/>
                  </a:lnTo>
                  <a:lnTo>
                    <a:pt x="595849" y="330784"/>
                  </a:lnTo>
                  <a:lnTo>
                    <a:pt x="591929" y="330784"/>
                  </a:lnTo>
                  <a:lnTo>
                    <a:pt x="588009" y="330784"/>
                  </a:lnTo>
                  <a:lnTo>
                    <a:pt x="584089" y="330784"/>
                  </a:lnTo>
                  <a:lnTo>
                    <a:pt x="580169" y="330784"/>
                  </a:lnTo>
                  <a:lnTo>
                    <a:pt x="576249" y="330784"/>
                  </a:lnTo>
                  <a:lnTo>
                    <a:pt x="572329" y="330784"/>
                  </a:lnTo>
                  <a:lnTo>
                    <a:pt x="568409" y="330784"/>
                  </a:lnTo>
                  <a:lnTo>
                    <a:pt x="564489" y="330784"/>
                  </a:lnTo>
                  <a:lnTo>
                    <a:pt x="560569" y="330784"/>
                  </a:lnTo>
                  <a:lnTo>
                    <a:pt x="556648" y="330784"/>
                  </a:lnTo>
                  <a:lnTo>
                    <a:pt x="552728" y="330784"/>
                  </a:lnTo>
                  <a:lnTo>
                    <a:pt x="548808" y="330784"/>
                  </a:lnTo>
                  <a:lnTo>
                    <a:pt x="544888" y="330784"/>
                  </a:lnTo>
                  <a:lnTo>
                    <a:pt x="540968" y="330784"/>
                  </a:lnTo>
                  <a:lnTo>
                    <a:pt x="537048" y="330784"/>
                  </a:lnTo>
                  <a:lnTo>
                    <a:pt x="533128" y="330784"/>
                  </a:lnTo>
                  <a:lnTo>
                    <a:pt x="529208" y="330784"/>
                  </a:lnTo>
                  <a:lnTo>
                    <a:pt x="525288" y="330784"/>
                  </a:lnTo>
                  <a:lnTo>
                    <a:pt x="521368" y="330784"/>
                  </a:lnTo>
                  <a:lnTo>
                    <a:pt x="517448" y="330784"/>
                  </a:lnTo>
                  <a:lnTo>
                    <a:pt x="513528" y="330784"/>
                  </a:lnTo>
                  <a:lnTo>
                    <a:pt x="509608" y="330784"/>
                  </a:lnTo>
                  <a:lnTo>
                    <a:pt x="505688" y="330784"/>
                  </a:lnTo>
                  <a:lnTo>
                    <a:pt x="501768" y="330784"/>
                  </a:lnTo>
                  <a:lnTo>
                    <a:pt x="497847" y="330784"/>
                  </a:lnTo>
                  <a:lnTo>
                    <a:pt x="493927" y="330784"/>
                  </a:lnTo>
                  <a:lnTo>
                    <a:pt x="490007" y="330784"/>
                  </a:lnTo>
                  <a:lnTo>
                    <a:pt x="486087" y="330784"/>
                  </a:lnTo>
                  <a:lnTo>
                    <a:pt x="482167" y="330784"/>
                  </a:lnTo>
                  <a:lnTo>
                    <a:pt x="478247" y="330784"/>
                  </a:lnTo>
                  <a:lnTo>
                    <a:pt x="474327" y="330784"/>
                  </a:lnTo>
                  <a:lnTo>
                    <a:pt x="470407" y="330784"/>
                  </a:lnTo>
                  <a:lnTo>
                    <a:pt x="466487" y="330784"/>
                  </a:lnTo>
                  <a:lnTo>
                    <a:pt x="462567" y="330784"/>
                  </a:lnTo>
                  <a:lnTo>
                    <a:pt x="458647" y="330784"/>
                  </a:lnTo>
                  <a:lnTo>
                    <a:pt x="454727" y="330784"/>
                  </a:lnTo>
                  <a:lnTo>
                    <a:pt x="450807" y="330784"/>
                  </a:lnTo>
                  <a:lnTo>
                    <a:pt x="446887" y="330784"/>
                  </a:lnTo>
                  <a:lnTo>
                    <a:pt x="442967" y="330784"/>
                  </a:lnTo>
                  <a:lnTo>
                    <a:pt x="439047" y="330784"/>
                  </a:lnTo>
                  <a:lnTo>
                    <a:pt x="435126" y="330784"/>
                  </a:lnTo>
                  <a:lnTo>
                    <a:pt x="431206" y="330784"/>
                  </a:lnTo>
                  <a:lnTo>
                    <a:pt x="427286" y="330784"/>
                  </a:lnTo>
                  <a:lnTo>
                    <a:pt x="423366" y="330784"/>
                  </a:lnTo>
                  <a:lnTo>
                    <a:pt x="419446" y="330784"/>
                  </a:lnTo>
                  <a:lnTo>
                    <a:pt x="415526" y="330784"/>
                  </a:lnTo>
                  <a:lnTo>
                    <a:pt x="411606" y="330784"/>
                  </a:lnTo>
                  <a:lnTo>
                    <a:pt x="407686" y="330784"/>
                  </a:lnTo>
                  <a:lnTo>
                    <a:pt x="403766" y="330784"/>
                  </a:lnTo>
                  <a:lnTo>
                    <a:pt x="399846" y="330784"/>
                  </a:lnTo>
                  <a:lnTo>
                    <a:pt x="395926" y="330784"/>
                  </a:lnTo>
                  <a:lnTo>
                    <a:pt x="392006" y="330784"/>
                  </a:lnTo>
                  <a:lnTo>
                    <a:pt x="388086" y="330784"/>
                  </a:lnTo>
                  <a:lnTo>
                    <a:pt x="384166" y="330784"/>
                  </a:lnTo>
                  <a:lnTo>
                    <a:pt x="380246" y="330784"/>
                  </a:lnTo>
                  <a:lnTo>
                    <a:pt x="376326" y="330784"/>
                  </a:lnTo>
                  <a:lnTo>
                    <a:pt x="372405" y="330784"/>
                  </a:lnTo>
                  <a:lnTo>
                    <a:pt x="368485" y="330784"/>
                  </a:lnTo>
                  <a:lnTo>
                    <a:pt x="364565" y="330784"/>
                  </a:lnTo>
                  <a:lnTo>
                    <a:pt x="360645" y="330784"/>
                  </a:lnTo>
                  <a:lnTo>
                    <a:pt x="356725" y="330784"/>
                  </a:lnTo>
                  <a:lnTo>
                    <a:pt x="352805" y="330784"/>
                  </a:lnTo>
                  <a:lnTo>
                    <a:pt x="348885" y="330784"/>
                  </a:lnTo>
                  <a:lnTo>
                    <a:pt x="344965" y="330784"/>
                  </a:lnTo>
                  <a:lnTo>
                    <a:pt x="341045" y="330784"/>
                  </a:lnTo>
                  <a:lnTo>
                    <a:pt x="337125" y="330784"/>
                  </a:lnTo>
                  <a:lnTo>
                    <a:pt x="333205" y="330784"/>
                  </a:lnTo>
                  <a:lnTo>
                    <a:pt x="329285" y="330784"/>
                  </a:lnTo>
                  <a:lnTo>
                    <a:pt x="325365" y="330784"/>
                  </a:lnTo>
                  <a:lnTo>
                    <a:pt x="321445" y="330784"/>
                  </a:lnTo>
                  <a:lnTo>
                    <a:pt x="317525" y="330784"/>
                  </a:lnTo>
                  <a:lnTo>
                    <a:pt x="313605" y="330784"/>
                  </a:lnTo>
                  <a:lnTo>
                    <a:pt x="309684" y="330784"/>
                  </a:lnTo>
                  <a:lnTo>
                    <a:pt x="305764" y="330784"/>
                  </a:lnTo>
                  <a:lnTo>
                    <a:pt x="301844" y="330784"/>
                  </a:lnTo>
                  <a:lnTo>
                    <a:pt x="297924" y="330784"/>
                  </a:lnTo>
                  <a:lnTo>
                    <a:pt x="294004" y="330784"/>
                  </a:lnTo>
                  <a:lnTo>
                    <a:pt x="290084" y="330784"/>
                  </a:lnTo>
                  <a:lnTo>
                    <a:pt x="286164" y="330784"/>
                  </a:lnTo>
                  <a:lnTo>
                    <a:pt x="282244" y="330784"/>
                  </a:lnTo>
                  <a:lnTo>
                    <a:pt x="278324" y="330784"/>
                  </a:lnTo>
                  <a:lnTo>
                    <a:pt x="274404" y="330784"/>
                  </a:lnTo>
                  <a:lnTo>
                    <a:pt x="270484" y="330784"/>
                  </a:lnTo>
                  <a:lnTo>
                    <a:pt x="266564" y="330784"/>
                  </a:lnTo>
                  <a:lnTo>
                    <a:pt x="262644" y="330784"/>
                  </a:lnTo>
                  <a:lnTo>
                    <a:pt x="258724" y="330784"/>
                  </a:lnTo>
                  <a:lnTo>
                    <a:pt x="254804" y="330784"/>
                  </a:lnTo>
                  <a:lnTo>
                    <a:pt x="250884" y="330784"/>
                  </a:lnTo>
                  <a:lnTo>
                    <a:pt x="246963" y="330784"/>
                  </a:lnTo>
                  <a:lnTo>
                    <a:pt x="243043" y="330784"/>
                  </a:lnTo>
                  <a:lnTo>
                    <a:pt x="239123" y="330784"/>
                  </a:lnTo>
                  <a:lnTo>
                    <a:pt x="235203" y="330784"/>
                  </a:lnTo>
                  <a:lnTo>
                    <a:pt x="231283" y="330784"/>
                  </a:lnTo>
                  <a:lnTo>
                    <a:pt x="227363" y="330784"/>
                  </a:lnTo>
                  <a:lnTo>
                    <a:pt x="223443" y="330784"/>
                  </a:lnTo>
                  <a:lnTo>
                    <a:pt x="219523" y="330784"/>
                  </a:lnTo>
                  <a:lnTo>
                    <a:pt x="215603" y="330784"/>
                  </a:lnTo>
                  <a:lnTo>
                    <a:pt x="211683" y="330784"/>
                  </a:lnTo>
                  <a:lnTo>
                    <a:pt x="207763" y="330784"/>
                  </a:lnTo>
                  <a:lnTo>
                    <a:pt x="203843" y="330784"/>
                  </a:lnTo>
                  <a:lnTo>
                    <a:pt x="199923" y="330784"/>
                  </a:lnTo>
                  <a:lnTo>
                    <a:pt x="196003" y="330784"/>
                  </a:lnTo>
                  <a:lnTo>
                    <a:pt x="192083" y="330784"/>
                  </a:lnTo>
                  <a:lnTo>
                    <a:pt x="188163" y="330784"/>
                  </a:lnTo>
                  <a:lnTo>
                    <a:pt x="184242" y="330784"/>
                  </a:lnTo>
                  <a:lnTo>
                    <a:pt x="180322" y="330784"/>
                  </a:lnTo>
                  <a:lnTo>
                    <a:pt x="176402" y="330784"/>
                  </a:lnTo>
                  <a:lnTo>
                    <a:pt x="172482" y="330784"/>
                  </a:lnTo>
                  <a:lnTo>
                    <a:pt x="168562" y="330784"/>
                  </a:lnTo>
                  <a:lnTo>
                    <a:pt x="164642" y="330784"/>
                  </a:lnTo>
                  <a:lnTo>
                    <a:pt x="160722" y="330784"/>
                  </a:lnTo>
                  <a:lnTo>
                    <a:pt x="156802" y="330784"/>
                  </a:lnTo>
                  <a:lnTo>
                    <a:pt x="152882" y="330784"/>
                  </a:lnTo>
                  <a:lnTo>
                    <a:pt x="148962" y="330784"/>
                  </a:lnTo>
                  <a:lnTo>
                    <a:pt x="145042" y="330784"/>
                  </a:lnTo>
                  <a:lnTo>
                    <a:pt x="141122" y="330784"/>
                  </a:lnTo>
                  <a:lnTo>
                    <a:pt x="137202" y="330784"/>
                  </a:lnTo>
                  <a:lnTo>
                    <a:pt x="133282" y="330784"/>
                  </a:lnTo>
                  <a:lnTo>
                    <a:pt x="129362" y="330784"/>
                  </a:lnTo>
                  <a:lnTo>
                    <a:pt x="125442" y="330784"/>
                  </a:lnTo>
                  <a:lnTo>
                    <a:pt x="121521" y="330784"/>
                  </a:lnTo>
                  <a:lnTo>
                    <a:pt x="117601" y="330784"/>
                  </a:lnTo>
                  <a:lnTo>
                    <a:pt x="113681" y="330784"/>
                  </a:lnTo>
                  <a:lnTo>
                    <a:pt x="109761" y="330784"/>
                  </a:lnTo>
                  <a:lnTo>
                    <a:pt x="105841" y="330784"/>
                  </a:lnTo>
                  <a:lnTo>
                    <a:pt x="101921" y="330784"/>
                  </a:lnTo>
                  <a:lnTo>
                    <a:pt x="98001" y="330784"/>
                  </a:lnTo>
                  <a:lnTo>
                    <a:pt x="94081" y="330784"/>
                  </a:lnTo>
                  <a:lnTo>
                    <a:pt x="90161" y="330784"/>
                  </a:lnTo>
                  <a:lnTo>
                    <a:pt x="86241" y="330784"/>
                  </a:lnTo>
                  <a:lnTo>
                    <a:pt x="82321" y="330784"/>
                  </a:lnTo>
                  <a:lnTo>
                    <a:pt x="78401" y="330784"/>
                  </a:lnTo>
                  <a:lnTo>
                    <a:pt x="74481" y="330784"/>
                  </a:lnTo>
                  <a:lnTo>
                    <a:pt x="70561" y="330784"/>
                  </a:lnTo>
                  <a:lnTo>
                    <a:pt x="66641" y="330784"/>
                  </a:lnTo>
                  <a:lnTo>
                    <a:pt x="62721" y="330784"/>
                  </a:lnTo>
                  <a:lnTo>
                    <a:pt x="58800" y="330784"/>
                  </a:lnTo>
                  <a:lnTo>
                    <a:pt x="54880" y="330784"/>
                  </a:lnTo>
                  <a:lnTo>
                    <a:pt x="50960" y="330784"/>
                  </a:lnTo>
                  <a:lnTo>
                    <a:pt x="47040" y="330784"/>
                  </a:lnTo>
                  <a:lnTo>
                    <a:pt x="43120" y="330784"/>
                  </a:lnTo>
                  <a:lnTo>
                    <a:pt x="39200" y="330784"/>
                  </a:lnTo>
                  <a:lnTo>
                    <a:pt x="35280" y="330784"/>
                  </a:lnTo>
                  <a:lnTo>
                    <a:pt x="31360" y="330784"/>
                  </a:lnTo>
                  <a:lnTo>
                    <a:pt x="27440" y="330784"/>
                  </a:lnTo>
                  <a:lnTo>
                    <a:pt x="23520" y="330784"/>
                  </a:lnTo>
                  <a:lnTo>
                    <a:pt x="19600" y="330784"/>
                  </a:lnTo>
                  <a:lnTo>
                    <a:pt x="15680" y="330784"/>
                  </a:lnTo>
                  <a:lnTo>
                    <a:pt x="11760" y="330784"/>
                  </a:lnTo>
                  <a:lnTo>
                    <a:pt x="7840" y="330784"/>
                  </a:lnTo>
                  <a:lnTo>
                    <a:pt x="3920" y="330784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111" name="pl111"/>
            <p:cNvSpPr/>
            <p:nvPr/>
          </p:nvSpPr>
          <p:spPr>
            <a:xfrm>
              <a:off x="11314501" y="5960765"/>
              <a:ext cx="2003152" cy="330784"/>
            </a:xfrm>
            <a:custGeom>
              <a:avLst/>
              <a:gdLst/>
              <a:ahLst/>
              <a:cxnLst/>
              <a:rect l="0" t="0" r="0" b="0"/>
              <a:pathLst>
                <a:path w="2003152" h="330784">
                  <a:moveTo>
                    <a:pt x="0" y="330784"/>
                  </a:moveTo>
                  <a:lnTo>
                    <a:pt x="3920" y="330784"/>
                  </a:lnTo>
                  <a:lnTo>
                    <a:pt x="7840" y="330784"/>
                  </a:lnTo>
                  <a:lnTo>
                    <a:pt x="11760" y="330783"/>
                  </a:lnTo>
                  <a:lnTo>
                    <a:pt x="15680" y="330783"/>
                  </a:lnTo>
                  <a:lnTo>
                    <a:pt x="19600" y="330783"/>
                  </a:lnTo>
                  <a:lnTo>
                    <a:pt x="23520" y="330783"/>
                  </a:lnTo>
                  <a:lnTo>
                    <a:pt x="27440" y="330782"/>
                  </a:lnTo>
                  <a:lnTo>
                    <a:pt x="31360" y="330781"/>
                  </a:lnTo>
                  <a:lnTo>
                    <a:pt x="35280" y="330780"/>
                  </a:lnTo>
                  <a:lnTo>
                    <a:pt x="39200" y="330778"/>
                  </a:lnTo>
                  <a:lnTo>
                    <a:pt x="43120" y="330775"/>
                  </a:lnTo>
                  <a:lnTo>
                    <a:pt x="47040" y="330771"/>
                  </a:lnTo>
                  <a:lnTo>
                    <a:pt x="50960" y="330765"/>
                  </a:lnTo>
                  <a:lnTo>
                    <a:pt x="54880" y="330756"/>
                  </a:lnTo>
                  <a:lnTo>
                    <a:pt x="58800" y="330745"/>
                  </a:lnTo>
                  <a:lnTo>
                    <a:pt x="62721" y="330730"/>
                  </a:lnTo>
                  <a:lnTo>
                    <a:pt x="66641" y="330709"/>
                  </a:lnTo>
                  <a:lnTo>
                    <a:pt x="70561" y="330681"/>
                  </a:lnTo>
                  <a:lnTo>
                    <a:pt x="74481" y="330643"/>
                  </a:lnTo>
                  <a:lnTo>
                    <a:pt x="78401" y="330594"/>
                  </a:lnTo>
                  <a:lnTo>
                    <a:pt x="82321" y="330530"/>
                  </a:lnTo>
                  <a:lnTo>
                    <a:pt x="86241" y="330449"/>
                  </a:lnTo>
                  <a:lnTo>
                    <a:pt x="90161" y="330347"/>
                  </a:lnTo>
                  <a:lnTo>
                    <a:pt x="94081" y="330219"/>
                  </a:lnTo>
                  <a:lnTo>
                    <a:pt x="98001" y="330056"/>
                  </a:lnTo>
                  <a:lnTo>
                    <a:pt x="101921" y="329855"/>
                  </a:lnTo>
                  <a:lnTo>
                    <a:pt x="105841" y="329612"/>
                  </a:lnTo>
                  <a:lnTo>
                    <a:pt x="109761" y="329321"/>
                  </a:lnTo>
                  <a:lnTo>
                    <a:pt x="113681" y="328976"/>
                  </a:lnTo>
                  <a:lnTo>
                    <a:pt x="117601" y="328573"/>
                  </a:lnTo>
                  <a:lnTo>
                    <a:pt x="121521" y="328105"/>
                  </a:lnTo>
                  <a:lnTo>
                    <a:pt x="125442" y="327559"/>
                  </a:lnTo>
                  <a:lnTo>
                    <a:pt x="129362" y="326936"/>
                  </a:lnTo>
                  <a:lnTo>
                    <a:pt x="133282" y="326238"/>
                  </a:lnTo>
                  <a:lnTo>
                    <a:pt x="137202" y="325465"/>
                  </a:lnTo>
                  <a:lnTo>
                    <a:pt x="141122" y="324618"/>
                  </a:lnTo>
                  <a:lnTo>
                    <a:pt x="145042" y="323701"/>
                  </a:lnTo>
                  <a:lnTo>
                    <a:pt x="148962" y="322718"/>
                  </a:lnTo>
                  <a:lnTo>
                    <a:pt x="152882" y="321675"/>
                  </a:lnTo>
                  <a:lnTo>
                    <a:pt x="156802" y="320580"/>
                  </a:lnTo>
                  <a:lnTo>
                    <a:pt x="160722" y="319453"/>
                  </a:lnTo>
                  <a:lnTo>
                    <a:pt x="164642" y="318308"/>
                  </a:lnTo>
                  <a:lnTo>
                    <a:pt x="168562" y="317159"/>
                  </a:lnTo>
                  <a:lnTo>
                    <a:pt x="172482" y="316022"/>
                  </a:lnTo>
                  <a:lnTo>
                    <a:pt x="176402" y="314914"/>
                  </a:lnTo>
                  <a:lnTo>
                    <a:pt x="180322" y="313849"/>
                  </a:lnTo>
                  <a:lnTo>
                    <a:pt x="184242" y="312856"/>
                  </a:lnTo>
                  <a:lnTo>
                    <a:pt x="188163" y="311944"/>
                  </a:lnTo>
                  <a:lnTo>
                    <a:pt x="192083" y="311123"/>
                  </a:lnTo>
                  <a:lnTo>
                    <a:pt x="196003" y="310404"/>
                  </a:lnTo>
                  <a:lnTo>
                    <a:pt x="199923" y="309793"/>
                  </a:lnTo>
                  <a:lnTo>
                    <a:pt x="203843" y="309296"/>
                  </a:lnTo>
                  <a:lnTo>
                    <a:pt x="207763" y="308916"/>
                  </a:lnTo>
                  <a:lnTo>
                    <a:pt x="211683" y="308658"/>
                  </a:lnTo>
                  <a:lnTo>
                    <a:pt x="215603" y="308528"/>
                  </a:lnTo>
                  <a:lnTo>
                    <a:pt x="219523" y="308503"/>
                  </a:lnTo>
                  <a:lnTo>
                    <a:pt x="223443" y="308577"/>
                  </a:lnTo>
                  <a:lnTo>
                    <a:pt x="227363" y="308740"/>
                  </a:lnTo>
                  <a:lnTo>
                    <a:pt x="231283" y="308981"/>
                  </a:lnTo>
                  <a:lnTo>
                    <a:pt x="235203" y="309288"/>
                  </a:lnTo>
                  <a:lnTo>
                    <a:pt x="239123" y="309651"/>
                  </a:lnTo>
                  <a:lnTo>
                    <a:pt x="243043" y="310061"/>
                  </a:lnTo>
                  <a:lnTo>
                    <a:pt x="246963" y="310496"/>
                  </a:lnTo>
                  <a:lnTo>
                    <a:pt x="250884" y="310944"/>
                  </a:lnTo>
                  <a:lnTo>
                    <a:pt x="254804" y="311395"/>
                  </a:lnTo>
                  <a:lnTo>
                    <a:pt x="258724" y="311836"/>
                  </a:lnTo>
                  <a:lnTo>
                    <a:pt x="262644" y="312259"/>
                  </a:lnTo>
                  <a:lnTo>
                    <a:pt x="266564" y="312654"/>
                  </a:lnTo>
                  <a:lnTo>
                    <a:pt x="270484" y="313010"/>
                  </a:lnTo>
                  <a:lnTo>
                    <a:pt x="274404" y="313316"/>
                  </a:lnTo>
                  <a:lnTo>
                    <a:pt x="278324" y="313570"/>
                  </a:lnTo>
                  <a:lnTo>
                    <a:pt x="282244" y="313767"/>
                  </a:lnTo>
                  <a:lnTo>
                    <a:pt x="286164" y="313903"/>
                  </a:lnTo>
                  <a:lnTo>
                    <a:pt x="290084" y="313977"/>
                  </a:lnTo>
                  <a:lnTo>
                    <a:pt x="294004" y="313986"/>
                  </a:lnTo>
                  <a:lnTo>
                    <a:pt x="297924" y="313930"/>
                  </a:lnTo>
                  <a:lnTo>
                    <a:pt x="301844" y="313800"/>
                  </a:lnTo>
                  <a:lnTo>
                    <a:pt x="305764" y="313609"/>
                  </a:lnTo>
                  <a:lnTo>
                    <a:pt x="309684" y="313363"/>
                  </a:lnTo>
                  <a:lnTo>
                    <a:pt x="313605" y="313068"/>
                  </a:lnTo>
                  <a:lnTo>
                    <a:pt x="317525" y="312731"/>
                  </a:lnTo>
                  <a:lnTo>
                    <a:pt x="321445" y="312360"/>
                  </a:lnTo>
                  <a:lnTo>
                    <a:pt x="325365" y="311965"/>
                  </a:lnTo>
                  <a:lnTo>
                    <a:pt x="329285" y="311556"/>
                  </a:lnTo>
                  <a:lnTo>
                    <a:pt x="333205" y="311147"/>
                  </a:lnTo>
                  <a:lnTo>
                    <a:pt x="337125" y="310750"/>
                  </a:lnTo>
                  <a:lnTo>
                    <a:pt x="341045" y="310376"/>
                  </a:lnTo>
                  <a:lnTo>
                    <a:pt x="344965" y="310035"/>
                  </a:lnTo>
                  <a:lnTo>
                    <a:pt x="348885" y="309734"/>
                  </a:lnTo>
                  <a:lnTo>
                    <a:pt x="352805" y="309481"/>
                  </a:lnTo>
                  <a:lnTo>
                    <a:pt x="356725" y="309281"/>
                  </a:lnTo>
                  <a:lnTo>
                    <a:pt x="360645" y="309147"/>
                  </a:lnTo>
                  <a:lnTo>
                    <a:pt x="364565" y="309070"/>
                  </a:lnTo>
                  <a:lnTo>
                    <a:pt x="368485" y="309046"/>
                  </a:lnTo>
                  <a:lnTo>
                    <a:pt x="372405" y="309068"/>
                  </a:lnTo>
                  <a:lnTo>
                    <a:pt x="376326" y="309129"/>
                  </a:lnTo>
                  <a:lnTo>
                    <a:pt x="380246" y="309219"/>
                  </a:lnTo>
                  <a:lnTo>
                    <a:pt x="384166" y="309324"/>
                  </a:lnTo>
                  <a:lnTo>
                    <a:pt x="388086" y="309430"/>
                  </a:lnTo>
                  <a:lnTo>
                    <a:pt x="392006" y="309516"/>
                  </a:lnTo>
                  <a:lnTo>
                    <a:pt x="395926" y="309564"/>
                  </a:lnTo>
                  <a:lnTo>
                    <a:pt x="399846" y="309560"/>
                  </a:lnTo>
                  <a:lnTo>
                    <a:pt x="403766" y="309486"/>
                  </a:lnTo>
                  <a:lnTo>
                    <a:pt x="407686" y="309329"/>
                  </a:lnTo>
                  <a:lnTo>
                    <a:pt x="411606" y="309075"/>
                  </a:lnTo>
                  <a:lnTo>
                    <a:pt x="415526" y="308713"/>
                  </a:lnTo>
                  <a:lnTo>
                    <a:pt x="419446" y="308212"/>
                  </a:lnTo>
                  <a:lnTo>
                    <a:pt x="423366" y="307585"/>
                  </a:lnTo>
                  <a:lnTo>
                    <a:pt x="427286" y="306832"/>
                  </a:lnTo>
                  <a:lnTo>
                    <a:pt x="431206" y="305954"/>
                  </a:lnTo>
                  <a:lnTo>
                    <a:pt x="435126" y="304954"/>
                  </a:lnTo>
                  <a:lnTo>
                    <a:pt x="439047" y="303839"/>
                  </a:lnTo>
                  <a:lnTo>
                    <a:pt x="442967" y="302618"/>
                  </a:lnTo>
                  <a:lnTo>
                    <a:pt x="446887" y="301293"/>
                  </a:lnTo>
                  <a:lnTo>
                    <a:pt x="450807" y="299883"/>
                  </a:lnTo>
                  <a:lnTo>
                    <a:pt x="454727" y="298412"/>
                  </a:lnTo>
                  <a:lnTo>
                    <a:pt x="458647" y="296893"/>
                  </a:lnTo>
                  <a:lnTo>
                    <a:pt x="462567" y="295342"/>
                  </a:lnTo>
                  <a:lnTo>
                    <a:pt x="466487" y="293773"/>
                  </a:lnTo>
                  <a:lnTo>
                    <a:pt x="470407" y="292200"/>
                  </a:lnTo>
                  <a:lnTo>
                    <a:pt x="474327" y="290637"/>
                  </a:lnTo>
                  <a:lnTo>
                    <a:pt x="478247" y="289097"/>
                  </a:lnTo>
                  <a:lnTo>
                    <a:pt x="482167" y="287587"/>
                  </a:lnTo>
                  <a:lnTo>
                    <a:pt x="486087" y="286109"/>
                  </a:lnTo>
                  <a:lnTo>
                    <a:pt x="490007" y="284665"/>
                  </a:lnTo>
                  <a:lnTo>
                    <a:pt x="493927" y="283250"/>
                  </a:lnTo>
                  <a:lnTo>
                    <a:pt x="497847" y="281858"/>
                  </a:lnTo>
                  <a:lnTo>
                    <a:pt x="501768" y="280480"/>
                  </a:lnTo>
                  <a:lnTo>
                    <a:pt x="505688" y="279096"/>
                  </a:lnTo>
                  <a:lnTo>
                    <a:pt x="509608" y="277683"/>
                  </a:lnTo>
                  <a:lnTo>
                    <a:pt x="513528" y="276215"/>
                  </a:lnTo>
                  <a:lnTo>
                    <a:pt x="517448" y="274664"/>
                  </a:lnTo>
                  <a:lnTo>
                    <a:pt x="521368" y="272999"/>
                  </a:lnTo>
                  <a:lnTo>
                    <a:pt x="525288" y="271186"/>
                  </a:lnTo>
                  <a:lnTo>
                    <a:pt x="529208" y="269188"/>
                  </a:lnTo>
                  <a:lnTo>
                    <a:pt x="533128" y="266964"/>
                  </a:lnTo>
                  <a:lnTo>
                    <a:pt x="537048" y="264425"/>
                  </a:lnTo>
                  <a:lnTo>
                    <a:pt x="540968" y="261567"/>
                  </a:lnTo>
                  <a:lnTo>
                    <a:pt x="544888" y="258354"/>
                  </a:lnTo>
                  <a:lnTo>
                    <a:pt x="548808" y="254747"/>
                  </a:lnTo>
                  <a:lnTo>
                    <a:pt x="552728" y="250714"/>
                  </a:lnTo>
                  <a:lnTo>
                    <a:pt x="556648" y="246224"/>
                  </a:lnTo>
                  <a:lnTo>
                    <a:pt x="560569" y="241249"/>
                  </a:lnTo>
                  <a:lnTo>
                    <a:pt x="564489" y="235706"/>
                  </a:lnTo>
                  <a:lnTo>
                    <a:pt x="568409" y="229598"/>
                  </a:lnTo>
                  <a:lnTo>
                    <a:pt x="572329" y="222952"/>
                  </a:lnTo>
                  <a:lnTo>
                    <a:pt x="576249" y="215766"/>
                  </a:lnTo>
                  <a:lnTo>
                    <a:pt x="580169" y="208047"/>
                  </a:lnTo>
                  <a:lnTo>
                    <a:pt x="584089" y="199805"/>
                  </a:lnTo>
                  <a:lnTo>
                    <a:pt x="588009" y="191059"/>
                  </a:lnTo>
                  <a:lnTo>
                    <a:pt x="591929" y="181824"/>
                  </a:lnTo>
                  <a:lnTo>
                    <a:pt x="595849" y="172085"/>
                  </a:lnTo>
                  <a:lnTo>
                    <a:pt x="599769" y="161964"/>
                  </a:lnTo>
                  <a:lnTo>
                    <a:pt x="603689" y="151514"/>
                  </a:lnTo>
                  <a:lnTo>
                    <a:pt x="607609" y="140792"/>
                  </a:lnTo>
                  <a:lnTo>
                    <a:pt x="611529" y="129865"/>
                  </a:lnTo>
                  <a:lnTo>
                    <a:pt x="615449" y="118805"/>
                  </a:lnTo>
                  <a:lnTo>
                    <a:pt x="619369" y="107689"/>
                  </a:lnTo>
                  <a:lnTo>
                    <a:pt x="623290" y="96619"/>
                  </a:lnTo>
                  <a:lnTo>
                    <a:pt x="627210" y="85707"/>
                  </a:lnTo>
                  <a:lnTo>
                    <a:pt x="631130" y="75045"/>
                  </a:lnTo>
                  <a:lnTo>
                    <a:pt x="635050" y="64727"/>
                  </a:lnTo>
                  <a:lnTo>
                    <a:pt x="638970" y="54847"/>
                  </a:lnTo>
                  <a:lnTo>
                    <a:pt x="642890" y="45500"/>
                  </a:lnTo>
                  <a:lnTo>
                    <a:pt x="646810" y="36777"/>
                  </a:lnTo>
                  <a:lnTo>
                    <a:pt x="650730" y="28794"/>
                  </a:lnTo>
                  <a:lnTo>
                    <a:pt x="654650" y="21745"/>
                  </a:lnTo>
                  <a:lnTo>
                    <a:pt x="658570" y="15592"/>
                  </a:lnTo>
                  <a:lnTo>
                    <a:pt x="662490" y="10396"/>
                  </a:lnTo>
                  <a:lnTo>
                    <a:pt x="666410" y="6205"/>
                  </a:lnTo>
                  <a:lnTo>
                    <a:pt x="670330" y="3058"/>
                  </a:lnTo>
                  <a:lnTo>
                    <a:pt x="674250" y="984"/>
                  </a:lnTo>
                  <a:lnTo>
                    <a:pt x="678170" y="0"/>
                  </a:lnTo>
                  <a:lnTo>
                    <a:pt x="682090" y="250"/>
                  </a:lnTo>
                  <a:lnTo>
                    <a:pt x="686011" y="1636"/>
                  </a:lnTo>
                  <a:lnTo>
                    <a:pt x="689931" y="4077"/>
                  </a:lnTo>
                  <a:lnTo>
                    <a:pt x="693851" y="7540"/>
                  </a:lnTo>
                  <a:lnTo>
                    <a:pt x="697771" y="11984"/>
                  </a:lnTo>
                  <a:lnTo>
                    <a:pt x="701691" y="17364"/>
                  </a:lnTo>
                  <a:lnTo>
                    <a:pt x="705611" y="23626"/>
                  </a:lnTo>
                  <a:lnTo>
                    <a:pt x="709531" y="30745"/>
                  </a:lnTo>
                  <a:lnTo>
                    <a:pt x="713451" y="38714"/>
                  </a:lnTo>
                  <a:lnTo>
                    <a:pt x="717371" y="47351"/>
                  </a:lnTo>
                  <a:lnTo>
                    <a:pt x="721291" y="56590"/>
                  </a:lnTo>
                  <a:lnTo>
                    <a:pt x="725211" y="66362"/>
                  </a:lnTo>
                  <a:lnTo>
                    <a:pt x="729131" y="76598"/>
                  </a:lnTo>
                  <a:lnTo>
                    <a:pt x="733051" y="87229"/>
                  </a:lnTo>
                  <a:lnTo>
                    <a:pt x="736971" y="98185"/>
                  </a:lnTo>
                  <a:lnTo>
                    <a:pt x="740891" y="109419"/>
                  </a:lnTo>
                  <a:lnTo>
                    <a:pt x="744811" y="120819"/>
                  </a:lnTo>
                  <a:lnTo>
                    <a:pt x="748732" y="132307"/>
                  </a:lnTo>
                  <a:lnTo>
                    <a:pt x="752652" y="143817"/>
                  </a:lnTo>
                  <a:lnTo>
                    <a:pt x="756572" y="155286"/>
                  </a:lnTo>
                  <a:lnTo>
                    <a:pt x="760492" y="166649"/>
                  </a:lnTo>
                  <a:lnTo>
                    <a:pt x="764412" y="177848"/>
                  </a:lnTo>
                  <a:lnTo>
                    <a:pt x="768332" y="188809"/>
                  </a:lnTo>
                  <a:lnTo>
                    <a:pt x="772252" y="199445"/>
                  </a:lnTo>
                  <a:lnTo>
                    <a:pt x="776172" y="209738"/>
                  </a:lnTo>
                  <a:lnTo>
                    <a:pt x="780092" y="219648"/>
                  </a:lnTo>
                  <a:lnTo>
                    <a:pt x="784012" y="229140"/>
                  </a:lnTo>
                  <a:lnTo>
                    <a:pt x="787932" y="238181"/>
                  </a:lnTo>
                  <a:lnTo>
                    <a:pt x="791852" y="246749"/>
                  </a:lnTo>
                  <a:lnTo>
                    <a:pt x="795772" y="254825"/>
                  </a:lnTo>
                  <a:lnTo>
                    <a:pt x="799692" y="262316"/>
                  </a:lnTo>
                  <a:lnTo>
                    <a:pt x="803612" y="269278"/>
                  </a:lnTo>
                  <a:lnTo>
                    <a:pt x="807532" y="275728"/>
                  </a:lnTo>
                  <a:lnTo>
                    <a:pt x="811453" y="281674"/>
                  </a:lnTo>
                  <a:lnTo>
                    <a:pt x="815373" y="287125"/>
                  </a:lnTo>
                  <a:lnTo>
                    <a:pt x="819293" y="292097"/>
                  </a:lnTo>
                  <a:lnTo>
                    <a:pt x="823213" y="296609"/>
                  </a:lnTo>
                  <a:lnTo>
                    <a:pt x="827133" y="300656"/>
                  </a:lnTo>
                  <a:lnTo>
                    <a:pt x="831053" y="304246"/>
                  </a:lnTo>
                  <a:lnTo>
                    <a:pt x="834973" y="307458"/>
                  </a:lnTo>
                  <a:lnTo>
                    <a:pt x="838893" y="310319"/>
                  </a:lnTo>
                  <a:lnTo>
                    <a:pt x="842813" y="312857"/>
                  </a:lnTo>
                  <a:lnTo>
                    <a:pt x="846733" y="315099"/>
                  </a:lnTo>
                  <a:lnTo>
                    <a:pt x="850653" y="317070"/>
                  </a:lnTo>
                  <a:lnTo>
                    <a:pt x="854573" y="318796"/>
                  </a:lnTo>
                  <a:lnTo>
                    <a:pt x="858493" y="320273"/>
                  </a:lnTo>
                  <a:lnTo>
                    <a:pt x="862413" y="321557"/>
                  </a:lnTo>
                  <a:lnTo>
                    <a:pt x="866333" y="322672"/>
                  </a:lnTo>
                  <a:lnTo>
                    <a:pt x="870253" y="323638"/>
                  </a:lnTo>
                  <a:lnTo>
                    <a:pt x="874174" y="324471"/>
                  </a:lnTo>
                  <a:lnTo>
                    <a:pt x="878094" y="325187"/>
                  </a:lnTo>
                  <a:lnTo>
                    <a:pt x="882014" y="325799"/>
                  </a:lnTo>
                  <a:lnTo>
                    <a:pt x="885934" y="326314"/>
                  </a:lnTo>
                  <a:lnTo>
                    <a:pt x="889854" y="326745"/>
                  </a:lnTo>
                  <a:lnTo>
                    <a:pt x="893774" y="327109"/>
                  </a:lnTo>
                  <a:lnTo>
                    <a:pt x="897694" y="327416"/>
                  </a:lnTo>
                  <a:lnTo>
                    <a:pt x="901614" y="327674"/>
                  </a:lnTo>
                  <a:lnTo>
                    <a:pt x="905534" y="327890"/>
                  </a:lnTo>
                  <a:lnTo>
                    <a:pt x="909454" y="328070"/>
                  </a:lnTo>
                  <a:lnTo>
                    <a:pt x="913374" y="328223"/>
                  </a:lnTo>
                  <a:lnTo>
                    <a:pt x="917294" y="328349"/>
                  </a:lnTo>
                  <a:lnTo>
                    <a:pt x="921214" y="328460"/>
                  </a:lnTo>
                  <a:lnTo>
                    <a:pt x="925134" y="328559"/>
                  </a:lnTo>
                  <a:lnTo>
                    <a:pt x="929054" y="328651"/>
                  </a:lnTo>
                  <a:lnTo>
                    <a:pt x="932974" y="328739"/>
                  </a:lnTo>
                  <a:lnTo>
                    <a:pt x="936895" y="328826"/>
                  </a:lnTo>
                  <a:lnTo>
                    <a:pt x="940815" y="328913"/>
                  </a:lnTo>
                  <a:lnTo>
                    <a:pt x="944735" y="329002"/>
                  </a:lnTo>
                  <a:lnTo>
                    <a:pt x="948655" y="329095"/>
                  </a:lnTo>
                  <a:lnTo>
                    <a:pt x="952575" y="329191"/>
                  </a:lnTo>
                  <a:lnTo>
                    <a:pt x="956495" y="329289"/>
                  </a:lnTo>
                  <a:lnTo>
                    <a:pt x="960415" y="329390"/>
                  </a:lnTo>
                  <a:lnTo>
                    <a:pt x="964335" y="329490"/>
                  </a:lnTo>
                  <a:lnTo>
                    <a:pt x="968255" y="329590"/>
                  </a:lnTo>
                  <a:lnTo>
                    <a:pt x="972175" y="329688"/>
                  </a:lnTo>
                  <a:lnTo>
                    <a:pt x="976095" y="329780"/>
                  </a:lnTo>
                  <a:lnTo>
                    <a:pt x="980015" y="329865"/>
                  </a:lnTo>
                  <a:lnTo>
                    <a:pt x="983935" y="329942"/>
                  </a:lnTo>
                  <a:lnTo>
                    <a:pt x="987855" y="330009"/>
                  </a:lnTo>
                  <a:lnTo>
                    <a:pt x="991775" y="330064"/>
                  </a:lnTo>
                  <a:lnTo>
                    <a:pt x="995695" y="330108"/>
                  </a:lnTo>
                  <a:lnTo>
                    <a:pt x="999616" y="330137"/>
                  </a:lnTo>
                  <a:lnTo>
                    <a:pt x="1003536" y="330152"/>
                  </a:lnTo>
                  <a:lnTo>
                    <a:pt x="1007456" y="330150"/>
                  </a:lnTo>
                  <a:lnTo>
                    <a:pt x="1011376" y="330133"/>
                  </a:lnTo>
                  <a:lnTo>
                    <a:pt x="1015296" y="330102"/>
                  </a:lnTo>
                  <a:lnTo>
                    <a:pt x="1019216" y="330056"/>
                  </a:lnTo>
                  <a:lnTo>
                    <a:pt x="1023136" y="329996"/>
                  </a:lnTo>
                  <a:lnTo>
                    <a:pt x="1027056" y="329924"/>
                  </a:lnTo>
                  <a:lnTo>
                    <a:pt x="1030976" y="329840"/>
                  </a:lnTo>
                  <a:lnTo>
                    <a:pt x="1034896" y="329745"/>
                  </a:lnTo>
                  <a:lnTo>
                    <a:pt x="1038816" y="329641"/>
                  </a:lnTo>
                  <a:lnTo>
                    <a:pt x="1042736" y="329531"/>
                  </a:lnTo>
                  <a:lnTo>
                    <a:pt x="1046656" y="329418"/>
                  </a:lnTo>
                  <a:lnTo>
                    <a:pt x="1050576" y="329302"/>
                  </a:lnTo>
                  <a:lnTo>
                    <a:pt x="1054496" y="329187"/>
                  </a:lnTo>
                  <a:lnTo>
                    <a:pt x="1058417" y="329075"/>
                  </a:lnTo>
                  <a:lnTo>
                    <a:pt x="1062337" y="328968"/>
                  </a:lnTo>
                  <a:lnTo>
                    <a:pt x="1066257" y="328870"/>
                  </a:lnTo>
                  <a:lnTo>
                    <a:pt x="1070177" y="328782"/>
                  </a:lnTo>
                  <a:lnTo>
                    <a:pt x="1074097" y="328705"/>
                  </a:lnTo>
                  <a:lnTo>
                    <a:pt x="1078017" y="328643"/>
                  </a:lnTo>
                  <a:lnTo>
                    <a:pt x="1081937" y="328595"/>
                  </a:lnTo>
                  <a:lnTo>
                    <a:pt x="1085857" y="328562"/>
                  </a:lnTo>
                  <a:lnTo>
                    <a:pt x="1089777" y="328546"/>
                  </a:lnTo>
                  <a:lnTo>
                    <a:pt x="1093697" y="328548"/>
                  </a:lnTo>
                  <a:lnTo>
                    <a:pt x="1097617" y="328566"/>
                  </a:lnTo>
                  <a:lnTo>
                    <a:pt x="1101537" y="328599"/>
                  </a:lnTo>
                  <a:lnTo>
                    <a:pt x="1105457" y="328645"/>
                  </a:lnTo>
                  <a:lnTo>
                    <a:pt x="1109377" y="328703"/>
                  </a:lnTo>
                  <a:lnTo>
                    <a:pt x="1113297" y="328771"/>
                  </a:lnTo>
                  <a:lnTo>
                    <a:pt x="1117217" y="328846"/>
                  </a:lnTo>
                  <a:lnTo>
                    <a:pt x="1121138" y="328928"/>
                  </a:lnTo>
                  <a:lnTo>
                    <a:pt x="1125058" y="329012"/>
                  </a:lnTo>
                  <a:lnTo>
                    <a:pt x="1128978" y="329096"/>
                  </a:lnTo>
                  <a:lnTo>
                    <a:pt x="1132898" y="329178"/>
                  </a:lnTo>
                  <a:lnTo>
                    <a:pt x="1136818" y="329256"/>
                  </a:lnTo>
                  <a:lnTo>
                    <a:pt x="1140738" y="329328"/>
                  </a:lnTo>
                  <a:lnTo>
                    <a:pt x="1144658" y="329392"/>
                  </a:lnTo>
                  <a:lnTo>
                    <a:pt x="1148578" y="329448"/>
                  </a:lnTo>
                  <a:lnTo>
                    <a:pt x="1152498" y="329492"/>
                  </a:lnTo>
                  <a:lnTo>
                    <a:pt x="1156418" y="329525"/>
                  </a:lnTo>
                  <a:lnTo>
                    <a:pt x="1160338" y="329548"/>
                  </a:lnTo>
                  <a:lnTo>
                    <a:pt x="1164258" y="329560"/>
                  </a:lnTo>
                  <a:lnTo>
                    <a:pt x="1168178" y="329561"/>
                  </a:lnTo>
                  <a:lnTo>
                    <a:pt x="1172098" y="329553"/>
                  </a:lnTo>
                  <a:lnTo>
                    <a:pt x="1176018" y="329534"/>
                  </a:lnTo>
                  <a:lnTo>
                    <a:pt x="1179938" y="329506"/>
                  </a:lnTo>
                  <a:lnTo>
                    <a:pt x="1183859" y="329469"/>
                  </a:lnTo>
                  <a:lnTo>
                    <a:pt x="1187779" y="329424"/>
                  </a:lnTo>
                  <a:lnTo>
                    <a:pt x="1191699" y="329372"/>
                  </a:lnTo>
                  <a:lnTo>
                    <a:pt x="1195619" y="329313"/>
                  </a:lnTo>
                  <a:lnTo>
                    <a:pt x="1199539" y="329247"/>
                  </a:lnTo>
                  <a:lnTo>
                    <a:pt x="1203459" y="329176"/>
                  </a:lnTo>
                  <a:lnTo>
                    <a:pt x="1207379" y="329098"/>
                  </a:lnTo>
                  <a:lnTo>
                    <a:pt x="1211299" y="329013"/>
                  </a:lnTo>
                  <a:lnTo>
                    <a:pt x="1215219" y="328924"/>
                  </a:lnTo>
                  <a:lnTo>
                    <a:pt x="1219139" y="328829"/>
                  </a:lnTo>
                  <a:lnTo>
                    <a:pt x="1223059" y="328729"/>
                  </a:lnTo>
                  <a:lnTo>
                    <a:pt x="1226979" y="328625"/>
                  </a:lnTo>
                  <a:lnTo>
                    <a:pt x="1230899" y="328517"/>
                  </a:lnTo>
                  <a:lnTo>
                    <a:pt x="1234819" y="328406"/>
                  </a:lnTo>
                  <a:lnTo>
                    <a:pt x="1238739" y="328292"/>
                  </a:lnTo>
                  <a:lnTo>
                    <a:pt x="1242659" y="328177"/>
                  </a:lnTo>
                  <a:lnTo>
                    <a:pt x="1246580" y="328061"/>
                  </a:lnTo>
                  <a:lnTo>
                    <a:pt x="1250500" y="327946"/>
                  </a:lnTo>
                  <a:lnTo>
                    <a:pt x="1254420" y="327831"/>
                  </a:lnTo>
                  <a:lnTo>
                    <a:pt x="1258340" y="327718"/>
                  </a:lnTo>
                  <a:lnTo>
                    <a:pt x="1262260" y="327606"/>
                  </a:lnTo>
                  <a:lnTo>
                    <a:pt x="1266180" y="327496"/>
                  </a:lnTo>
                  <a:lnTo>
                    <a:pt x="1270100" y="327388"/>
                  </a:lnTo>
                  <a:lnTo>
                    <a:pt x="1274020" y="327280"/>
                  </a:lnTo>
                  <a:lnTo>
                    <a:pt x="1277940" y="327173"/>
                  </a:lnTo>
                  <a:lnTo>
                    <a:pt x="1281860" y="327064"/>
                  </a:lnTo>
                  <a:lnTo>
                    <a:pt x="1285780" y="326954"/>
                  </a:lnTo>
                  <a:lnTo>
                    <a:pt x="1289700" y="326840"/>
                  </a:lnTo>
                  <a:lnTo>
                    <a:pt x="1293620" y="326722"/>
                  </a:lnTo>
                  <a:lnTo>
                    <a:pt x="1297540" y="326597"/>
                  </a:lnTo>
                  <a:lnTo>
                    <a:pt x="1301460" y="326463"/>
                  </a:lnTo>
                  <a:lnTo>
                    <a:pt x="1305380" y="326319"/>
                  </a:lnTo>
                  <a:lnTo>
                    <a:pt x="1309301" y="326164"/>
                  </a:lnTo>
                  <a:lnTo>
                    <a:pt x="1313221" y="325995"/>
                  </a:lnTo>
                  <a:lnTo>
                    <a:pt x="1317141" y="325812"/>
                  </a:lnTo>
                  <a:lnTo>
                    <a:pt x="1321061" y="325611"/>
                  </a:lnTo>
                  <a:lnTo>
                    <a:pt x="1324981" y="325391"/>
                  </a:lnTo>
                  <a:lnTo>
                    <a:pt x="1328901" y="325147"/>
                  </a:lnTo>
                  <a:lnTo>
                    <a:pt x="1332821" y="324878"/>
                  </a:lnTo>
                  <a:lnTo>
                    <a:pt x="1336741" y="324582"/>
                  </a:lnTo>
                  <a:lnTo>
                    <a:pt x="1340661" y="324256"/>
                  </a:lnTo>
                  <a:lnTo>
                    <a:pt x="1344581" y="323898"/>
                  </a:lnTo>
                  <a:lnTo>
                    <a:pt x="1348501" y="323505"/>
                  </a:lnTo>
                  <a:lnTo>
                    <a:pt x="1352421" y="323073"/>
                  </a:lnTo>
                  <a:lnTo>
                    <a:pt x="1356341" y="322593"/>
                  </a:lnTo>
                  <a:lnTo>
                    <a:pt x="1360261" y="322067"/>
                  </a:lnTo>
                  <a:lnTo>
                    <a:pt x="1364181" y="321493"/>
                  </a:lnTo>
                  <a:lnTo>
                    <a:pt x="1368101" y="320870"/>
                  </a:lnTo>
                  <a:lnTo>
                    <a:pt x="1372022" y="320195"/>
                  </a:lnTo>
                  <a:lnTo>
                    <a:pt x="1375942" y="319468"/>
                  </a:lnTo>
                  <a:lnTo>
                    <a:pt x="1379862" y="318688"/>
                  </a:lnTo>
                  <a:lnTo>
                    <a:pt x="1383782" y="317851"/>
                  </a:lnTo>
                  <a:lnTo>
                    <a:pt x="1387702" y="316956"/>
                  </a:lnTo>
                  <a:lnTo>
                    <a:pt x="1391622" y="316012"/>
                  </a:lnTo>
                  <a:lnTo>
                    <a:pt x="1395542" y="315021"/>
                  </a:lnTo>
                  <a:lnTo>
                    <a:pt x="1399462" y="313986"/>
                  </a:lnTo>
                  <a:lnTo>
                    <a:pt x="1403382" y="312912"/>
                  </a:lnTo>
                  <a:lnTo>
                    <a:pt x="1407302" y="311803"/>
                  </a:lnTo>
                  <a:lnTo>
                    <a:pt x="1411222" y="310665"/>
                  </a:lnTo>
                  <a:lnTo>
                    <a:pt x="1415142" y="309501"/>
                  </a:lnTo>
                  <a:lnTo>
                    <a:pt x="1419062" y="308324"/>
                  </a:lnTo>
                  <a:lnTo>
                    <a:pt x="1422982" y="307141"/>
                  </a:lnTo>
                  <a:lnTo>
                    <a:pt x="1426902" y="305959"/>
                  </a:lnTo>
                  <a:lnTo>
                    <a:pt x="1430822" y="304787"/>
                  </a:lnTo>
                  <a:lnTo>
                    <a:pt x="1434743" y="303631"/>
                  </a:lnTo>
                  <a:lnTo>
                    <a:pt x="1438663" y="302501"/>
                  </a:lnTo>
                  <a:lnTo>
                    <a:pt x="1442583" y="301405"/>
                  </a:lnTo>
                  <a:lnTo>
                    <a:pt x="1446503" y="300355"/>
                  </a:lnTo>
                  <a:lnTo>
                    <a:pt x="1450423" y="299354"/>
                  </a:lnTo>
                  <a:lnTo>
                    <a:pt x="1454343" y="298407"/>
                  </a:lnTo>
                  <a:lnTo>
                    <a:pt x="1458263" y="297519"/>
                  </a:lnTo>
                  <a:lnTo>
                    <a:pt x="1462183" y="296694"/>
                  </a:lnTo>
                  <a:lnTo>
                    <a:pt x="1466103" y="295936"/>
                  </a:lnTo>
                  <a:lnTo>
                    <a:pt x="1470023" y="295246"/>
                  </a:lnTo>
                  <a:lnTo>
                    <a:pt x="1473943" y="294638"/>
                  </a:lnTo>
                  <a:lnTo>
                    <a:pt x="1477863" y="294101"/>
                  </a:lnTo>
                  <a:lnTo>
                    <a:pt x="1481783" y="293632"/>
                  </a:lnTo>
                  <a:lnTo>
                    <a:pt x="1485703" y="293229"/>
                  </a:lnTo>
                  <a:lnTo>
                    <a:pt x="1489623" y="292888"/>
                  </a:lnTo>
                  <a:lnTo>
                    <a:pt x="1493543" y="292606"/>
                  </a:lnTo>
                  <a:lnTo>
                    <a:pt x="1497464" y="292377"/>
                  </a:lnTo>
                  <a:lnTo>
                    <a:pt x="1501384" y="292198"/>
                  </a:lnTo>
                  <a:lnTo>
                    <a:pt x="1505304" y="292062"/>
                  </a:lnTo>
                  <a:lnTo>
                    <a:pt x="1509224" y="291958"/>
                  </a:lnTo>
                  <a:lnTo>
                    <a:pt x="1513144" y="291878"/>
                  </a:lnTo>
                  <a:lnTo>
                    <a:pt x="1517064" y="291815"/>
                  </a:lnTo>
                  <a:lnTo>
                    <a:pt x="1520984" y="291764"/>
                  </a:lnTo>
                  <a:lnTo>
                    <a:pt x="1524904" y="291718"/>
                  </a:lnTo>
                  <a:lnTo>
                    <a:pt x="1528824" y="291672"/>
                  </a:lnTo>
                  <a:lnTo>
                    <a:pt x="1532744" y="291620"/>
                  </a:lnTo>
                  <a:lnTo>
                    <a:pt x="1536664" y="291561"/>
                  </a:lnTo>
                  <a:lnTo>
                    <a:pt x="1540584" y="291495"/>
                  </a:lnTo>
                  <a:lnTo>
                    <a:pt x="1544504" y="291423"/>
                  </a:lnTo>
                  <a:lnTo>
                    <a:pt x="1548424" y="291349"/>
                  </a:lnTo>
                  <a:lnTo>
                    <a:pt x="1552344" y="291276"/>
                  </a:lnTo>
                  <a:lnTo>
                    <a:pt x="1556265" y="291213"/>
                  </a:lnTo>
                  <a:lnTo>
                    <a:pt x="1560185" y="291168"/>
                  </a:lnTo>
                  <a:lnTo>
                    <a:pt x="1564105" y="291154"/>
                  </a:lnTo>
                  <a:lnTo>
                    <a:pt x="1568025" y="291179"/>
                  </a:lnTo>
                  <a:lnTo>
                    <a:pt x="1571945" y="291253"/>
                  </a:lnTo>
                  <a:lnTo>
                    <a:pt x="1575865" y="291385"/>
                  </a:lnTo>
                  <a:lnTo>
                    <a:pt x="1579785" y="291582"/>
                  </a:lnTo>
                  <a:lnTo>
                    <a:pt x="1583705" y="291852"/>
                  </a:lnTo>
                  <a:lnTo>
                    <a:pt x="1587625" y="292200"/>
                  </a:lnTo>
                  <a:lnTo>
                    <a:pt x="1591545" y="292643"/>
                  </a:lnTo>
                  <a:lnTo>
                    <a:pt x="1595465" y="293166"/>
                  </a:lnTo>
                  <a:lnTo>
                    <a:pt x="1599385" y="293765"/>
                  </a:lnTo>
                  <a:lnTo>
                    <a:pt x="1603305" y="294436"/>
                  </a:lnTo>
                  <a:lnTo>
                    <a:pt x="1607225" y="295168"/>
                  </a:lnTo>
                  <a:lnTo>
                    <a:pt x="1611145" y="295955"/>
                  </a:lnTo>
                  <a:lnTo>
                    <a:pt x="1615065" y="296784"/>
                  </a:lnTo>
                  <a:lnTo>
                    <a:pt x="1618986" y="297645"/>
                  </a:lnTo>
                  <a:lnTo>
                    <a:pt x="1622906" y="298522"/>
                  </a:lnTo>
                  <a:lnTo>
                    <a:pt x="1626826" y="299400"/>
                  </a:lnTo>
                  <a:lnTo>
                    <a:pt x="1630746" y="300270"/>
                  </a:lnTo>
                  <a:lnTo>
                    <a:pt x="1634666" y="301122"/>
                  </a:lnTo>
                  <a:lnTo>
                    <a:pt x="1638586" y="301949"/>
                  </a:lnTo>
                  <a:lnTo>
                    <a:pt x="1642506" y="302745"/>
                  </a:lnTo>
                  <a:lnTo>
                    <a:pt x="1646426" y="303508"/>
                  </a:lnTo>
                  <a:lnTo>
                    <a:pt x="1650346" y="304232"/>
                  </a:lnTo>
                  <a:lnTo>
                    <a:pt x="1654266" y="304924"/>
                  </a:lnTo>
                  <a:lnTo>
                    <a:pt x="1658186" y="305590"/>
                  </a:lnTo>
                  <a:lnTo>
                    <a:pt x="1662106" y="306235"/>
                  </a:lnTo>
                  <a:lnTo>
                    <a:pt x="1666026" y="306865"/>
                  </a:lnTo>
                  <a:lnTo>
                    <a:pt x="1669946" y="307488"/>
                  </a:lnTo>
                  <a:lnTo>
                    <a:pt x="1673866" y="308111"/>
                  </a:lnTo>
                  <a:lnTo>
                    <a:pt x="1677786" y="308743"/>
                  </a:lnTo>
                  <a:lnTo>
                    <a:pt x="1681707" y="309392"/>
                  </a:lnTo>
                  <a:lnTo>
                    <a:pt x="1685627" y="310061"/>
                  </a:lnTo>
                  <a:lnTo>
                    <a:pt x="1689547" y="310755"/>
                  </a:lnTo>
                  <a:lnTo>
                    <a:pt x="1693467" y="311474"/>
                  </a:lnTo>
                  <a:lnTo>
                    <a:pt x="1697387" y="312219"/>
                  </a:lnTo>
                  <a:lnTo>
                    <a:pt x="1701307" y="312991"/>
                  </a:lnTo>
                  <a:lnTo>
                    <a:pt x="1705227" y="313786"/>
                  </a:lnTo>
                  <a:lnTo>
                    <a:pt x="1709147" y="314604"/>
                  </a:lnTo>
                  <a:lnTo>
                    <a:pt x="1713067" y="315435"/>
                  </a:lnTo>
                  <a:lnTo>
                    <a:pt x="1716987" y="316276"/>
                  </a:lnTo>
                  <a:lnTo>
                    <a:pt x="1720907" y="317120"/>
                  </a:lnTo>
                  <a:lnTo>
                    <a:pt x="1724827" y="317963"/>
                  </a:lnTo>
                  <a:lnTo>
                    <a:pt x="1728747" y="318800"/>
                  </a:lnTo>
                  <a:lnTo>
                    <a:pt x="1732667" y="319625"/>
                  </a:lnTo>
                  <a:lnTo>
                    <a:pt x="1736587" y="320432"/>
                  </a:lnTo>
                  <a:lnTo>
                    <a:pt x="1740507" y="321216"/>
                  </a:lnTo>
                  <a:lnTo>
                    <a:pt x="1744428" y="321977"/>
                  </a:lnTo>
                  <a:lnTo>
                    <a:pt x="1748348" y="322709"/>
                  </a:lnTo>
                  <a:lnTo>
                    <a:pt x="1752268" y="323413"/>
                  </a:lnTo>
                  <a:lnTo>
                    <a:pt x="1756188" y="324085"/>
                  </a:lnTo>
                  <a:lnTo>
                    <a:pt x="1760108" y="324725"/>
                  </a:lnTo>
                  <a:lnTo>
                    <a:pt x="1764028" y="325330"/>
                  </a:lnTo>
                  <a:lnTo>
                    <a:pt x="1767948" y="325895"/>
                  </a:lnTo>
                  <a:lnTo>
                    <a:pt x="1771868" y="326424"/>
                  </a:lnTo>
                  <a:lnTo>
                    <a:pt x="1775788" y="326918"/>
                  </a:lnTo>
                  <a:lnTo>
                    <a:pt x="1779708" y="327376"/>
                  </a:lnTo>
                  <a:lnTo>
                    <a:pt x="1783628" y="327799"/>
                  </a:lnTo>
                  <a:lnTo>
                    <a:pt x="1787548" y="328187"/>
                  </a:lnTo>
                  <a:lnTo>
                    <a:pt x="1791468" y="328540"/>
                  </a:lnTo>
                  <a:lnTo>
                    <a:pt x="1795388" y="328856"/>
                  </a:lnTo>
                  <a:lnTo>
                    <a:pt x="1799308" y="329137"/>
                  </a:lnTo>
                  <a:lnTo>
                    <a:pt x="1803228" y="329389"/>
                  </a:lnTo>
                  <a:lnTo>
                    <a:pt x="1807149" y="329611"/>
                  </a:lnTo>
                  <a:lnTo>
                    <a:pt x="1811069" y="329806"/>
                  </a:lnTo>
                  <a:lnTo>
                    <a:pt x="1814989" y="329975"/>
                  </a:lnTo>
                  <a:lnTo>
                    <a:pt x="1818909" y="330122"/>
                  </a:lnTo>
                  <a:lnTo>
                    <a:pt x="1822829" y="330246"/>
                  </a:lnTo>
                  <a:lnTo>
                    <a:pt x="1826749" y="330348"/>
                  </a:lnTo>
                  <a:lnTo>
                    <a:pt x="1830669" y="330435"/>
                  </a:lnTo>
                  <a:lnTo>
                    <a:pt x="1834589" y="330507"/>
                  </a:lnTo>
                  <a:lnTo>
                    <a:pt x="1838509" y="330566"/>
                  </a:lnTo>
                  <a:lnTo>
                    <a:pt x="1842429" y="330614"/>
                  </a:lnTo>
                  <a:lnTo>
                    <a:pt x="1846349" y="330653"/>
                  </a:lnTo>
                  <a:lnTo>
                    <a:pt x="1850269" y="330684"/>
                  </a:lnTo>
                  <a:lnTo>
                    <a:pt x="1854189" y="330708"/>
                  </a:lnTo>
                  <a:lnTo>
                    <a:pt x="1858109" y="330727"/>
                  </a:lnTo>
                  <a:lnTo>
                    <a:pt x="1862029" y="330741"/>
                  </a:lnTo>
                  <a:lnTo>
                    <a:pt x="1865949" y="330752"/>
                  </a:lnTo>
                  <a:lnTo>
                    <a:pt x="1869870" y="330761"/>
                  </a:lnTo>
                  <a:lnTo>
                    <a:pt x="1873790" y="330767"/>
                  </a:lnTo>
                  <a:lnTo>
                    <a:pt x="1877710" y="330772"/>
                  </a:lnTo>
                  <a:lnTo>
                    <a:pt x="1881630" y="330775"/>
                  </a:lnTo>
                  <a:lnTo>
                    <a:pt x="1885550" y="330778"/>
                  </a:lnTo>
                  <a:lnTo>
                    <a:pt x="1889470" y="330780"/>
                  </a:lnTo>
                  <a:lnTo>
                    <a:pt x="1893390" y="330781"/>
                  </a:lnTo>
                  <a:lnTo>
                    <a:pt x="1897310" y="330782"/>
                  </a:lnTo>
                  <a:lnTo>
                    <a:pt x="1901230" y="330782"/>
                  </a:lnTo>
                  <a:lnTo>
                    <a:pt x="1905150" y="330783"/>
                  </a:lnTo>
                  <a:lnTo>
                    <a:pt x="1909070" y="330783"/>
                  </a:lnTo>
                  <a:lnTo>
                    <a:pt x="1912990" y="330783"/>
                  </a:lnTo>
                  <a:lnTo>
                    <a:pt x="1916910" y="330783"/>
                  </a:lnTo>
                  <a:lnTo>
                    <a:pt x="1920830" y="330784"/>
                  </a:lnTo>
                  <a:lnTo>
                    <a:pt x="1924750" y="330784"/>
                  </a:lnTo>
                  <a:lnTo>
                    <a:pt x="1928670" y="330784"/>
                  </a:lnTo>
                  <a:lnTo>
                    <a:pt x="1932591" y="330784"/>
                  </a:lnTo>
                  <a:lnTo>
                    <a:pt x="1936511" y="330784"/>
                  </a:lnTo>
                  <a:lnTo>
                    <a:pt x="1940431" y="330784"/>
                  </a:lnTo>
                  <a:lnTo>
                    <a:pt x="1944351" y="330784"/>
                  </a:lnTo>
                  <a:lnTo>
                    <a:pt x="1948271" y="330784"/>
                  </a:lnTo>
                  <a:lnTo>
                    <a:pt x="1952191" y="330784"/>
                  </a:lnTo>
                  <a:lnTo>
                    <a:pt x="1956111" y="330784"/>
                  </a:lnTo>
                  <a:lnTo>
                    <a:pt x="1960031" y="330784"/>
                  </a:lnTo>
                  <a:lnTo>
                    <a:pt x="1963951" y="330784"/>
                  </a:lnTo>
                  <a:lnTo>
                    <a:pt x="1967871" y="330784"/>
                  </a:lnTo>
                  <a:lnTo>
                    <a:pt x="1971791" y="330784"/>
                  </a:lnTo>
                  <a:lnTo>
                    <a:pt x="1975711" y="330784"/>
                  </a:lnTo>
                  <a:lnTo>
                    <a:pt x="1979631" y="330784"/>
                  </a:lnTo>
                  <a:lnTo>
                    <a:pt x="1983551" y="330784"/>
                  </a:lnTo>
                  <a:lnTo>
                    <a:pt x="1987471" y="330784"/>
                  </a:lnTo>
                  <a:lnTo>
                    <a:pt x="1991391" y="330784"/>
                  </a:lnTo>
                  <a:lnTo>
                    <a:pt x="1995312" y="330784"/>
                  </a:lnTo>
                  <a:lnTo>
                    <a:pt x="1999232" y="330784"/>
                  </a:lnTo>
                  <a:lnTo>
                    <a:pt x="2003152" y="330784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12" name="pg112"/>
            <p:cNvSpPr/>
            <p:nvPr/>
          </p:nvSpPr>
          <p:spPr>
            <a:xfrm>
              <a:off x="11314501" y="6110571"/>
              <a:ext cx="2003152" cy="180978"/>
            </a:xfrm>
            <a:custGeom>
              <a:avLst/>
              <a:gdLst/>
              <a:ahLst/>
              <a:cxnLst/>
              <a:rect l="0" t="0" r="0" b="0"/>
              <a:pathLst>
                <a:path w="2003152" h="180978">
                  <a:moveTo>
                    <a:pt x="0" y="180881"/>
                  </a:moveTo>
                  <a:lnTo>
                    <a:pt x="3920" y="180866"/>
                  </a:lnTo>
                  <a:lnTo>
                    <a:pt x="7840" y="180848"/>
                  </a:lnTo>
                  <a:lnTo>
                    <a:pt x="11760" y="180827"/>
                  </a:lnTo>
                  <a:lnTo>
                    <a:pt x="15680" y="180804"/>
                  </a:lnTo>
                  <a:lnTo>
                    <a:pt x="19600" y="180778"/>
                  </a:lnTo>
                  <a:lnTo>
                    <a:pt x="23520" y="180749"/>
                  </a:lnTo>
                  <a:lnTo>
                    <a:pt x="27440" y="180716"/>
                  </a:lnTo>
                  <a:lnTo>
                    <a:pt x="31360" y="180679"/>
                  </a:lnTo>
                  <a:lnTo>
                    <a:pt x="35280" y="180638"/>
                  </a:lnTo>
                  <a:lnTo>
                    <a:pt x="39200" y="180592"/>
                  </a:lnTo>
                  <a:lnTo>
                    <a:pt x="43120" y="180541"/>
                  </a:lnTo>
                  <a:lnTo>
                    <a:pt x="47040" y="180484"/>
                  </a:lnTo>
                  <a:lnTo>
                    <a:pt x="50960" y="180422"/>
                  </a:lnTo>
                  <a:lnTo>
                    <a:pt x="54880" y="180353"/>
                  </a:lnTo>
                  <a:lnTo>
                    <a:pt x="58800" y="180279"/>
                  </a:lnTo>
                  <a:lnTo>
                    <a:pt x="62721" y="180196"/>
                  </a:lnTo>
                  <a:lnTo>
                    <a:pt x="66641" y="180106"/>
                  </a:lnTo>
                  <a:lnTo>
                    <a:pt x="70561" y="180008"/>
                  </a:lnTo>
                  <a:lnTo>
                    <a:pt x="74481" y="179903"/>
                  </a:lnTo>
                  <a:lnTo>
                    <a:pt x="78401" y="179789"/>
                  </a:lnTo>
                  <a:lnTo>
                    <a:pt x="82321" y="179665"/>
                  </a:lnTo>
                  <a:lnTo>
                    <a:pt x="86241" y="179532"/>
                  </a:lnTo>
                  <a:lnTo>
                    <a:pt x="90161" y="179391"/>
                  </a:lnTo>
                  <a:lnTo>
                    <a:pt x="94081" y="179241"/>
                  </a:lnTo>
                  <a:lnTo>
                    <a:pt x="98001" y="179078"/>
                  </a:lnTo>
                  <a:lnTo>
                    <a:pt x="101921" y="178906"/>
                  </a:lnTo>
                  <a:lnTo>
                    <a:pt x="105841" y="178724"/>
                  </a:lnTo>
                  <a:lnTo>
                    <a:pt x="109761" y="178534"/>
                  </a:lnTo>
                  <a:lnTo>
                    <a:pt x="113681" y="178332"/>
                  </a:lnTo>
                  <a:lnTo>
                    <a:pt x="117601" y="178119"/>
                  </a:lnTo>
                  <a:lnTo>
                    <a:pt x="121521" y="177898"/>
                  </a:lnTo>
                  <a:lnTo>
                    <a:pt x="125442" y="177668"/>
                  </a:lnTo>
                  <a:lnTo>
                    <a:pt x="129362" y="177428"/>
                  </a:lnTo>
                  <a:lnTo>
                    <a:pt x="133282" y="177178"/>
                  </a:lnTo>
                  <a:lnTo>
                    <a:pt x="137202" y="176921"/>
                  </a:lnTo>
                  <a:lnTo>
                    <a:pt x="141122" y="176656"/>
                  </a:lnTo>
                  <a:lnTo>
                    <a:pt x="145042" y="176384"/>
                  </a:lnTo>
                  <a:lnTo>
                    <a:pt x="148962" y="176104"/>
                  </a:lnTo>
                  <a:lnTo>
                    <a:pt x="152882" y="175819"/>
                  </a:lnTo>
                  <a:lnTo>
                    <a:pt x="156802" y="175528"/>
                  </a:lnTo>
                  <a:lnTo>
                    <a:pt x="160722" y="175234"/>
                  </a:lnTo>
                  <a:lnTo>
                    <a:pt x="164642" y="174936"/>
                  </a:lnTo>
                  <a:lnTo>
                    <a:pt x="168562" y="174635"/>
                  </a:lnTo>
                  <a:lnTo>
                    <a:pt x="172482" y="174332"/>
                  </a:lnTo>
                  <a:lnTo>
                    <a:pt x="176402" y="174028"/>
                  </a:lnTo>
                  <a:lnTo>
                    <a:pt x="180322" y="173724"/>
                  </a:lnTo>
                  <a:lnTo>
                    <a:pt x="184242" y="173422"/>
                  </a:lnTo>
                  <a:lnTo>
                    <a:pt x="188163" y="173122"/>
                  </a:lnTo>
                  <a:lnTo>
                    <a:pt x="192083" y="172824"/>
                  </a:lnTo>
                  <a:lnTo>
                    <a:pt x="196003" y="172529"/>
                  </a:lnTo>
                  <a:lnTo>
                    <a:pt x="199923" y="172240"/>
                  </a:lnTo>
                  <a:lnTo>
                    <a:pt x="203843" y="171957"/>
                  </a:lnTo>
                  <a:lnTo>
                    <a:pt x="207763" y="171679"/>
                  </a:lnTo>
                  <a:lnTo>
                    <a:pt x="211683" y="171409"/>
                  </a:lnTo>
                  <a:lnTo>
                    <a:pt x="215603" y="171145"/>
                  </a:lnTo>
                  <a:lnTo>
                    <a:pt x="219523" y="170891"/>
                  </a:lnTo>
                  <a:lnTo>
                    <a:pt x="223443" y="170647"/>
                  </a:lnTo>
                  <a:lnTo>
                    <a:pt x="227363" y="170411"/>
                  </a:lnTo>
                  <a:lnTo>
                    <a:pt x="231283" y="170184"/>
                  </a:lnTo>
                  <a:lnTo>
                    <a:pt x="235203" y="169969"/>
                  </a:lnTo>
                  <a:lnTo>
                    <a:pt x="239123" y="169765"/>
                  </a:lnTo>
                  <a:lnTo>
                    <a:pt x="243043" y="169572"/>
                  </a:lnTo>
                  <a:lnTo>
                    <a:pt x="246963" y="169388"/>
                  </a:lnTo>
                  <a:lnTo>
                    <a:pt x="250884" y="169215"/>
                  </a:lnTo>
                  <a:lnTo>
                    <a:pt x="254804" y="169056"/>
                  </a:lnTo>
                  <a:lnTo>
                    <a:pt x="258724" y="168908"/>
                  </a:lnTo>
                  <a:lnTo>
                    <a:pt x="262644" y="168769"/>
                  </a:lnTo>
                  <a:lnTo>
                    <a:pt x="266564" y="168640"/>
                  </a:lnTo>
                  <a:lnTo>
                    <a:pt x="270484" y="168523"/>
                  </a:lnTo>
                  <a:lnTo>
                    <a:pt x="274404" y="168417"/>
                  </a:lnTo>
                  <a:lnTo>
                    <a:pt x="278324" y="168319"/>
                  </a:lnTo>
                  <a:lnTo>
                    <a:pt x="282244" y="168230"/>
                  </a:lnTo>
                  <a:lnTo>
                    <a:pt x="286164" y="168149"/>
                  </a:lnTo>
                  <a:lnTo>
                    <a:pt x="290084" y="168078"/>
                  </a:lnTo>
                  <a:lnTo>
                    <a:pt x="294004" y="168013"/>
                  </a:lnTo>
                  <a:lnTo>
                    <a:pt x="297924" y="167954"/>
                  </a:lnTo>
                  <a:lnTo>
                    <a:pt x="301844" y="167900"/>
                  </a:lnTo>
                  <a:lnTo>
                    <a:pt x="305764" y="167851"/>
                  </a:lnTo>
                  <a:lnTo>
                    <a:pt x="309684" y="167807"/>
                  </a:lnTo>
                  <a:lnTo>
                    <a:pt x="313605" y="167765"/>
                  </a:lnTo>
                  <a:lnTo>
                    <a:pt x="317525" y="167724"/>
                  </a:lnTo>
                  <a:lnTo>
                    <a:pt x="321445" y="167685"/>
                  </a:lnTo>
                  <a:lnTo>
                    <a:pt x="325365" y="167645"/>
                  </a:lnTo>
                  <a:lnTo>
                    <a:pt x="329285" y="167605"/>
                  </a:lnTo>
                  <a:lnTo>
                    <a:pt x="333205" y="167562"/>
                  </a:lnTo>
                  <a:lnTo>
                    <a:pt x="337125" y="167516"/>
                  </a:lnTo>
                  <a:lnTo>
                    <a:pt x="341045" y="167466"/>
                  </a:lnTo>
                  <a:lnTo>
                    <a:pt x="344965" y="167410"/>
                  </a:lnTo>
                  <a:lnTo>
                    <a:pt x="348885" y="167349"/>
                  </a:lnTo>
                  <a:lnTo>
                    <a:pt x="352805" y="167281"/>
                  </a:lnTo>
                  <a:lnTo>
                    <a:pt x="356725" y="167206"/>
                  </a:lnTo>
                  <a:lnTo>
                    <a:pt x="360645" y="167121"/>
                  </a:lnTo>
                  <a:lnTo>
                    <a:pt x="364565" y="167027"/>
                  </a:lnTo>
                  <a:lnTo>
                    <a:pt x="368485" y="166925"/>
                  </a:lnTo>
                  <a:lnTo>
                    <a:pt x="372405" y="166813"/>
                  </a:lnTo>
                  <a:lnTo>
                    <a:pt x="376326" y="166689"/>
                  </a:lnTo>
                  <a:lnTo>
                    <a:pt x="380246" y="166554"/>
                  </a:lnTo>
                  <a:lnTo>
                    <a:pt x="384166" y="166409"/>
                  </a:lnTo>
                  <a:lnTo>
                    <a:pt x="388086" y="166254"/>
                  </a:lnTo>
                  <a:lnTo>
                    <a:pt x="392006" y="166087"/>
                  </a:lnTo>
                  <a:lnTo>
                    <a:pt x="395926" y="165908"/>
                  </a:lnTo>
                  <a:lnTo>
                    <a:pt x="399846" y="165720"/>
                  </a:lnTo>
                  <a:lnTo>
                    <a:pt x="403766" y="165523"/>
                  </a:lnTo>
                  <a:lnTo>
                    <a:pt x="407686" y="165316"/>
                  </a:lnTo>
                  <a:lnTo>
                    <a:pt x="411606" y="165098"/>
                  </a:lnTo>
                  <a:lnTo>
                    <a:pt x="415526" y="164872"/>
                  </a:lnTo>
                  <a:lnTo>
                    <a:pt x="419446" y="164640"/>
                  </a:lnTo>
                  <a:lnTo>
                    <a:pt x="423366" y="164400"/>
                  </a:lnTo>
                  <a:lnTo>
                    <a:pt x="427286" y="164154"/>
                  </a:lnTo>
                  <a:lnTo>
                    <a:pt x="431206" y="163901"/>
                  </a:lnTo>
                  <a:lnTo>
                    <a:pt x="435126" y="163644"/>
                  </a:lnTo>
                  <a:lnTo>
                    <a:pt x="439047" y="163384"/>
                  </a:lnTo>
                  <a:lnTo>
                    <a:pt x="442967" y="163120"/>
                  </a:lnTo>
                  <a:lnTo>
                    <a:pt x="446887" y="162852"/>
                  </a:lnTo>
                  <a:lnTo>
                    <a:pt x="450807" y="162583"/>
                  </a:lnTo>
                  <a:lnTo>
                    <a:pt x="454727" y="162312"/>
                  </a:lnTo>
                  <a:lnTo>
                    <a:pt x="458647" y="162039"/>
                  </a:lnTo>
                  <a:lnTo>
                    <a:pt x="462567" y="161765"/>
                  </a:lnTo>
                  <a:lnTo>
                    <a:pt x="466487" y="161489"/>
                  </a:lnTo>
                  <a:lnTo>
                    <a:pt x="470407" y="161213"/>
                  </a:lnTo>
                  <a:lnTo>
                    <a:pt x="474327" y="160934"/>
                  </a:lnTo>
                  <a:lnTo>
                    <a:pt x="478247" y="160654"/>
                  </a:lnTo>
                  <a:lnTo>
                    <a:pt x="482167" y="160370"/>
                  </a:lnTo>
                  <a:lnTo>
                    <a:pt x="486087" y="160083"/>
                  </a:lnTo>
                  <a:lnTo>
                    <a:pt x="490007" y="159791"/>
                  </a:lnTo>
                  <a:lnTo>
                    <a:pt x="493927" y="159494"/>
                  </a:lnTo>
                  <a:lnTo>
                    <a:pt x="497847" y="159189"/>
                  </a:lnTo>
                  <a:lnTo>
                    <a:pt x="501768" y="158875"/>
                  </a:lnTo>
                  <a:lnTo>
                    <a:pt x="505688" y="158551"/>
                  </a:lnTo>
                  <a:lnTo>
                    <a:pt x="509608" y="158215"/>
                  </a:lnTo>
                  <a:lnTo>
                    <a:pt x="513528" y="157866"/>
                  </a:lnTo>
                  <a:lnTo>
                    <a:pt x="517448" y="157497"/>
                  </a:lnTo>
                  <a:lnTo>
                    <a:pt x="521368" y="157110"/>
                  </a:lnTo>
                  <a:lnTo>
                    <a:pt x="525288" y="156704"/>
                  </a:lnTo>
                  <a:lnTo>
                    <a:pt x="529208" y="156276"/>
                  </a:lnTo>
                  <a:lnTo>
                    <a:pt x="533128" y="155818"/>
                  </a:lnTo>
                  <a:lnTo>
                    <a:pt x="537048" y="155331"/>
                  </a:lnTo>
                  <a:lnTo>
                    <a:pt x="540968" y="154816"/>
                  </a:lnTo>
                  <a:lnTo>
                    <a:pt x="544888" y="154270"/>
                  </a:lnTo>
                  <a:lnTo>
                    <a:pt x="548808" y="153688"/>
                  </a:lnTo>
                  <a:lnTo>
                    <a:pt x="552728" y="153062"/>
                  </a:lnTo>
                  <a:lnTo>
                    <a:pt x="556648" y="152398"/>
                  </a:lnTo>
                  <a:lnTo>
                    <a:pt x="560569" y="151695"/>
                  </a:lnTo>
                  <a:lnTo>
                    <a:pt x="564489" y="150951"/>
                  </a:lnTo>
                  <a:lnTo>
                    <a:pt x="568409" y="150151"/>
                  </a:lnTo>
                  <a:lnTo>
                    <a:pt x="572329" y="149304"/>
                  </a:lnTo>
                  <a:lnTo>
                    <a:pt x="576249" y="148410"/>
                  </a:lnTo>
                  <a:lnTo>
                    <a:pt x="580169" y="147470"/>
                  </a:lnTo>
                  <a:lnTo>
                    <a:pt x="584089" y="146474"/>
                  </a:lnTo>
                  <a:lnTo>
                    <a:pt x="588009" y="145416"/>
                  </a:lnTo>
                  <a:lnTo>
                    <a:pt x="591929" y="144308"/>
                  </a:lnTo>
                  <a:lnTo>
                    <a:pt x="595849" y="143148"/>
                  </a:lnTo>
                  <a:lnTo>
                    <a:pt x="599769" y="141937"/>
                  </a:lnTo>
                  <a:lnTo>
                    <a:pt x="603689" y="140653"/>
                  </a:lnTo>
                  <a:lnTo>
                    <a:pt x="607609" y="139316"/>
                  </a:lnTo>
                  <a:lnTo>
                    <a:pt x="611529" y="137925"/>
                  </a:lnTo>
                  <a:lnTo>
                    <a:pt x="615449" y="136482"/>
                  </a:lnTo>
                  <a:lnTo>
                    <a:pt x="619369" y="134976"/>
                  </a:lnTo>
                  <a:lnTo>
                    <a:pt x="623290" y="133405"/>
                  </a:lnTo>
                  <a:lnTo>
                    <a:pt x="627210" y="131782"/>
                  </a:lnTo>
                  <a:lnTo>
                    <a:pt x="631130" y="130108"/>
                  </a:lnTo>
                  <a:lnTo>
                    <a:pt x="635050" y="128381"/>
                  </a:lnTo>
                  <a:lnTo>
                    <a:pt x="638970" y="126583"/>
                  </a:lnTo>
                  <a:lnTo>
                    <a:pt x="642890" y="124734"/>
                  </a:lnTo>
                  <a:lnTo>
                    <a:pt x="646810" y="122837"/>
                  </a:lnTo>
                  <a:lnTo>
                    <a:pt x="650730" y="120891"/>
                  </a:lnTo>
                  <a:lnTo>
                    <a:pt x="654650" y="118886"/>
                  </a:lnTo>
                  <a:lnTo>
                    <a:pt x="658570" y="116826"/>
                  </a:lnTo>
                  <a:lnTo>
                    <a:pt x="662490" y="114722"/>
                  </a:lnTo>
                  <a:lnTo>
                    <a:pt x="666410" y="112573"/>
                  </a:lnTo>
                  <a:lnTo>
                    <a:pt x="670330" y="110379"/>
                  </a:lnTo>
                  <a:lnTo>
                    <a:pt x="674250" y="108128"/>
                  </a:lnTo>
                  <a:lnTo>
                    <a:pt x="678170" y="105838"/>
                  </a:lnTo>
                  <a:lnTo>
                    <a:pt x="682090" y="103509"/>
                  </a:lnTo>
                  <a:lnTo>
                    <a:pt x="686011" y="101144"/>
                  </a:lnTo>
                  <a:lnTo>
                    <a:pt x="689931" y="98733"/>
                  </a:lnTo>
                  <a:lnTo>
                    <a:pt x="693851" y="96286"/>
                  </a:lnTo>
                  <a:lnTo>
                    <a:pt x="697771" y="93808"/>
                  </a:lnTo>
                  <a:lnTo>
                    <a:pt x="701691" y="91300"/>
                  </a:lnTo>
                  <a:lnTo>
                    <a:pt x="705611" y="88763"/>
                  </a:lnTo>
                  <a:lnTo>
                    <a:pt x="709531" y="86194"/>
                  </a:lnTo>
                  <a:lnTo>
                    <a:pt x="713451" y="83603"/>
                  </a:lnTo>
                  <a:lnTo>
                    <a:pt x="717371" y="80993"/>
                  </a:lnTo>
                  <a:lnTo>
                    <a:pt x="721291" y="78366"/>
                  </a:lnTo>
                  <a:lnTo>
                    <a:pt x="725211" y="75721"/>
                  </a:lnTo>
                  <a:lnTo>
                    <a:pt x="729131" y="73064"/>
                  </a:lnTo>
                  <a:lnTo>
                    <a:pt x="733051" y="70400"/>
                  </a:lnTo>
                  <a:lnTo>
                    <a:pt x="736971" y="67731"/>
                  </a:lnTo>
                  <a:lnTo>
                    <a:pt x="740891" y="65059"/>
                  </a:lnTo>
                  <a:lnTo>
                    <a:pt x="744811" y="62391"/>
                  </a:lnTo>
                  <a:lnTo>
                    <a:pt x="748732" y="59729"/>
                  </a:lnTo>
                  <a:lnTo>
                    <a:pt x="752652" y="57077"/>
                  </a:lnTo>
                  <a:lnTo>
                    <a:pt x="756572" y="54436"/>
                  </a:lnTo>
                  <a:lnTo>
                    <a:pt x="760492" y="51817"/>
                  </a:lnTo>
                  <a:lnTo>
                    <a:pt x="764412" y="49221"/>
                  </a:lnTo>
                  <a:lnTo>
                    <a:pt x="768332" y="46649"/>
                  </a:lnTo>
                  <a:lnTo>
                    <a:pt x="772252" y="44105"/>
                  </a:lnTo>
                  <a:lnTo>
                    <a:pt x="776172" y="41597"/>
                  </a:lnTo>
                  <a:lnTo>
                    <a:pt x="780092" y="39133"/>
                  </a:lnTo>
                  <a:lnTo>
                    <a:pt x="784012" y="36710"/>
                  </a:lnTo>
                  <a:lnTo>
                    <a:pt x="787932" y="34329"/>
                  </a:lnTo>
                  <a:lnTo>
                    <a:pt x="791852" y="31994"/>
                  </a:lnTo>
                  <a:lnTo>
                    <a:pt x="795772" y="29728"/>
                  </a:lnTo>
                  <a:lnTo>
                    <a:pt x="799692" y="27518"/>
                  </a:lnTo>
                  <a:lnTo>
                    <a:pt x="803612" y="25367"/>
                  </a:lnTo>
                  <a:lnTo>
                    <a:pt x="807532" y="23275"/>
                  </a:lnTo>
                  <a:lnTo>
                    <a:pt x="811453" y="21259"/>
                  </a:lnTo>
                  <a:lnTo>
                    <a:pt x="815373" y="19325"/>
                  </a:lnTo>
                  <a:lnTo>
                    <a:pt x="819293" y="17461"/>
                  </a:lnTo>
                  <a:lnTo>
                    <a:pt x="823213" y="15671"/>
                  </a:lnTo>
                  <a:lnTo>
                    <a:pt x="827133" y="13957"/>
                  </a:lnTo>
                  <a:lnTo>
                    <a:pt x="831053" y="12352"/>
                  </a:lnTo>
                  <a:lnTo>
                    <a:pt x="834973" y="10830"/>
                  </a:lnTo>
                  <a:lnTo>
                    <a:pt x="838893" y="9391"/>
                  </a:lnTo>
                  <a:lnTo>
                    <a:pt x="842813" y="8038"/>
                  </a:lnTo>
                  <a:lnTo>
                    <a:pt x="846733" y="6793"/>
                  </a:lnTo>
                  <a:lnTo>
                    <a:pt x="850653" y="5655"/>
                  </a:lnTo>
                  <a:lnTo>
                    <a:pt x="854573" y="4609"/>
                  </a:lnTo>
                  <a:lnTo>
                    <a:pt x="858493" y="3657"/>
                  </a:lnTo>
                  <a:lnTo>
                    <a:pt x="862413" y="2806"/>
                  </a:lnTo>
                  <a:lnTo>
                    <a:pt x="866333" y="2087"/>
                  </a:lnTo>
                  <a:lnTo>
                    <a:pt x="870253" y="1467"/>
                  </a:lnTo>
                  <a:lnTo>
                    <a:pt x="874174" y="947"/>
                  </a:lnTo>
                  <a:lnTo>
                    <a:pt x="878094" y="528"/>
                  </a:lnTo>
                  <a:lnTo>
                    <a:pt x="882014" y="239"/>
                  </a:lnTo>
                  <a:lnTo>
                    <a:pt x="885934" y="68"/>
                  </a:lnTo>
                  <a:lnTo>
                    <a:pt x="889854" y="0"/>
                  </a:lnTo>
                  <a:lnTo>
                    <a:pt x="893774" y="35"/>
                  </a:lnTo>
                  <a:lnTo>
                    <a:pt x="897694" y="185"/>
                  </a:lnTo>
                  <a:lnTo>
                    <a:pt x="901614" y="472"/>
                  </a:lnTo>
                  <a:lnTo>
                    <a:pt x="905534" y="863"/>
                  </a:lnTo>
                  <a:lnTo>
                    <a:pt x="909454" y="1357"/>
                  </a:lnTo>
                  <a:lnTo>
                    <a:pt x="913374" y="1954"/>
                  </a:lnTo>
                  <a:lnTo>
                    <a:pt x="917294" y="2685"/>
                  </a:lnTo>
                  <a:lnTo>
                    <a:pt x="921214" y="3526"/>
                  </a:lnTo>
                  <a:lnTo>
                    <a:pt x="925134" y="4465"/>
                  </a:lnTo>
                  <a:lnTo>
                    <a:pt x="929054" y="5502"/>
                  </a:lnTo>
                  <a:lnTo>
                    <a:pt x="932974" y="6647"/>
                  </a:lnTo>
                  <a:lnTo>
                    <a:pt x="936895" y="7910"/>
                  </a:lnTo>
                  <a:lnTo>
                    <a:pt x="940815" y="9262"/>
                  </a:lnTo>
                  <a:lnTo>
                    <a:pt x="944735" y="10702"/>
                  </a:lnTo>
                  <a:lnTo>
                    <a:pt x="948655" y="12227"/>
                  </a:lnTo>
                  <a:lnTo>
                    <a:pt x="952575" y="13860"/>
                  </a:lnTo>
                  <a:lnTo>
                    <a:pt x="956495" y="15575"/>
                  </a:lnTo>
                  <a:lnTo>
                    <a:pt x="960415" y="17362"/>
                  </a:lnTo>
                  <a:lnTo>
                    <a:pt x="964335" y="19219"/>
                  </a:lnTo>
                  <a:lnTo>
                    <a:pt x="968255" y="21153"/>
                  </a:lnTo>
                  <a:lnTo>
                    <a:pt x="972175" y="23163"/>
                  </a:lnTo>
                  <a:lnTo>
                    <a:pt x="976095" y="25229"/>
                  </a:lnTo>
                  <a:lnTo>
                    <a:pt x="980015" y="27347"/>
                  </a:lnTo>
                  <a:lnTo>
                    <a:pt x="983935" y="29515"/>
                  </a:lnTo>
                  <a:lnTo>
                    <a:pt x="987855" y="31745"/>
                  </a:lnTo>
                  <a:lnTo>
                    <a:pt x="991775" y="34013"/>
                  </a:lnTo>
                  <a:lnTo>
                    <a:pt x="995695" y="36317"/>
                  </a:lnTo>
                  <a:lnTo>
                    <a:pt x="999616" y="38653"/>
                  </a:lnTo>
                  <a:lnTo>
                    <a:pt x="1003536" y="41023"/>
                  </a:lnTo>
                  <a:lnTo>
                    <a:pt x="1007456" y="43421"/>
                  </a:lnTo>
                  <a:lnTo>
                    <a:pt x="1011376" y="45838"/>
                  </a:lnTo>
                  <a:lnTo>
                    <a:pt x="1015296" y="48273"/>
                  </a:lnTo>
                  <a:lnTo>
                    <a:pt x="1019216" y="50722"/>
                  </a:lnTo>
                  <a:lnTo>
                    <a:pt x="1023136" y="53185"/>
                  </a:lnTo>
                  <a:lnTo>
                    <a:pt x="1027056" y="55655"/>
                  </a:lnTo>
                  <a:lnTo>
                    <a:pt x="1030976" y="58130"/>
                  </a:lnTo>
                  <a:lnTo>
                    <a:pt x="1034896" y="60608"/>
                  </a:lnTo>
                  <a:lnTo>
                    <a:pt x="1038816" y="63088"/>
                  </a:lnTo>
                  <a:lnTo>
                    <a:pt x="1042736" y="65565"/>
                  </a:lnTo>
                  <a:lnTo>
                    <a:pt x="1046656" y="68039"/>
                  </a:lnTo>
                  <a:lnTo>
                    <a:pt x="1050576" y="70509"/>
                  </a:lnTo>
                  <a:lnTo>
                    <a:pt x="1054496" y="72972"/>
                  </a:lnTo>
                  <a:lnTo>
                    <a:pt x="1058417" y="75426"/>
                  </a:lnTo>
                  <a:lnTo>
                    <a:pt x="1062337" y="77872"/>
                  </a:lnTo>
                  <a:lnTo>
                    <a:pt x="1066257" y="80308"/>
                  </a:lnTo>
                  <a:lnTo>
                    <a:pt x="1070177" y="82735"/>
                  </a:lnTo>
                  <a:lnTo>
                    <a:pt x="1074097" y="85148"/>
                  </a:lnTo>
                  <a:lnTo>
                    <a:pt x="1078017" y="87549"/>
                  </a:lnTo>
                  <a:lnTo>
                    <a:pt x="1081937" y="89937"/>
                  </a:lnTo>
                  <a:lnTo>
                    <a:pt x="1085857" y="92312"/>
                  </a:lnTo>
                  <a:lnTo>
                    <a:pt x="1089777" y="94674"/>
                  </a:lnTo>
                  <a:lnTo>
                    <a:pt x="1093697" y="97016"/>
                  </a:lnTo>
                  <a:lnTo>
                    <a:pt x="1097617" y="99345"/>
                  </a:lnTo>
                  <a:lnTo>
                    <a:pt x="1101537" y="101657"/>
                  </a:lnTo>
                  <a:lnTo>
                    <a:pt x="1105457" y="103954"/>
                  </a:lnTo>
                  <a:lnTo>
                    <a:pt x="1109377" y="106229"/>
                  </a:lnTo>
                  <a:lnTo>
                    <a:pt x="1113297" y="108484"/>
                  </a:lnTo>
                  <a:lnTo>
                    <a:pt x="1117217" y="110720"/>
                  </a:lnTo>
                  <a:lnTo>
                    <a:pt x="1121138" y="112936"/>
                  </a:lnTo>
                  <a:lnTo>
                    <a:pt x="1125058" y="115128"/>
                  </a:lnTo>
                  <a:lnTo>
                    <a:pt x="1128978" y="117293"/>
                  </a:lnTo>
                  <a:lnTo>
                    <a:pt x="1132898" y="119433"/>
                  </a:lnTo>
                  <a:lnTo>
                    <a:pt x="1136818" y="121549"/>
                  </a:lnTo>
                  <a:lnTo>
                    <a:pt x="1140738" y="123640"/>
                  </a:lnTo>
                  <a:lnTo>
                    <a:pt x="1144658" y="125693"/>
                  </a:lnTo>
                  <a:lnTo>
                    <a:pt x="1148578" y="127716"/>
                  </a:lnTo>
                  <a:lnTo>
                    <a:pt x="1152498" y="129709"/>
                  </a:lnTo>
                  <a:lnTo>
                    <a:pt x="1156418" y="131670"/>
                  </a:lnTo>
                  <a:lnTo>
                    <a:pt x="1160338" y="133594"/>
                  </a:lnTo>
                  <a:lnTo>
                    <a:pt x="1164258" y="135475"/>
                  </a:lnTo>
                  <a:lnTo>
                    <a:pt x="1168178" y="137321"/>
                  </a:lnTo>
                  <a:lnTo>
                    <a:pt x="1172098" y="139130"/>
                  </a:lnTo>
                  <a:lnTo>
                    <a:pt x="1176018" y="140902"/>
                  </a:lnTo>
                  <a:lnTo>
                    <a:pt x="1179938" y="142620"/>
                  </a:lnTo>
                  <a:lnTo>
                    <a:pt x="1183859" y="144298"/>
                  </a:lnTo>
                  <a:lnTo>
                    <a:pt x="1187779" y="145935"/>
                  </a:lnTo>
                  <a:lnTo>
                    <a:pt x="1191699" y="147532"/>
                  </a:lnTo>
                  <a:lnTo>
                    <a:pt x="1195619" y="149078"/>
                  </a:lnTo>
                  <a:lnTo>
                    <a:pt x="1199539" y="150574"/>
                  </a:lnTo>
                  <a:lnTo>
                    <a:pt x="1203459" y="152027"/>
                  </a:lnTo>
                  <a:lnTo>
                    <a:pt x="1207379" y="153437"/>
                  </a:lnTo>
                  <a:lnTo>
                    <a:pt x="1211299" y="154803"/>
                  </a:lnTo>
                  <a:lnTo>
                    <a:pt x="1215219" y="156110"/>
                  </a:lnTo>
                  <a:lnTo>
                    <a:pt x="1219139" y="157373"/>
                  </a:lnTo>
                  <a:lnTo>
                    <a:pt x="1223059" y="158595"/>
                  </a:lnTo>
                  <a:lnTo>
                    <a:pt x="1226979" y="159773"/>
                  </a:lnTo>
                  <a:lnTo>
                    <a:pt x="1230899" y="160900"/>
                  </a:lnTo>
                  <a:lnTo>
                    <a:pt x="1234819" y="161978"/>
                  </a:lnTo>
                  <a:lnTo>
                    <a:pt x="1238739" y="163016"/>
                  </a:lnTo>
                  <a:lnTo>
                    <a:pt x="1242659" y="164013"/>
                  </a:lnTo>
                  <a:lnTo>
                    <a:pt x="1246580" y="164968"/>
                  </a:lnTo>
                  <a:lnTo>
                    <a:pt x="1250500" y="165871"/>
                  </a:lnTo>
                  <a:lnTo>
                    <a:pt x="1254420" y="166737"/>
                  </a:lnTo>
                  <a:lnTo>
                    <a:pt x="1258340" y="167565"/>
                  </a:lnTo>
                  <a:lnTo>
                    <a:pt x="1262260" y="168358"/>
                  </a:lnTo>
                  <a:lnTo>
                    <a:pt x="1266180" y="169105"/>
                  </a:lnTo>
                  <a:lnTo>
                    <a:pt x="1270100" y="169815"/>
                  </a:lnTo>
                  <a:lnTo>
                    <a:pt x="1274020" y="170491"/>
                  </a:lnTo>
                  <a:lnTo>
                    <a:pt x="1277940" y="171136"/>
                  </a:lnTo>
                  <a:lnTo>
                    <a:pt x="1281860" y="171747"/>
                  </a:lnTo>
                  <a:lnTo>
                    <a:pt x="1285780" y="172318"/>
                  </a:lnTo>
                  <a:lnTo>
                    <a:pt x="1289700" y="172862"/>
                  </a:lnTo>
                  <a:lnTo>
                    <a:pt x="1293620" y="173378"/>
                  </a:lnTo>
                  <a:lnTo>
                    <a:pt x="1297540" y="173867"/>
                  </a:lnTo>
                  <a:lnTo>
                    <a:pt x="1301460" y="174322"/>
                  </a:lnTo>
                  <a:lnTo>
                    <a:pt x="1305380" y="174751"/>
                  </a:lnTo>
                  <a:lnTo>
                    <a:pt x="1309301" y="175157"/>
                  </a:lnTo>
                  <a:lnTo>
                    <a:pt x="1313221" y="175540"/>
                  </a:lnTo>
                  <a:lnTo>
                    <a:pt x="1317141" y="175899"/>
                  </a:lnTo>
                  <a:lnTo>
                    <a:pt x="1321061" y="176233"/>
                  </a:lnTo>
                  <a:lnTo>
                    <a:pt x="1324981" y="176547"/>
                  </a:lnTo>
                  <a:lnTo>
                    <a:pt x="1328901" y="176843"/>
                  </a:lnTo>
                  <a:lnTo>
                    <a:pt x="1332821" y="177122"/>
                  </a:lnTo>
                  <a:lnTo>
                    <a:pt x="1336741" y="177378"/>
                  </a:lnTo>
                  <a:lnTo>
                    <a:pt x="1340661" y="177618"/>
                  </a:lnTo>
                  <a:lnTo>
                    <a:pt x="1344581" y="177844"/>
                  </a:lnTo>
                  <a:lnTo>
                    <a:pt x="1348501" y="178055"/>
                  </a:lnTo>
                  <a:lnTo>
                    <a:pt x="1352421" y="178251"/>
                  </a:lnTo>
                  <a:lnTo>
                    <a:pt x="1356341" y="178433"/>
                  </a:lnTo>
                  <a:lnTo>
                    <a:pt x="1360261" y="178603"/>
                  </a:lnTo>
                  <a:lnTo>
                    <a:pt x="1364181" y="178762"/>
                  </a:lnTo>
                  <a:lnTo>
                    <a:pt x="1368101" y="178911"/>
                  </a:lnTo>
                  <a:lnTo>
                    <a:pt x="1372022" y="179048"/>
                  </a:lnTo>
                  <a:lnTo>
                    <a:pt x="1375942" y="179175"/>
                  </a:lnTo>
                  <a:lnTo>
                    <a:pt x="1379862" y="179295"/>
                  </a:lnTo>
                  <a:lnTo>
                    <a:pt x="1383782" y="179407"/>
                  </a:lnTo>
                  <a:lnTo>
                    <a:pt x="1387702" y="179510"/>
                  </a:lnTo>
                  <a:lnTo>
                    <a:pt x="1391622" y="179607"/>
                  </a:lnTo>
                  <a:lnTo>
                    <a:pt x="1395542" y="179697"/>
                  </a:lnTo>
                  <a:lnTo>
                    <a:pt x="1399462" y="179781"/>
                  </a:lnTo>
                  <a:lnTo>
                    <a:pt x="1403382" y="179861"/>
                  </a:lnTo>
                  <a:lnTo>
                    <a:pt x="1407302" y="179934"/>
                  </a:lnTo>
                  <a:lnTo>
                    <a:pt x="1411222" y="180003"/>
                  </a:lnTo>
                  <a:lnTo>
                    <a:pt x="1415142" y="180067"/>
                  </a:lnTo>
                  <a:lnTo>
                    <a:pt x="1419062" y="180129"/>
                  </a:lnTo>
                  <a:lnTo>
                    <a:pt x="1422982" y="180185"/>
                  </a:lnTo>
                  <a:lnTo>
                    <a:pt x="1426902" y="180238"/>
                  </a:lnTo>
                  <a:lnTo>
                    <a:pt x="1430822" y="180289"/>
                  </a:lnTo>
                  <a:lnTo>
                    <a:pt x="1434743" y="180336"/>
                  </a:lnTo>
                  <a:lnTo>
                    <a:pt x="1438663" y="180381"/>
                  </a:lnTo>
                  <a:lnTo>
                    <a:pt x="1442583" y="180423"/>
                  </a:lnTo>
                  <a:lnTo>
                    <a:pt x="1446503" y="180462"/>
                  </a:lnTo>
                  <a:lnTo>
                    <a:pt x="1450423" y="180499"/>
                  </a:lnTo>
                  <a:lnTo>
                    <a:pt x="1454343" y="180535"/>
                  </a:lnTo>
                  <a:lnTo>
                    <a:pt x="1458263" y="180568"/>
                  </a:lnTo>
                  <a:lnTo>
                    <a:pt x="1462183" y="180599"/>
                  </a:lnTo>
                  <a:lnTo>
                    <a:pt x="1466103" y="180628"/>
                  </a:lnTo>
                  <a:lnTo>
                    <a:pt x="1470023" y="180655"/>
                  </a:lnTo>
                  <a:lnTo>
                    <a:pt x="1473943" y="180681"/>
                  </a:lnTo>
                  <a:lnTo>
                    <a:pt x="1477863" y="180705"/>
                  </a:lnTo>
                  <a:lnTo>
                    <a:pt x="1481783" y="180728"/>
                  </a:lnTo>
                  <a:lnTo>
                    <a:pt x="1485703" y="180749"/>
                  </a:lnTo>
                  <a:lnTo>
                    <a:pt x="1489623" y="180769"/>
                  </a:lnTo>
                  <a:lnTo>
                    <a:pt x="1493543" y="180788"/>
                  </a:lnTo>
                  <a:lnTo>
                    <a:pt x="1497464" y="180805"/>
                  </a:lnTo>
                  <a:lnTo>
                    <a:pt x="1501384" y="180821"/>
                  </a:lnTo>
                  <a:lnTo>
                    <a:pt x="1505304" y="180836"/>
                  </a:lnTo>
                  <a:lnTo>
                    <a:pt x="1509224" y="180849"/>
                  </a:lnTo>
                  <a:lnTo>
                    <a:pt x="1513144" y="180862"/>
                  </a:lnTo>
                  <a:lnTo>
                    <a:pt x="1517064" y="180874"/>
                  </a:lnTo>
                  <a:lnTo>
                    <a:pt x="1520984" y="180884"/>
                  </a:lnTo>
                  <a:lnTo>
                    <a:pt x="1524904" y="180894"/>
                  </a:lnTo>
                  <a:lnTo>
                    <a:pt x="1528824" y="180903"/>
                  </a:lnTo>
                  <a:lnTo>
                    <a:pt x="1532744" y="180911"/>
                  </a:lnTo>
                  <a:lnTo>
                    <a:pt x="1536664" y="180919"/>
                  </a:lnTo>
                  <a:lnTo>
                    <a:pt x="1540584" y="180926"/>
                  </a:lnTo>
                  <a:lnTo>
                    <a:pt x="1544504" y="180932"/>
                  </a:lnTo>
                  <a:lnTo>
                    <a:pt x="1548424" y="180937"/>
                  </a:lnTo>
                  <a:lnTo>
                    <a:pt x="1552344" y="180942"/>
                  </a:lnTo>
                  <a:lnTo>
                    <a:pt x="1556265" y="180946"/>
                  </a:lnTo>
                  <a:lnTo>
                    <a:pt x="1560185" y="180950"/>
                  </a:lnTo>
                  <a:lnTo>
                    <a:pt x="1564105" y="180954"/>
                  </a:lnTo>
                  <a:lnTo>
                    <a:pt x="1568025" y="180957"/>
                  </a:lnTo>
                  <a:lnTo>
                    <a:pt x="1571945" y="180959"/>
                  </a:lnTo>
                  <a:lnTo>
                    <a:pt x="1575865" y="180962"/>
                  </a:lnTo>
                  <a:lnTo>
                    <a:pt x="1579785" y="180964"/>
                  </a:lnTo>
                  <a:lnTo>
                    <a:pt x="1583705" y="180966"/>
                  </a:lnTo>
                  <a:lnTo>
                    <a:pt x="1587625" y="180967"/>
                  </a:lnTo>
                  <a:lnTo>
                    <a:pt x="1591545" y="180969"/>
                  </a:lnTo>
                  <a:lnTo>
                    <a:pt x="1595465" y="180970"/>
                  </a:lnTo>
                  <a:lnTo>
                    <a:pt x="1599385" y="180970"/>
                  </a:lnTo>
                  <a:lnTo>
                    <a:pt x="1603305" y="180971"/>
                  </a:lnTo>
                  <a:lnTo>
                    <a:pt x="1607225" y="180972"/>
                  </a:lnTo>
                  <a:lnTo>
                    <a:pt x="1611145" y="180972"/>
                  </a:lnTo>
                  <a:lnTo>
                    <a:pt x="1615065" y="180972"/>
                  </a:lnTo>
                  <a:lnTo>
                    <a:pt x="1618986" y="180972"/>
                  </a:lnTo>
                  <a:lnTo>
                    <a:pt x="1622906" y="180972"/>
                  </a:lnTo>
                  <a:lnTo>
                    <a:pt x="1626826" y="180971"/>
                  </a:lnTo>
                  <a:lnTo>
                    <a:pt x="1630746" y="180971"/>
                  </a:lnTo>
                  <a:lnTo>
                    <a:pt x="1634666" y="180970"/>
                  </a:lnTo>
                  <a:lnTo>
                    <a:pt x="1638586" y="180969"/>
                  </a:lnTo>
                  <a:lnTo>
                    <a:pt x="1642506" y="180968"/>
                  </a:lnTo>
                  <a:lnTo>
                    <a:pt x="1646426" y="180967"/>
                  </a:lnTo>
                  <a:lnTo>
                    <a:pt x="1650346" y="180965"/>
                  </a:lnTo>
                  <a:lnTo>
                    <a:pt x="1654266" y="180963"/>
                  </a:lnTo>
                  <a:lnTo>
                    <a:pt x="1658186" y="180961"/>
                  </a:lnTo>
                  <a:lnTo>
                    <a:pt x="1662106" y="180958"/>
                  </a:lnTo>
                  <a:lnTo>
                    <a:pt x="1666026" y="180955"/>
                  </a:lnTo>
                  <a:lnTo>
                    <a:pt x="1669946" y="180952"/>
                  </a:lnTo>
                  <a:lnTo>
                    <a:pt x="1673866" y="180948"/>
                  </a:lnTo>
                  <a:lnTo>
                    <a:pt x="1677786" y="180944"/>
                  </a:lnTo>
                  <a:lnTo>
                    <a:pt x="1681707" y="180939"/>
                  </a:lnTo>
                  <a:lnTo>
                    <a:pt x="1685627" y="180934"/>
                  </a:lnTo>
                  <a:lnTo>
                    <a:pt x="1689547" y="180928"/>
                  </a:lnTo>
                  <a:lnTo>
                    <a:pt x="1693467" y="180921"/>
                  </a:lnTo>
                  <a:lnTo>
                    <a:pt x="1697387" y="180914"/>
                  </a:lnTo>
                  <a:lnTo>
                    <a:pt x="1701307" y="180905"/>
                  </a:lnTo>
                  <a:lnTo>
                    <a:pt x="1705227" y="180896"/>
                  </a:lnTo>
                  <a:lnTo>
                    <a:pt x="1709147" y="180886"/>
                  </a:lnTo>
                  <a:lnTo>
                    <a:pt x="1713067" y="180876"/>
                  </a:lnTo>
                  <a:lnTo>
                    <a:pt x="1716987" y="180864"/>
                  </a:lnTo>
                  <a:lnTo>
                    <a:pt x="1720907" y="180851"/>
                  </a:lnTo>
                  <a:lnTo>
                    <a:pt x="1724827" y="180837"/>
                  </a:lnTo>
                  <a:lnTo>
                    <a:pt x="1728747" y="180822"/>
                  </a:lnTo>
                  <a:lnTo>
                    <a:pt x="1732667" y="180806"/>
                  </a:lnTo>
                  <a:lnTo>
                    <a:pt x="1736587" y="180789"/>
                  </a:lnTo>
                  <a:lnTo>
                    <a:pt x="1740507" y="180770"/>
                  </a:lnTo>
                  <a:lnTo>
                    <a:pt x="1744428" y="180750"/>
                  </a:lnTo>
                  <a:lnTo>
                    <a:pt x="1748348" y="180729"/>
                  </a:lnTo>
                  <a:lnTo>
                    <a:pt x="1752268" y="180707"/>
                  </a:lnTo>
                  <a:lnTo>
                    <a:pt x="1756188" y="180684"/>
                  </a:lnTo>
                  <a:lnTo>
                    <a:pt x="1760108" y="180659"/>
                  </a:lnTo>
                  <a:lnTo>
                    <a:pt x="1764028" y="180633"/>
                  </a:lnTo>
                  <a:lnTo>
                    <a:pt x="1767948" y="180606"/>
                  </a:lnTo>
                  <a:lnTo>
                    <a:pt x="1771868" y="180577"/>
                  </a:lnTo>
                  <a:lnTo>
                    <a:pt x="1775788" y="180548"/>
                  </a:lnTo>
                  <a:lnTo>
                    <a:pt x="1779708" y="180517"/>
                  </a:lnTo>
                  <a:lnTo>
                    <a:pt x="1783628" y="180486"/>
                  </a:lnTo>
                  <a:lnTo>
                    <a:pt x="1787548" y="180454"/>
                  </a:lnTo>
                  <a:lnTo>
                    <a:pt x="1791468" y="180420"/>
                  </a:lnTo>
                  <a:lnTo>
                    <a:pt x="1795388" y="180387"/>
                  </a:lnTo>
                  <a:lnTo>
                    <a:pt x="1799308" y="180352"/>
                  </a:lnTo>
                  <a:lnTo>
                    <a:pt x="1803228" y="180317"/>
                  </a:lnTo>
                  <a:lnTo>
                    <a:pt x="1807149" y="180282"/>
                  </a:lnTo>
                  <a:lnTo>
                    <a:pt x="1811069" y="180247"/>
                  </a:lnTo>
                  <a:lnTo>
                    <a:pt x="1814989" y="180211"/>
                  </a:lnTo>
                  <a:lnTo>
                    <a:pt x="1818909" y="180176"/>
                  </a:lnTo>
                  <a:lnTo>
                    <a:pt x="1822829" y="180141"/>
                  </a:lnTo>
                  <a:lnTo>
                    <a:pt x="1826749" y="180106"/>
                  </a:lnTo>
                  <a:lnTo>
                    <a:pt x="1830669" y="180072"/>
                  </a:lnTo>
                  <a:lnTo>
                    <a:pt x="1834589" y="180038"/>
                  </a:lnTo>
                  <a:lnTo>
                    <a:pt x="1838509" y="180005"/>
                  </a:lnTo>
                  <a:lnTo>
                    <a:pt x="1842429" y="179974"/>
                  </a:lnTo>
                  <a:lnTo>
                    <a:pt x="1846349" y="179943"/>
                  </a:lnTo>
                  <a:lnTo>
                    <a:pt x="1850269" y="179914"/>
                  </a:lnTo>
                  <a:lnTo>
                    <a:pt x="1854189" y="179886"/>
                  </a:lnTo>
                  <a:lnTo>
                    <a:pt x="1858109" y="179860"/>
                  </a:lnTo>
                  <a:lnTo>
                    <a:pt x="1862029" y="179836"/>
                  </a:lnTo>
                  <a:lnTo>
                    <a:pt x="1865949" y="179813"/>
                  </a:lnTo>
                  <a:lnTo>
                    <a:pt x="1869870" y="179792"/>
                  </a:lnTo>
                  <a:lnTo>
                    <a:pt x="1873790" y="179773"/>
                  </a:lnTo>
                  <a:lnTo>
                    <a:pt x="1877710" y="179756"/>
                  </a:lnTo>
                  <a:lnTo>
                    <a:pt x="1881630" y="179742"/>
                  </a:lnTo>
                  <a:lnTo>
                    <a:pt x="1885550" y="179729"/>
                  </a:lnTo>
                  <a:lnTo>
                    <a:pt x="1889470" y="179719"/>
                  </a:lnTo>
                  <a:lnTo>
                    <a:pt x="1893390" y="179711"/>
                  </a:lnTo>
                  <a:lnTo>
                    <a:pt x="1897310" y="179706"/>
                  </a:lnTo>
                  <a:lnTo>
                    <a:pt x="1901230" y="179703"/>
                  </a:lnTo>
                  <a:lnTo>
                    <a:pt x="1905150" y="179702"/>
                  </a:lnTo>
                  <a:lnTo>
                    <a:pt x="1909070" y="179703"/>
                  </a:lnTo>
                  <a:lnTo>
                    <a:pt x="1912990" y="179707"/>
                  </a:lnTo>
                  <a:lnTo>
                    <a:pt x="1916910" y="179714"/>
                  </a:lnTo>
                  <a:lnTo>
                    <a:pt x="1920830" y="179722"/>
                  </a:lnTo>
                  <a:lnTo>
                    <a:pt x="1924750" y="179733"/>
                  </a:lnTo>
                  <a:lnTo>
                    <a:pt x="1928670" y="179746"/>
                  </a:lnTo>
                  <a:lnTo>
                    <a:pt x="1932591" y="179761"/>
                  </a:lnTo>
                  <a:lnTo>
                    <a:pt x="1936511" y="179778"/>
                  </a:lnTo>
                  <a:lnTo>
                    <a:pt x="1940431" y="179797"/>
                  </a:lnTo>
                  <a:lnTo>
                    <a:pt x="1944351" y="179818"/>
                  </a:lnTo>
                  <a:lnTo>
                    <a:pt x="1948271" y="179841"/>
                  </a:lnTo>
                  <a:lnTo>
                    <a:pt x="1952191" y="179865"/>
                  </a:lnTo>
                  <a:lnTo>
                    <a:pt x="1956111" y="179891"/>
                  </a:lnTo>
                  <a:lnTo>
                    <a:pt x="1960031" y="179918"/>
                  </a:lnTo>
                  <a:lnTo>
                    <a:pt x="1963951" y="179946"/>
                  </a:lnTo>
                  <a:lnTo>
                    <a:pt x="1967871" y="179976"/>
                  </a:lnTo>
                  <a:lnTo>
                    <a:pt x="1971791" y="180006"/>
                  </a:lnTo>
                  <a:lnTo>
                    <a:pt x="1975711" y="180038"/>
                  </a:lnTo>
                  <a:lnTo>
                    <a:pt x="1979631" y="180070"/>
                  </a:lnTo>
                  <a:lnTo>
                    <a:pt x="1983551" y="180103"/>
                  </a:lnTo>
                  <a:lnTo>
                    <a:pt x="1987471" y="180137"/>
                  </a:lnTo>
                  <a:lnTo>
                    <a:pt x="1991391" y="180170"/>
                  </a:lnTo>
                  <a:lnTo>
                    <a:pt x="1995312" y="180204"/>
                  </a:lnTo>
                  <a:lnTo>
                    <a:pt x="1999232" y="180239"/>
                  </a:lnTo>
                  <a:lnTo>
                    <a:pt x="2003152" y="180273"/>
                  </a:lnTo>
                  <a:lnTo>
                    <a:pt x="2003152" y="180978"/>
                  </a:lnTo>
                  <a:lnTo>
                    <a:pt x="1999232" y="180978"/>
                  </a:lnTo>
                  <a:lnTo>
                    <a:pt x="1995312" y="180978"/>
                  </a:lnTo>
                  <a:lnTo>
                    <a:pt x="1991391" y="180978"/>
                  </a:lnTo>
                  <a:lnTo>
                    <a:pt x="1987471" y="180978"/>
                  </a:lnTo>
                  <a:lnTo>
                    <a:pt x="1983551" y="180978"/>
                  </a:lnTo>
                  <a:lnTo>
                    <a:pt x="1979631" y="180978"/>
                  </a:lnTo>
                  <a:lnTo>
                    <a:pt x="1975711" y="180978"/>
                  </a:lnTo>
                  <a:lnTo>
                    <a:pt x="1971791" y="180978"/>
                  </a:lnTo>
                  <a:lnTo>
                    <a:pt x="1967871" y="180978"/>
                  </a:lnTo>
                  <a:lnTo>
                    <a:pt x="1963951" y="180978"/>
                  </a:lnTo>
                  <a:lnTo>
                    <a:pt x="1960031" y="180978"/>
                  </a:lnTo>
                  <a:lnTo>
                    <a:pt x="1956111" y="180978"/>
                  </a:lnTo>
                  <a:lnTo>
                    <a:pt x="1952191" y="180978"/>
                  </a:lnTo>
                  <a:lnTo>
                    <a:pt x="1948271" y="180978"/>
                  </a:lnTo>
                  <a:lnTo>
                    <a:pt x="1944351" y="180978"/>
                  </a:lnTo>
                  <a:lnTo>
                    <a:pt x="1940431" y="180978"/>
                  </a:lnTo>
                  <a:lnTo>
                    <a:pt x="1936511" y="180978"/>
                  </a:lnTo>
                  <a:lnTo>
                    <a:pt x="1932591" y="180978"/>
                  </a:lnTo>
                  <a:lnTo>
                    <a:pt x="1928670" y="180978"/>
                  </a:lnTo>
                  <a:lnTo>
                    <a:pt x="1924750" y="180978"/>
                  </a:lnTo>
                  <a:lnTo>
                    <a:pt x="1920830" y="180978"/>
                  </a:lnTo>
                  <a:lnTo>
                    <a:pt x="1916910" y="180978"/>
                  </a:lnTo>
                  <a:lnTo>
                    <a:pt x="1912990" y="180978"/>
                  </a:lnTo>
                  <a:lnTo>
                    <a:pt x="1909070" y="180978"/>
                  </a:lnTo>
                  <a:lnTo>
                    <a:pt x="1905150" y="180978"/>
                  </a:lnTo>
                  <a:lnTo>
                    <a:pt x="1901230" y="180978"/>
                  </a:lnTo>
                  <a:lnTo>
                    <a:pt x="1897310" y="180978"/>
                  </a:lnTo>
                  <a:lnTo>
                    <a:pt x="1893390" y="180978"/>
                  </a:lnTo>
                  <a:lnTo>
                    <a:pt x="1889470" y="180978"/>
                  </a:lnTo>
                  <a:lnTo>
                    <a:pt x="1885550" y="180978"/>
                  </a:lnTo>
                  <a:lnTo>
                    <a:pt x="1881630" y="180978"/>
                  </a:lnTo>
                  <a:lnTo>
                    <a:pt x="1877710" y="180978"/>
                  </a:lnTo>
                  <a:lnTo>
                    <a:pt x="1873790" y="180978"/>
                  </a:lnTo>
                  <a:lnTo>
                    <a:pt x="1869870" y="180978"/>
                  </a:lnTo>
                  <a:lnTo>
                    <a:pt x="1865949" y="180978"/>
                  </a:lnTo>
                  <a:lnTo>
                    <a:pt x="1862029" y="180978"/>
                  </a:lnTo>
                  <a:lnTo>
                    <a:pt x="1858109" y="180978"/>
                  </a:lnTo>
                  <a:lnTo>
                    <a:pt x="1854189" y="180978"/>
                  </a:lnTo>
                  <a:lnTo>
                    <a:pt x="1850269" y="180978"/>
                  </a:lnTo>
                  <a:lnTo>
                    <a:pt x="1846349" y="180978"/>
                  </a:lnTo>
                  <a:lnTo>
                    <a:pt x="1842429" y="180978"/>
                  </a:lnTo>
                  <a:lnTo>
                    <a:pt x="1838509" y="180978"/>
                  </a:lnTo>
                  <a:lnTo>
                    <a:pt x="1834589" y="180978"/>
                  </a:lnTo>
                  <a:lnTo>
                    <a:pt x="1830669" y="180978"/>
                  </a:lnTo>
                  <a:lnTo>
                    <a:pt x="1826749" y="180978"/>
                  </a:lnTo>
                  <a:lnTo>
                    <a:pt x="1822829" y="180978"/>
                  </a:lnTo>
                  <a:lnTo>
                    <a:pt x="1818909" y="180978"/>
                  </a:lnTo>
                  <a:lnTo>
                    <a:pt x="1814989" y="180978"/>
                  </a:lnTo>
                  <a:lnTo>
                    <a:pt x="1811069" y="180978"/>
                  </a:lnTo>
                  <a:lnTo>
                    <a:pt x="1807149" y="180978"/>
                  </a:lnTo>
                  <a:lnTo>
                    <a:pt x="1803228" y="180978"/>
                  </a:lnTo>
                  <a:lnTo>
                    <a:pt x="1799308" y="180978"/>
                  </a:lnTo>
                  <a:lnTo>
                    <a:pt x="1795388" y="180978"/>
                  </a:lnTo>
                  <a:lnTo>
                    <a:pt x="1791468" y="180978"/>
                  </a:lnTo>
                  <a:lnTo>
                    <a:pt x="1787548" y="180978"/>
                  </a:lnTo>
                  <a:lnTo>
                    <a:pt x="1783628" y="180978"/>
                  </a:lnTo>
                  <a:lnTo>
                    <a:pt x="1779708" y="180978"/>
                  </a:lnTo>
                  <a:lnTo>
                    <a:pt x="1775788" y="180978"/>
                  </a:lnTo>
                  <a:lnTo>
                    <a:pt x="1771868" y="180978"/>
                  </a:lnTo>
                  <a:lnTo>
                    <a:pt x="1767948" y="180978"/>
                  </a:lnTo>
                  <a:lnTo>
                    <a:pt x="1764028" y="180978"/>
                  </a:lnTo>
                  <a:lnTo>
                    <a:pt x="1760108" y="180978"/>
                  </a:lnTo>
                  <a:lnTo>
                    <a:pt x="1756188" y="180978"/>
                  </a:lnTo>
                  <a:lnTo>
                    <a:pt x="1752268" y="180978"/>
                  </a:lnTo>
                  <a:lnTo>
                    <a:pt x="1748348" y="180978"/>
                  </a:lnTo>
                  <a:lnTo>
                    <a:pt x="1744428" y="180978"/>
                  </a:lnTo>
                  <a:lnTo>
                    <a:pt x="1740507" y="180978"/>
                  </a:lnTo>
                  <a:lnTo>
                    <a:pt x="1736587" y="180978"/>
                  </a:lnTo>
                  <a:lnTo>
                    <a:pt x="1732667" y="180978"/>
                  </a:lnTo>
                  <a:lnTo>
                    <a:pt x="1728747" y="180978"/>
                  </a:lnTo>
                  <a:lnTo>
                    <a:pt x="1724827" y="180978"/>
                  </a:lnTo>
                  <a:lnTo>
                    <a:pt x="1720907" y="180978"/>
                  </a:lnTo>
                  <a:lnTo>
                    <a:pt x="1716987" y="180978"/>
                  </a:lnTo>
                  <a:lnTo>
                    <a:pt x="1713067" y="180978"/>
                  </a:lnTo>
                  <a:lnTo>
                    <a:pt x="1709147" y="180978"/>
                  </a:lnTo>
                  <a:lnTo>
                    <a:pt x="1705227" y="180978"/>
                  </a:lnTo>
                  <a:lnTo>
                    <a:pt x="1701307" y="180978"/>
                  </a:lnTo>
                  <a:lnTo>
                    <a:pt x="1697387" y="180978"/>
                  </a:lnTo>
                  <a:lnTo>
                    <a:pt x="1693467" y="180978"/>
                  </a:lnTo>
                  <a:lnTo>
                    <a:pt x="1689547" y="180978"/>
                  </a:lnTo>
                  <a:lnTo>
                    <a:pt x="1685627" y="180978"/>
                  </a:lnTo>
                  <a:lnTo>
                    <a:pt x="1681707" y="180978"/>
                  </a:lnTo>
                  <a:lnTo>
                    <a:pt x="1677786" y="180978"/>
                  </a:lnTo>
                  <a:lnTo>
                    <a:pt x="1673866" y="180978"/>
                  </a:lnTo>
                  <a:lnTo>
                    <a:pt x="1669946" y="180978"/>
                  </a:lnTo>
                  <a:lnTo>
                    <a:pt x="1666026" y="180978"/>
                  </a:lnTo>
                  <a:lnTo>
                    <a:pt x="1662106" y="180978"/>
                  </a:lnTo>
                  <a:lnTo>
                    <a:pt x="1658186" y="180978"/>
                  </a:lnTo>
                  <a:lnTo>
                    <a:pt x="1654266" y="180978"/>
                  </a:lnTo>
                  <a:lnTo>
                    <a:pt x="1650346" y="180978"/>
                  </a:lnTo>
                  <a:lnTo>
                    <a:pt x="1646426" y="180978"/>
                  </a:lnTo>
                  <a:lnTo>
                    <a:pt x="1642506" y="180978"/>
                  </a:lnTo>
                  <a:lnTo>
                    <a:pt x="1638586" y="180978"/>
                  </a:lnTo>
                  <a:lnTo>
                    <a:pt x="1634666" y="180978"/>
                  </a:lnTo>
                  <a:lnTo>
                    <a:pt x="1630746" y="180978"/>
                  </a:lnTo>
                  <a:lnTo>
                    <a:pt x="1626826" y="180978"/>
                  </a:lnTo>
                  <a:lnTo>
                    <a:pt x="1622906" y="180978"/>
                  </a:lnTo>
                  <a:lnTo>
                    <a:pt x="1618986" y="180978"/>
                  </a:lnTo>
                  <a:lnTo>
                    <a:pt x="1615065" y="180978"/>
                  </a:lnTo>
                  <a:lnTo>
                    <a:pt x="1611145" y="180978"/>
                  </a:lnTo>
                  <a:lnTo>
                    <a:pt x="1607225" y="180978"/>
                  </a:lnTo>
                  <a:lnTo>
                    <a:pt x="1603305" y="180978"/>
                  </a:lnTo>
                  <a:lnTo>
                    <a:pt x="1599385" y="180978"/>
                  </a:lnTo>
                  <a:lnTo>
                    <a:pt x="1595465" y="180978"/>
                  </a:lnTo>
                  <a:lnTo>
                    <a:pt x="1591545" y="180978"/>
                  </a:lnTo>
                  <a:lnTo>
                    <a:pt x="1587625" y="180978"/>
                  </a:lnTo>
                  <a:lnTo>
                    <a:pt x="1583705" y="180978"/>
                  </a:lnTo>
                  <a:lnTo>
                    <a:pt x="1579785" y="180978"/>
                  </a:lnTo>
                  <a:lnTo>
                    <a:pt x="1575865" y="180978"/>
                  </a:lnTo>
                  <a:lnTo>
                    <a:pt x="1571945" y="180978"/>
                  </a:lnTo>
                  <a:lnTo>
                    <a:pt x="1568025" y="180978"/>
                  </a:lnTo>
                  <a:lnTo>
                    <a:pt x="1564105" y="180978"/>
                  </a:lnTo>
                  <a:lnTo>
                    <a:pt x="1560185" y="180978"/>
                  </a:lnTo>
                  <a:lnTo>
                    <a:pt x="1556265" y="180978"/>
                  </a:lnTo>
                  <a:lnTo>
                    <a:pt x="1552344" y="180978"/>
                  </a:lnTo>
                  <a:lnTo>
                    <a:pt x="1548424" y="180978"/>
                  </a:lnTo>
                  <a:lnTo>
                    <a:pt x="1544504" y="180978"/>
                  </a:lnTo>
                  <a:lnTo>
                    <a:pt x="1540584" y="180978"/>
                  </a:lnTo>
                  <a:lnTo>
                    <a:pt x="1536664" y="180978"/>
                  </a:lnTo>
                  <a:lnTo>
                    <a:pt x="1532744" y="180978"/>
                  </a:lnTo>
                  <a:lnTo>
                    <a:pt x="1528824" y="180978"/>
                  </a:lnTo>
                  <a:lnTo>
                    <a:pt x="1524904" y="180978"/>
                  </a:lnTo>
                  <a:lnTo>
                    <a:pt x="1520984" y="180978"/>
                  </a:lnTo>
                  <a:lnTo>
                    <a:pt x="1517064" y="180978"/>
                  </a:lnTo>
                  <a:lnTo>
                    <a:pt x="1513144" y="180978"/>
                  </a:lnTo>
                  <a:lnTo>
                    <a:pt x="1509224" y="180978"/>
                  </a:lnTo>
                  <a:lnTo>
                    <a:pt x="1505304" y="180978"/>
                  </a:lnTo>
                  <a:lnTo>
                    <a:pt x="1501384" y="180978"/>
                  </a:lnTo>
                  <a:lnTo>
                    <a:pt x="1497464" y="180978"/>
                  </a:lnTo>
                  <a:lnTo>
                    <a:pt x="1493543" y="180978"/>
                  </a:lnTo>
                  <a:lnTo>
                    <a:pt x="1489623" y="180978"/>
                  </a:lnTo>
                  <a:lnTo>
                    <a:pt x="1485703" y="180978"/>
                  </a:lnTo>
                  <a:lnTo>
                    <a:pt x="1481783" y="180978"/>
                  </a:lnTo>
                  <a:lnTo>
                    <a:pt x="1477863" y="180978"/>
                  </a:lnTo>
                  <a:lnTo>
                    <a:pt x="1473943" y="180978"/>
                  </a:lnTo>
                  <a:lnTo>
                    <a:pt x="1470023" y="180978"/>
                  </a:lnTo>
                  <a:lnTo>
                    <a:pt x="1466103" y="180978"/>
                  </a:lnTo>
                  <a:lnTo>
                    <a:pt x="1462183" y="180978"/>
                  </a:lnTo>
                  <a:lnTo>
                    <a:pt x="1458263" y="180978"/>
                  </a:lnTo>
                  <a:lnTo>
                    <a:pt x="1454343" y="180978"/>
                  </a:lnTo>
                  <a:lnTo>
                    <a:pt x="1450423" y="180978"/>
                  </a:lnTo>
                  <a:lnTo>
                    <a:pt x="1446503" y="180978"/>
                  </a:lnTo>
                  <a:lnTo>
                    <a:pt x="1442583" y="180978"/>
                  </a:lnTo>
                  <a:lnTo>
                    <a:pt x="1438663" y="180978"/>
                  </a:lnTo>
                  <a:lnTo>
                    <a:pt x="1434743" y="180978"/>
                  </a:lnTo>
                  <a:lnTo>
                    <a:pt x="1430822" y="180978"/>
                  </a:lnTo>
                  <a:lnTo>
                    <a:pt x="1426902" y="180978"/>
                  </a:lnTo>
                  <a:lnTo>
                    <a:pt x="1422982" y="180978"/>
                  </a:lnTo>
                  <a:lnTo>
                    <a:pt x="1419062" y="180978"/>
                  </a:lnTo>
                  <a:lnTo>
                    <a:pt x="1415142" y="180978"/>
                  </a:lnTo>
                  <a:lnTo>
                    <a:pt x="1411222" y="180978"/>
                  </a:lnTo>
                  <a:lnTo>
                    <a:pt x="1407302" y="180978"/>
                  </a:lnTo>
                  <a:lnTo>
                    <a:pt x="1403382" y="180978"/>
                  </a:lnTo>
                  <a:lnTo>
                    <a:pt x="1399462" y="180978"/>
                  </a:lnTo>
                  <a:lnTo>
                    <a:pt x="1395542" y="180978"/>
                  </a:lnTo>
                  <a:lnTo>
                    <a:pt x="1391622" y="180978"/>
                  </a:lnTo>
                  <a:lnTo>
                    <a:pt x="1387702" y="180978"/>
                  </a:lnTo>
                  <a:lnTo>
                    <a:pt x="1383782" y="180978"/>
                  </a:lnTo>
                  <a:lnTo>
                    <a:pt x="1379862" y="180978"/>
                  </a:lnTo>
                  <a:lnTo>
                    <a:pt x="1375942" y="180978"/>
                  </a:lnTo>
                  <a:lnTo>
                    <a:pt x="1372022" y="180978"/>
                  </a:lnTo>
                  <a:lnTo>
                    <a:pt x="1368101" y="180978"/>
                  </a:lnTo>
                  <a:lnTo>
                    <a:pt x="1364181" y="180978"/>
                  </a:lnTo>
                  <a:lnTo>
                    <a:pt x="1360261" y="180978"/>
                  </a:lnTo>
                  <a:lnTo>
                    <a:pt x="1356341" y="180978"/>
                  </a:lnTo>
                  <a:lnTo>
                    <a:pt x="1352421" y="180978"/>
                  </a:lnTo>
                  <a:lnTo>
                    <a:pt x="1348501" y="180978"/>
                  </a:lnTo>
                  <a:lnTo>
                    <a:pt x="1344581" y="180978"/>
                  </a:lnTo>
                  <a:lnTo>
                    <a:pt x="1340661" y="180978"/>
                  </a:lnTo>
                  <a:lnTo>
                    <a:pt x="1336741" y="180978"/>
                  </a:lnTo>
                  <a:lnTo>
                    <a:pt x="1332821" y="180978"/>
                  </a:lnTo>
                  <a:lnTo>
                    <a:pt x="1328901" y="180978"/>
                  </a:lnTo>
                  <a:lnTo>
                    <a:pt x="1324981" y="180978"/>
                  </a:lnTo>
                  <a:lnTo>
                    <a:pt x="1321061" y="180978"/>
                  </a:lnTo>
                  <a:lnTo>
                    <a:pt x="1317141" y="180978"/>
                  </a:lnTo>
                  <a:lnTo>
                    <a:pt x="1313221" y="180978"/>
                  </a:lnTo>
                  <a:lnTo>
                    <a:pt x="1309301" y="180978"/>
                  </a:lnTo>
                  <a:lnTo>
                    <a:pt x="1305380" y="180978"/>
                  </a:lnTo>
                  <a:lnTo>
                    <a:pt x="1301460" y="180978"/>
                  </a:lnTo>
                  <a:lnTo>
                    <a:pt x="1297540" y="180978"/>
                  </a:lnTo>
                  <a:lnTo>
                    <a:pt x="1293620" y="180978"/>
                  </a:lnTo>
                  <a:lnTo>
                    <a:pt x="1289700" y="180978"/>
                  </a:lnTo>
                  <a:lnTo>
                    <a:pt x="1285780" y="180978"/>
                  </a:lnTo>
                  <a:lnTo>
                    <a:pt x="1281860" y="180978"/>
                  </a:lnTo>
                  <a:lnTo>
                    <a:pt x="1277940" y="180978"/>
                  </a:lnTo>
                  <a:lnTo>
                    <a:pt x="1274020" y="180978"/>
                  </a:lnTo>
                  <a:lnTo>
                    <a:pt x="1270100" y="180978"/>
                  </a:lnTo>
                  <a:lnTo>
                    <a:pt x="1266180" y="180978"/>
                  </a:lnTo>
                  <a:lnTo>
                    <a:pt x="1262260" y="180978"/>
                  </a:lnTo>
                  <a:lnTo>
                    <a:pt x="1258340" y="180978"/>
                  </a:lnTo>
                  <a:lnTo>
                    <a:pt x="1254420" y="180978"/>
                  </a:lnTo>
                  <a:lnTo>
                    <a:pt x="1250500" y="180978"/>
                  </a:lnTo>
                  <a:lnTo>
                    <a:pt x="1246580" y="180978"/>
                  </a:lnTo>
                  <a:lnTo>
                    <a:pt x="1242659" y="180978"/>
                  </a:lnTo>
                  <a:lnTo>
                    <a:pt x="1238739" y="180978"/>
                  </a:lnTo>
                  <a:lnTo>
                    <a:pt x="1234819" y="180978"/>
                  </a:lnTo>
                  <a:lnTo>
                    <a:pt x="1230899" y="180978"/>
                  </a:lnTo>
                  <a:lnTo>
                    <a:pt x="1226979" y="180978"/>
                  </a:lnTo>
                  <a:lnTo>
                    <a:pt x="1223059" y="180978"/>
                  </a:lnTo>
                  <a:lnTo>
                    <a:pt x="1219139" y="180978"/>
                  </a:lnTo>
                  <a:lnTo>
                    <a:pt x="1215219" y="180978"/>
                  </a:lnTo>
                  <a:lnTo>
                    <a:pt x="1211299" y="180978"/>
                  </a:lnTo>
                  <a:lnTo>
                    <a:pt x="1207379" y="180978"/>
                  </a:lnTo>
                  <a:lnTo>
                    <a:pt x="1203459" y="180978"/>
                  </a:lnTo>
                  <a:lnTo>
                    <a:pt x="1199539" y="180978"/>
                  </a:lnTo>
                  <a:lnTo>
                    <a:pt x="1195619" y="180978"/>
                  </a:lnTo>
                  <a:lnTo>
                    <a:pt x="1191699" y="180978"/>
                  </a:lnTo>
                  <a:lnTo>
                    <a:pt x="1187779" y="180978"/>
                  </a:lnTo>
                  <a:lnTo>
                    <a:pt x="1183859" y="180978"/>
                  </a:lnTo>
                  <a:lnTo>
                    <a:pt x="1179938" y="180978"/>
                  </a:lnTo>
                  <a:lnTo>
                    <a:pt x="1176018" y="180978"/>
                  </a:lnTo>
                  <a:lnTo>
                    <a:pt x="1172098" y="180978"/>
                  </a:lnTo>
                  <a:lnTo>
                    <a:pt x="1168178" y="180978"/>
                  </a:lnTo>
                  <a:lnTo>
                    <a:pt x="1164258" y="180978"/>
                  </a:lnTo>
                  <a:lnTo>
                    <a:pt x="1160338" y="180978"/>
                  </a:lnTo>
                  <a:lnTo>
                    <a:pt x="1156418" y="180978"/>
                  </a:lnTo>
                  <a:lnTo>
                    <a:pt x="1152498" y="180978"/>
                  </a:lnTo>
                  <a:lnTo>
                    <a:pt x="1148578" y="180978"/>
                  </a:lnTo>
                  <a:lnTo>
                    <a:pt x="1144658" y="180978"/>
                  </a:lnTo>
                  <a:lnTo>
                    <a:pt x="1140738" y="180978"/>
                  </a:lnTo>
                  <a:lnTo>
                    <a:pt x="1136818" y="180978"/>
                  </a:lnTo>
                  <a:lnTo>
                    <a:pt x="1132898" y="180978"/>
                  </a:lnTo>
                  <a:lnTo>
                    <a:pt x="1128978" y="180978"/>
                  </a:lnTo>
                  <a:lnTo>
                    <a:pt x="1125058" y="180978"/>
                  </a:lnTo>
                  <a:lnTo>
                    <a:pt x="1121138" y="180978"/>
                  </a:lnTo>
                  <a:lnTo>
                    <a:pt x="1117217" y="180978"/>
                  </a:lnTo>
                  <a:lnTo>
                    <a:pt x="1113297" y="180978"/>
                  </a:lnTo>
                  <a:lnTo>
                    <a:pt x="1109377" y="180978"/>
                  </a:lnTo>
                  <a:lnTo>
                    <a:pt x="1105457" y="180978"/>
                  </a:lnTo>
                  <a:lnTo>
                    <a:pt x="1101537" y="180978"/>
                  </a:lnTo>
                  <a:lnTo>
                    <a:pt x="1097617" y="180978"/>
                  </a:lnTo>
                  <a:lnTo>
                    <a:pt x="1093697" y="180978"/>
                  </a:lnTo>
                  <a:lnTo>
                    <a:pt x="1089777" y="180978"/>
                  </a:lnTo>
                  <a:lnTo>
                    <a:pt x="1085857" y="180978"/>
                  </a:lnTo>
                  <a:lnTo>
                    <a:pt x="1081937" y="180978"/>
                  </a:lnTo>
                  <a:lnTo>
                    <a:pt x="1078017" y="180978"/>
                  </a:lnTo>
                  <a:lnTo>
                    <a:pt x="1074097" y="180978"/>
                  </a:lnTo>
                  <a:lnTo>
                    <a:pt x="1070177" y="180978"/>
                  </a:lnTo>
                  <a:lnTo>
                    <a:pt x="1066257" y="180978"/>
                  </a:lnTo>
                  <a:lnTo>
                    <a:pt x="1062337" y="180978"/>
                  </a:lnTo>
                  <a:lnTo>
                    <a:pt x="1058417" y="180978"/>
                  </a:lnTo>
                  <a:lnTo>
                    <a:pt x="1054496" y="180978"/>
                  </a:lnTo>
                  <a:lnTo>
                    <a:pt x="1050576" y="180978"/>
                  </a:lnTo>
                  <a:lnTo>
                    <a:pt x="1046656" y="180978"/>
                  </a:lnTo>
                  <a:lnTo>
                    <a:pt x="1042736" y="180978"/>
                  </a:lnTo>
                  <a:lnTo>
                    <a:pt x="1038816" y="180978"/>
                  </a:lnTo>
                  <a:lnTo>
                    <a:pt x="1034896" y="180978"/>
                  </a:lnTo>
                  <a:lnTo>
                    <a:pt x="1030976" y="180978"/>
                  </a:lnTo>
                  <a:lnTo>
                    <a:pt x="1027056" y="180978"/>
                  </a:lnTo>
                  <a:lnTo>
                    <a:pt x="1023136" y="180978"/>
                  </a:lnTo>
                  <a:lnTo>
                    <a:pt x="1019216" y="180978"/>
                  </a:lnTo>
                  <a:lnTo>
                    <a:pt x="1015296" y="180978"/>
                  </a:lnTo>
                  <a:lnTo>
                    <a:pt x="1011376" y="180978"/>
                  </a:lnTo>
                  <a:lnTo>
                    <a:pt x="1007456" y="180978"/>
                  </a:lnTo>
                  <a:lnTo>
                    <a:pt x="1003536" y="180978"/>
                  </a:lnTo>
                  <a:lnTo>
                    <a:pt x="999616" y="180978"/>
                  </a:lnTo>
                  <a:lnTo>
                    <a:pt x="995695" y="180978"/>
                  </a:lnTo>
                  <a:lnTo>
                    <a:pt x="991775" y="180978"/>
                  </a:lnTo>
                  <a:lnTo>
                    <a:pt x="987855" y="180978"/>
                  </a:lnTo>
                  <a:lnTo>
                    <a:pt x="983935" y="180978"/>
                  </a:lnTo>
                  <a:lnTo>
                    <a:pt x="980015" y="180978"/>
                  </a:lnTo>
                  <a:lnTo>
                    <a:pt x="976095" y="180978"/>
                  </a:lnTo>
                  <a:lnTo>
                    <a:pt x="972175" y="180978"/>
                  </a:lnTo>
                  <a:lnTo>
                    <a:pt x="968255" y="180978"/>
                  </a:lnTo>
                  <a:lnTo>
                    <a:pt x="964335" y="180978"/>
                  </a:lnTo>
                  <a:lnTo>
                    <a:pt x="960415" y="180978"/>
                  </a:lnTo>
                  <a:lnTo>
                    <a:pt x="956495" y="180978"/>
                  </a:lnTo>
                  <a:lnTo>
                    <a:pt x="952575" y="180978"/>
                  </a:lnTo>
                  <a:lnTo>
                    <a:pt x="948655" y="180978"/>
                  </a:lnTo>
                  <a:lnTo>
                    <a:pt x="944735" y="180978"/>
                  </a:lnTo>
                  <a:lnTo>
                    <a:pt x="940815" y="180978"/>
                  </a:lnTo>
                  <a:lnTo>
                    <a:pt x="936895" y="180978"/>
                  </a:lnTo>
                  <a:lnTo>
                    <a:pt x="932974" y="180978"/>
                  </a:lnTo>
                  <a:lnTo>
                    <a:pt x="929054" y="180978"/>
                  </a:lnTo>
                  <a:lnTo>
                    <a:pt x="925134" y="180978"/>
                  </a:lnTo>
                  <a:lnTo>
                    <a:pt x="921214" y="180978"/>
                  </a:lnTo>
                  <a:lnTo>
                    <a:pt x="917294" y="180978"/>
                  </a:lnTo>
                  <a:lnTo>
                    <a:pt x="913374" y="180978"/>
                  </a:lnTo>
                  <a:lnTo>
                    <a:pt x="909454" y="180978"/>
                  </a:lnTo>
                  <a:lnTo>
                    <a:pt x="905534" y="180978"/>
                  </a:lnTo>
                  <a:lnTo>
                    <a:pt x="901614" y="180978"/>
                  </a:lnTo>
                  <a:lnTo>
                    <a:pt x="897694" y="180978"/>
                  </a:lnTo>
                  <a:lnTo>
                    <a:pt x="893774" y="180978"/>
                  </a:lnTo>
                  <a:lnTo>
                    <a:pt x="889854" y="180978"/>
                  </a:lnTo>
                  <a:lnTo>
                    <a:pt x="885934" y="180978"/>
                  </a:lnTo>
                  <a:lnTo>
                    <a:pt x="882014" y="180978"/>
                  </a:lnTo>
                  <a:lnTo>
                    <a:pt x="878094" y="180978"/>
                  </a:lnTo>
                  <a:lnTo>
                    <a:pt x="874174" y="180978"/>
                  </a:lnTo>
                  <a:lnTo>
                    <a:pt x="870253" y="180978"/>
                  </a:lnTo>
                  <a:lnTo>
                    <a:pt x="866333" y="180978"/>
                  </a:lnTo>
                  <a:lnTo>
                    <a:pt x="862413" y="180978"/>
                  </a:lnTo>
                  <a:lnTo>
                    <a:pt x="858493" y="180978"/>
                  </a:lnTo>
                  <a:lnTo>
                    <a:pt x="854573" y="180978"/>
                  </a:lnTo>
                  <a:lnTo>
                    <a:pt x="850653" y="180978"/>
                  </a:lnTo>
                  <a:lnTo>
                    <a:pt x="846733" y="180978"/>
                  </a:lnTo>
                  <a:lnTo>
                    <a:pt x="842813" y="180978"/>
                  </a:lnTo>
                  <a:lnTo>
                    <a:pt x="838893" y="180978"/>
                  </a:lnTo>
                  <a:lnTo>
                    <a:pt x="834973" y="180978"/>
                  </a:lnTo>
                  <a:lnTo>
                    <a:pt x="831053" y="180978"/>
                  </a:lnTo>
                  <a:lnTo>
                    <a:pt x="827133" y="180978"/>
                  </a:lnTo>
                  <a:lnTo>
                    <a:pt x="823213" y="180978"/>
                  </a:lnTo>
                  <a:lnTo>
                    <a:pt x="819293" y="180978"/>
                  </a:lnTo>
                  <a:lnTo>
                    <a:pt x="815373" y="180978"/>
                  </a:lnTo>
                  <a:lnTo>
                    <a:pt x="811453" y="180978"/>
                  </a:lnTo>
                  <a:lnTo>
                    <a:pt x="807532" y="180978"/>
                  </a:lnTo>
                  <a:lnTo>
                    <a:pt x="803612" y="180978"/>
                  </a:lnTo>
                  <a:lnTo>
                    <a:pt x="799692" y="180978"/>
                  </a:lnTo>
                  <a:lnTo>
                    <a:pt x="795772" y="180978"/>
                  </a:lnTo>
                  <a:lnTo>
                    <a:pt x="791852" y="180978"/>
                  </a:lnTo>
                  <a:lnTo>
                    <a:pt x="787932" y="180978"/>
                  </a:lnTo>
                  <a:lnTo>
                    <a:pt x="784012" y="180978"/>
                  </a:lnTo>
                  <a:lnTo>
                    <a:pt x="780092" y="180978"/>
                  </a:lnTo>
                  <a:lnTo>
                    <a:pt x="776172" y="180978"/>
                  </a:lnTo>
                  <a:lnTo>
                    <a:pt x="772252" y="180978"/>
                  </a:lnTo>
                  <a:lnTo>
                    <a:pt x="768332" y="180978"/>
                  </a:lnTo>
                  <a:lnTo>
                    <a:pt x="764412" y="180978"/>
                  </a:lnTo>
                  <a:lnTo>
                    <a:pt x="760492" y="180978"/>
                  </a:lnTo>
                  <a:lnTo>
                    <a:pt x="756572" y="180978"/>
                  </a:lnTo>
                  <a:lnTo>
                    <a:pt x="752652" y="180978"/>
                  </a:lnTo>
                  <a:lnTo>
                    <a:pt x="748732" y="180978"/>
                  </a:lnTo>
                  <a:lnTo>
                    <a:pt x="744811" y="180978"/>
                  </a:lnTo>
                  <a:lnTo>
                    <a:pt x="740891" y="180978"/>
                  </a:lnTo>
                  <a:lnTo>
                    <a:pt x="736971" y="180978"/>
                  </a:lnTo>
                  <a:lnTo>
                    <a:pt x="733051" y="180978"/>
                  </a:lnTo>
                  <a:lnTo>
                    <a:pt x="729131" y="180978"/>
                  </a:lnTo>
                  <a:lnTo>
                    <a:pt x="725211" y="180978"/>
                  </a:lnTo>
                  <a:lnTo>
                    <a:pt x="721291" y="180978"/>
                  </a:lnTo>
                  <a:lnTo>
                    <a:pt x="717371" y="180978"/>
                  </a:lnTo>
                  <a:lnTo>
                    <a:pt x="713451" y="180978"/>
                  </a:lnTo>
                  <a:lnTo>
                    <a:pt x="709531" y="180978"/>
                  </a:lnTo>
                  <a:lnTo>
                    <a:pt x="705611" y="180978"/>
                  </a:lnTo>
                  <a:lnTo>
                    <a:pt x="701691" y="180978"/>
                  </a:lnTo>
                  <a:lnTo>
                    <a:pt x="697771" y="180978"/>
                  </a:lnTo>
                  <a:lnTo>
                    <a:pt x="693851" y="180978"/>
                  </a:lnTo>
                  <a:lnTo>
                    <a:pt x="689931" y="180978"/>
                  </a:lnTo>
                  <a:lnTo>
                    <a:pt x="686011" y="180978"/>
                  </a:lnTo>
                  <a:lnTo>
                    <a:pt x="682090" y="180978"/>
                  </a:lnTo>
                  <a:lnTo>
                    <a:pt x="678170" y="180978"/>
                  </a:lnTo>
                  <a:lnTo>
                    <a:pt x="674250" y="180978"/>
                  </a:lnTo>
                  <a:lnTo>
                    <a:pt x="670330" y="180978"/>
                  </a:lnTo>
                  <a:lnTo>
                    <a:pt x="666410" y="180978"/>
                  </a:lnTo>
                  <a:lnTo>
                    <a:pt x="662490" y="180978"/>
                  </a:lnTo>
                  <a:lnTo>
                    <a:pt x="658570" y="180978"/>
                  </a:lnTo>
                  <a:lnTo>
                    <a:pt x="654650" y="180978"/>
                  </a:lnTo>
                  <a:lnTo>
                    <a:pt x="650730" y="180978"/>
                  </a:lnTo>
                  <a:lnTo>
                    <a:pt x="646810" y="180978"/>
                  </a:lnTo>
                  <a:lnTo>
                    <a:pt x="642890" y="180978"/>
                  </a:lnTo>
                  <a:lnTo>
                    <a:pt x="638970" y="180978"/>
                  </a:lnTo>
                  <a:lnTo>
                    <a:pt x="635050" y="180978"/>
                  </a:lnTo>
                  <a:lnTo>
                    <a:pt x="631130" y="180978"/>
                  </a:lnTo>
                  <a:lnTo>
                    <a:pt x="627210" y="180978"/>
                  </a:lnTo>
                  <a:lnTo>
                    <a:pt x="623290" y="180978"/>
                  </a:lnTo>
                  <a:lnTo>
                    <a:pt x="619369" y="180978"/>
                  </a:lnTo>
                  <a:lnTo>
                    <a:pt x="615449" y="180978"/>
                  </a:lnTo>
                  <a:lnTo>
                    <a:pt x="611529" y="180978"/>
                  </a:lnTo>
                  <a:lnTo>
                    <a:pt x="607609" y="180978"/>
                  </a:lnTo>
                  <a:lnTo>
                    <a:pt x="603689" y="180978"/>
                  </a:lnTo>
                  <a:lnTo>
                    <a:pt x="599769" y="180978"/>
                  </a:lnTo>
                  <a:lnTo>
                    <a:pt x="595849" y="180978"/>
                  </a:lnTo>
                  <a:lnTo>
                    <a:pt x="591929" y="180978"/>
                  </a:lnTo>
                  <a:lnTo>
                    <a:pt x="588009" y="180978"/>
                  </a:lnTo>
                  <a:lnTo>
                    <a:pt x="584089" y="180978"/>
                  </a:lnTo>
                  <a:lnTo>
                    <a:pt x="580169" y="180978"/>
                  </a:lnTo>
                  <a:lnTo>
                    <a:pt x="576249" y="180978"/>
                  </a:lnTo>
                  <a:lnTo>
                    <a:pt x="572329" y="180978"/>
                  </a:lnTo>
                  <a:lnTo>
                    <a:pt x="568409" y="180978"/>
                  </a:lnTo>
                  <a:lnTo>
                    <a:pt x="564489" y="180978"/>
                  </a:lnTo>
                  <a:lnTo>
                    <a:pt x="560569" y="180978"/>
                  </a:lnTo>
                  <a:lnTo>
                    <a:pt x="556648" y="180978"/>
                  </a:lnTo>
                  <a:lnTo>
                    <a:pt x="552728" y="180978"/>
                  </a:lnTo>
                  <a:lnTo>
                    <a:pt x="548808" y="180978"/>
                  </a:lnTo>
                  <a:lnTo>
                    <a:pt x="544888" y="180978"/>
                  </a:lnTo>
                  <a:lnTo>
                    <a:pt x="540968" y="180978"/>
                  </a:lnTo>
                  <a:lnTo>
                    <a:pt x="537048" y="180978"/>
                  </a:lnTo>
                  <a:lnTo>
                    <a:pt x="533128" y="180978"/>
                  </a:lnTo>
                  <a:lnTo>
                    <a:pt x="529208" y="180978"/>
                  </a:lnTo>
                  <a:lnTo>
                    <a:pt x="525288" y="180978"/>
                  </a:lnTo>
                  <a:lnTo>
                    <a:pt x="521368" y="180978"/>
                  </a:lnTo>
                  <a:lnTo>
                    <a:pt x="517448" y="180978"/>
                  </a:lnTo>
                  <a:lnTo>
                    <a:pt x="513528" y="180978"/>
                  </a:lnTo>
                  <a:lnTo>
                    <a:pt x="509608" y="180978"/>
                  </a:lnTo>
                  <a:lnTo>
                    <a:pt x="505688" y="180978"/>
                  </a:lnTo>
                  <a:lnTo>
                    <a:pt x="501768" y="180978"/>
                  </a:lnTo>
                  <a:lnTo>
                    <a:pt x="497847" y="180978"/>
                  </a:lnTo>
                  <a:lnTo>
                    <a:pt x="493927" y="180978"/>
                  </a:lnTo>
                  <a:lnTo>
                    <a:pt x="490007" y="180978"/>
                  </a:lnTo>
                  <a:lnTo>
                    <a:pt x="486087" y="180978"/>
                  </a:lnTo>
                  <a:lnTo>
                    <a:pt x="482167" y="180978"/>
                  </a:lnTo>
                  <a:lnTo>
                    <a:pt x="478247" y="180978"/>
                  </a:lnTo>
                  <a:lnTo>
                    <a:pt x="474327" y="180978"/>
                  </a:lnTo>
                  <a:lnTo>
                    <a:pt x="470407" y="180978"/>
                  </a:lnTo>
                  <a:lnTo>
                    <a:pt x="466487" y="180978"/>
                  </a:lnTo>
                  <a:lnTo>
                    <a:pt x="462567" y="180978"/>
                  </a:lnTo>
                  <a:lnTo>
                    <a:pt x="458647" y="180978"/>
                  </a:lnTo>
                  <a:lnTo>
                    <a:pt x="454727" y="180978"/>
                  </a:lnTo>
                  <a:lnTo>
                    <a:pt x="450807" y="180978"/>
                  </a:lnTo>
                  <a:lnTo>
                    <a:pt x="446887" y="180978"/>
                  </a:lnTo>
                  <a:lnTo>
                    <a:pt x="442967" y="180978"/>
                  </a:lnTo>
                  <a:lnTo>
                    <a:pt x="439047" y="180978"/>
                  </a:lnTo>
                  <a:lnTo>
                    <a:pt x="435126" y="180978"/>
                  </a:lnTo>
                  <a:lnTo>
                    <a:pt x="431206" y="180978"/>
                  </a:lnTo>
                  <a:lnTo>
                    <a:pt x="427286" y="180978"/>
                  </a:lnTo>
                  <a:lnTo>
                    <a:pt x="423366" y="180978"/>
                  </a:lnTo>
                  <a:lnTo>
                    <a:pt x="419446" y="180978"/>
                  </a:lnTo>
                  <a:lnTo>
                    <a:pt x="415526" y="180978"/>
                  </a:lnTo>
                  <a:lnTo>
                    <a:pt x="411606" y="180978"/>
                  </a:lnTo>
                  <a:lnTo>
                    <a:pt x="407686" y="180978"/>
                  </a:lnTo>
                  <a:lnTo>
                    <a:pt x="403766" y="180978"/>
                  </a:lnTo>
                  <a:lnTo>
                    <a:pt x="399846" y="180978"/>
                  </a:lnTo>
                  <a:lnTo>
                    <a:pt x="395926" y="180978"/>
                  </a:lnTo>
                  <a:lnTo>
                    <a:pt x="392006" y="180978"/>
                  </a:lnTo>
                  <a:lnTo>
                    <a:pt x="388086" y="180978"/>
                  </a:lnTo>
                  <a:lnTo>
                    <a:pt x="384166" y="180978"/>
                  </a:lnTo>
                  <a:lnTo>
                    <a:pt x="380246" y="180978"/>
                  </a:lnTo>
                  <a:lnTo>
                    <a:pt x="376326" y="180978"/>
                  </a:lnTo>
                  <a:lnTo>
                    <a:pt x="372405" y="180978"/>
                  </a:lnTo>
                  <a:lnTo>
                    <a:pt x="368485" y="180978"/>
                  </a:lnTo>
                  <a:lnTo>
                    <a:pt x="364565" y="180978"/>
                  </a:lnTo>
                  <a:lnTo>
                    <a:pt x="360645" y="180978"/>
                  </a:lnTo>
                  <a:lnTo>
                    <a:pt x="356725" y="180978"/>
                  </a:lnTo>
                  <a:lnTo>
                    <a:pt x="352805" y="180978"/>
                  </a:lnTo>
                  <a:lnTo>
                    <a:pt x="348885" y="180978"/>
                  </a:lnTo>
                  <a:lnTo>
                    <a:pt x="344965" y="180978"/>
                  </a:lnTo>
                  <a:lnTo>
                    <a:pt x="341045" y="180978"/>
                  </a:lnTo>
                  <a:lnTo>
                    <a:pt x="337125" y="180978"/>
                  </a:lnTo>
                  <a:lnTo>
                    <a:pt x="333205" y="180978"/>
                  </a:lnTo>
                  <a:lnTo>
                    <a:pt x="329285" y="180978"/>
                  </a:lnTo>
                  <a:lnTo>
                    <a:pt x="325365" y="180978"/>
                  </a:lnTo>
                  <a:lnTo>
                    <a:pt x="321445" y="180978"/>
                  </a:lnTo>
                  <a:lnTo>
                    <a:pt x="317525" y="180978"/>
                  </a:lnTo>
                  <a:lnTo>
                    <a:pt x="313605" y="180978"/>
                  </a:lnTo>
                  <a:lnTo>
                    <a:pt x="309684" y="180978"/>
                  </a:lnTo>
                  <a:lnTo>
                    <a:pt x="305764" y="180978"/>
                  </a:lnTo>
                  <a:lnTo>
                    <a:pt x="301844" y="180978"/>
                  </a:lnTo>
                  <a:lnTo>
                    <a:pt x="297924" y="180978"/>
                  </a:lnTo>
                  <a:lnTo>
                    <a:pt x="294004" y="180978"/>
                  </a:lnTo>
                  <a:lnTo>
                    <a:pt x="290084" y="180978"/>
                  </a:lnTo>
                  <a:lnTo>
                    <a:pt x="286164" y="180978"/>
                  </a:lnTo>
                  <a:lnTo>
                    <a:pt x="282244" y="180978"/>
                  </a:lnTo>
                  <a:lnTo>
                    <a:pt x="278324" y="180978"/>
                  </a:lnTo>
                  <a:lnTo>
                    <a:pt x="274404" y="180978"/>
                  </a:lnTo>
                  <a:lnTo>
                    <a:pt x="270484" y="180978"/>
                  </a:lnTo>
                  <a:lnTo>
                    <a:pt x="266564" y="180978"/>
                  </a:lnTo>
                  <a:lnTo>
                    <a:pt x="262644" y="180978"/>
                  </a:lnTo>
                  <a:lnTo>
                    <a:pt x="258724" y="180978"/>
                  </a:lnTo>
                  <a:lnTo>
                    <a:pt x="254804" y="180978"/>
                  </a:lnTo>
                  <a:lnTo>
                    <a:pt x="250884" y="180978"/>
                  </a:lnTo>
                  <a:lnTo>
                    <a:pt x="246963" y="180978"/>
                  </a:lnTo>
                  <a:lnTo>
                    <a:pt x="243043" y="180978"/>
                  </a:lnTo>
                  <a:lnTo>
                    <a:pt x="239123" y="180978"/>
                  </a:lnTo>
                  <a:lnTo>
                    <a:pt x="235203" y="180978"/>
                  </a:lnTo>
                  <a:lnTo>
                    <a:pt x="231283" y="180978"/>
                  </a:lnTo>
                  <a:lnTo>
                    <a:pt x="227363" y="180978"/>
                  </a:lnTo>
                  <a:lnTo>
                    <a:pt x="223443" y="180978"/>
                  </a:lnTo>
                  <a:lnTo>
                    <a:pt x="219523" y="180978"/>
                  </a:lnTo>
                  <a:lnTo>
                    <a:pt x="215603" y="180978"/>
                  </a:lnTo>
                  <a:lnTo>
                    <a:pt x="211683" y="180978"/>
                  </a:lnTo>
                  <a:lnTo>
                    <a:pt x="207763" y="180978"/>
                  </a:lnTo>
                  <a:lnTo>
                    <a:pt x="203843" y="180978"/>
                  </a:lnTo>
                  <a:lnTo>
                    <a:pt x="199923" y="180978"/>
                  </a:lnTo>
                  <a:lnTo>
                    <a:pt x="196003" y="180978"/>
                  </a:lnTo>
                  <a:lnTo>
                    <a:pt x="192083" y="180978"/>
                  </a:lnTo>
                  <a:lnTo>
                    <a:pt x="188163" y="180978"/>
                  </a:lnTo>
                  <a:lnTo>
                    <a:pt x="184242" y="180978"/>
                  </a:lnTo>
                  <a:lnTo>
                    <a:pt x="180322" y="180978"/>
                  </a:lnTo>
                  <a:lnTo>
                    <a:pt x="176402" y="180978"/>
                  </a:lnTo>
                  <a:lnTo>
                    <a:pt x="172482" y="180978"/>
                  </a:lnTo>
                  <a:lnTo>
                    <a:pt x="168562" y="180978"/>
                  </a:lnTo>
                  <a:lnTo>
                    <a:pt x="164642" y="180978"/>
                  </a:lnTo>
                  <a:lnTo>
                    <a:pt x="160722" y="180978"/>
                  </a:lnTo>
                  <a:lnTo>
                    <a:pt x="156802" y="180978"/>
                  </a:lnTo>
                  <a:lnTo>
                    <a:pt x="152882" y="180978"/>
                  </a:lnTo>
                  <a:lnTo>
                    <a:pt x="148962" y="180978"/>
                  </a:lnTo>
                  <a:lnTo>
                    <a:pt x="145042" y="180978"/>
                  </a:lnTo>
                  <a:lnTo>
                    <a:pt x="141122" y="180978"/>
                  </a:lnTo>
                  <a:lnTo>
                    <a:pt x="137202" y="180978"/>
                  </a:lnTo>
                  <a:lnTo>
                    <a:pt x="133282" y="180978"/>
                  </a:lnTo>
                  <a:lnTo>
                    <a:pt x="129362" y="180978"/>
                  </a:lnTo>
                  <a:lnTo>
                    <a:pt x="125442" y="180978"/>
                  </a:lnTo>
                  <a:lnTo>
                    <a:pt x="121521" y="180978"/>
                  </a:lnTo>
                  <a:lnTo>
                    <a:pt x="117601" y="180978"/>
                  </a:lnTo>
                  <a:lnTo>
                    <a:pt x="113681" y="180978"/>
                  </a:lnTo>
                  <a:lnTo>
                    <a:pt x="109761" y="180978"/>
                  </a:lnTo>
                  <a:lnTo>
                    <a:pt x="105841" y="180978"/>
                  </a:lnTo>
                  <a:lnTo>
                    <a:pt x="101921" y="180978"/>
                  </a:lnTo>
                  <a:lnTo>
                    <a:pt x="98001" y="180978"/>
                  </a:lnTo>
                  <a:lnTo>
                    <a:pt x="94081" y="180978"/>
                  </a:lnTo>
                  <a:lnTo>
                    <a:pt x="90161" y="180978"/>
                  </a:lnTo>
                  <a:lnTo>
                    <a:pt x="86241" y="180978"/>
                  </a:lnTo>
                  <a:lnTo>
                    <a:pt x="82321" y="180978"/>
                  </a:lnTo>
                  <a:lnTo>
                    <a:pt x="78401" y="180978"/>
                  </a:lnTo>
                  <a:lnTo>
                    <a:pt x="74481" y="180978"/>
                  </a:lnTo>
                  <a:lnTo>
                    <a:pt x="70561" y="180978"/>
                  </a:lnTo>
                  <a:lnTo>
                    <a:pt x="66641" y="180978"/>
                  </a:lnTo>
                  <a:lnTo>
                    <a:pt x="62721" y="180978"/>
                  </a:lnTo>
                  <a:lnTo>
                    <a:pt x="58800" y="180978"/>
                  </a:lnTo>
                  <a:lnTo>
                    <a:pt x="54880" y="180978"/>
                  </a:lnTo>
                  <a:lnTo>
                    <a:pt x="50960" y="180978"/>
                  </a:lnTo>
                  <a:lnTo>
                    <a:pt x="47040" y="180978"/>
                  </a:lnTo>
                  <a:lnTo>
                    <a:pt x="43120" y="180978"/>
                  </a:lnTo>
                  <a:lnTo>
                    <a:pt x="39200" y="180978"/>
                  </a:lnTo>
                  <a:lnTo>
                    <a:pt x="35280" y="180978"/>
                  </a:lnTo>
                  <a:lnTo>
                    <a:pt x="31360" y="180978"/>
                  </a:lnTo>
                  <a:lnTo>
                    <a:pt x="27440" y="180978"/>
                  </a:lnTo>
                  <a:lnTo>
                    <a:pt x="23520" y="180978"/>
                  </a:lnTo>
                  <a:lnTo>
                    <a:pt x="19600" y="180978"/>
                  </a:lnTo>
                  <a:lnTo>
                    <a:pt x="15680" y="180978"/>
                  </a:lnTo>
                  <a:lnTo>
                    <a:pt x="11760" y="180978"/>
                  </a:lnTo>
                  <a:lnTo>
                    <a:pt x="7840" y="180978"/>
                  </a:lnTo>
                  <a:lnTo>
                    <a:pt x="3920" y="180978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113" name="pl113"/>
            <p:cNvSpPr/>
            <p:nvPr/>
          </p:nvSpPr>
          <p:spPr>
            <a:xfrm>
              <a:off x="11314501" y="6110571"/>
              <a:ext cx="2003152" cy="180972"/>
            </a:xfrm>
            <a:custGeom>
              <a:avLst/>
              <a:gdLst/>
              <a:ahLst/>
              <a:cxnLst/>
              <a:rect l="0" t="0" r="0" b="0"/>
              <a:pathLst>
                <a:path w="2003152" h="180972">
                  <a:moveTo>
                    <a:pt x="0" y="180881"/>
                  </a:moveTo>
                  <a:lnTo>
                    <a:pt x="3920" y="180866"/>
                  </a:lnTo>
                  <a:lnTo>
                    <a:pt x="7840" y="180848"/>
                  </a:lnTo>
                  <a:lnTo>
                    <a:pt x="11760" y="180827"/>
                  </a:lnTo>
                  <a:lnTo>
                    <a:pt x="15680" y="180804"/>
                  </a:lnTo>
                  <a:lnTo>
                    <a:pt x="19600" y="180778"/>
                  </a:lnTo>
                  <a:lnTo>
                    <a:pt x="23520" y="180749"/>
                  </a:lnTo>
                  <a:lnTo>
                    <a:pt x="27440" y="180716"/>
                  </a:lnTo>
                  <a:lnTo>
                    <a:pt x="31360" y="180679"/>
                  </a:lnTo>
                  <a:lnTo>
                    <a:pt x="35280" y="180638"/>
                  </a:lnTo>
                  <a:lnTo>
                    <a:pt x="39200" y="180592"/>
                  </a:lnTo>
                  <a:lnTo>
                    <a:pt x="43120" y="180541"/>
                  </a:lnTo>
                  <a:lnTo>
                    <a:pt x="47040" y="180484"/>
                  </a:lnTo>
                  <a:lnTo>
                    <a:pt x="50960" y="180422"/>
                  </a:lnTo>
                  <a:lnTo>
                    <a:pt x="54880" y="180353"/>
                  </a:lnTo>
                  <a:lnTo>
                    <a:pt x="58800" y="180279"/>
                  </a:lnTo>
                  <a:lnTo>
                    <a:pt x="62721" y="180196"/>
                  </a:lnTo>
                  <a:lnTo>
                    <a:pt x="66641" y="180106"/>
                  </a:lnTo>
                  <a:lnTo>
                    <a:pt x="70561" y="180008"/>
                  </a:lnTo>
                  <a:lnTo>
                    <a:pt x="74481" y="179903"/>
                  </a:lnTo>
                  <a:lnTo>
                    <a:pt x="78401" y="179789"/>
                  </a:lnTo>
                  <a:lnTo>
                    <a:pt x="82321" y="179665"/>
                  </a:lnTo>
                  <a:lnTo>
                    <a:pt x="86241" y="179532"/>
                  </a:lnTo>
                  <a:lnTo>
                    <a:pt x="90161" y="179391"/>
                  </a:lnTo>
                  <a:lnTo>
                    <a:pt x="94081" y="179241"/>
                  </a:lnTo>
                  <a:lnTo>
                    <a:pt x="98001" y="179078"/>
                  </a:lnTo>
                  <a:lnTo>
                    <a:pt x="101921" y="178906"/>
                  </a:lnTo>
                  <a:lnTo>
                    <a:pt x="105841" y="178724"/>
                  </a:lnTo>
                  <a:lnTo>
                    <a:pt x="109761" y="178534"/>
                  </a:lnTo>
                  <a:lnTo>
                    <a:pt x="113681" y="178332"/>
                  </a:lnTo>
                  <a:lnTo>
                    <a:pt x="117601" y="178119"/>
                  </a:lnTo>
                  <a:lnTo>
                    <a:pt x="121521" y="177898"/>
                  </a:lnTo>
                  <a:lnTo>
                    <a:pt x="125442" y="177668"/>
                  </a:lnTo>
                  <a:lnTo>
                    <a:pt x="129362" y="177428"/>
                  </a:lnTo>
                  <a:lnTo>
                    <a:pt x="133282" y="177178"/>
                  </a:lnTo>
                  <a:lnTo>
                    <a:pt x="137202" y="176921"/>
                  </a:lnTo>
                  <a:lnTo>
                    <a:pt x="141122" y="176656"/>
                  </a:lnTo>
                  <a:lnTo>
                    <a:pt x="145042" y="176384"/>
                  </a:lnTo>
                  <a:lnTo>
                    <a:pt x="148962" y="176104"/>
                  </a:lnTo>
                  <a:lnTo>
                    <a:pt x="152882" y="175819"/>
                  </a:lnTo>
                  <a:lnTo>
                    <a:pt x="156802" y="175528"/>
                  </a:lnTo>
                  <a:lnTo>
                    <a:pt x="160722" y="175234"/>
                  </a:lnTo>
                  <a:lnTo>
                    <a:pt x="164642" y="174936"/>
                  </a:lnTo>
                  <a:lnTo>
                    <a:pt x="168562" y="174635"/>
                  </a:lnTo>
                  <a:lnTo>
                    <a:pt x="172482" y="174332"/>
                  </a:lnTo>
                  <a:lnTo>
                    <a:pt x="176402" y="174028"/>
                  </a:lnTo>
                  <a:lnTo>
                    <a:pt x="180322" y="173724"/>
                  </a:lnTo>
                  <a:lnTo>
                    <a:pt x="184242" y="173422"/>
                  </a:lnTo>
                  <a:lnTo>
                    <a:pt x="188163" y="173122"/>
                  </a:lnTo>
                  <a:lnTo>
                    <a:pt x="192083" y="172824"/>
                  </a:lnTo>
                  <a:lnTo>
                    <a:pt x="196003" y="172529"/>
                  </a:lnTo>
                  <a:lnTo>
                    <a:pt x="199923" y="172240"/>
                  </a:lnTo>
                  <a:lnTo>
                    <a:pt x="203843" y="171957"/>
                  </a:lnTo>
                  <a:lnTo>
                    <a:pt x="207763" y="171679"/>
                  </a:lnTo>
                  <a:lnTo>
                    <a:pt x="211683" y="171409"/>
                  </a:lnTo>
                  <a:lnTo>
                    <a:pt x="215603" y="171145"/>
                  </a:lnTo>
                  <a:lnTo>
                    <a:pt x="219523" y="170891"/>
                  </a:lnTo>
                  <a:lnTo>
                    <a:pt x="223443" y="170647"/>
                  </a:lnTo>
                  <a:lnTo>
                    <a:pt x="227363" y="170411"/>
                  </a:lnTo>
                  <a:lnTo>
                    <a:pt x="231283" y="170184"/>
                  </a:lnTo>
                  <a:lnTo>
                    <a:pt x="235203" y="169969"/>
                  </a:lnTo>
                  <a:lnTo>
                    <a:pt x="239123" y="169765"/>
                  </a:lnTo>
                  <a:lnTo>
                    <a:pt x="243043" y="169572"/>
                  </a:lnTo>
                  <a:lnTo>
                    <a:pt x="246963" y="169388"/>
                  </a:lnTo>
                  <a:lnTo>
                    <a:pt x="250884" y="169215"/>
                  </a:lnTo>
                  <a:lnTo>
                    <a:pt x="254804" y="169056"/>
                  </a:lnTo>
                  <a:lnTo>
                    <a:pt x="258724" y="168908"/>
                  </a:lnTo>
                  <a:lnTo>
                    <a:pt x="262644" y="168769"/>
                  </a:lnTo>
                  <a:lnTo>
                    <a:pt x="266564" y="168640"/>
                  </a:lnTo>
                  <a:lnTo>
                    <a:pt x="270484" y="168523"/>
                  </a:lnTo>
                  <a:lnTo>
                    <a:pt x="274404" y="168417"/>
                  </a:lnTo>
                  <a:lnTo>
                    <a:pt x="278324" y="168319"/>
                  </a:lnTo>
                  <a:lnTo>
                    <a:pt x="282244" y="168230"/>
                  </a:lnTo>
                  <a:lnTo>
                    <a:pt x="286164" y="168149"/>
                  </a:lnTo>
                  <a:lnTo>
                    <a:pt x="290084" y="168078"/>
                  </a:lnTo>
                  <a:lnTo>
                    <a:pt x="294004" y="168013"/>
                  </a:lnTo>
                  <a:lnTo>
                    <a:pt x="297924" y="167954"/>
                  </a:lnTo>
                  <a:lnTo>
                    <a:pt x="301844" y="167900"/>
                  </a:lnTo>
                  <a:lnTo>
                    <a:pt x="305764" y="167851"/>
                  </a:lnTo>
                  <a:lnTo>
                    <a:pt x="309684" y="167807"/>
                  </a:lnTo>
                  <a:lnTo>
                    <a:pt x="313605" y="167765"/>
                  </a:lnTo>
                  <a:lnTo>
                    <a:pt x="317525" y="167724"/>
                  </a:lnTo>
                  <a:lnTo>
                    <a:pt x="321445" y="167685"/>
                  </a:lnTo>
                  <a:lnTo>
                    <a:pt x="325365" y="167645"/>
                  </a:lnTo>
                  <a:lnTo>
                    <a:pt x="329285" y="167605"/>
                  </a:lnTo>
                  <a:lnTo>
                    <a:pt x="333205" y="167562"/>
                  </a:lnTo>
                  <a:lnTo>
                    <a:pt x="337125" y="167516"/>
                  </a:lnTo>
                  <a:lnTo>
                    <a:pt x="341045" y="167466"/>
                  </a:lnTo>
                  <a:lnTo>
                    <a:pt x="344965" y="167410"/>
                  </a:lnTo>
                  <a:lnTo>
                    <a:pt x="348885" y="167349"/>
                  </a:lnTo>
                  <a:lnTo>
                    <a:pt x="352805" y="167281"/>
                  </a:lnTo>
                  <a:lnTo>
                    <a:pt x="356725" y="167206"/>
                  </a:lnTo>
                  <a:lnTo>
                    <a:pt x="360645" y="167121"/>
                  </a:lnTo>
                  <a:lnTo>
                    <a:pt x="364565" y="167027"/>
                  </a:lnTo>
                  <a:lnTo>
                    <a:pt x="368485" y="166925"/>
                  </a:lnTo>
                  <a:lnTo>
                    <a:pt x="372405" y="166813"/>
                  </a:lnTo>
                  <a:lnTo>
                    <a:pt x="376326" y="166689"/>
                  </a:lnTo>
                  <a:lnTo>
                    <a:pt x="380246" y="166554"/>
                  </a:lnTo>
                  <a:lnTo>
                    <a:pt x="384166" y="166409"/>
                  </a:lnTo>
                  <a:lnTo>
                    <a:pt x="388086" y="166254"/>
                  </a:lnTo>
                  <a:lnTo>
                    <a:pt x="392006" y="166087"/>
                  </a:lnTo>
                  <a:lnTo>
                    <a:pt x="395926" y="165908"/>
                  </a:lnTo>
                  <a:lnTo>
                    <a:pt x="399846" y="165720"/>
                  </a:lnTo>
                  <a:lnTo>
                    <a:pt x="403766" y="165523"/>
                  </a:lnTo>
                  <a:lnTo>
                    <a:pt x="407686" y="165316"/>
                  </a:lnTo>
                  <a:lnTo>
                    <a:pt x="411606" y="165098"/>
                  </a:lnTo>
                  <a:lnTo>
                    <a:pt x="415526" y="164872"/>
                  </a:lnTo>
                  <a:lnTo>
                    <a:pt x="419446" y="164640"/>
                  </a:lnTo>
                  <a:lnTo>
                    <a:pt x="423366" y="164400"/>
                  </a:lnTo>
                  <a:lnTo>
                    <a:pt x="427286" y="164154"/>
                  </a:lnTo>
                  <a:lnTo>
                    <a:pt x="431206" y="163901"/>
                  </a:lnTo>
                  <a:lnTo>
                    <a:pt x="435126" y="163644"/>
                  </a:lnTo>
                  <a:lnTo>
                    <a:pt x="439047" y="163384"/>
                  </a:lnTo>
                  <a:lnTo>
                    <a:pt x="442967" y="163120"/>
                  </a:lnTo>
                  <a:lnTo>
                    <a:pt x="446887" y="162852"/>
                  </a:lnTo>
                  <a:lnTo>
                    <a:pt x="450807" y="162583"/>
                  </a:lnTo>
                  <a:lnTo>
                    <a:pt x="454727" y="162312"/>
                  </a:lnTo>
                  <a:lnTo>
                    <a:pt x="458647" y="162039"/>
                  </a:lnTo>
                  <a:lnTo>
                    <a:pt x="462567" y="161765"/>
                  </a:lnTo>
                  <a:lnTo>
                    <a:pt x="466487" y="161489"/>
                  </a:lnTo>
                  <a:lnTo>
                    <a:pt x="470407" y="161213"/>
                  </a:lnTo>
                  <a:lnTo>
                    <a:pt x="474327" y="160934"/>
                  </a:lnTo>
                  <a:lnTo>
                    <a:pt x="478247" y="160654"/>
                  </a:lnTo>
                  <a:lnTo>
                    <a:pt x="482167" y="160370"/>
                  </a:lnTo>
                  <a:lnTo>
                    <a:pt x="486087" y="160083"/>
                  </a:lnTo>
                  <a:lnTo>
                    <a:pt x="490007" y="159791"/>
                  </a:lnTo>
                  <a:lnTo>
                    <a:pt x="493927" y="159494"/>
                  </a:lnTo>
                  <a:lnTo>
                    <a:pt x="497847" y="159189"/>
                  </a:lnTo>
                  <a:lnTo>
                    <a:pt x="501768" y="158875"/>
                  </a:lnTo>
                  <a:lnTo>
                    <a:pt x="505688" y="158551"/>
                  </a:lnTo>
                  <a:lnTo>
                    <a:pt x="509608" y="158215"/>
                  </a:lnTo>
                  <a:lnTo>
                    <a:pt x="513528" y="157866"/>
                  </a:lnTo>
                  <a:lnTo>
                    <a:pt x="517448" y="157497"/>
                  </a:lnTo>
                  <a:lnTo>
                    <a:pt x="521368" y="157110"/>
                  </a:lnTo>
                  <a:lnTo>
                    <a:pt x="525288" y="156704"/>
                  </a:lnTo>
                  <a:lnTo>
                    <a:pt x="529208" y="156276"/>
                  </a:lnTo>
                  <a:lnTo>
                    <a:pt x="533128" y="155818"/>
                  </a:lnTo>
                  <a:lnTo>
                    <a:pt x="537048" y="155331"/>
                  </a:lnTo>
                  <a:lnTo>
                    <a:pt x="540968" y="154816"/>
                  </a:lnTo>
                  <a:lnTo>
                    <a:pt x="544888" y="154270"/>
                  </a:lnTo>
                  <a:lnTo>
                    <a:pt x="548808" y="153688"/>
                  </a:lnTo>
                  <a:lnTo>
                    <a:pt x="552728" y="153062"/>
                  </a:lnTo>
                  <a:lnTo>
                    <a:pt x="556648" y="152398"/>
                  </a:lnTo>
                  <a:lnTo>
                    <a:pt x="560569" y="151695"/>
                  </a:lnTo>
                  <a:lnTo>
                    <a:pt x="564489" y="150951"/>
                  </a:lnTo>
                  <a:lnTo>
                    <a:pt x="568409" y="150151"/>
                  </a:lnTo>
                  <a:lnTo>
                    <a:pt x="572329" y="149304"/>
                  </a:lnTo>
                  <a:lnTo>
                    <a:pt x="576249" y="148410"/>
                  </a:lnTo>
                  <a:lnTo>
                    <a:pt x="580169" y="147470"/>
                  </a:lnTo>
                  <a:lnTo>
                    <a:pt x="584089" y="146474"/>
                  </a:lnTo>
                  <a:lnTo>
                    <a:pt x="588009" y="145416"/>
                  </a:lnTo>
                  <a:lnTo>
                    <a:pt x="591929" y="144308"/>
                  </a:lnTo>
                  <a:lnTo>
                    <a:pt x="595849" y="143148"/>
                  </a:lnTo>
                  <a:lnTo>
                    <a:pt x="599769" y="141937"/>
                  </a:lnTo>
                  <a:lnTo>
                    <a:pt x="603689" y="140653"/>
                  </a:lnTo>
                  <a:lnTo>
                    <a:pt x="607609" y="139316"/>
                  </a:lnTo>
                  <a:lnTo>
                    <a:pt x="611529" y="137925"/>
                  </a:lnTo>
                  <a:lnTo>
                    <a:pt x="615449" y="136482"/>
                  </a:lnTo>
                  <a:lnTo>
                    <a:pt x="619369" y="134976"/>
                  </a:lnTo>
                  <a:lnTo>
                    <a:pt x="623290" y="133405"/>
                  </a:lnTo>
                  <a:lnTo>
                    <a:pt x="627210" y="131782"/>
                  </a:lnTo>
                  <a:lnTo>
                    <a:pt x="631130" y="130108"/>
                  </a:lnTo>
                  <a:lnTo>
                    <a:pt x="635050" y="128381"/>
                  </a:lnTo>
                  <a:lnTo>
                    <a:pt x="638970" y="126583"/>
                  </a:lnTo>
                  <a:lnTo>
                    <a:pt x="642890" y="124734"/>
                  </a:lnTo>
                  <a:lnTo>
                    <a:pt x="646810" y="122837"/>
                  </a:lnTo>
                  <a:lnTo>
                    <a:pt x="650730" y="120891"/>
                  </a:lnTo>
                  <a:lnTo>
                    <a:pt x="654650" y="118886"/>
                  </a:lnTo>
                  <a:lnTo>
                    <a:pt x="658570" y="116826"/>
                  </a:lnTo>
                  <a:lnTo>
                    <a:pt x="662490" y="114722"/>
                  </a:lnTo>
                  <a:lnTo>
                    <a:pt x="666410" y="112573"/>
                  </a:lnTo>
                  <a:lnTo>
                    <a:pt x="670330" y="110379"/>
                  </a:lnTo>
                  <a:lnTo>
                    <a:pt x="674250" y="108128"/>
                  </a:lnTo>
                  <a:lnTo>
                    <a:pt x="678170" y="105838"/>
                  </a:lnTo>
                  <a:lnTo>
                    <a:pt x="682090" y="103509"/>
                  </a:lnTo>
                  <a:lnTo>
                    <a:pt x="686011" y="101144"/>
                  </a:lnTo>
                  <a:lnTo>
                    <a:pt x="689931" y="98733"/>
                  </a:lnTo>
                  <a:lnTo>
                    <a:pt x="693851" y="96286"/>
                  </a:lnTo>
                  <a:lnTo>
                    <a:pt x="697771" y="93808"/>
                  </a:lnTo>
                  <a:lnTo>
                    <a:pt x="701691" y="91300"/>
                  </a:lnTo>
                  <a:lnTo>
                    <a:pt x="705611" y="88763"/>
                  </a:lnTo>
                  <a:lnTo>
                    <a:pt x="709531" y="86194"/>
                  </a:lnTo>
                  <a:lnTo>
                    <a:pt x="713451" y="83603"/>
                  </a:lnTo>
                  <a:lnTo>
                    <a:pt x="717371" y="80993"/>
                  </a:lnTo>
                  <a:lnTo>
                    <a:pt x="721291" y="78366"/>
                  </a:lnTo>
                  <a:lnTo>
                    <a:pt x="725211" y="75721"/>
                  </a:lnTo>
                  <a:lnTo>
                    <a:pt x="729131" y="73064"/>
                  </a:lnTo>
                  <a:lnTo>
                    <a:pt x="733051" y="70400"/>
                  </a:lnTo>
                  <a:lnTo>
                    <a:pt x="736971" y="67731"/>
                  </a:lnTo>
                  <a:lnTo>
                    <a:pt x="740891" y="65059"/>
                  </a:lnTo>
                  <a:lnTo>
                    <a:pt x="744811" y="62391"/>
                  </a:lnTo>
                  <a:lnTo>
                    <a:pt x="748732" y="59729"/>
                  </a:lnTo>
                  <a:lnTo>
                    <a:pt x="752652" y="57077"/>
                  </a:lnTo>
                  <a:lnTo>
                    <a:pt x="756572" y="54436"/>
                  </a:lnTo>
                  <a:lnTo>
                    <a:pt x="760492" y="51817"/>
                  </a:lnTo>
                  <a:lnTo>
                    <a:pt x="764412" y="49221"/>
                  </a:lnTo>
                  <a:lnTo>
                    <a:pt x="768332" y="46649"/>
                  </a:lnTo>
                  <a:lnTo>
                    <a:pt x="772252" y="44105"/>
                  </a:lnTo>
                  <a:lnTo>
                    <a:pt x="776172" y="41597"/>
                  </a:lnTo>
                  <a:lnTo>
                    <a:pt x="780092" y="39133"/>
                  </a:lnTo>
                  <a:lnTo>
                    <a:pt x="784012" y="36710"/>
                  </a:lnTo>
                  <a:lnTo>
                    <a:pt x="787932" y="34329"/>
                  </a:lnTo>
                  <a:lnTo>
                    <a:pt x="791852" y="31994"/>
                  </a:lnTo>
                  <a:lnTo>
                    <a:pt x="795772" y="29728"/>
                  </a:lnTo>
                  <a:lnTo>
                    <a:pt x="799692" y="27518"/>
                  </a:lnTo>
                  <a:lnTo>
                    <a:pt x="803612" y="25367"/>
                  </a:lnTo>
                  <a:lnTo>
                    <a:pt x="807532" y="23275"/>
                  </a:lnTo>
                  <a:lnTo>
                    <a:pt x="811453" y="21259"/>
                  </a:lnTo>
                  <a:lnTo>
                    <a:pt x="815373" y="19325"/>
                  </a:lnTo>
                  <a:lnTo>
                    <a:pt x="819293" y="17461"/>
                  </a:lnTo>
                  <a:lnTo>
                    <a:pt x="823213" y="15671"/>
                  </a:lnTo>
                  <a:lnTo>
                    <a:pt x="827133" y="13957"/>
                  </a:lnTo>
                  <a:lnTo>
                    <a:pt x="831053" y="12352"/>
                  </a:lnTo>
                  <a:lnTo>
                    <a:pt x="834973" y="10830"/>
                  </a:lnTo>
                  <a:lnTo>
                    <a:pt x="838893" y="9391"/>
                  </a:lnTo>
                  <a:lnTo>
                    <a:pt x="842813" y="8038"/>
                  </a:lnTo>
                  <a:lnTo>
                    <a:pt x="846733" y="6793"/>
                  </a:lnTo>
                  <a:lnTo>
                    <a:pt x="850653" y="5655"/>
                  </a:lnTo>
                  <a:lnTo>
                    <a:pt x="854573" y="4609"/>
                  </a:lnTo>
                  <a:lnTo>
                    <a:pt x="858493" y="3657"/>
                  </a:lnTo>
                  <a:lnTo>
                    <a:pt x="862413" y="2806"/>
                  </a:lnTo>
                  <a:lnTo>
                    <a:pt x="866333" y="2087"/>
                  </a:lnTo>
                  <a:lnTo>
                    <a:pt x="870253" y="1467"/>
                  </a:lnTo>
                  <a:lnTo>
                    <a:pt x="874174" y="947"/>
                  </a:lnTo>
                  <a:lnTo>
                    <a:pt x="878094" y="528"/>
                  </a:lnTo>
                  <a:lnTo>
                    <a:pt x="882014" y="239"/>
                  </a:lnTo>
                  <a:lnTo>
                    <a:pt x="885934" y="68"/>
                  </a:lnTo>
                  <a:lnTo>
                    <a:pt x="889854" y="0"/>
                  </a:lnTo>
                  <a:lnTo>
                    <a:pt x="893774" y="35"/>
                  </a:lnTo>
                  <a:lnTo>
                    <a:pt x="897694" y="185"/>
                  </a:lnTo>
                  <a:lnTo>
                    <a:pt x="901614" y="472"/>
                  </a:lnTo>
                  <a:lnTo>
                    <a:pt x="905534" y="863"/>
                  </a:lnTo>
                  <a:lnTo>
                    <a:pt x="909454" y="1357"/>
                  </a:lnTo>
                  <a:lnTo>
                    <a:pt x="913374" y="1954"/>
                  </a:lnTo>
                  <a:lnTo>
                    <a:pt x="917294" y="2685"/>
                  </a:lnTo>
                  <a:lnTo>
                    <a:pt x="921214" y="3526"/>
                  </a:lnTo>
                  <a:lnTo>
                    <a:pt x="925134" y="4465"/>
                  </a:lnTo>
                  <a:lnTo>
                    <a:pt x="929054" y="5502"/>
                  </a:lnTo>
                  <a:lnTo>
                    <a:pt x="932974" y="6647"/>
                  </a:lnTo>
                  <a:lnTo>
                    <a:pt x="936895" y="7910"/>
                  </a:lnTo>
                  <a:lnTo>
                    <a:pt x="940815" y="9262"/>
                  </a:lnTo>
                  <a:lnTo>
                    <a:pt x="944735" y="10702"/>
                  </a:lnTo>
                  <a:lnTo>
                    <a:pt x="948655" y="12227"/>
                  </a:lnTo>
                  <a:lnTo>
                    <a:pt x="952575" y="13860"/>
                  </a:lnTo>
                  <a:lnTo>
                    <a:pt x="956495" y="15575"/>
                  </a:lnTo>
                  <a:lnTo>
                    <a:pt x="960415" y="17362"/>
                  </a:lnTo>
                  <a:lnTo>
                    <a:pt x="964335" y="19219"/>
                  </a:lnTo>
                  <a:lnTo>
                    <a:pt x="968255" y="21153"/>
                  </a:lnTo>
                  <a:lnTo>
                    <a:pt x="972175" y="23163"/>
                  </a:lnTo>
                  <a:lnTo>
                    <a:pt x="976095" y="25229"/>
                  </a:lnTo>
                  <a:lnTo>
                    <a:pt x="980015" y="27347"/>
                  </a:lnTo>
                  <a:lnTo>
                    <a:pt x="983935" y="29515"/>
                  </a:lnTo>
                  <a:lnTo>
                    <a:pt x="987855" y="31745"/>
                  </a:lnTo>
                  <a:lnTo>
                    <a:pt x="991775" y="34013"/>
                  </a:lnTo>
                  <a:lnTo>
                    <a:pt x="995695" y="36317"/>
                  </a:lnTo>
                  <a:lnTo>
                    <a:pt x="999616" y="38653"/>
                  </a:lnTo>
                  <a:lnTo>
                    <a:pt x="1003536" y="41023"/>
                  </a:lnTo>
                  <a:lnTo>
                    <a:pt x="1007456" y="43421"/>
                  </a:lnTo>
                  <a:lnTo>
                    <a:pt x="1011376" y="45838"/>
                  </a:lnTo>
                  <a:lnTo>
                    <a:pt x="1015296" y="48273"/>
                  </a:lnTo>
                  <a:lnTo>
                    <a:pt x="1019216" y="50722"/>
                  </a:lnTo>
                  <a:lnTo>
                    <a:pt x="1023136" y="53185"/>
                  </a:lnTo>
                  <a:lnTo>
                    <a:pt x="1027056" y="55655"/>
                  </a:lnTo>
                  <a:lnTo>
                    <a:pt x="1030976" y="58130"/>
                  </a:lnTo>
                  <a:lnTo>
                    <a:pt x="1034896" y="60608"/>
                  </a:lnTo>
                  <a:lnTo>
                    <a:pt x="1038816" y="63088"/>
                  </a:lnTo>
                  <a:lnTo>
                    <a:pt x="1042736" y="65565"/>
                  </a:lnTo>
                  <a:lnTo>
                    <a:pt x="1046656" y="68039"/>
                  </a:lnTo>
                  <a:lnTo>
                    <a:pt x="1050576" y="70509"/>
                  </a:lnTo>
                  <a:lnTo>
                    <a:pt x="1054496" y="72972"/>
                  </a:lnTo>
                  <a:lnTo>
                    <a:pt x="1058417" y="75426"/>
                  </a:lnTo>
                  <a:lnTo>
                    <a:pt x="1062337" y="77872"/>
                  </a:lnTo>
                  <a:lnTo>
                    <a:pt x="1066257" y="80308"/>
                  </a:lnTo>
                  <a:lnTo>
                    <a:pt x="1070177" y="82735"/>
                  </a:lnTo>
                  <a:lnTo>
                    <a:pt x="1074097" y="85148"/>
                  </a:lnTo>
                  <a:lnTo>
                    <a:pt x="1078017" y="87549"/>
                  </a:lnTo>
                  <a:lnTo>
                    <a:pt x="1081937" y="89937"/>
                  </a:lnTo>
                  <a:lnTo>
                    <a:pt x="1085857" y="92312"/>
                  </a:lnTo>
                  <a:lnTo>
                    <a:pt x="1089777" y="94674"/>
                  </a:lnTo>
                  <a:lnTo>
                    <a:pt x="1093697" y="97016"/>
                  </a:lnTo>
                  <a:lnTo>
                    <a:pt x="1097617" y="99345"/>
                  </a:lnTo>
                  <a:lnTo>
                    <a:pt x="1101537" y="101657"/>
                  </a:lnTo>
                  <a:lnTo>
                    <a:pt x="1105457" y="103954"/>
                  </a:lnTo>
                  <a:lnTo>
                    <a:pt x="1109377" y="106229"/>
                  </a:lnTo>
                  <a:lnTo>
                    <a:pt x="1113297" y="108484"/>
                  </a:lnTo>
                  <a:lnTo>
                    <a:pt x="1117217" y="110720"/>
                  </a:lnTo>
                  <a:lnTo>
                    <a:pt x="1121138" y="112936"/>
                  </a:lnTo>
                  <a:lnTo>
                    <a:pt x="1125058" y="115128"/>
                  </a:lnTo>
                  <a:lnTo>
                    <a:pt x="1128978" y="117293"/>
                  </a:lnTo>
                  <a:lnTo>
                    <a:pt x="1132898" y="119433"/>
                  </a:lnTo>
                  <a:lnTo>
                    <a:pt x="1136818" y="121549"/>
                  </a:lnTo>
                  <a:lnTo>
                    <a:pt x="1140738" y="123640"/>
                  </a:lnTo>
                  <a:lnTo>
                    <a:pt x="1144658" y="125693"/>
                  </a:lnTo>
                  <a:lnTo>
                    <a:pt x="1148578" y="127716"/>
                  </a:lnTo>
                  <a:lnTo>
                    <a:pt x="1152498" y="129709"/>
                  </a:lnTo>
                  <a:lnTo>
                    <a:pt x="1156418" y="131670"/>
                  </a:lnTo>
                  <a:lnTo>
                    <a:pt x="1160338" y="133594"/>
                  </a:lnTo>
                  <a:lnTo>
                    <a:pt x="1164258" y="135475"/>
                  </a:lnTo>
                  <a:lnTo>
                    <a:pt x="1168178" y="137321"/>
                  </a:lnTo>
                  <a:lnTo>
                    <a:pt x="1172098" y="139130"/>
                  </a:lnTo>
                  <a:lnTo>
                    <a:pt x="1176018" y="140902"/>
                  </a:lnTo>
                  <a:lnTo>
                    <a:pt x="1179938" y="142620"/>
                  </a:lnTo>
                  <a:lnTo>
                    <a:pt x="1183859" y="144298"/>
                  </a:lnTo>
                  <a:lnTo>
                    <a:pt x="1187779" y="145935"/>
                  </a:lnTo>
                  <a:lnTo>
                    <a:pt x="1191699" y="147532"/>
                  </a:lnTo>
                  <a:lnTo>
                    <a:pt x="1195619" y="149078"/>
                  </a:lnTo>
                  <a:lnTo>
                    <a:pt x="1199539" y="150574"/>
                  </a:lnTo>
                  <a:lnTo>
                    <a:pt x="1203459" y="152027"/>
                  </a:lnTo>
                  <a:lnTo>
                    <a:pt x="1207379" y="153437"/>
                  </a:lnTo>
                  <a:lnTo>
                    <a:pt x="1211299" y="154803"/>
                  </a:lnTo>
                  <a:lnTo>
                    <a:pt x="1215219" y="156110"/>
                  </a:lnTo>
                  <a:lnTo>
                    <a:pt x="1219139" y="157373"/>
                  </a:lnTo>
                  <a:lnTo>
                    <a:pt x="1223059" y="158595"/>
                  </a:lnTo>
                  <a:lnTo>
                    <a:pt x="1226979" y="159773"/>
                  </a:lnTo>
                  <a:lnTo>
                    <a:pt x="1230899" y="160900"/>
                  </a:lnTo>
                  <a:lnTo>
                    <a:pt x="1234819" y="161978"/>
                  </a:lnTo>
                  <a:lnTo>
                    <a:pt x="1238739" y="163016"/>
                  </a:lnTo>
                  <a:lnTo>
                    <a:pt x="1242659" y="164013"/>
                  </a:lnTo>
                  <a:lnTo>
                    <a:pt x="1246580" y="164968"/>
                  </a:lnTo>
                  <a:lnTo>
                    <a:pt x="1250500" y="165871"/>
                  </a:lnTo>
                  <a:lnTo>
                    <a:pt x="1254420" y="166737"/>
                  </a:lnTo>
                  <a:lnTo>
                    <a:pt x="1258340" y="167565"/>
                  </a:lnTo>
                  <a:lnTo>
                    <a:pt x="1262260" y="168358"/>
                  </a:lnTo>
                  <a:lnTo>
                    <a:pt x="1266180" y="169105"/>
                  </a:lnTo>
                  <a:lnTo>
                    <a:pt x="1270100" y="169815"/>
                  </a:lnTo>
                  <a:lnTo>
                    <a:pt x="1274020" y="170491"/>
                  </a:lnTo>
                  <a:lnTo>
                    <a:pt x="1277940" y="171136"/>
                  </a:lnTo>
                  <a:lnTo>
                    <a:pt x="1281860" y="171747"/>
                  </a:lnTo>
                  <a:lnTo>
                    <a:pt x="1285780" y="172318"/>
                  </a:lnTo>
                  <a:lnTo>
                    <a:pt x="1289700" y="172862"/>
                  </a:lnTo>
                  <a:lnTo>
                    <a:pt x="1293620" y="173378"/>
                  </a:lnTo>
                  <a:lnTo>
                    <a:pt x="1297540" y="173867"/>
                  </a:lnTo>
                  <a:lnTo>
                    <a:pt x="1301460" y="174322"/>
                  </a:lnTo>
                  <a:lnTo>
                    <a:pt x="1305380" y="174751"/>
                  </a:lnTo>
                  <a:lnTo>
                    <a:pt x="1309301" y="175157"/>
                  </a:lnTo>
                  <a:lnTo>
                    <a:pt x="1313221" y="175540"/>
                  </a:lnTo>
                  <a:lnTo>
                    <a:pt x="1317141" y="175899"/>
                  </a:lnTo>
                  <a:lnTo>
                    <a:pt x="1321061" y="176233"/>
                  </a:lnTo>
                  <a:lnTo>
                    <a:pt x="1324981" y="176547"/>
                  </a:lnTo>
                  <a:lnTo>
                    <a:pt x="1328901" y="176843"/>
                  </a:lnTo>
                  <a:lnTo>
                    <a:pt x="1332821" y="177122"/>
                  </a:lnTo>
                  <a:lnTo>
                    <a:pt x="1336741" y="177378"/>
                  </a:lnTo>
                  <a:lnTo>
                    <a:pt x="1340661" y="177618"/>
                  </a:lnTo>
                  <a:lnTo>
                    <a:pt x="1344581" y="177844"/>
                  </a:lnTo>
                  <a:lnTo>
                    <a:pt x="1348501" y="178055"/>
                  </a:lnTo>
                  <a:lnTo>
                    <a:pt x="1352421" y="178251"/>
                  </a:lnTo>
                  <a:lnTo>
                    <a:pt x="1356341" y="178433"/>
                  </a:lnTo>
                  <a:lnTo>
                    <a:pt x="1360261" y="178603"/>
                  </a:lnTo>
                  <a:lnTo>
                    <a:pt x="1364181" y="178762"/>
                  </a:lnTo>
                  <a:lnTo>
                    <a:pt x="1368101" y="178911"/>
                  </a:lnTo>
                  <a:lnTo>
                    <a:pt x="1372022" y="179048"/>
                  </a:lnTo>
                  <a:lnTo>
                    <a:pt x="1375942" y="179175"/>
                  </a:lnTo>
                  <a:lnTo>
                    <a:pt x="1379862" y="179295"/>
                  </a:lnTo>
                  <a:lnTo>
                    <a:pt x="1383782" y="179407"/>
                  </a:lnTo>
                  <a:lnTo>
                    <a:pt x="1387702" y="179510"/>
                  </a:lnTo>
                  <a:lnTo>
                    <a:pt x="1391622" y="179607"/>
                  </a:lnTo>
                  <a:lnTo>
                    <a:pt x="1395542" y="179697"/>
                  </a:lnTo>
                  <a:lnTo>
                    <a:pt x="1399462" y="179781"/>
                  </a:lnTo>
                  <a:lnTo>
                    <a:pt x="1403382" y="179861"/>
                  </a:lnTo>
                  <a:lnTo>
                    <a:pt x="1407302" y="179934"/>
                  </a:lnTo>
                  <a:lnTo>
                    <a:pt x="1411222" y="180003"/>
                  </a:lnTo>
                  <a:lnTo>
                    <a:pt x="1415142" y="180067"/>
                  </a:lnTo>
                  <a:lnTo>
                    <a:pt x="1419062" y="180129"/>
                  </a:lnTo>
                  <a:lnTo>
                    <a:pt x="1422982" y="180185"/>
                  </a:lnTo>
                  <a:lnTo>
                    <a:pt x="1426902" y="180238"/>
                  </a:lnTo>
                  <a:lnTo>
                    <a:pt x="1430822" y="180289"/>
                  </a:lnTo>
                  <a:lnTo>
                    <a:pt x="1434743" y="180336"/>
                  </a:lnTo>
                  <a:lnTo>
                    <a:pt x="1438663" y="180381"/>
                  </a:lnTo>
                  <a:lnTo>
                    <a:pt x="1442583" y="180423"/>
                  </a:lnTo>
                  <a:lnTo>
                    <a:pt x="1446503" y="180462"/>
                  </a:lnTo>
                  <a:lnTo>
                    <a:pt x="1450423" y="180499"/>
                  </a:lnTo>
                  <a:lnTo>
                    <a:pt x="1454343" y="180535"/>
                  </a:lnTo>
                  <a:lnTo>
                    <a:pt x="1458263" y="180568"/>
                  </a:lnTo>
                  <a:lnTo>
                    <a:pt x="1462183" y="180599"/>
                  </a:lnTo>
                  <a:lnTo>
                    <a:pt x="1466103" y="180628"/>
                  </a:lnTo>
                  <a:lnTo>
                    <a:pt x="1470023" y="180655"/>
                  </a:lnTo>
                  <a:lnTo>
                    <a:pt x="1473943" y="180681"/>
                  </a:lnTo>
                  <a:lnTo>
                    <a:pt x="1477863" y="180705"/>
                  </a:lnTo>
                  <a:lnTo>
                    <a:pt x="1481783" y="180728"/>
                  </a:lnTo>
                  <a:lnTo>
                    <a:pt x="1485703" y="180749"/>
                  </a:lnTo>
                  <a:lnTo>
                    <a:pt x="1489623" y="180769"/>
                  </a:lnTo>
                  <a:lnTo>
                    <a:pt x="1493543" y="180788"/>
                  </a:lnTo>
                  <a:lnTo>
                    <a:pt x="1497464" y="180805"/>
                  </a:lnTo>
                  <a:lnTo>
                    <a:pt x="1501384" y="180821"/>
                  </a:lnTo>
                  <a:lnTo>
                    <a:pt x="1505304" y="180836"/>
                  </a:lnTo>
                  <a:lnTo>
                    <a:pt x="1509224" y="180849"/>
                  </a:lnTo>
                  <a:lnTo>
                    <a:pt x="1513144" y="180862"/>
                  </a:lnTo>
                  <a:lnTo>
                    <a:pt x="1517064" y="180874"/>
                  </a:lnTo>
                  <a:lnTo>
                    <a:pt x="1520984" y="180884"/>
                  </a:lnTo>
                  <a:lnTo>
                    <a:pt x="1524904" y="180894"/>
                  </a:lnTo>
                  <a:lnTo>
                    <a:pt x="1528824" y="180903"/>
                  </a:lnTo>
                  <a:lnTo>
                    <a:pt x="1532744" y="180911"/>
                  </a:lnTo>
                  <a:lnTo>
                    <a:pt x="1536664" y="180919"/>
                  </a:lnTo>
                  <a:lnTo>
                    <a:pt x="1540584" y="180926"/>
                  </a:lnTo>
                  <a:lnTo>
                    <a:pt x="1544504" y="180932"/>
                  </a:lnTo>
                  <a:lnTo>
                    <a:pt x="1548424" y="180937"/>
                  </a:lnTo>
                  <a:lnTo>
                    <a:pt x="1552344" y="180942"/>
                  </a:lnTo>
                  <a:lnTo>
                    <a:pt x="1556265" y="180946"/>
                  </a:lnTo>
                  <a:lnTo>
                    <a:pt x="1560185" y="180950"/>
                  </a:lnTo>
                  <a:lnTo>
                    <a:pt x="1564105" y="180954"/>
                  </a:lnTo>
                  <a:lnTo>
                    <a:pt x="1568025" y="180957"/>
                  </a:lnTo>
                  <a:lnTo>
                    <a:pt x="1571945" y="180959"/>
                  </a:lnTo>
                  <a:lnTo>
                    <a:pt x="1575865" y="180962"/>
                  </a:lnTo>
                  <a:lnTo>
                    <a:pt x="1579785" y="180964"/>
                  </a:lnTo>
                  <a:lnTo>
                    <a:pt x="1583705" y="180966"/>
                  </a:lnTo>
                  <a:lnTo>
                    <a:pt x="1587625" y="180967"/>
                  </a:lnTo>
                  <a:lnTo>
                    <a:pt x="1591545" y="180969"/>
                  </a:lnTo>
                  <a:lnTo>
                    <a:pt x="1595465" y="180970"/>
                  </a:lnTo>
                  <a:lnTo>
                    <a:pt x="1599385" y="180970"/>
                  </a:lnTo>
                  <a:lnTo>
                    <a:pt x="1603305" y="180971"/>
                  </a:lnTo>
                  <a:lnTo>
                    <a:pt x="1607225" y="180972"/>
                  </a:lnTo>
                  <a:lnTo>
                    <a:pt x="1611145" y="180972"/>
                  </a:lnTo>
                  <a:lnTo>
                    <a:pt x="1615065" y="180972"/>
                  </a:lnTo>
                  <a:lnTo>
                    <a:pt x="1618986" y="180972"/>
                  </a:lnTo>
                  <a:lnTo>
                    <a:pt x="1622906" y="180972"/>
                  </a:lnTo>
                  <a:lnTo>
                    <a:pt x="1626826" y="180971"/>
                  </a:lnTo>
                  <a:lnTo>
                    <a:pt x="1630746" y="180971"/>
                  </a:lnTo>
                  <a:lnTo>
                    <a:pt x="1634666" y="180970"/>
                  </a:lnTo>
                  <a:lnTo>
                    <a:pt x="1638586" y="180969"/>
                  </a:lnTo>
                  <a:lnTo>
                    <a:pt x="1642506" y="180968"/>
                  </a:lnTo>
                  <a:lnTo>
                    <a:pt x="1646426" y="180967"/>
                  </a:lnTo>
                  <a:lnTo>
                    <a:pt x="1650346" y="180965"/>
                  </a:lnTo>
                  <a:lnTo>
                    <a:pt x="1654266" y="180963"/>
                  </a:lnTo>
                  <a:lnTo>
                    <a:pt x="1658186" y="180961"/>
                  </a:lnTo>
                  <a:lnTo>
                    <a:pt x="1662106" y="180958"/>
                  </a:lnTo>
                  <a:lnTo>
                    <a:pt x="1666026" y="180955"/>
                  </a:lnTo>
                  <a:lnTo>
                    <a:pt x="1669946" y="180952"/>
                  </a:lnTo>
                  <a:lnTo>
                    <a:pt x="1673866" y="180948"/>
                  </a:lnTo>
                  <a:lnTo>
                    <a:pt x="1677786" y="180944"/>
                  </a:lnTo>
                  <a:lnTo>
                    <a:pt x="1681707" y="180939"/>
                  </a:lnTo>
                  <a:lnTo>
                    <a:pt x="1685627" y="180934"/>
                  </a:lnTo>
                  <a:lnTo>
                    <a:pt x="1689547" y="180928"/>
                  </a:lnTo>
                  <a:lnTo>
                    <a:pt x="1693467" y="180921"/>
                  </a:lnTo>
                  <a:lnTo>
                    <a:pt x="1697387" y="180914"/>
                  </a:lnTo>
                  <a:lnTo>
                    <a:pt x="1701307" y="180905"/>
                  </a:lnTo>
                  <a:lnTo>
                    <a:pt x="1705227" y="180896"/>
                  </a:lnTo>
                  <a:lnTo>
                    <a:pt x="1709147" y="180886"/>
                  </a:lnTo>
                  <a:lnTo>
                    <a:pt x="1713067" y="180876"/>
                  </a:lnTo>
                  <a:lnTo>
                    <a:pt x="1716987" y="180864"/>
                  </a:lnTo>
                  <a:lnTo>
                    <a:pt x="1720907" y="180851"/>
                  </a:lnTo>
                  <a:lnTo>
                    <a:pt x="1724827" y="180837"/>
                  </a:lnTo>
                  <a:lnTo>
                    <a:pt x="1728747" y="180822"/>
                  </a:lnTo>
                  <a:lnTo>
                    <a:pt x="1732667" y="180806"/>
                  </a:lnTo>
                  <a:lnTo>
                    <a:pt x="1736587" y="180789"/>
                  </a:lnTo>
                  <a:lnTo>
                    <a:pt x="1740507" y="180770"/>
                  </a:lnTo>
                  <a:lnTo>
                    <a:pt x="1744428" y="180750"/>
                  </a:lnTo>
                  <a:lnTo>
                    <a:pt x="1748348" y="180729"/>
                  </a:lnTo>
                  <a:lnTo>
                    <a:pt x="1752268" y="180707"/>
                  </a:lnTo>
                  <a:lnTo>
                    <a:pt x="1756188" y="180684"/>
                  </a:lnTo>
                  <a:lnTo>
                    <a:pt x="1760108" y="180659"/>
                  </a:lnTo>
                  <a:lnTo>
                    <a:pt x="1764028" y="180633"/>
                  </a:lnTo>
                  <a:lnTo>
                    <a:pt x="1767948" y="180606"/>
                  </a:lnTo>
                  <a:lnTo>
                    <a:pt x="1771868" y="180577"/>
                  </a:lnTo>
                  <a:lnTo>
                    <a:pt x="1775788" y="180548"/>
                  </a:lnTo>
                  <a:lnTo>
                    <a:pt x="1779708" y="180517"/>
                  </a:lnTo>
                  <a:lnTo>
                    <a:pt x="1783628" y="180486"/>
                  </a:lnTo>
                  <a:lnTo>
                    <a:pt x="1787548" y="180454"/>
                  </a:lnTo>
                  <a:lnTo>
                    <a:pt x="1791468" y="180420"/>
                  </a:lnTo>
                  <a:lnTo>
                    <a:pt x="1795388" y="180387"/>
                  </a:lnTo>
                  <a:lnTo>
                    <a:pt x="1799308" y="180352"/>
                  </a:lnTo>
                  <a:lnTo>
                    <a:pt x="1803228" y="180317"/>
                  </a:lnTo>
                  <a:lnTo>
                    <a:pt x="1807149" y="180282"/>
                  </a:lnTo>
                  <a:lnTo>
                    <a:pt x="1811069" y="180247"/>
                  </a:lnTo>
                  <a:lnTo>
                    <a:pt x="1814989" y="180211"/>
                  </a:lnTo>
                  <a:lnTo>
                    <a:pt x="1818909" y="180176"/>
                  </a:lnTo>
                  <a:lnTo>
                    <a:pt x="1822829" y="180141"/>
                  </a:lnTo>
                  <a:lnTo>
                    <a:pt x="1826749" y="180106"/>
                  </a:lnTo>
                  <a:lnTo>
                    <a:pt x="1830669" y="180072"/>
                  </a:lnTo>
                  <a:lnTo>
                    <a:pt x="1834589" y="180038"/>
                  </a:lnTo>
                  <a:lnTo>
                    <a:pt x="1838509" y="180005"/>
                  </a:lnTo>
                  <a:lnTo>
                    <a:pt x="1842429" y="179974"/>
                  </a:lnTo>
                  <a:lnTo>
                    <a:pt x="1846349" y="179943"/>
                  </a:lnTo>
                  <a:lnTo>
                    <a:pt x="1850269" y="179914"/>
                  </a:lnTo>
                  <a:lnTo>
                    <a:pt x="1854189" y="179886"/>
                  </a:lnTo>
                  <a:lnTo>
                    <a:pt x="1858109" y="179860"/>
                  </a:lnTo>
                  <a:lnTo>
                    <a:pt x="1862029" y="179836"/>
                  </a:lnTo>
                  <a:lnTo>
                    <a:pt x="1865949" y="179813"/>
                  </a:lnTo>
                  <a:lnTo>
                    <a:pt x="1869870" y="179792"/>
                  </a:lnTo>
                  <a:lnTo>
                    <a:pt x="1873790" y="179773"/>
                  </a:lnTo>
                  <a:lnTo>
                    <a:pt x="1877710" y="179756"/>
                  </a:lnTo>
                  <a:lnTo>
                    <a:pt x="1881630" y="179742"/>
                  </a:lnTo>
                  <a:lnTo>
                    <a:pt x="1885550" y="179729"/>
                  </a:lnTo>
                  <a:lnTo>
                    <a:pt x="1889470" y="179719"/>
                  </a:lnTo>
                  <a:lnTo>
                    <a:pt x="1893390" y="179711"/>
                  </a:lnTo>
                  <a:lnTo>
                    <a:pt x="1897310" y="179706"/>
                  </a:lnTo>
                  <a:lnTo>
                    <a:pt x="1901230" y="179703"/>
                  </a:lnTo>
                  <a:lnTo>
                    <a:pt x="1905150" y="179702"/>
                  </a:lnTo>
                  <a:lnTo>
                    <a:pt x="1909070" y="179703"/>
                  </a:lnTo>
                  <a:lnTo>
                    <a:pt x="1912990" y="179707"/>
                  </a:lnTo>
                  <a:lnTo>
                    <a:pt x="1916910" y="179714"/>
                  </a:lnTo>
                  <a:lnTo>
                    <a:pt x="1920830" y="179722"/>
                  </a:lnTo>
                  <a:lnTo>
                    <a:pt x="1924750" y="179733"/>
                  </a:lnTo>
                  <a:lnTo>
                    <a:pt x="1928670" y="179746"/>
                  </a:lnTo>
                  <a:lnTo>
                    <a:pt x="1932591" y="179761"/>
                  </a:lnTo>
                  <a:lnTo>
                    <a:pt x="1936511" y="179778"/>
                  </a:lnTo>
                  <a:lnTo>
                    <a:pt x="1940431" y="179797"/>
                  </a:lnTo>
                  <a:lnTo>
                    <a:pt x="1944351" y="179818"/>
                  </a:lnTo>
                  <a:lnTo>
                    <a:pt x="1948271" y="179841"/>
                  </a:lnTo>
                  <a:lnTo>
                    <a:pt x="1952191" y="179865"/>
                  </a:lnTo>
                  <a:lnTo>
                    <a:pt x="1956111" y="179891"/>
                  </a:lnTo>
                  <a:lnTo>
                    <a:pt x="1960031" y="179918"/>
                  </a:lnTo>
                  <a:lnTo>
                    <a:pt x="1963951" y="179946"/>
                  </a:lnTo>
                  <a:lnTo>
                    <a:pt x="1967871" y="179976"/>
                  </a:lnTo>
                  <a:lnTo>
                    <a:pt x="1971791" y="180006"/>
                  </a:lnTo>
                  <a:lnTo>
                    <a:pt x="1975711" y="180038"/>
                  </a:lnTo>
                  <a:lnTo>
                    <a:pt x="1979631" y="180070"/>
                  </a:lnTo>
                  <a:lnTo>
                    <a:pt x="1983551" y="180103"/>
                  </a:lnTo>
                  <a:lnTo>
                    <a:pt x="1987471" y="180137"/>
                  </a:lnTo>
                  <a:lnTo>
                    <a:pt x="1991391" y="180170"/>
                  </a:lnTo>
                  <a:lnTo>
                    <a:pt x="1995312" y="180204"/>
                  </a:lnTo>
                  <a:lnTo>
                    <a:pt x="1999232" y="180239"/>
                  </a:lnTo>
                  <a:lnTo>
                    <a:pt x="2003152" y="180273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14" name="pg114"/>
            <p:cNvSpPr/>
            <p:nvPr/>
          </p:nvSpPr>
          <p:spPr>
            <a:xfrm>
              <a:off x="11314501" y="6192696"/>
              <a:ext cx="2003152" cy="98853"/>
            </a:xfrm>
            <a:custGeom>
              <a:avLst/>
              <a:gdLst/>
              <a:ahLst/>
              <a:cxnLst/>
              <a:rect l="0" t="0" r="0" b="0"/>
              <a:pathLst>
                <a:path w="2003152" h="98853">
                  <a:moveTo>
                    <a:pt x="0" y="98499"/>
                  </a:moveTo>
                  <a:lnTo>
                    <a:pt x="3920" y="98478"/>
                  </a:lnTo>
                  <a:lnTo>
                    <a:pt x="7840" y="98456"/>
                  </a:lnTo>
                  <a:lnTo>
                    <a:pt x="11760" y="98434"/>
                  </a:lnTo>
                  <a:lnTo>
                    <a:pt x="15680" y="98410"/>
                  </a:lnTo>
                  <a:lnTo>
                    <a:pt x="19600" y="98385"/>
                  </a:lnTo>
                  <a:lnTo>
                    <a:pt x="23520" y="98359"/>
                  </a:lnTo>
                  <a:lnTo>
                    <a:pt x="27440" y="98332"/>
                  </a:lnTo>
                  <a:lnTo>
                    <a:pt x="31360" y="98303"/>
                  </a:lnTo>
                  <a:lnTo>
                    <a:pt x="35280" y="98273"/>
                  </a:lnTo>
                  <a:lnTo>
                    <a:pt x="39200" y="98243"/>
                  </a:lnTo>
                  <a:lnTo>
                    <a:pt x="43120" y="98210"/>
                  </a:lnTo>
                  <a:lnTo>
                    <a:pt x="47040" y="98177"/>
                  </a:lnTo>
                  <a:lnTo>
                    <a:pt x="50960" y="98143"/>
                  </a:lnTo>
                  <a:lnTo>
                    <a:pt x="54880" y="98106"/>
                  </a:lnTo>
                  <a:lnTo>
                    <a:pt x="58800" y="98069"/>
                  </a:lnTo>
                  <a:lnTo>
                    <a:pt x="62721" y="98030"/>
                  </a:lnTo>
                  <a:lnTo>
                    <a:pt x="66641" y="97990"/>
                  </a:lnTo>
                  <a:lnTo>
                    <a:pt x="70561" y="97948"/>
                  </a:lnTo>
                  <a:lnTo>
                    <a:pt x="74481" y="97905"/>
                  </a:lnTo>
                  <a:lnTo>
                    <a:pt x="78401" y="97860"/>
                  </a:lnTo>
                  <a:lnTo>
                    <a:pt x="82321" y="97814"/>
                  </a:lnTo>
                  <a:lnTo>
                    <a:pt x="86241" y="97765"/>
                  </a:lnTo>
                  <a:lnTo>
                    <a:pt x="90161" y="97716"/>
                  </a:lnTo>
                  <a:lnTo>
                    <a:pt x="94081" y="97665"/>
                  </a:lnTo>
                  <a:lnTo>
                    <a:pt x="98001" y="97612"/>
                  </a:lnTo>
                  <a:lnTo>
                    <a:pt x="101921" y="97558"/>
                  </a:lnTo>
                  <a:lnTo>
                    <a:pt x="105841" y="97502"/>
                  </a:lnTo>
                  <a:lnTo>
                    <a:pt x="109761" y="97444"/>
                  </a:lnTo>
                  <a:lnTo>
                    <a:pt x="113681" y="97384"/>
                  </a:lnTo>
                  <a:lnTo>
                    <a:pt x="117601" y="97323"/>
                  </a:lnTo>
                  <a:lnTo>
                    <a:pt x="121521" y="97260"/>
                  </a:lnTo>
                  <a:lnTo>
                    <a:pt x="125442" y="97196"/>
                  </a:lnTo>
                  <a:lnTo>
                    <a:pt x="129362" y="97129"/>
                  </a:lnTo>
                  <a:lnTo>
                    <a:pt x="133282" y="97061"/>
                  </a:lnTo>
                  <a:lnTo>
                    <a:pt x="137202" y="96991"/>
                  </a:lnTo>
                  <a:lnTo>
                    <a:pt x="141122" y="96919"/>
                  </a:lnTo>
                  <a:lnTo>
                    <a:pt x="145042" y="96846"/>
                  </a:lnTo>
                  <a:lnTo>
                    <a:pt x="148962" y="96771"/>
                  </a:lnTo>
                  <a:lnTo>
                    <a:pt x="152882" y="96693"/>
                  </a:lnTo>
                  <a:lnTo>
                    <a:pt x="156802" y="96615"/>
                  </a:lnTo>
                  <a:lnTo>
                    <a:pt x="160722" y="96534"/>
                  </a:lnTo>
                  <a:lnTo>
                    <a:pt x="164642" y="96452"/>
                  </a:lnTo>
                  <a:lnTo>
                    <a:pt x="168562" y="96368"/>
                  </a:lnTo>
                  <a:lnTo>
                    <a:pt x="172482" y="96282"/>
                  </a:lnTo>
                  <a:lnTo>
                    <a:pt x="176402" y="96195"/>
                  </a:lnTo>
                  <a:lnTo>
                    <a:pt x="180322" y="96105"/>
                  </a:lnTo>
                  <a:lnTo>
                    <a:pt x="184242" y="96015"/>
                  </a:lnTo>
                  <a:lnTo>
                    <a:pt x="188163" y="95922"/>
                  </a:lnTo>
                  <a:lnTo>
                    <a:pt x="192083" y="95828"/>
                  </a:lnTo>
                  <a:lnTo>
                    <a:pt x="196003" y="95732"/>
                  </a:lnTo>
                  <a:lnTo>
                    <a:pt x="199923" y="95634"/>
                  </a:lnTo>
                  <a:lnTo>
                    <a:pt x="203843" y="95536"/>
                  </a:lnTo>
                  <a:lnTo>
                    <a:pt x="207763" y="95435"/>
                  </a:lnTo>
                  <a:lnTo>
                    <a:pt x="211683" y="95333"/>
                  </a:lnTo>
                  <a:lnTo>
                    <a:pt x="215603" y="95229"/>
                  </a:lnTo>
                  <a:lnTo>
                    <a:pt x="219523" y="95124"/>
                  </a:lnTo>
                  <a:lnTo>
                    <a:pt x="223443" y="95018"/>
                  </a:lnTo>
                  <a:lnTo>
                    <a:pt x="227363" y="94910"/>
                  </a:lnTo>
                  <a:lnTo>
                    <a:pt x="231283" y="94801"/>
                  </a:lnTo>
                  <a:lnTo>
                    <a:pt x="235203" y="94690"/>
                  </a:lnTo>
                  <a:lnTo>
                    <a:pt x="239123" y="94578"/>
                  </a:lnTo>
                  <a:lnTo>
                    <a:pt x="243043" y="94465"/>
                  </a:lnTo>
                  <a:lnTo>
                    <a:pt x="246963" y="94351"/>
                  </a:lnTo>
                  <a:lnTo>
                    <a:pt x="250884" y="94236"/>
                  </a:lnTo>
                  <a:lnTo>
                    <a:pt x="254804" y="94119"/>
                  </a:lnTo>
                  <a:lnTo>
                    <a:pt x="258724" y="94001"/>
                  </a:lnTo>
                  <a:lnTo>
                    <a:pt x="262644" y="93882"/>
                  </a:lnTo>
                  <a:lnTo>
                    <a:pt x="266564" y="93762"/>
                  </a:lnTo>
                  <a:lnTo>
                    <a:pt x="270484" y="93641"/>
                  </a:lnTo>
                  <a:lnTo>
                    <a:pt x="274404" y="93520"/>
                  </a:lnTo>
                  <a:lnTo>
                    <a:pt x="278324" y="93397"/>
                  </a:lnTo>
                  <a:lnTo>
                    <a:pt x="282244" y="93273"/>
                  </a:lnTo>
                  <a:lnTo>
                    <a:pt x="286164" y="93149"/>
                  </a:lnTo>
                  <a:lnTo>
                    <a:pt x="290084" y="93024"/>
                  </a:lnTo>
                  <a:lnTo>
                    <a:pt x="294004" y="92898"/>
                  </a:lnTo>
                  <a:lnTo>
                    <a:pt x="297924" y="92771"/>
                  </a:lnTo>
                  <a:lnTo>
                    <a:pt x="301844" y="92643"/>
                  </a:lnTo>
                  <a:lnTo>
                    <a:pt x="305764" y="92515"/>
                  </a:lnTo>
                  <a:lnTo>
                    <a:pt x="309684" y="92386"/>
                  </a:lnTo>
                  <a:lnTo>
                    <a:pt x="313605" y="92257"/>
                  </a:lnTo>
                  <a:lnTo>
                    <a:pt x="317525" y="92127"/>
                  </a:lnTo>
                  <a:lnTo>
                    <a:pt x="321445" y="91996"/>
                  </a:lnTo>
                  <a:lnTo>
                    <a:pt x="325365" y="91864"/>
                  </a:lnTo>
                  <a:lnTo>
                    <a:pt x="329285" y="91732"/>
                  </a:lnTo>
                  <a:lnTo>
                    <a:pt x="333205" y="91600"/>
                  </a:lnTo>
                  <a:lnTo>
                    <a:pt x="337125" y="91466"/>
                  </a:lnTo>
                  <a:lnTo>
                    <a:pt x="341045" y="91333"/>
                  </a:lnTo>
                  <a:lnTo>
                    <a:pt x="344965" y="91198"/>
                  </a:lnTo>
                  <a:lnTo>
                    <a:pt x="348885" y="91064"/>
                  </a:lnTo>
                  <a:lnTo>
                    <a:pt x="352805" y="90928"/>
                  </a:lnTo>
                  <a:lnTo>
                    <a:pt x="356725" y="90792"/>
                  </a:lnTo>
                  <a:lnTo>
                    <a:pt x="360645" y="90655"/>
                  </a:lnTo>
                  <a:lnTo>
                    <a:pt x="364565" y="90518"/>
                  </a:lnTo>
                  <a:lnTo>
                    <a:pt x="368485" y="90380"/>
                  </a:lnTo>
                  <a:lnTo>
                    <a:pt x="372405" y="90241"/>
                  </a:lnTo>
                  <a:lnTo>
                    <a:pt x="376326" y="90102"/>
                  </a:lnTo>
                  <a:lnTo>
                    <a:pt x="380246" y="89961"/>
                  </a:lnTo>
                  <a:lnTo>
                    <a:pt x="384166" y="89820"/>
                  </a:lnTo>
                  <a:lnTo>
                    <a:pt x="388086" y="89678"/>
                  </a:lnTo>
                  <a:lnTo>
                    <a:pt x="392006" y="89535"/>
                  </a:lnTo>
                  <a:lnTo>
                    <a:pt x="395926" y="89392"/>
                  </a:lnTo>
                  <a:lnTo>
                    <a:pt x="399846" y="89247"/>
                  </a:lnTo>
                  <a:lnTo>
                    <a:pt x="403766" y="89101"/>
                  </a:lnTo>
                  <a:lnTo>
                    <a:pt x="407686" y="88954"/>
                  </a:lnTo>
                  <a:lnTo>
                    <a:pt x="411606" y="88805"/>
                  </a:lnTo>
                  <a:lnTo>
                    <a:pt x="415526" y="88656"/>
                  </a:lnTo>
                  <a:lnTo>
                    <a:pt x="419446" y="88505"/>
                  </a:lnTo>
                  <a:lnTo>
                    <a:pt x="423366" y="88352"/>
                  </a:lnTo>
                  <a:lnTo>
                    <a:pt x="427286" y="88198"/>
                  </a:lnTo>
                  <a:lnTo>
                    <a:pt x="431206" y="88043"/>
                  </a:lnTo>
                  <a:lnTo>
                    <a:pt x="435126" y="87885"/>
                  </a:lnTo>
                  <a:lnTo>
                    <a:pt x="439047" y="87726"/>
                  </a:lnTo>
                  <a:lnTo>
                    <a:pt x="442967" y="87565"/>
                  </a:lnTo>
                  <a:lnTo>
                    <a:pt x="446887" y="87401"/>
                  </a:lnTo>
                  <a:lnTo>
                    <a:pt x="450807" y="87236"/>
                  </a:lnTo>
                  <a:lnTo>
                    <a:pt x="454727" y="87068"/>
                  </a:lnTo>
                  <a:lnTo>
                    <a:pt x="458647" y="86897"/>
                  </a:lnTo>
                  <a:lnTo>
                    <a:pt x="462567" y="86725"/>
                  </a:lnTo>
                  <a:lnTo>
                    <a:pt x="466487" y="86549"/>
                  </a:lnTo>
                  <a:lnTo>
                    <a:pt x="470407" y="86371"/>
                  </a:lnTo>
                  <a:lnTo>
                    <a:pt x="474327" y="86191"/>
                  </a:lnTo>
                  <a:lnTo>
                    <a:pt x="478247" y="86006"/>
                  </a:lnTo>
                  <a:lnTo>
                    <a:pt x="482167" y="85819"/>
                  </a:lnTo>
                  <a:lnTo>
                    <a:pt x="486087" y="85629"/>
                  </a:lnTo>
                  <a:lnTo>
                    <a:pt x="490007" y="85434"/>
                  </a:lnTo>
                  <a:lnTo>
                    <a:pt x="493927" y="85237"/>
                  </a:lnTo>
                  <a:lnTo>
                    <a:pt x="497847" y="85037"/>
                  </a:lnTo>
                  <a:lnTo>
                    <a:pt x="501768" y="84831"/>
                  </a:lnTo>
                  <a:lnTo>
                    <a:pt x="505688" y="84622"/>
                  </a:lnTo>
                  <a:lnTo>
                    <a:pt x="509608" y="84409"/>
                  </a:lnTo>
                  <a:lnTo>
                    <a:pt x="513528" y="84191"/>
                  </a:lnTo>
                  <a:lnTo>
                    <a:pt x="517448" y="83970"/>
                  </a:lnTo>
                  <a:lnTo>
                    <a:pt x="521368" y="83744"/>
                  </a:lnTo>
                  <a:lnTo>
                    <a:pt x="525288" y="83512"/>
                  </a:lnTo>
                  <a:lnTo>
                    <a:pt x="529208" y="83277"/>
                  </a:lnTo>
                  <a:lnTo>
                    <a:pt x="533128" y="83037"/>
                  </a:lnTo>
                  <a:lnTo>
                    <a:pt x="537048" y="82790"/>
                  </a:lnTo>
                  <a:lnTo>
                    <a:pt x="540968" y="82540"/>
                  </a:lnTo>
                  <a:lnTo>
                    <a:pt x="544888" y="82283"/>
                  </a:lnTo>
                  <a:lnTo>
                    <a:pt x="548808" y="82021"/>
                  </a:lnTo>
                  <a:lnTo>
                    <a:pt x="552728" y="81755"/>
                  </a:lnTo>
                  <a:lnTo>
                    <a:pt x="556648" y="81481"/>
                  </a:lnTo>
                  <a:lnTo>
                    <a:pt x="560569" y="81201"/>
                  </a:lnTo>
                  <a:lnTo>
                    <a:pt x="564489" y="80918"/>
                  </a:lnTo>
                  <a:lnTo>
                    <a:pt x="568409" y="80625"/>
                  </a:lnTo>
                  <a:lnTo>
                    <a:pt x="572329" y="80327"/>
                  </a:lnTo>
                  <a:lnTo>
                    <a:pt x="576249" y="80025"/>
                  </a:lnTo>
                  <a:lnTo>
                    <a:pt x="580169" y="79713"/>
                  </a:lnTo>
                  <a:lnTo>
                    <a:pt x="584089" y="79396"/>
                  </a:lnTo>
                  <a:lnTo>
                    <a:pt x="588009" y="79073"/>
                  </a:lnTo>
                  <a:lnTo>
                    <a:pt x="591929" y="78741"/>
                  </a:lnTo>
                  <a:lnTo>
                    <a:pt x="595849" y="78404"/>
                  </a:lnTo>
                  <a:lnTo>
                    <a:pt x="599769" y="78060"/>
                  </a:lnTo>
                  <a:lnTo>
                    <a:pt x="603689" y="77707"/>
                  </a:lnTo>
                  <a:lnTo>
                    <a:pt x="607609" y="77349"/>
                  </a:lnTo>
                  <a:lnTo>
                    <a:pt x="611529" y="76983"/>
                  </a:lnTo>
                  <a:lnTo>
                    <a:pt x="615449" y="76609"/>
                  </a:lnTo>
                  <a:lnTo>
                    <a:pt x="619369" y="76229"/>
                  </a:lnTo>
                  <a:lnTo>
                    <a:pt x="623290" y="75839"/>
                  </a:lnTo>
                  <a:lnTo>
                    <a:pt x="627210" y="75443"/>
                  </a:lnTo>
                  <a:lnTo>
                    <a:pt x="631130" y="75040"/>
                  </a:lnTo>
                  <a:lnTo>
                    <a:pt x="635050" y="74627"/>
                  </a:lnTo>
                  <a:lnTo>
                    <a:pt x="638970" y="74208"/>
                  </a:lnTo>
                  <a:lnTo>
                    <a:pt x="642890" y="73782"/>
                  </a:lnTo>
                  <a:lnTo>
                    <a:pt x="646810" y="73345"/>
                  </a:lnTo>
                  <a:lnTo>
                    <a:pt x="650730" y="72902"/>
                  </a:lnTo>
                  <a:lnTo>
                    <a:pt x="654650" y="72453"/>
                  </a:lnTo>
                  <a:lnTo>
                    <a:pt x="658570" y="71992"/>
                  </a:lnTo>
                  <a:lnTo>
                    <a:pt x="662490" y="71525"/>
                  </a:lnTo>
                  <a:lnTo>
                    <a:pt x="666410" y="71051"/>
                  </a:lnTo>
                  <a:lnTo>
                    <a:pt x="670330" y="70566"/>
                  </a:lnTo>
                  <a:lnTo>
                    <a:pt x="674250" y="70076"/>
                  </a:lnTo>
                  <a:lnTo>
                    <a:pt x="678170" y="69578"/>
                  </a:lnTo>
                  <a:lnTo>
                    <a:pt x="682090" y="69069"/>
                  </a:lnTo>
                  <a:lnTo>
                    <a:pt x="686011" y="68555"/>
                  </a:lnTo>
                  <a:lnTo>
                    <a:pt x="689931" y="68032"/>
                  </a:lnTo>
                  <a:lnTo>
                    <a:pt x="693851" y="67500"/>
                  </a:lnTo>
                  <a:lnTo>
                    <a:pt x="697771" y="66963"/>
                  </a:lnTo>
                  <a:lnTo>
                    <a:pt x="701691" y="66415"/>
                  </a:lnTo>
                  <a:lnTo>
                    <a:pt x="705611" y="65860"/>
                  </a:lnTo>
                  <a:lnTo>
                    <a:pt x="709531" y="65300"/>
                  </a:lnTo>
                  <a:lnTo>
                    <a:pt x="713451" y="64728"/>
                  </a:lnTo>
                  <a:lnTo>
                    <a:pt x="717371" y="64151"/>
                  </a:lnTo>
                  <a:lnTo>
                    <a:pt x="721291" y="63567"/>
                  </a:lnTo>
                  <a:lnTo>
                    <a:pt x="725211" y="62973"/>
                  </a:lnTo>
                  <a:lnTo>
                    <a:pt x="729131" y="62374"/>
                  </a:lnTo>
                  <a:lnTo>
                    <a:pt x="733051" y="61768"/>
                  </a:lnTo>
                  <a:lnTo>
                    <a:pt x="736971" y="61152"/>
                  </a:lnTo>
                  <a:lnTo>
                    <a:pt x="740891" y="60531"/>
                  </a:lnTo>
                  <a:lnTo>
                    <a:pt x="744811" y="59904"/>
                  </a:lnTo>
                  <a:lnTo>
                    <a:pt x="748732" y="59268"/>
                  </a:lnTo>
                  <a:lnTo>
                    <a:pt x="752652" y="58626"/>
                  </a:lnTo>
                  <a:lnTo>
                    <a:pt x="756572" y="57979"/>
                  </a:lnTo>
                  <a:lnTo>
                    <a:pt x="760492" y="57323"/>
                  </a:lnTo>
                  <a:lnTo>
                    <a:pt x="764412" y="56663"/>
                  </a:lnTo>
                  <a:lnTo>
                    <a:pt x="768332" y="55996"/>
                  </a:lnTo>
                  <a:lnTo>
                    <a:pt x="772252" y="55322"/>
                  </a:lnTo>
                  <a:lnTo>
                    <a:pt x="776172" y="54644"/>
                  </a:lnTo>
                  <a:lnTo>
                    <a:pt x="780092" y="53959"/>
                  </a:lnTo>
                  <a:lnTo>
                    <a:pt x="784012" y="53269"/>
                  </a:lnTo>
                  <a:lnTo>
                    <a:pt x="787932" y="52575"/>
                  </a:lnTo>
                  <a:lnTo>
                    <a:pt x="791852" y="51874"/>
                  </a:lnTo>
                  <a:lnTo>
                    <a:pt x="795772" y="51169"/>
                  </a:lnTo>
                  <a:lnTo>
                    <a:pt x="799692" y="50460"/>
                  </a:lnTo>
                  <a:lnTo>
                    <a:pt x="803612" y="49744"/>
                  </a:lnTo>
                  <a:lnTo>
                    <a:pt x="807532" y="49026"/>
                  </a:lnTo>
                  <a:lnTo>
                    <a:pt x="811453" y="48304"/>
                  </a:lnTo>
                  <a:lnTo>
                    <a:pt x="815373" y="47576"/>
                  </a:lnTo>
                  <a:lnTo>
                    <a:pt x="819293" y="46846"/>
                  </a:lnTo>
                  <a:lnTo>
                    <a:pt x="823213" y="46112"/>
                  </a:lnTo>
                  <a:lnTo>
                    <a:pt x="827133" y="45374"/>
                  </a:lnTo>
                  <a:lnTo>
                    <a:pt x="831053" y="44634"/>
                  </a:lnTo>
                  <a:lnTo>
                    <a:pt x="834973" y="43892"/>
                  </a:lnTo>
                  <a:lnTo>
                    <a:pt x="838893" y="43146"/>
                  </a:lnTo>
                  <a:lnTo>
                    <a:pt x="842813" y="42398"/>
                  </a:lnTo>
                  <a:lnTo>
                    <a:pt x="846733" y="41648"/>
                  </a:lnTo>
                  <a:lnTo>
                    <a:pt x="850653" y="40896"/>
                  </a:lnTo>
                  <a:lnTo>
                    <a:pt x="854573" y="40143"/>
                  </a:lnTo>
                  <a:lnTo>
                    <a:pt x="858493" y="39388"/>
                  </a:lnTo>
                  <a:lnTo>
                    <a:pt x="862413" y="38632"/>
                  </a:lnTo>
                  <a:lnTo>
                    <a:pt x="866333" y="37875"/>
                  </a:lnTo>
                  <a:lnTo>
                    <a:pt x="870253" y="37118"/>
                  </a:lnTo>
                  <a:lnTo>
                    <a:pt x="874174" y="36360"/>
                  </a:lnTo>
                  <a:lnTo>
                    <a:pt x="878094" y="35602"/>
                  </a:lnTo>
                  <a:lnTo>
                    <a:pt x="882014" y="34845"/>
                  </a:lnTo>
                  <a:lnTo>
                    <a:pt x="885934" y="34088"/>
                  </a:lnTo>
                  <a:lnTo>
                    <a:pt x="889854" y="33331"/>
                  </a:lnTo>
                  <a:lnTo>
                    <a:pt x="893774" y="32576"/>
                  </a:lnTo>
                  <a:lnTo>
                    <a:pt x="897694" y="31822"/>
                  </a:lnTo>
                  <a:lnTo>
                    <a:pt x="901614" y="31070"/>
                  </a:lnTo>
                  <a:lnTo>
                    <a:pt x="905534" y="30319"/>
                  </a:lnTo>
                  <a:lnTo>
                    <a:pt x="909454" y="29571"/>
                  </a:lnTo>
                  <a:lnTo>
                    <a:pt x="913374" y="28825"/>
                  </a:lnTo>
                  <a:lnTo>
                    <a:pt x="917294" y="28082"/>
                  </a:lnTo>
                  <a:lnTo>
                    <a:pt x="921214" y="27341"/>
                  </a:lnTo>
                  <a:lnTo>
                    <a:pt x="925134" y="26604"/>
                  </a:lnTo>
                  <a:lnTo>
                    <a:pt x="929054" y="25871"/>
                  </a:lnTo>
                  <a:lnTo>
                    <a:pt x="932974" y="25141"/>
                  </a:lnTo>
                  <a:lnTo>
                    <a:pt x="936895" y="24416"/>
                  </a:lnTo>
                  <a:lnTo>
                    <a:pt x="940815" y="23695"/>
                  </a:lnTo>
                  <a:lnTo>
                    <a:pt x="944735" y="22978"/>
                  </a:lnTo>
                  <a:lnTo>
                    <a:pt x="948655" y="22268"/>
                  </a:lnTo>
                  <a:lnTo>
                    <a:pt x="952575" y="21562"/>
                  </a:lnTo>
                  <a:lnTo>
                    <a:pt x="956495" y="20861"/>
                  </a:lnTo>
                  <a:lnTo>
                    <a:pt x="960415" y="20168"/>
                  </a:lnTo>
                  <a:lnTo>
                    <a:pt x="964335" y="19480"/>
                  </a:lnTo>
                  <a:lnTo>
                    <a:pt x="968255" y="18798"/>
                  </a:lnTo>
                  <a:lnTo>
                    <a:pt x="972175" y="18125"/>
                  </a:lnTo>
                  <a:lnTo>
                    <a:pt x="976095" y="17458"/>
                  </a:lnTo>
                  <a:lnTo>
                    <a:pt x="980015" y="16798"/>
                  </a:lnTo>
                  <a:lnTo>
                    <a:pt x="983935" y="16148"/>
                  </a:lnTo>
                  <a:lnTo>
                    <a:pt x="987855" y="15504"/>
                  </a:lnTo>
                  <a:lnTo>
                    <a:pt x="991775" y="14869"/>
                  </a:lnTo>
                  <a:lnTo>
                    <a:pt x="995695" y="14244"/>
                  </a:lnTo>
                  <a:lnTo>
                    <a:pt x="999616" y="13626"/>
                  </a:lnTo>
                  <a:lnTo>
                    <a:pt x="1003536" y="13019"/>
                  </a:lnTo>
                  <a:lnTo>
                    <a:pt x="1007456" y="12423"/>
                  </a:lnTo>
                  <a:lnTo>
                    <a:pt x="1011376" y="11834"/>
                  </a:lnTo>
                  <a:lnTo>
                    <a:pt x="1015296" y="11258"/>
                  </a:lnTo>
                  <a:lnTo>
                    <a:pt x="1019216" y="10694"/>
                  </a:lnTo>
                  <a:lnTo>
                    <a:pt x="1023136" y="10136"/>
                  </a:lnTo>
                  <a:lnTo>
                    <a:pt x="1027056" y="9595"/>
                  </a:lnTo>
                  <a:lnTo>
                    <a:pt x="1030976" y="9064"/>
                  </a:lnTo>
                  <a:lnTo>
                    <a:pt x="1034896" y="8541"/>
                  </a:lnTo>
                  <a:lnTo>
                    <a:pt x="1038816" y="8037"/>
                  </a:lnTo>
                  <a:lnTo>
                    <a:pt x="1042736" y="7543"/>
                  </a:lnTo>
                  <a:lnTo>
                    <a:pt x="1046656" y="7059"/>
                  </a:lnTo>
                  <a:lnTo>
                    <a:pt x="1050576" y="6594"/>
                  </a:lnTo>
                  <a:lnTo>
                    <a:pt x="1054496" y="6139"/>
                  </a:lnTo>
                  <a:lnTo>
                    <a:pt x="1058417" y="5697"/>
                  </a:lnTo>
                  <a:lnTo>
                    <a:pt x="1062337" y="5274"/>
                  </a:lnTo>
                  <a:lnTo>
                    <a:pt x="1066257" y="4861"/>
                  </a:lnTo>
                  <a:lnTo>
                    <a:pt x="1070177" y="4464"/>
                  </a:lnTo>
                  <a:lnTo>
                    <a:pt x="1074097" y="4085"/>
                  </a:lnTo>
                  <a:lnTo>
                    <a:pt x="1078017" y="3717"/>
                  </a:lnTo>
                  <a:lnTo>
                    <a:pt x="1081937" y="3367"/>
                  </a:lnTo>
                  <a:lnTo>
                    <a:pt x="1085857" y="3035"/>
                  </a:lnTo>
                  <a:lnTo>
                    <a:pt x="1089777" y="2714"/>
                  </a:lnTo>
                  <a:lnTo>
                    <a:pt x="1093697" y="2414"/>
                  </a:lnTo>
                  <a:lnTo>
                    <a:pt x="1097617" y="2131"/>
                  </a:lnTo>
                  <a:lnTo>
                    <a:pt x="1101537" y="1859"/>
                  </a:lnTo>
                  <a:lnTo>
                    <a:pt x="1105457" y="1611"/>
                  </a:lnTo>
                  <a:lnTo>
                    <a:pt x="1109377" y="1379"/>
                  </a:lnTo>
                  <a:lnTo>
                    <a:pt x="1113297" y="1159"/>
                  </a:lnTo>
                  <a:lnTo>
                    <a:pt x="1117217" y="965"/>
                  </a:lnTo>
                  <a:lnTo>
                    <a:pt x="1121138" y="786"/>
                  </a:lnTo>
                  <a:lnTo>
                    <a:pt x="1125058" y="620"/>
                  </a:lnTo>
                  <a:lnTo>
                    <a:pt x="1128978" y="481"/>
                  </a:lnTo>
                  <a:lnTo>
                    <a:pt x="1132898" y="356"/>
                  </a:lnTo>
                  <a:lnTo>
                    <a:pt x="1136818" y="247"/>
                  </a:lnTo>
                  <a:lnTo>
                    <a:pt x="1140738" y="163"/>
                  </a:lnTo>
                  <a:lnTo>
                    <a:pt x="1144658" y="93"/>
                  </a:lnTo>
                  <a:lnTo>
                    <a:pt x="1148578" y="41"/>
                  </a:lnTo>
                  <a:lnTo>
                    <a:pt x="1152498" y="14"/>
                  </a:lnTo>
                  <a:lnTo>
                    <a:pt x="1156418" y="0"/>
                  </a:lnTo>
                  <a:lnTo>
                    <a:pt x="1160338" y="7"/>
                  </a:lnTo>
                  <a:lnTo>
                    <a:pt x="1164258" y="35"/>
                  </a:lnTo>
                  <a:lnTo>
                    <a:pt x="1168178" y="77"/>
                  </a:lnTo>
                  <a:lnTo>
                    <a:pt x="1172098" y="143"/>
                  </a:lnTo>
                  <a:lnTo>
                    <a:pt x="1176018" y="228"/>
                  </a:lnTo>
                  <a:lnTo>
                    <a:pt x="1179938" y="326"/>
                  </a:lnTo>
                  <a:lnTo>
                    <a:pt x="1183859" y="450"/>
                  </a:lnTo>
                  <a:lnTo>
                    <a:pt x="1187779" y="590"/>
                  </a:lnTo>
                  <a:lnTo>
                    <a:pt x="1191699" y="744"/>
                  </a:lnTo>
                  <a:lnTo>
                    <a:pt x="1195619" y="925"/>
                  </a:lnTo>
                  <a:lnTo>
                    <a:pt x="1199539" y="1120"/>
                  </a:lnTo>
                  <a:lnTo>
                    <a:pt x="1203459" y="1329"/>
                  </a:lnTo>
                  <a:lnTo>
                    <a:pt x="1207379" y="1565"/>
                  </a:lnTo>
                  <a:lnTo>
                    <a:pt x="1211299" y="1814"/>
                  </a:lnTo>
                  <a:lnTo>
                    <a:pt x="1215219" y="2078"/>
                  </a:lnTo>
                  <a:lnTo>
                    <a:pt x="1219139" y="2366"/>
                  </a:lnTo>
                  <a:lnTo>
                    <a:pt x="1223059" y="2666"/>
                  </a:lnTo>
                  <a:lnTo>
                    <a:pt x="1226979" y="2983"/>
                  </a:lnTo>
                  <a:lnTo>
                    <a:pt x="1230899" y="3320"/>
                  </a:lnTo>
                  <a:lnTo>
                    <a:pt x="1234819" y="3669"/>
                  </a:lnTo>
                  <a:lnTo>
                    <a:pt x="1238739" y="4036"/>
                  </a:lnTo>
                  <a:lnTo>
                    <a:pt x="1242659" y="4420"/>
                  </a:lnTo>
                  <a:lnTo>
                    <a:pt x="1246580" y="4815"/>
                  </a:lnTo>
                  <a:lnTo>
                    <a:pt x="1250500" y="5228"/>
                  </a:lnTo>
                  <a:lnTo>
                    <a:pt x="1254420" y="5656"/>
                  </a:lnTo>
                  <a:lnTo>
                    <a:pt x="1258340" y="6094"/>
                  </a:lnTo>
                  <a:lnTo>
                    <a:pt x="1262260" y="6550"/>
                  </a:lnTo>
                  <a:lnTo>
                    <a:pt x="1266180" y="7018"/>
                  </a:lnTo>
                  <a:lnTo>
                    <a:pt x="1270100" y="7495"/>
                  </a:lnTo>
                  <a:lnTo>
                    <a:pt x="1274020" y="7991"/>
                  </a:lnTo>
                  <a:lnTo>
                    <a:pt x="1277940" y="8495"/>
                  </a:lnTo>
                  <a:lnTo>
                    <a:pt x="1281860" y="9008"/>
                  </a:lnTo>
                  <a:lnTo>
                    <a:pt x="1285780" y="9538"/>
                  </a:lnTo>
                  <a:lnTo>
                    <a:pt x="1289700" y="10074"/>
                  </a:lnTo>
                  <a:lnTo>
                    <a:pt x="1293620" y="10620"/>
                  </a:lnTo>
                  <a:lnTo>
                    <a:pt x="1297540" y="11179"/>
                  </a:lnTo>
                  <a:lnTo>
                    <a:pt x="1301460" y="11744"/>
                  </a:lnTo>
                  <a:lnTo>
                    <a:pt x="1305380" y="12317"/>
                  </a:lnTo>
                  <a:lnTo>
                    <a:pt x="1309301" y="12901"/>
                  </a:lnTo>
                  <a:lnTo>
                    <a:pt x="1313221" y="13490"/>
                  </a:lnTo>
                  <a:lnTo>
                    <a:pt x="1317141" y="14087"/>
                  </a:lnTo>
                  <a:lnTo>
                    <a:pt x="1321061" y="14692"/>
                  </a:lnTo>
                  <a:lnTo>
                    <a:pt x="1324981" y="15300"/>
                  </a:lnTo>
                  <a:lnTo>
                    <a:pt x="1328901" y="15916"/>
                  </a:lnTo>
                  <a:lnTo>
                    <a:pt x="1332821" y="16537"/>
                  </a:lnTo>
                  <a:lnTo>
                    <a:pt x="1336741" y="17162"/>
                  </a:lnTo>
                  <a:lnTo>
                    <a:pt x="1340661" y="17792"/>
                  </a:lnTo>
                  <a:lnTo>
                    <a:pt x="1344581" y="18426"/>
                  </a:lnTo>
                  <a:lnTo>
                    <a:pt x="1348501" y="19062"/>
                  </a:lnTo>
                  <a:lnTo>
                    <a:pt x="1352421" y="19703"/>
                  </a:lnTo>
                  <a:lnTo>
                    <a:pt x="1356341" y="20345"/>
                  </a:lnTo>
                  <a:lnTo>
                    <a:pt x="1360261" y="20989"/>
                  </a:lnTo>
                  <a:lnTo>
                    <a:pt x="1364181" y="21636"/>
                  </a:lnTo>
                  <a:lnTo>
                    <a:pt x="1368101" y="22284"/>
                  </a:lnTo>
                  <a:lnTo>
                    <a:pt x="1372022" y="22933"/>
                  </a:lnTo>
                  <a:lnTo>
                    <a:pt x="1375942" y="23583"/>
                  </a:lnTo>
                  <a:lnTo>
                    <a:pt x="1379862" y="24234"/>
                  </a:lnTo>
                  <a:lnTo>
                    <a:pt x="1383782" y="24884"/>
                  </a:lnTo>
                  <a:lnTo>
                    <a:pt x="1387702" y="25534"/>
                  </a:lnTo>
                  <a:lnTo>
                    <a:pt x="1391622" y="26184"/>
                  </a:lnTo>
                  <a:lnTo>
                    <a:pt x="1395542" y="26833"/>
                  </a:lnTo>
                  <a:lnTo>
                    <a:pt x="1399462" y="27481"/>
                  </a:lnTo>
                  <a:lnTo>
                    <a:pt x="1403382" y="28129"/>
                  </a:lnTo>
                  <a:lnTo>
                    <a:pt x="1407302" y="28774"/>
                  </a:lnTo>
                  <a:lnTo>
                    <a:pt x="1411222" y="29418"/>
                  </a:lnTo>
                  <a:lnTo>
                    <a:pt x="1415142" y="30061"/>
                  </a:lnTo>
                  <a:lnTo>
                    <a:pt x="1419062" y="30702"/>
                  </a:lnTo>
                  <a:lnTo>
                    <a:pt x="1422982" y="31341"/>
                  </a:lnTo>
                  <a:lnTo>
                    <a:pt x="1426902" y="31978"/>
                  </a:lnTo>
                  <a:lnTo>
                    <a:pt x="1430822" y="32612"/>
                  </a:lnTo>
                  <a:lnTo>
                    <a:pt x="1434743" y="33244"/>
                  </a:lnTo>
                  <a:lnTo>
                    <a:pt x="1438663" y="33875"/>
                  </a:lnTo>
                  <a:lnTo>
                    <a:pt x="1442583" y="34502"/>
                  </a:lnTo>
                  <a:lnTo>
                    <a:pt x="1446503" y="35128"/>
                  </a:lnTo>
                  <a:lnTo>
                    <a:pt x="1450423" y="35751"/>
                  </a:lnTo>
                  <a:lnTo>
                    <a:pt x="1454343" y="36371"/>
                  </a:lnTo>
                  <a:lnTo>
                    <a:pt x="1458263" y="36990"/>
                  </a:lnTo>
                  <a:lnTo>
                    <a:pt x="1462183" y="37606"/>
                  </a:lnTo>
                  <a:lnTo>
                    <a:pt x="1466103" y="38219"/>
                  </a:lnTo>
                  <a:lnTo>
                    <a:pt x="1470023" y="38831"/>
                  </a:lnTo>
                  <a:lnTo>
                    <a:pt x="1473943" y="39440"/>
                  </a:lnTo>
                  <a:lnTo>
                    <a:pt x="1477863" y="40047"/>
                  </a:lnTo>
                  <a:lnTo>
                    <a:pt x="1481783" y="40652"/>
                  </a:lnTo>
                  <a:lnTo>
                    <a:pt x="1485703" y="41256"/>
                  </a:lnTo>
                  <a:lnTo>
                    <a:pt x="1489623" y="41857"/>
                  </a:lnTo>
                  <a:lnTo>
                    <a:pt x="1493543" y="42457"/>
                  </a:lnTo>
                  <a:lnTo>
                    <a:pt x="1497464" y="43055"/>
                  </a:lnTo>
                  <a:lnTo>
                    <a:pt x="1501384" y="43651"/>
                  </a:lnTo>
                  <a:lnTo>
                    <a:pt x="1505304" y="44247"/>
                  </a:lnTo>
                  <a:lnTo>
                    <a:pt x="1509224" y="44840"/>
                  </a:lnTo>
                  <a:lnTo>
                    <a:pt x="1513144" y="45433"/>
                  </a:lnTo>
                  <a:lnTo>
                    <a:pt x="1517064" y="46025"/>
                  </a:lnTo>
                  <a:lnTo>
                    <a:pt x="1520984" y="46615"/>
                  </a:lnTo>
                  <a:lnTo>
                    <a:pt x="1524904" y="47205"/>
                  </a:lnTo>
                  <a:lnTo>
                    <a:pt x="1528824" y="47794"/>
                  </a:lnTo>
                  <a:lnTo>
                    <a:pt x="1532744" y="48383"/>
                  </a:lnTo>
                  <a:lnTo>
                    <a:pt x="1536664" y="48971"/>
                  </a:lnTo>
                  <a:lnTo>
                    <a:pt x="1540584" y="49559"/>
                  </a:lnTo>
                  <a:lnTo>
                    <a:pt x="1544504" y="50146"/>
                  </a:lnTo>
                  <a:lnTo>
                    <a:pt x="1548424" y="50733"/>
                  </a:lnTo>
                  <a:lnTo>
                    <a:pt x="1552344" y="51320"/>
                  </a:lnTo>
                  <a:lnTo>
                    <a:pt x="1556265" y="51907"/>
                  </a:lnTo>
                  <a:lnTo>
                    <a:pt x="1560185" y="52494"/>
                  </a:lnTo>
                  <a:lnTo>
                    <a:pt x="1564105" y="53081"/>
                  </a:lnTo>
                  <a:lnTo>
                    <a:pt x="1568025" y="53669"/>
                  </a:lnTo>
                  <a:lnTo>
                    <a:pt x="1571945" y="54256"/>
                  </a:lnTo>
                  <a:lnTo>
                    <a:pt x="1575865" y="54843"/>
                  </a:lnTo>
                  <a:lnTo>
                    <a:pt x="1579785" y="55431"/>
                  </a:lnTo>
                  <a:lnTo>
                    <a:pt x="1583705" y="56019"/>
                  </a:lnTo>
                  <a:lnTo>
                    <a:pt x="1587625" y="56607"/>
                  </a:lnTo>
                  <a:lnTo>
                    <a:pt x="1591545" y="57195"/>
                  </a:lnTo>
                  <a:lnTo>
                    <a:pt x="1595465" y="57784"/>
                  </a:lnTo>
                  <a:lnTo>
                    <a:pt x="1599385" y="58372"/>
                  </a:lnTo>
                  <a:lnTo>
                    <a:pt x="1603305" y="58961"/>
                  </a:lnTo>
                  <a:lnTo>
                    <a:pt x="1607225" y="59549"/>
                  </a:lnTo>
                  <a:lnTo>
                    <a:pt x="1611145" y="60138"/>
                  </a:lnTo>
                  <a:lnTo>
                    <a:pt x="1615065" y="60726"/>
                  </a:lnTo>
                  <a:lnTo>
                    <a:pt x="1618986" y="61314"/>
                  </a:lnTo>
                  <a:lnTo>
                    <a:pt x="1622906" y="61902"/>
                  </a:lnTo>
                  <a:lnTo>
                    <a:pt x="1626826" y="62489"/>
                  </a:lnTo>
                  <a:lnTo>
                    <a:pt x="1630746" y="63075"/>
                  </a:lnTo>
                  <a:lnTo>
                    <a:pt x="1634666" y="63661"/>
                  </a:lnTo>
                  <a:lnTo>
                    <a:pt x="1638586" y="64246"/>
                  </a:lnTo>
                  <a:lnTo>
                    <a:pt x="1642506" y="64829"/>
                  </a:lnTo>
                  <a:lnTo>
                    <a:pt x="1646426" y="65412"/>
                  </a:lnTo>
                  <a:lnTo>
                    <a:pt x="1650346" y="65993"/>
                  </a:lnTo>
                  <a:lnTo>
                    <a:pt x="1654266" y="66572"/>
                  </a:lnTo>
                  <a:lnTo>
                    <a:pt x="1658186" y="67150"/>
                  </a:lnTo>
                  <a:lnTo>
                    <a:pt x="1662106" y="67726"/>
                  </a:lnTo>
                  <a:lnTo>
                    <a:pt x="1666026" y="68299"/>
                  </a:lnTo>
                  <a:lnTo>
                    <a:pt x="1669946" y="68870"/>
                  </a:lnTo>
                  <a:lnTo>
                    <a:pt x="1673866" y="69439"/>
                  </a:lnTo>
                  <a:lnTo>
                    <a:pt x="1677786" y="70004"/>
                  </a:lnTo>
                  <a:lnTo>
                    <a:pt x="1681707" y="70567"/>
                  </a:lnTo>
                  <a:lnTo>
                    <a:pt x="1685627" y="71127"/>
                  </a:lnTo>
                  <a:lnTo>
                    <a:pt x="1689547" y="71683"/>
                  </a:lnTo>
                  <a:lnTo>
                    <a:pt x="1693467" y="72236"/>
                  </a:lnTo>
                  <a:lnTo>
                    <a:pt x="1697387" y="72785"/>
                  </a:lnTo>
                  <a:lnTo>
                    <a:pt x="1701307" y="73329"/>
                  </a:lnTo>
                  <a:lnTo>
                    <a:pt x="1705227" y="73869"/>
                  </a:lnTo>
                  <a:lnTo>
                    <a:pt x="1709147" y="74405"/>
                  </a:lnTo>
                  <a:lnTo>
                    <a:pt x="1713067" y="74936"/>
                  </a:lnTo>
                  <a:lnTo>
                    <a:pt x="1716987" y="75463"/>
                  </a:lnTo>
                  <a:lnTo>
                    <a:pt x="1720907" y="75984"/>
                  </a:lnTo>
                  <a:lnTo>
                    <a:pt x="1724827" y="76499"/>
                  </a:lnTo>
                  <a:lnTo>
                    <a:pt x="1728747" y="77011"/>
                  </a:lnTo>
                  <a:lnTo>
                    <a:pt x="1732667" y="77515"/>
                  </a:lnTo>
                  <a:lnTo>
                    <a:pt x="1736587" y="78014"/>
                  </a:lnTo>
                  <a:lnTo>
                    <a:pt x="1740507" y="78509"/>
                  </a:lnTo>
                  <a:lnTo>
                    <a:pt x="1744428" y="78994"/>
                  </a:lnTo>
                  <a:lnTo>
                    <a:pt x="1748348" y="79475"/>
                  </a:lnTo>
                  <a:lnTo>
                    <a:pt x="1752268" y="79951"/>
                  </a:lnTo>
                  <a:lnTo>
                    <a:pt x="1756188" y="80417"/>
                  </a:lnTo>
                  <a:lnTo>
                    <a:pt x="1760108" y="80878"/>
                  </a:lnTo>
                  <a:lnTo>
                    <a:pt x="1764028" y="81334"/>
                  </a:lnTo>
                  <a:lnTo>
                    <a:pt x="1767948" y="81779"/>
                  </a:lnTo>
                  <a:lnTo>
                    <a:pt x="1771868" y="82220"/>
                  </a:lnTo>
                  <a:lnTo>
                    <a:pt x="1775788" y="82654"/>
                  </a:lnTo>
                  <a:lnTo>
                    <a:pt x="1779708" y="83079"/>
                  </a:lnTo>
                  <a:lnTo>
                    <a:pt x="1783628" y="83499"/>
                  </a:lnTo>
                  <a:lnTo>
                    <a:pt x="1787548" y="83911"/>
                  </a:lnTo>
                  <a:lnTo>
                    <a:pt x="1791468" y="84314"/>
                  </a:lnTo>
                  <a:lnTo>
                    <a:pt x="1795388" y="84712"/>
                  </a:lnTo>
                  <a:lnTo>
                    <a:pt x="1799308" y="85101"/>
                  </a:lnTo>
                  <a:lnTo>
                    <a:pt x="1803228" y="85483"/>
                  </a:lnTo>
                  <a:lnTo>
                    <a:pt x="1807149" y="85859"/>
                  </a:lnTo>
                  <a:lnTo>
                    <a:pt x="1811069" y="86225"/>
                  </a:lnTo>
                  <a:lnTo>
                    <a:pt x="1814989" y="86585"/>
                  </a:lnTo>
                  <a:lnTo>
                    <a:pt x="1818909" y="86939"/>
                  </a:lnTo>
                  <a:lnTo>
                    <a:pt x="1822829" y="87283"/>
                  </a:lnTo>
                  <a:lnTo>
                    <a:pt x="1826749" y="87620"/>
                  </a:lnTo>
                  <a:lnTo>
                    <a:pt x="1830669" y="87953"/>
                  </a:lnTo>
                  <a:lnTo>
                    <a:pt x="1834589" y="88274"/>
                  </a:lnTo>
                  <a:lnTo>
                    <a:pt x="1838509" y="88590"/>
                  </a:lnTo>
                  <a:lnTo>
                    <a:pt x="1842429" y="88901"/>
                  </a:lnTo>
                  <a:lnTo>
                    <a:pt x="1846349" y="89201"/>
                  </a:lnTo>
                  <a:lnTo>
                    <a:pt x="1850269" y="89496"/>
                  </a:lnTo>
                  <a:lnTo>
                    <a:pt x="1854189" y="89785"/>
                  </a:lnTo>
                  <a:lnTo>
                    <a:pt x="1858109" y="90065"/>
                  </a:lnTo>
                  <a:lnTo>
                    <a:pt x="1862029" y="90340"/>
                  </a:lnTo>
                  <a:lnTo>
                    <a:pt x="1865949" y="90607"/>
                  </a:lnTo>
                  <a:lnTo>
                    <a:pt x="1869870" y="90867"/>
                  </a:lnTo>
                  <a:lnTo>
                    <a:pt x="1873790" y="91123"/>
                  </a:lnTo>
                  <a:lnTo>
                    <a:pt x="1877710" y="91371"/>
                  </a:lnTo>
                  <a:lnTo>
                    <a:pt x="1881630" y="91612"/>
                  </a:lnTo>
                  <a:lnTo>
                    <a:pt x="1885550" y="91849"/>
                  </a:lnTo>
                  <a:lnTo>
                    <a:pt x="1889470" y="92078"/>
                  </a:lnTo>
                  <a:lnTo>
                    <a:pt x="1893390" y="92301"/>
                  </a:lnTo>
                  <a:lnTo>
                    <a:pt x="1897310" y="92520"/>
                  </a:lnTo>
                  <a:lnTo>
                    <a:pt x="1901230" y="92731"/>
                  </a:lnTo>
                  <a:lnTo>
                    <a:pt x="1905150" y="92937"/>
                  </a:lnTo>
                  <a:lnTo>
                    <a:pt x="1909070" y="93139"/>
                  </a:lnTo>
                  <a:lnTo>
                    <a:pt x="1912990" y="93333"/>
                  </a:lnTo>
                  <a:lnTo>
                    <a:pt x="1916910" y="93524"/>
                  </a:lnTo>
                  <a:lnTo>
                    <a:pt x="1920830" y="93709"/>
                  </a:lnTo>
                  <a:lnTo>
                    <a:pt x="1924750" y="93888"/>
                  </a:lnTo>
                  <a:lnTo>
                    <a:pt x="1928670" y="94063"/>
                  </a:lnTo>
                  <a:lnTo>
                    <a:pt x="1932591" y="94234"/>
                  </a:lnTo>
                  <a:lnTo>
                    <a:pt x="1936511" y="94398"/>
                  </a:lnTo>
                  <a:lnTo>
                    <a:pt x="1940431" y="94559"/>
                  </a:lnTo>
                  <a:lnTo>
                    <a:pt x="1944351" y="94715"/>
                  </a:lnTo>
                  <a:lnTo>
                    <a:pt x="1948271" y="94866"/>
                  </a:lnTo>
                  <a:lnTo>
                    <a:pt x="1952191" y="95013"/>
                  </a:lnTo>
                  <a:lnTo>
                    <a:pt x="1956111" y="95156"/>
                  </a:lnTo>
                  <a:lnTo>
                    <a:pt x="1960031" y="95294"/>
                  </a:lnTo>
                  <a:lnTo>
                    <a:pt x="1963951" y="95429"/>
                  </a:lnTo>
                  <a:lnTo>
                    <a:pt x="1967871" y="95559"/>
                  </a:lnTo>
                  <a:lnTo>
                    <a:pt x="1971791" y="95685"/>
                  </a:lnTo>
                  <a:lnTo>
                    <a:pt x="1975711" y="95809"/>
                  </a:lnTo>
                  <a:lnTo>
                    <a:pt x="1979631" y="95927"/>
                  </a:lnTo>
                  <a:lnTo>
                    <a:pt x="1983551" y="96043"/>
                  </a:lnTo>
                  <a:lnTo>
                    <a:pt x="1987471" y="96155"/>
                  </a:lnTo>
                  <a:lnTo>
                    <a:pt x="1991391" y="96263"/>
                  </a:lnTo>
                  <a:lnTo>
                    <a:pt x="1995312" y="96368"/>
                  </a:lnTo>
                  <a:lnTo>
                    <a:pt x="1999232" y="96470"/>
                  </a:lnTo>
                  <a:lnTo>
                    <a:pt x="2003152" y="96567"/>
                  </a:lnTo>
                  <a:lnTo>
                    <a:pt x="2003152" y="98853"/>
                  </a:lnTo>
                  <a:lnTo>
                    <a:pt x="1999232" y="98853"/>
                  </a:lnTo>
                  <a:lnTo>
                    <a:pt x="1995312" y="98853"/>
                  </a:lnTo>
                  <a:lnTo>
                    <a:pt x="1991391" y="98853"/>
                  </a:lnTo>
                  <a:lnTo>
                    <a:pt x="1987471" y="98853"/>
                  </a:lnTo>
                  <a:lnTo>
                    <a:pt x="1983551" y="98853"/>
                  </a:lnTo>
                  <a:lnTo>
                    <a:pt x="1979631" y="98853"/>
                  </a:lnTo>
                  <a:lnTo>
                    <a:pt x="1975711" y="98853"/>
                  </a:lnTo>
                  <a:lnTo>
                    <a:pt x="1971791" y="98853"/>
                  </a:lnTo>
                  <a:lnTo>
                    <a:pt x="1967871" y="98853"/>
                  </a:lnTo>
                  <a:lnTo>
                    <a:pt x="1963951" y="98853"/>
                  </a:lnTo>
                  <a:lnTo>
                    <a:pt x="1960031" y="98853"/>
                  </a:lnTo>
                  <a:lnTo>
                    <a:pt x="1956111" y="98853"/>
                  </a:lnTo>
                  <a:lnTo>
                    <a:pt x="1952191" y="98853"/>
                  </a:lnTo>
                  <a:lnTo>
                    <a:pt x="1948271" y="98853"/>
                  </a:lnTo>
                  <a:lnTo>
                    <a:pt x="1944351" y="98853"/>
                  </a:lnTo>
                  <a:lnTo>
                    <a:pt x="1940431" y="98853"/>
                  </a:lnTo>
                  <a:lnTo>
                    <a:pt x="1936511" y="98853"/>
                  </a:lnTo>
                  <a:lnTo>
                    <a:pt x="1932591" y="98853"/>
                  </a:lnTo>
                  <a:lnTo>
                    <a:pt x="1928670" y="98853"/>
                  </a:lnTo>
                  <a:lnTo>
                    <a:pt x="1924750" y="98853"/>
                  </a:lnTo>
                  <a:lnTo>
                    <a:pt x="1920830" y="98853"/>
                  </a:lnTo>
                  <a:lnTo>
                    <a:pt x="1916910" y="98853"/>
                  </a:lnTo>
                  <a:lnTo>
                    <a:pt x="1912990" y="98853"/>
                  </a:lnTo>
                  <a:lnTo>
                    <a:pt x="1909070" y="98853"/>
                  </a:lnTo>
                  <a:lnTo>
                    <a:pt x="1905150" y="98853"/>
                  </a:lnTo>
                  <a:lnTo>
                    <a:pt x="1901230" y="98853"/>
                  </a:lnTo>
                  <a:lnTo>
                    <a:pt x="1897310" y="98853"/>
                  </a:lnTo>
                  <a:lnTo>
                    <a:pt x="1893390" y="98853"/>
                  </a:lnTo>
                  <a:lnTo>
                    <a:pt x="1889470" y="98853"/>
                  </a:lnTo>
                  <a:lnTo>
                    <a:pt x="1885550" y="98853"/>
                  </a:lnTo>
                  <a:lnTo>
                    <a:pt x="1881630" y="98853"/>
                  </a:lnTo>
                  <a:lnTo>
                    <a:pt x="1877710" y="98853"/>
                  </a:lnTo>
                  <a:lnTo>
                    <a:pt x="1873790" y="98853"/>
                  </a:lnTo>
                  <a:lnTo>
                    <a:pt x="1869870" y="98853"/>
                  </a:lnTo>
                  <a:lnTo>
                    <a:pt x="1865949" y="98853"/>
                  </a:lnTo>
                  <a:lnTo>
                    <a:pt x="1862029" y="98853"/>
                  </a:lnTo>
                  <a:lnTo>
                    <a:pt x="1858109" y="98853"/>
                  </a:lnTo>
                  <a:lnTo>
                    <a:pt x="1854189" y="98853"/>
                  </a:lnTo>
                  <a:lnTo>
                    <a:pt x="1850269" y="98853"/>
                  </a:lnTo>
                  <a:lnTo>
                    <a:pt x="1846349" y="98853"/>
                  </a:lnTo>
                  <a:lnTo>
                    <a:pt x="1842429" y="98853"/>
                  </a:lnTo>
                  <a:lnTo>
                    <a:pt x="1838509" y="98853"/>
                  </a:lnTo>
                  <a:lnTo>
                    <a:pt x="1834589" y="98853"/>
                  </a:lnTo>
                  <a:lnTo>
                    <a:pt x="1830669" y="98853"/>
                  </a:lnTo>
                  <a:lnTo>
                    <a:pt x="1826749" y="98853"/>
                  </a:lnTo>
                  <a:lnTo>
                    <a:pt x="1822829" y="98853"/>
                  </a:lnTo>
                  <a:lnTo>
                    <a:pt x="1818909" y="98853"/>
                  </a:lnTo>
                  <a:lnTo>
                    <a:pt x="1814989" y="98853"/>
                  </a:lnTo>
                  <a:lnTo>
                    <a:pt x="1811069" y="98853"/>
                  </a:lnTo>
                  <a:lnTo>
                    <a:pt x="1807149" y="98853"/>
                  </a:lnTo>
                  <a:lnTo>
                    <a:pt x="1803228" y="98853"/>
                  </a:lnTo>
                  <a:lnTo>
                    <a:pt x="1799308" y="98853"/>
                  </a:lnTo>
                  <a:lnTo>
                    <a:pt x="1795388" y="98853"/>
                  </a:lnTo>
                  <a:lnTo>
                    <a:pt x="1791468" y="98853"/>
                  </a:lnTo>
                  <a:lnTo>
                    <a:pt x="1787548" y="98853"/>
                  </a:lnTo>
                  <a:lnTo>
                    <a:pt x="1783628" y="98853"/>
                  </a:lnTo>
                  <a:lnTo>
                    <a:pt x="1779708" y="98853"/>
                  </a:lnTo>
                  <a:lnTo>
                    <a:pt x="1775788" y="98853"/>
                  </a:lnTo>
                  <a:lnTo>
                    <a:pt x="1771868" y="98853"/>
                  </a:lnTo>
                  <a:lnTo>
                    <a:pt x="1767948" y="98853"/>
                  </a:lnTo>
                  <a:lnTo>
                    <a:pt x="1764028" y="98853"/>
                  </a:lnTo>
                  <a:lnTo>
                    <a:pt x="1760108" y="98853"/>
                  </a:lnTo>
                  <a:lnTo>
                    <a:pt x="1756188" y="98853"/>
                  </a:lnTo>
                  <a:lnTo>
                    <a:pt x="1752268" y="98853"/>
                  </a:lnTo>
                  <a:lnTo>
                    <a:pt x="1748348" y="98853"/>
                  </a:lnTo>
                  <a:lnTo>
                    <a:pt x="1744428" y="98853"/>
                  </a:lnTo>
                  <a:lnTo>
                    <a:pt x="1740507" y="98853"/>
                  </a:lnTo>
                  <a:lnTo>
                    <a:pt x="1736587" y="98853"/>
                  </a:lnTo>
                  <a:lnTo>
                    <a:pt x="1732667" y="98853"/>
                  </a:lnTo>
                  <a:lnTo>
                    <a:pt x="1728747" y="98853"/>
                  </a:lnTo>
                  <a:lnTo>
                    <a:pt x="1724827" y="98853"/>
                  </a:lnTo>
                  <a:lnTo>
                    <a:pt x="1720907" y="98853"/>
                  </a:lnTo>
                  <a:lnTo>
                    <a:pt x="1716987" y="98853"/>
                  </a:lnTo>
                  <a:lnTo>
                    <a:pt x="1713067" y="98853"/>
                  </a:lnTo>
                  <a:lnTo>
                    <a:pt x="1709147" y="98853"/>
                  </a:lnTo>
                  <a:lnTo>
                    <a:pt x="1705227" y="98853"/>
                  </a:lnTo>
                  <a:lnTo>
                    <a:pt x="1701307" y="98853"/>
                  </a:lnTo>
                  <a:lnTo>
                    <a:pt x="1697387" y="98853"/>
                  </a:lnTo>
                  <a:lnTo>
                    <a:pt x="1693467" y="98853"/>
                  </a:lnTo>
                  <a:lnTo>
                    <a:pt x="1689547" y="98853"/>
                  </a:lnTo>
                  <a:lnTo>
                    <a:pt x="1685627" y="98853"/>
                  </a:lnTo>
                  <a:lnTo>
                    <a:pt x="1681707" y="98853"/>
                  </a:lnTo>
                  <a:lnTo>
                    <a:pt x="1677786" y="98853"/>
                  </a:lnTo>
                  <a:lnTo>
                    <a:pt x="1673866" y="98853"/>
                  </a:lnTo>
                  <a:lnTo>
                    <a:pt x="1669946" y="98853"/>
                  </a:lnTo>
                  <a:lnTo>
                    <a:pt x="1666026" y="98853"/>
                  </a:lnTo>
                  <a:lnTo>
                    <a:pt x="1662106" y="98853"/>
                  </a:lnTo>
                  <a:lnTo>
                    <a:pt x="1658186" y="98853"/>
                  </a:lnTo>
                  <a:lnTo>
                    <a:pt x="1654266" y="98853"/>
                  </a:lnTo>
                  <a:lnTo>
                    <a:pt x="1650346" y="98853"/>
                  </a:lnTo>
                  <a:lnTo>
                    <a:pt x="1646426" y="98853"/>
                  </a:lnTo>
                  <a:lnTo>
                    <a:pt x="1642506" y="98853"/>
                  </a:lnTo>
                  <a:lnTo>
                    <a:pt x="1638586" y="98853"/>
                  </a:lnTo>
                  <a:lnTo>
                    <a:pt x="1634666" y="98853"/>
                  </a:lnTo>
                  <a:lnTo>
                    <a:pt x="1630746" y="98853"/>
                  </a:lnTo>
                  <a:lnTo>
                    <a:pt x="1626826" y="98853"/>
                  </a:lnTo>
                  <a:lnTo>
                    <a:pt x="1622906" y="98853"/>
                  </a:lnTo>
                  <a:lnTo>
                    <a:pt x="1618986" y="98853"/>
                  </a:lnTo>
                  <a:lnTo>
                    <a:pt x="1615065" y="98853"/>
                  </a:lnTo>
                  <a:lnTo>
                    <a:pt x="1611145" y="98853"/>
                  </a:lnTo>
                  <a:lnTo>
                    <a:pt x="1607225" y="98853"/>
                  </a:lnTo>
                  <a:lnTo>
                    <a:pt x="1603305" y="98853"/>
                  </a:lnTo>
                  <a:lnTo>
                    <a:pt x="1599385" y="98853"/>
                  </a:lnTo>
                  <a:lnTo>
                    <a:pt x="1595465" y="98853"/>
                  </a:lnTo>
                  <a:lnTo>
                    <a:pt x="1591545" y="98853"/>
                  </a:lnTo>
                  <a:lnTo>
                    <a:pt x="1587625" y="98853"/>
                  </a:lnTo>
                  <a:lnTo>
                    <a:pt x="1583705" y="98853"/>
                  </a:lnTo>
                  <a:lnTo>
                    <a:pt x="1579785" y="98853"/>
                  </a:lnTo>
                  <a:lnTo>
                    <a:pt x="1575865" y="98853"/>
                  </a:lnTo>
                  <a:lnTo>
                    <a:pt x="1571945" y="98853"/>
                  </a:lnTo>
                  <a:lnTo>
                    <a:pt x="1568025" y="98853"/>
                  </a:lnTo>
                  <a:lnTo>
                    <a:pt x="1564105" y="98853"/>
                  </a:lnTo>
                  <a:lnTo>
                    <a:pt x="1560185" y="98853"/>
                  </a:lnTo>
                  <a:lnTo>
                    <a:pt x="1556265" y="98853"/>
                  </a:lnTo>
                  <a:lnTo>
                    <a:pt x="1552344" y="98853"/>
                  </a:lnTo>
                  <a:lnTo>
                    <a:pt x="1548424" y="98853"/>
                  </a:lnTo>
                  <a:lnTo>
                    <a:pt x="1544504" y="98853"/>
                  </a:lnTo>
                  <a:lnTo>
                    <a:pt x="1540584" y="98853"/>
                  </a:lnTo>
                  <a:lnTo>
                    <a:pt x="1536664" y="98853"/>
                  </a:lnTo>
                  <a:lnTo>
                    <a:pt x="1532744" y="98853"/>
                  </a:lnTo>
                  <a:lnTo>
                    <a:pt x="1528824" y="98853"/>
                  </a:lnTo>
                  <a:lnTo>
                    <a:pt x="1524904" y="98853"/>
                  </a:lnTo>
                  <a:lnTo>
                    <a:pt x="1520984" y="98853"/>
                  </a:lnTo>
                  <a:lnTo>
                    <a:pt x="1517064" y="98853"/>
                  </a:lnTo>
                  <a:lnTo>
                    <a:pt x="1513144" y="98853"/>
                  </a:lnTo>
                  <a:lnTo>
                    <a:pt x="1509224" y="98853"/>
                  </a:lnTo>
                  <a:lnTo>
                    <a:pt x="1505304" y="98853"/>
                  </a:lnTo>
                  <a:lnTo>
                    <a:pt x="1501384" y="98853"/>
                  </a:lnTo>
                  <a:lnTo>
                    <a:pt x="1497464" y="98853"/>
                  </a:lnTo>
                  <a:lnTo>
                    <a:pt x="1493543" y="98853"/>
                  </a:lnTo>
                  <a:lnTo>
                    <a:pt x="1489623" y="98853"/>
                  </a:lnTo>
                  <a:lnTo>
                    <a:pt x="1485703" y="98853"/>
                  </a:lnTo>
                  <a:lnTo>
                    <a:pt x="1481783" y="98853"/>
                  </a:lnTo>
                  <a:lnTo>
                    <a:pt x="1477863" y="98853"/>
                  </a:lnTo>
                  <a:lnTo>
                    <a:pt x="1473943" y="98853"/>
                  </a:lnTo>
                  <a:lnTo>
                    <a:pt x="1470023" y="98853"/>
                  </a:lnTo>
                  <a:lnTo>
                    <a:pt x="1466103" y="98853"/>
                  </a:lnTo>
                  <a:lnTo>
                    <a:pt x="1462183" y="98853"/>
                  </a:lnTo>
                  <a:lnTo>
                    <a:pt x="1458263" y="98853"/>
                  </a:lnTo>
                  <a:lnTo>
                    <a:pt x="1454343" y="98853"/>
                  </a:lnTo>
                  <a:lnTo>
                    <a:pt x="1450423" y="98853"/>
                  </a:lnTo>
                  <a:lnTo>
                    <a:pt x="1446503" y="98853"/>
                  </a:lnTo>
                  <a:lnTo>
                    <a:pt x="1442583" y="98853"/>
                  </a:lnTo>
                  <a:lnTo>
                    <a:pt x="1438663" y="98853"/>
                  </a:lnTo>
                  <a:lnTo>
                    <a:pt x="1434743" y="98853"/>
                  </a:lnTo>
                  <a:lnTo>
                    <a:pt x="1430822" y="98853"/>
                  </a:lnTo>
                  <a:lnTo>
                    <a:pt x="1426902" y="98853"/>
                  </a:lnTo>
                  <a:lnTo>
                    <a:pt x="1422982" y="98853"/>
                  </a:lnTo>
                  <a:lnTo>
                    <a:pt x="1419062" y="98853"/>
                  </a:lnTo>
                  <a:lnTo>
                    <a:pt x="1415142" y="98853"/>
                  </a:lnTo>
                  <a:lnTo>
                    <a:pt x="1411222" y="98853"/>
                  </a:lnTo>
                  <a:lnTo>
                    <a:pt x="1407302" y="98853"/>
                  </a:lnTo>
                  <a:lnTo>
                    <a:pt x="1403382" y="98853"/>
                  </a:lnTo>
                  <a:lnTo>
                    <a:pt x="1399462" y="98853"/>
                  </a:lnTo>
                  <a:lnTo>
                    <a:pt x="1395542" y="98853"/>
                  </a:lnTo>
                  <a:lnTo>
                    <a:pt x="1391622" y="98853"/>
                  </a:lnTo>
                  <a:lnTo>
                    <a:pt x="1387702" y="98853"/>
                  </a:lnTo>
                  <a:lnTo>
                    <a:pt x="1383782" y="98853"/>
                  </a:lnTo>
                  <a:lnTo>
                    <a:pt x="1379862" y="98853"/>
                  </a:lnTo>
                  <a:lnTo>
                    <a:pt x="1375942" y="98853"/>
                  </a:lnTo>
                  <a:lnTo>
                    <a:pt x="1372022" y="98853"/>
                  </a:lnTo>
                  <a:lnTo>
                    <a:pt x="1368101" y="98853"/>
                  </a:lnTo>
                  <a:lnTo>
                    <a:pt x="1364181" y="98853"/>
                  </a:lnTo>
                  <a:lnTo>
                    <a:pt x="1360261" y="98853"/>
                  </a:lnTo>
                  <a:lnTo>
                    <a:pt x="1356341" y="98853"/>
                  </a:lnTo>
                  <a:lnTo>
                    <a:pt x="1352421" y="98853"/>
                  </a:lnTo>
                  <a:lnTo>
                    <a:pt x="1348501" y="98853"/>
                  </a:lnTo>
                  <a:lnTo>
                    <a:pt x="1344581" y="98853"/>
                  </a:lnTo>
                  <a:lnTo>
                    <a:pt x="1340661" y="98853"/>
                  </a:lnTo>
                  <a:lnTo>
                    <a:pt x="1336741" y="98853"/>
                  </a:lnTo>
                  <a:lnTo>
                    <a:pt x="1332821" y="98853"/>
                  </a:lnTo>
                  <a:lnTo>
                    <a:pt x="1328901" y="98853"/>
                  </a:lnTo>
                  <a:lnTo>
                    <a:pt x="1324981" y="98853"/>
                  </a:lnTo>
                  <a:lnTo>
                    <a:pt x="1321061" y="98853"/>
                  </a:lnTo>
                  <a:lnTo>
                    <a:pt x="1317141" y="98853"/>
                  </a:lnTo>
                  <a:lnTo>
                    <a:pt x="1313221" y="98853"/>
                  </a:lnTo>
                  <a:lnTo>
                    <a:pt x="1309301" y="98853"/>
                  </a:lnTo>
                  <a:lnTo>
                    <a:pt x="1305380" y="98853"/>
                  </a:lnTo>
                  <a:lnTo>
                    <a:pt x="1301460" y="98853"/>
                  </a:lnTo>
                  <a:lnTo>
                    <a:pt x="1297540" y="98853"/>
                  </a:lnTo>
                  <a:lnTo>
                    <a:pt x="1293620" y="98853"/>
                  </a:lnTo>
                  <a:lnTo>
                    <a:pt x="1289700" y="98853"/>
                  </a:lnTo>
                  <a:lnTo>
                    <a:pt x="1285780" y="98853"/>
                  </a:lnTo>
                  <a:lnTo>
                    <a:pt x="1281860" y="98853"/>
                  </a:lnTo>
                  <a:lnTo>
                    <a:pt x="1277940" y="98853"/>
                  </a:lnTo>
                  <a:lnTo>
                    <a:pt x="1274020" y="98853"/>
                  </a:lnTo>
                  <a:lnTo>
                    <a:pt x="1270100" y="98853"/>
                  </a:lnTo>
                  <a:lnTo>
                    <a:pt x="1266180" y="98853"/>
                  </a:lnTo>
                  <a:lnTo>
                    <a:pt x="1262260" y="98853"/>
                  </a:lnTo>
                  <a:lnTo>
                    <a:pt x="1258340" y="98853"/>
                  </a:lnTo>
                  <a:lnTo>
                    <a:pt x="1254420" y="98853"/>
                  </a:lnTo>
                  <a:lnTo>
                    <a:pt x="1250500" y="98853"/>
                  </a:lnTo>
                  <a:lnTo>
                    <a:pt x="1246580" y="98853"/>
                  </a:lnTo>
                  <a:lnTo>
                    <a:pt x="1242659" y="98853"/>
                  </a:lnTo>
                  <a:lnTo>
                    <a:pt x="1238739" y="98853"/>
                  </a:lnTo>
                  <a:lnTo>
                    <a:pt x="1234819" y="98853"/>
                  </a:lnTo>
                  <a:lnTo>
                    <a:pt x="1230899" y="98853"/>
                  </a:lnTo>
                  <a:lnTo>
                    <a:pt x="1226979" y="98853"/>
                  </a:lnTo>
                  <a:lnTo>
                    <a:pt x="1223059" y="98853"/>
                  </a:lnTo>
                  <a:lnTo>
                    <a:pt x="1219139" y="98853"/>
                  </a:lnTo>
                  <a:lnTo>
                    <a:pt x="1215219" y="98853"/>
                  </a:lnTo>
                  <a:lnTo>
                    <a:pt x="1211299" y="98853"/>
                  </a:lnTo>
                  <a:lnTo>
                    <a:pt x="1207379" y="98853"/>
                  </a:lnTo>
                  <a:lnTo>
                    <a:pt x="1203459" y="98853"/>
                  </a:lnTo>
                  <a:lnTo>
                    <a:pt x="1199539" y="98853"/>
                  </a:lnTo>
                  <a:lnTo>
                    <a:pt x="1195619" y="98853"/>
                  </a:lnTo>
                  <a:lnTo>
                    <a:pt x="1191699" y="98853"/>
                  </a:lnTo>
                  <a:lnTo>
                    <a:pt x="1187779" y="98853"/>
                  </a:lnTo>
                  <a:lnTo>
                    <a:pt x="1183859" y="98853"/>
                  </a:lnTo>
                  <a:lnTo>
                    <a:pt x="1179938" y="98853"/>
                  </a:lnTo>
                  <a:lnTo>
                    <a:pt x="1176018" y="98853"/>
                  </a:lnTo>
                  <a:lnTo>
                    <a:pt x="1172098" y="98853"/>
                  </a:lnTo>
                  <a:lnTo>
                    <a:pt x="1168178" y="98853"/>
                  </a:lnTo>
                  <a:lnTo>
                    <a:pt x="1164258" y="98853"/>
                  </a:lnTo>
                  <a:lnTo>
                    <a:pt x="1160338" y="98853"/>
                  </a:lnTo>
                  <a:lnTo>
                    <a:pt x="1156418" y="98853"/>
                  </a:lnTo>
                  <a:lnTo>
                    <a:pt x="1152498" y="98853"/>
                  </a:lnTo>
                  <a:lnTo>
                    <a:pt x="1148578" y="98853"/>
                  </a:lnTo>
                  <a:lnTo>
                    <a:pt x="1144658" y="98853"/>
                  </a:lnTo>
                  <a:lnTo>
                    <a:pt x="1140738" y="98853"/>
                  </a:lnTo>
                  <a:lnTo>
                    <a:pt x="1136818" y="98853"/>
                  </a:lnTo>
                  <a:lnTo>
                    <a:pt x="1132898" y="98853"/>
                  </a:lnTo>
                  <a:lnTo>
                    <a:pt x="1128978" y="98853"/>
                  </a:lnTo>
                  <a:lnTo>
                    <a:pt x="1125058" y="98853"/>
                  </a:lnTo>
                  <a:lnTo>
                    <a:pt x="1121138" y="98853"/>
                  </a:lnTo>
                  <a:lnTo>
                    <a:pt x="1117217" y="98853"/>
                  </a:lnTo>
                  <a:lnTo>
                    <a:pt x="1113297" y="98853"/>
                  </a:lnTo>
                  <a:lnTo>
                    <a:pt x="1109377" y="98853"/>
                  </a:lnTo>
                  <a:lnTo>
                    <a:pt x="1105457" y="98853"/>
                  </a:lnTo>
                  <a:lnTo>
                    <a:pt x="1101537" y="98853"/>
                  </a:lnTo>
                  <a:lnTo>
                    <a:pt x="1097617" y="98853"/>
                  </a:lnTo>
                  <a:lnTo>
                    <a:pt x="1093697" y="98853"/>
                  </a:lnTo>
                  <a:lnTo>
                    <a:pt x="1089777" y="98853"/>
                  </a:lnTo>
                  <a:lnTo>
                    <a:pt x="1085857" y="98853"/>
                  </a:lnTo>
                  <a:lnTo>
                    <a:pt x="1081937" y="98853"/>
                  </a:lnTo>
                  <a:lnTo>
                    <a:pt x="1078017" y="98853"/>
                  </a:lnTo>
                  <a:lnTo>
                    <a:pt x="1074097" y="98853"/>
                  </a:lnTo>
                  <a:lnTo>
                    <a:pt x="1070177" y="98853"/>
                  </a:lnTo>
                  <a:lnTo>
                    <a:pt x="1066257" y="98853"/>
                  </a:lnTo>
                  <a:lnTo>
                    <a:pt x="1062337" y="98853"/>
                  </a:lnTo>
                  <a:lnTo>
                    <a:pt x="1058417" y="98853"/>
                  </a:lnTo>
                  <a:lnTo>
                    <a:pt x="1054496" y="98853"/>
                  </a:lnTo>
                  <a:lnTo>
                    <a:pt x="1050576" y="98853"/>
                  </a:lnTo>
                  <a:lnTo>
                    <a:pt x="1046656" y="98853"/>
                  </a:lnTo>
                  <a:lnTo>
                    <a:pt x="1042736" y="98853"/>
                  </a:lnTo>
                  <a:lnTo>
                    <a:pt x="1038816" y="98853"/>
                  </a:lnTo>
                  <a:lnTo>
                    <a:pt x="1034896" y="98853"/>
                  </a:lnTo>
                  <a:lnTo>
                    <a:pt x="1030976" y="98853"/>
                  </a:lnTo>
                  <a:lnTo>
                    <a:pt x="1027056" y="98853"/>
                  </a:lnTo>
                  <a:lnTo>
                    <a:pt x="1023136" y="98853"/>
                  </a:lnTo>
                  <a:lnTo>
                    <a:pt x="1019216" y="98853"/>
                  </a:lnTo>
                  <a:lnTo>
                    <a:pt x="1015296" y="98853"/>
                  </a:lnTo>
                  <a:lnTo>
                    <a:pt x="1011376" y="98853"/>
                  </a:lnTo>
                  <a:lnTo>
                    <a:pt x="1007456" y="98853"/>
                  </a:lnTo>
                  <a:lnTo>
                    <a:pt x="1003536" y="98853"/>
                  </a:lnTo>
                  <a:lnTo>
                    <a:pt x="999616" y="98853"/>
                  </a:lnTo>
                  <a:lnTo>
                    <a:pt x="995695" y="98853"/>
                  </a:lnTo>
                  <a:lnTo>
                    <a:pt x="991775" y="98853"/>
                  </a:lnTo>
                  <a:lnTo>
                    <a:pt x="987855" y="98853"/>
                  </a:lnTo>
                  <a:lnTo>
                    <a:pt x="983935" y="98853"/>
                  </a:lnTo>
                  <a:lnTo>
                    <a:pt x="980015" y="98853"/>
                  </a:lnTo>
                  <a:lnTo>
                    <a:pt x="976095" y="98853"/>
                  </a:lnTo>
                  <a:lnTo>
                    <a:pt x="972175" y="98853"/>
                  </a:lnTo>
                  <a:lnTo>
                    <a:pt x="968255" y="98853"/>
                  </a:lnTo>
                  <a:lnTo>
                    <a:pt x="964335" y="98853"/>
                  </a:lnTo>
                  <a:lnTo>
                    <a:pt x="960415" y="98853"/>
                  </a:lnTo>
                  <a:lnTo>
                    <a:pt x="956495" y="98853"/>
                  </a:lnTo>
                  <a:lnTo>
                    <a:pt x="952575" y="98853"/>
                  </a:lnTo>
                  <a:lnTo>
                    <a:pt x="948655" y="98853"/>
                  </a:lnTo>
                  <a:lnTo>
                    <a:pt x="944735" y="98853"/>
                  </a:lnTo>
                  <a:lnTo>
                    <a:pt x="940815" y="98853"/>
                  </a:lnTo>
                  <a:lnTo>
                    <a:pt x="936895" y="98853"/>
                  </a:lnTo>
                  <a:lnTo>
                    <a:pt x="932974" y="98853"/>
                  </a:lnTo>
                  <a:lnTo>
                    <a:pt x="929054" y="98853"/>
                  </a:lnTo>
                  <a:lnTo>
                    <a:pt x="925134" y="98853"/>
                  </a:lnTo>
                  <a:lnTo>
                    <a:pt x="921214" y="98853"/>
                  </a:lnTo>
                  <a:lnTo>
                    <a:pt x="917294" y="98853"/>
                  </a:lnTo>
                  <a:lnTo>
                    <a:pt x="913374" y="98853"/>
                  </a:lnTo>
                  <a:lnTo>
                    <a:pt x="909454" y="98853"/>
                  </a:lnTo>
                  <a:lnTo>
                    <a:pt x="905534" y="98853"/>
                  </a:lnTo>
                  <a:lnTo>
                    <a:pt x="901614" y="98853"/>
                  </a:lnTo>
                  <a:lnTo>
                    <a:pt x="897694" y="98853"/>
                  </a:lnTo>
                  <a:lnTo>
                    <a:pt x="893774" y="98853"/>
                  </a:lnTo>
                  <a:lnTo>
                    <a:pt x="889854" y="98853"/>
                  </a:lnTo>
                  <a:lnTo>
                    <a:pt x="885934" y="98853"/>
                  </a:lnTo>
                  <a:lnTo>
                    <a:pt x="882014" y="98853"/>
                  </a:lnTo>
                  <a:lnTo>
                    <a:pt x="878094" y="98853"/>
                  </a:lnTo>
                  <a:lnTo>
                    <a:pt x="874174" y="98853"/>
                  </a:lnTo>
                  <a:lnTo>
                    <a:pt x="870253" y="98853"/>
                  </a:lnTo>
                  <a:lnTo>
                    <a:pt x="866333" y="98853"/>
                  </a:lnTo>
                  <a:lnTo>
                    <a:pt x="862413" y="98853"/>
                  </a:lnTo>
                  <a:lnTo>
                    <a:pt x="858493" y="98853"/>
                  </a:lnTo>
                  <a:lnTo>
                    <a:pt x="854573" y="98853"/>
                  </a:lnTo>
                  <a:lnTo>
                    <a:pt x="850653" y="98853"/>
                  </a:lnTo>
                  <a:lnTo>
                    <a:pt x="846733" y="98853"/>
                  </a:lnTo>
                  <a:lnTo>
                    <a:pt x="842813" y="98853"/>
                  </a:lnTo>
                  <a:lnTo>
                    <a:pt x="838893" y="98853"/>
                  </a:lnTo>
                  <a:lnTo>
                    <a:pt x="834973" y="98853"/>
                  </a:lnTo>
                  <a:lnTo>
                    <a:pt x="831053" y="98853"/>
                  </a:lnTo>
                  <a:lnTo>
                    <a:pt x="827133" y="98853"/>
                  </a:lnTo>
                  <a:lnTo>
                    <a:pt x="823213" y="98853"/>
                  </a:lnTo>
                  <a:lnTo>
                    <a:pt x="819293" y="98853"/>
                  </a:lnTo>
                  <a:lnTo>
                    <a:pt x="815373" y="98853"/>
                  </a:lnTo>
                  <a:lnTo>
                    <a:pt x="811453" y="98853"/>
                  </a:lnTo>
                  <a:lnTo>
                    <a:pt x="807532" y="98853"/>
                  </a:lnTo>
                  <a:lnTo>
                    <a:pt x="803612" y="98853"/>
                  </a:lnTo>
                  <a:lnTo>
                    <a:pt x="799692" y="98853"/>
                  </a:lnTo>
                  <a:lnTo>
                    <a:pt x="795772" y="98853"/>
                  </a:lnTo>
                  <a:lnTo>
                    <a:pt x="791852" y="98853"/>
                  </a:lnTo>
                  <a:lnTo>
                    <a:pt x="787932" y="98853"/>
                  </a:lnTo>
                  <a:lnTo>
                    <a:pt x="784012" y="98853"/>
                  </a:lnTo>
                  <a:lnTo>
                    <a:pt x="780092" y="98853"/>
                  </a:lnTo>
                  <a:lnTo>
                    <a:pt x="776172" y="98853"/>
                  </a:lnTo>
                  <a:lnTo>
                    <a:pt x="772252" y="98853"/>
                  </a:lnTo>
                  <a:lnTo>
                    <a:pt x="768332" y="98853"/>
                  </a:lnTo>
                  <a:lnTo>
                    <a:pt x="764412" y="98853"/>
                  </a:lnTo>
                  <a:lnTo>
                    <a:pt x="760492" y="98853"/>
                  </a:lnTo>
                  <a:lnTo>
                    <a:pt x="756572" y="98853"/>
                  </a:lnTo>
                  <a:lnTo>
                    <a:pt x="752652" y="98853"/>
                  </a:lnTo>
                  <a:lnTo>
                    <a:pt x="748732" y="98853"/>
                  </a:lnTo>
                  <a:lnTo>
                    <a:pt x="744811" y="98853"/>
                  </a:lnTo>
                  <a:lnTo>
                    <a:pt x="740891" y="98853"/>
                  </a:lnTo>
                  <a:lnTo>
                    <a:pt x="736971" y="98853"/>
                  </a:lnTo>
                  <a:lnTo>
                    <a:pt x="733051" y="98853"/>
                  </a:lnTo>
                  <a:lnTo>
                    <a:pt x="729131" y="98853"/>
                  </a:lnTo>
                  <a:lnTo>
                    <a:pt x="725211" y="98853"/>
                  </a:lnTo>
                  <a:lnTo>
                    <a:pt x="721291" y="98853"/>
                  </a:lnTo>
                  <a:lnTo>
                    <a:pt x="717371" y="98853"/>
                  </a:lnTo>
                  <a:lnTo>
                    <a:pt x="713451" y="98853"/>
                  </a:lnTo>
                  <a:lnTo>
                    <a:pt x="709531" y="98853"/>
                  </a:lnTo>
                  <a:lnTo>
                    <a:pt x="705611" y="98853"/>
                  </a:lnTo>
                  <a:lnTo>
                    <a:pt x="701691" y="98853"/>
                  </a:lnTo>
                  <a:lnTo>
                    <a:pt x="697771" y="98853"/>
                  </a:lnTo>
                  <a:lnTo>
                    <a:pt x="693851" y="98853"/>
                  </a:lnTo>
                  <a:lnTo>
                    <a:pt x="689931" y="98853"/>
                  </a:lnTo>
                  <a:lnTo>
                    <a:pt x="686011" y="98853"/>
                  </a:lnTo>
                  <a:lnTo>
                    <a:pt x="682090" y="98853"/>
                  </a:lnTo>
                  <a:lnTo>
                    <a:pt x="678170" y="98853"/>
                  </a:lnTo>
                  <a:lnTo>
                    <a:pt x="674250" y="98853"/>
                  </a:lnTo>
                  <a:lnTo>
                    <a:pt x="670330" y="98853"/>
                  </a:lnTo>
                  <a:lnTo>
                    <a:pt x="666410" y="98853"/>
                  </a:lnTo>
                  <a:lnTo>
                    <a:pt x="662490" y="98853"/>
                  </a:lnTo>
                  <a:lnTo>
                    <a:pt x="658570" y="98853"/>
                  </a:lnTo>
                  <a:lnTo>
                    <a:pt x="654650" y="98853"/>
                  </a:lnTo>
                  <a:lnTo>
                    <a:pt x="650730" y="98853"/>
                  </a:lnTo>
                  <a:lnTo>
                    <a:pt x="646810" y="98853"/>
                  </a:lnTo>
                  <a:lnTo>
                    <a:pt x="642890" y="98853"/>
                  </a:lnTo>
                  <a:lnTo>
                    <a:pt x="638970" y="98853"/>
                  </a:lnTo>
                  <a:lnTo>
                    <a:pt x="635050" y="98853"/>
                  </a:lnTo>
                  <a:lnTo>
                    <a:pt x="631130" y="98853"/>
                  </a:lnTo>
                  <a:lnTo>
                    <a:pt x="627210" y="98853"/>
                  </a:lnTo>
                  <a:lnTo>
                    <a:pt x="623290" y="98853"/>
                  </a:lnTo>
                  <a:lnTo>
                    <a:pt x="619369" y="98853"/>
                  </a:lnTo>
                  <a:lnTo>
                    <a:pt x="615449" y="98853"/>
                  </a:lnTo>
                  <a:lnTo>
                    <a:pt x="611529" y="98853"/>
                  </a:lnTo>
                  <a:lnTo>
                    <a:pt x="607609" y="98853"/>
                  </a:lnTo>
                  <a:lnTo>
                    <a:pt x="603689" y="98853"/>
                  </a:lnTo>
                  <a:lnTo>
                    <a:pt x="599769" y="98853"/>
                  </a:lnTo>
                  <a:lnTo>
                    <a:pt x="595849" y="98853"/>
                  </a:lnTo>
                  <a:lnTo>
                    <a:pt x="591929" y="98853"/>
                  </a:lnTo>
                  <a:lnTo>
                    <a:pt x="588009" y="98853"/>
                  </a:lnTo>
                  <a:lnTo>
                    <a:pt x="584089" y="98853"/>
                  </a:lnTo>
                  <a:lnTo>
                    <a:pt x="580169" y="98853"/>
                  </a:lnTo>
                  <a:lnTo>
                    <a:pt x="576249" y="98853"/>
                  </a:lnTo>
                  <a:lnTo>
                    <a:pt x="572329" y="98853"/>
                  </a:lnTo>
                  <a:lnTo>
                    <a:pt x="568409" y="98853"/>
                  </a:lnTo>
                  <a:lnTo>
                    <a:pt x="564489" y="98853"/>
                  </a:lnTo>
                  <a:lnTo>
                    <a:pt x="560569" y="98853"/>
                  </a:lnTo>
                  <a:lnTo>
                    <a:pt x="556648" y="98853"/>
                  </a:lnTo>
                  <a:lnTo>
                    <a:pt x="552728" y="98853"/>
                  </a:lnTo>
                  <a:lnTo>
                    <a:pt x="548808" y="98853"/>
                  </a:lnTo>
                  <a:lnTo>
                    <a:pt x="544888" y="98853"/>
                  </a:lnTo>
                  <a:lnTo>
                    <a:pt x="540968" y="98853"/>
                  </a:lnTo>
                  <a:lnTo>
                    <a:pt x="537048" y="98853"/>
                  </a:lnTo>
                  <a:lnTo>
                    <a:pt x="533128" y="98853"/>
                  </a:lnTo>
                  <a:lnTo>
                    <a:pt x="529208" y="98853"/>
                  </a:lnTo>
                  <a:lnTo>
                    <a:pt x="525288" y="98853"/>
                  </a:lnTo>
                  <a:lnTo>
                    <a:pt x="521368" y="98853"/>
                  </a:lnTo>
                  <a:lnTo>
                    <a:pt x="517448" y="98853"/>
                  </a:lnTo>
                  <a:lnTo>
                    <a:pt x="513528" y="98853"/>
                  </a:lnTo>
                  <a:lnTo>
                    <a:pt x="509608" y="98853"/>
                  </a:lnTo>
                  <a:lnTo>
                    <a:pt x="505688" y="98853"/>
                  </a:lnTo>
                  <a:lnTo>
                    <a:pt x="501768" y="98853"/>
                  </a:lnTo>
                  <a:lnTo>
                    <a:pt x="497847" y="98853"/>
                  </a:lnTo>
                  <a:lnTo>
                    <a:pt x="493927" y="98853"/>
                  </a:lnTo>
                  <a:lnTo>
                    <a:pt x="490007" y="98853"/>
                  </a:lnTo>
                  <a:lnTo>
                    <a:pt x="486087" y="98853"/>
                  </a:lnTo>
                  <a:lnTo>
                    <a:pt x="482167" y="98853"/>
                  </a:lnTo>
                  <a:lnTo>
                    <a:pt x="478247" y="98853"/>
                  </a:lnTo>
                  <a:lnTo>
                    <a:pt x="474327" y="98853"/>
                  </a:lnTo>
                  <a:lnTo>
                    <a:pt x="470407" y="98853"/>
                  </a:lnTo>
                  <a:lnTo>
                    <a:pt x="466487" y="98853"/>
                  </a:lnTo>
                  <a:lnTo>
                    <a:pt x="462567" y="98853"/>
                  </a:lnTo>
                  <a:lnTo>
                    <a:pt x="458647" y="98853"/>
                  </a:lnTo>
                  <a:lnTo>
                    <a:pt x="454727" y="98853"/>
                  </a:lnTo>
                  <a:lnTo>
                    <a:pt x="450807" y="98853"/>
                  </a:lnTo>
                  <a:lnTo>
                    <a:pt x="446887" y="98853"/>
                  </a:lnTo>
                  <a:lnTo>
                    <a:pt x="442967" y="98853"/>
                  </a:lnTo>
                  <a:lnTo>
                    <a:pt x="439047" y="98853"/>
                  </a:lnTo>
                  <a:lnTo>
                    <a:pt x="435126" y="98853"/>
                  </a:lnTo>
                  <a:lnTo>
                    <a:pt x="431206" y="98853"/>
                  </a:lnTo>
                  <a:lnTo>
                    <a:pt x="427286" y="98853"/>
                  </a:lnTo>
                  <a:lnTo>
                    <a:pt x="423366" y="98853"/>
                  </a:lnTo>
                  <a:lnTo>
                    <a:pt x="419446" y="98853"/>
                  </a:lnTo>
                  <a:lnTo>
                    <a:pt x="415526" y="98853"/>
                  </a:lnTo>
                  <a:lnTo>
                    <a:pt x="411606" y="98853"/>
                  </a:lnTo>
                  <a:lnTo>
                    <a:pt x="407686" y="98853"/>
                  </a:lnTo>
                  <a:lnTo>
                    <a:pt x="403766" y="98853"/>
                  </a:lnTo>
                  <a:lnTo>
                    <a:pt x="399846" y="98853"/>
                  </a:lnTo>
                  <a:lnTo>
                    <a:pt x="395926" y="98853"/>
                  </a:lnTo>
                  <a:lnTo>
                    <a:pt x="392006" y="98853"/>
                  </a:lnTo>
                  <a:lnTo>
                    <a:pt x="388086" y="98853"/>
                  </a:lnTo>
                  <a:lnTo>
                    <a:pt x="384166" y="98853"/>
                  </a:lnTo>
                  <a:lnTo>
                    <a:pt x="380246" y="98853"/>
                  </a:lnTo>
                  <a:lnTo>
                    <a:pt x="376326" y="98853"/>
                  </a:lnTo>
                  <a:lnTo>
                    <a:pt x="372405" y="98853"/>
                  </a:lnTo>
                  <a:lnTo>
                    <a:pt x="368485" y="98853"/>
                  </a:lnTo>
                  <a:lnTo>
                    <a:pt x="364565" y="98853"/>
                  </a:lnTo>
                  <a:lnTo>
                    <a:pt x="360645" y="98853"/>
                  </a:lnTo>
                  <a:lnTo>
                    <a:pt x="356725" y="98853"/>
                  </a:lnTo>
                  <a:lnTo>
                    <a:pt x="352805" y="98853"/>
                  </a:lnTo>
                  <a:lnTo>
                    <a:pt x="348885" y="98853"/>
                  </a:lnTo>
                  <a:lnTo>
                    <a:pt x="344965" y="98853"/>
                  </a:lnTo>
                  <a:lnTo>
                    <a:pt x="341045" y="98853"/>
                  </a:lnTo>
                  <a:lnTo>
                    <a:pt x="337125" y="98853"/>
                  </a:lnTo>
                  <a:lnTo>
                    <a:pt x="333205" y="98853"/>
                  </a:lnTo>
                  <a:lnTo>
                    <a:pt x="329285" y="98853"/>
                  </a:lnTo>
                  <a:lnTo>
                    <a:pt x="325365" y="98853"/>
                  </a:lnTo>
                  <a:lnTo>
                    <a:pt x="321445" y="98853"/>
                  </a:lnTo>
                  <a:lnTo>
                    <a:pt x="317525" y="98853"/>
                  </a:lnTo>
                  <a:lnTo>
                    <a:pt x="313605" y="98853"/>
                  </a:lnTo>
                  <a:lnTo>
                    <a:pt x="309684" y="98853"/>
                  </a:lnTo>
                  <a:lnTo>
                    <a:pt x="305764" y="98853"/>
                  </a:lnTo>
                  <a:lnTo>
                    <a:pt x="301844" y="98853"/>
                  </a:lnTo>
                  <a:lnTo>
                    <a:pt x="297924" y="98853"/>
                  </a:lnTo>
                  <a:lnTo>
                    <a:pt x="294004" y="98853"/>
                  </a:lnTo>
                  <a:lnTo>
                    <a:pt x="290084" y="98853"/>
                  </a:lnTo>
                  <a:lnTo>
                    <a:pt x="286164" y="98853"/>
                  </a:lnTo>
                  <a:lnTo>
                    <a:pt x="282244" y="98853"/>
                  </a:lnTo>
                  <a:lnTo>
                    <a:pt x="278324" y="98853"/>
                  </a:lnTo>
                  <a:lnTo>
                    <a:pt x="274404" y="98853"/>
                  </a:lnTo>
                  <a:lnTo>
                    <a:pt x="270484" y="98853"/>
                  </a:lnTo>
                  <a:lnTo>
                    <a:pt x="266564" y="98853"/>
                  </a:lnTo>
                  <a:lnTo>
                    <a:pt x="262644" y="98853"/>
                  </a:lnTo>
                  <a:lnTo>
                    <a:pt x="258724" y="98853"/>
                  </a:lnTo>
                  <a:lnTo>
                    <a:pt x="254804" y="98853"/>
                  </a:lnTo>
                  <a:lnTo>
                    <a:pt x="250884" y="98853"/>
                  </a:lnTo>
                  <a:lnTo>
                    <a:pt x="246963" y="98853"/>
                  </a:lnTo>
                  <a:lnTo>
                    <a:pt x="243043" y="98853"/>
                  </a:lnTo>
                  <a:lnTo>
                    <a:pt x="239123" y="98853"/>
                  </a:lnTo>
                  <a:lnTo>
                    <a:pt x="235203" y="98853"/>
                  </a:lnTo>
                  <a:lnTo>
                    <a:pt x="231283" y="98853"/>
                  </a:lnTo>
                  <a:lnTo>
                    <a:pt x="227363" y="98853"/>
                  </a:lnTo>
                  <a:lnTo>
                    <a:pt x="223443" y="98853"/>
                  </a:lnTo>
                  <a:lnTo>
                    <a:pt x="219523" y="98853"/>
                  </a:lnTo>
                  <a:lnTo>
                    <a:pt x="215603" y="98853"/>
                  </a:lnTo>
                  <a:lnTo>
                    <a:pt x="211683" y="98853"/>
                  </a:lnTo>
                  <a:lnTo>
                    <a:pt x="207763" y="98853"/>
                  </a:lnTo>
                  <a:lnTo>
                    <a:pt x="203843" y="98853"/>
                  </a:lnTo>
                  <a:lnTo>
                    <a:pt x="199923" y="98853"/>
                  </a:lnTo>
                  <a:lnTo>
                    <a:pt x="196003" y="98853"/>
                  </a:lnTo>
                  <a:lnTo>
                    <a:pt x="192083" y="98853"/>
                  </a:lnTo>
                  <a:lnTo>
                    <a:pt x="188163" y="98853"/>
                  </a:lnTo>
                  <a:lnTo>
                    <a:pt x="184242" y="98853"/>
                  </a:lnTo>
                  <a:lnTo>
                    <a:pt x="180322" y="98853"/>
                  </a:lnTo>
                  <a:lnTo>
                    <a:pt x="176402" y="98853"/>
                  </a:lnTo>
                  <a:lnTo>
                    <a:pt x="172482" y="98853"/>
                  </a:lnTo>
                  <a:lnTo>
                    <a:pt x="168562" y="98853"/>
                  </a:lnTo>
                  <a:lnTo>
                    <a:pt x="164642" y="98853"/>
                  </a:lnTo>
                  <a:lnTo>
                    <a:pt x="160722" y="98853"/>
                  </a:lnTo>
                  <a:lnTo>
                    <a:pt x="156802" y="98853"/>
                  </a:lnTo>
                  <a:lnTo>
                    <a:pt x="152882" y="98853"/>
                  </a:lnTo>
                  <a:lnTo>
                    <a:pt x="148962" y="98853"/>
                  </a:lnTo>
                  <a:lnTo>
                    <a:pt x="145042" y="98853"/>
                  </a:lnTo>
                  <a:lnTo>
                    <a:pt x="141122" y="98853"/>
                  </a:lnTo>
                  <a:lnTo>
                    <a:pt x="137202" y="98853"/>
                  </a:lnTo>
                  <a:lnTo>
                    <a:pt x="133282" y="98853"/>
                  </a:lnTo>
                  <a:lnTo>
                    <a:pt x="129362" y="98853"/>
                  </a:lnTo>
                  <a:lnTo>
                    <a:pt x="125442" y="98853"/>
                  </a:lnTo>
                  <a:lnTo>
                    <a:pt x="121521" y="98853"/>
                  </a:lnTo>
                  <a:lnTo>
                    <a:pt x="117601" y="98853"/>
                  </a:lnTo>
                  <a:lnTo>
                    <a:pt x="113681" y="98853"/>
                  </a:lnTo>
                  <a:lnTo>
                    <a:pt x="109761" y="98853"/>
                  </a:lnTo>
                  <a:lnTo>
                    <a:pt x="105841" y="98853"/>
                  </a:lnTo>
                  <a:lnTo>
                    <a:pt x="101921" y="98853"/>
                  </a:lnTo>
                  <a:lnTo>
                    <a:pt x="98001" y="98853"/>
                  </a:lnTo>
                  <a:lnTo>
                    <a:pt x="94081" y="98853"/>
                  </a:lnTo>
                  <a:lnTo>
                    <a:pt x="90161" y="98853"/>
                  </a:lnTo>
                  <a:lnTo>
                    <a:pt x="86241" y="98853"/>
                  </a:lnTo>
                  <a:lnTo>
                    <a:pt x="82321" y="98853"/>
                  </a:lnTo>
                  <a:lnTo>
                    <a:pt x="78401" y="98853"/>
                  </a:lnTo>
                  <a:lnTo>
                    <a:pt x="74481" y="98853"/>
                  </a:lnTo>
                  <a:lnTo>
                    <a:pt x="70561" y="98853"/>
                  </a:lnTo>
                  <a:lnTo>
                    <a:pt x="66641" y="98853"/>
                  </a:lnTo>
                  <a:lnTo>
                    <a:pt x="62721" y="98853"/>
                  </a:lnTo>
                  <a:lnTo>
                    <a:pt x="58800" y="98853"/>
                  </a:lnTo>
                  <a:lnTo>
                    <a:pt x="54880" y="98853"/>
                  </a:lnTo>
                  <a:lnTo>
                    <a:pt x="50960" y="98853"/>
                  </a:lnTo>
                  <a:lnTo>
                    <a:pt x="47040" y="98853"/>
                  </a:lnTo>
                  <a:lnTo>
                    <a:pt x="43120" y="98853"/>
                  </a:lnTo>
                  <a:lnTo>
                    <a:pt x="39200" y="98853"/>
                  </a:lnTo>
                  <a:lnTo>
                    <a:pt x="35280" y="98853"/>
                  </a:lnTo>
                  <a:lnTo>
                    <a:pt x="31360" y="98853"/>
                  </a:lnTo>
                  <a:lnTo>
                    <a:pt x="27440" y="98853"/>
                  </a:lnTo>
                  <a:lnTo>
                    <a:pt x="23520" y="98853"/>
                  </a:lnTo>
                  <a:lnTo>
                    <a:pt x="19600" y="98853"/>
                  </a:lnTo>
                  <a:lnTo>
                    <a:pt x="15680" y="98853"/>
                  </a:lnTo>
                  <a:lnTo>
                    <a:pt x="11760" y="98853"/>
                  </a:lnTo>
                  <a:lnTo>
                    <a:pt x="7840" y="98853"/>
                  </a:lnTo>
                  <a:lnTo>
                    <a:pt x="3920" y="98853"/>
                  </a:lnTo>
                  <a:lnTo>
                    <a:pt x="0" y="98853"/>
                  </a:lnTo>
                  <a:close/>
                </a:path>
              </a:pathLst>
            </a:custGeom>
          </p:spPr>
          <p:txBody>
            <a:bodyPr/>
            <a:lstStyle/>
            <a:p>
              <a:endParaRPr sz="4400"/>
            </a:p>
          </p:txBody>
        </p:sp>
        <p:sp>
          <p:nvSpPr>
            <p:cNvPr id="115" name="pl115"/>
            <p:cNvSpPr/>
            <p:nvPr/>
          </p:nvSpPr>
          <p:spPr>
            <a:xfrm>
              <a:off x="11314501" y="6192696"/>
              <a:ext cx="2003152" cy="98499"/>
            </a:xfrm>
            <a:custGeom>
              <a:avLst/>
              <a:gdLst/>
              <a:ahLst/>
              <a:cxnLst/>
              <a:rect l="0" t="0" r="0" b="0"/>
              <a:pathLst>
                <a:path w="2003152" h="98499">
                  <a:moveTo>
                    <a:pt x="0" y="98499"/>
                  </a:moveTo>
                  <a:lnTo>
                    <a:pt x="3920" y="98478"/>
                  </a:lnTo>
                  <a:lnTo>
                    <a:pt x="7840" y="98456"/>
                  </a:lnTo>
                  <a:lnTo>
                    <a:pt x="11760" y="98434"/>
                  </a:lnTo>
                  <a:lnTo>
                    <a:pt x="15680" y="98410"/>
                  </a:lnTo>
                  <a:lnTo>
                    <a:pt x="19600" y="98385"/>
                  </a:lnTo>
                  <a:lnTo>
                    <a:pt x="23520" y="98359"/>
                  </a:lnTo>
                  <a:lnTo>
                    <a:pt x="27440" y="98332"/>
                  </a:lnTo>
                  <a:lnTo>
                    <a:pt x="31360" y="98303"/>
                  </a:lnTo>
                  <a:lnTo>
                    <a:pt x="35280" y="98273"/>
                  </a:lnTo>
                  <a:lnTo>
                    <a:pt x="39200" y="98243"/>
                  </a:lnTo>
                  <a:lnTo>
                    <a:pt x="43120" y="98210"/>
                  </a:lnTo>
                  <a:lnTo>
                    <a:pt x="47040" y="98177"/>
                  </a:lnTo>
                  <a:lnTo>
                    <a:pt x="50960" y="98143"/>
                  </a:lnTo>
                  <a:lnTo>
                    <a:pt x="54880" y="98106"/>
                  </a:lnTo>
                  <a:lnTo>
                    <a:pt x="58800" y="98069"/>
                  </a:lnTo>
                  <a:lnTo>
                    <a:pt x="62721" y="98030"/>
                  </a:lnTo>
                  <a:lnTo>
                    <a:pt x="66641" y="97990"/>
                  </a:lnTo>
                  <a:lnTo>
                    <a:pt x="70561" y="97948"/>
                  </a:lnTo>
                  <a:lnTo>
                    <a:pt x="74481" y="97905"/>
                  </a:lnTo>
                  <a:lnTo>
                    <a:pt x="78401" y="97860"/>
                  </a:lnTo>
                  <a:lnTo>
                    <a:pt x="82321" y="97814"/>
                  </a:lnTo>
                  <a:lnTo>
                    <a:pt x="86241" y="97765"/>
                  </a:lnTo>
                  <a:lnTo>
                    <a:pt x="90161" y="97716"/>
                  </a:lnTo>
                  <a:lnTo>
                    <a:pt x="94081" y="97665"/>
                  </a:lnTo>
                  <a:lnTo>
                    <a:pt x="98001" y="97612"/>
                  </a:lnTo>
                  <a:lnTo>
                    <a:pt x="101921" y="97558"/>
                  </a:lnTo>
                  <a:lnTo>
                    <a:pt x="105841" y="97502"/>
                  </a:lnTo>
                  <a:lnTo>
                    <a:pt x="109761" y="97444"/>
                  </a:lnTo>
                  <a:lnTo>
                    <a:pt x="113681" y="97384"/>
                  </a:lnTo>
                  <a:lnTo>
                    <a:pt x="117601" y="97323"/>
                  </a:lnTo>
                  <a:lnTo>
                    <a:pt x="121521" y="97260"/>
                  </a:lnTo>
                  <a:lnTo>
                    <a:pt x="125442" y="97196"/>
                  </a:lnTo>
                  <a:lnTo>
                    <a:pt x="129362" y="97129"/>
                  </a:lnTo>
                  <a:lnTo>
                    <a:pt x="133282" y="97061"/>
                  </a:lnTo>
                  <a:lnTo>
                    <a:pt x="137202" y="96991"/>
                  </a:lnTo>
                  <a:lnTo>
                    <a:pt x="141122" y="96919"/>
                  </a:lnTo>
                  <a:lnTo>
                    <a:pt x="145042" y="96846"/>
                  </a:lnTo>
                  <a:lnTo>
                    <a:pt x="148962" y="96771"/>
                  </a:lnTo>
                  <a:lnTo>
                    <a:pt x="152882" y="96693"/>
                  </a:lnTo>
                  <a:lnTo>
                    <a:pt x="156802" y="96615"/>
                  </a:lnTo>
                  <a:lnTo>
                    <a:pt x="160722" y="96534"/>
                  </a:lnTo>
                  <a:lnTo>
                    <a:pt x="164642" y="96452"/>
                  </a:lnTo>
                  <a:lnTo>
                    <a:pt x="168562" y="96368"/>
                  </a:lnTo>
                  <a:lnTo>
                    <a:pt x="172482" y="96282"/>
                  </a:lnTo>
                  <a:lnTo>
                    <a:pt x="176402" y="96195"/>
                  </a:lnTo>
                  <a:lnTo>
                    <a:pt x="180322" y="96105"/>
                  </a:lnTo>
                  <a:lnTo>
                    <a:pt x="184242" y="96015"/>
                  </a:lnTo>
                  <a:lnTo>
                    <a:pt x="188163" y="95922"/>
                  </a:lnTo>
                  <a:lnTo>
                    <a:pt x="192083" y="95828"/>
                  </a:lnTo>
                  <a:lnTo>
                    <a:pt x="196003" y="95732"/>
                  </a:lnTo>
                  <a:lnTo>
                    <a:pt x="199923" y="95634"/>
                  </a:lnTo>
                  <a:lnTo>
                    <a:pt x="203843" y="95536"/>
                  </a:lnTo>
                  <a:lnTo>
                    <a:pt x="207763" y="95435"/>
                  </a:lnTo>
                  <a:lnTo>
                    <a:pt x="211683" y="95333"/>
                  </a:lnTo>
                  <a:lnTo>
                    <a:pt x="215603" y="95229"/>
                  </a:lnTo>
                  <a:lnTo>
                    <a:pt x="219523" y="95124"/>
                  </a:lnTo>
                  <a:lnTo>
                    <a:pt x="223443" y="95018"/>
                  </a:lnTo>
                  <a:lnTo>
                    <a:pt x="227363" y="94910"/>
                  </a:lnTo>
                  <a:lnTo>
                    <a:pt x="231283" y="94801"/>
                  </a:lnTo>
                  <a:lnTo>
                    <a:pt x="235203" y="94690"/>
                  </a:lnTo>
                  <a:lnTo>
                    <a:pt x="239123" y="94578"/>
                  </a:lnTo>
                  <a:lnTo>
                    <a:pt x="243043" y="94465"/>
                  </a:lnTo>
                  <a:lnTo>
                    <a:pt x="246963" y="94351"/>
                  </a:lnTo>
                  <a:lnTo>
                    <a:pt x="250884" y="94236"/>
                  </a:lnTo>
                  <a:lnTo>
                    <a:pt x="254804" y="94119"/>
                  </a:lnTo>
                  <a:lnTo>
                    <a:pt x="258724" y="94001"/>
                  </a:lnTo>
                  <a:lnTo>
                    <a:pt x="262644" y="93882"/>
                  </a:lnTo>
                  <a:lnTo>
                    <a:pt x="266564" y="93762"/>
                  </a:lnTo>
                  <a:lnTo>
                    <a:pt x="270484" y="93641"/>
                  </a:lnTo>
                  <a:lnTo>
                    <a:pt x="274404" y="93520"/>
                  </a:lnTo>
                  <a:lnTo>
                    <a:pt x="278324" y="93397"/>
                  </a:lnTo>
                  <a:lnTo>
                    <a:pt x="282244" y="93273"/>
                  </a:lnTo>
                  <a:lnTo>
                    <a:pt x="286164" y="93149"/>
                  </a:lnTo>
                  <a:lnTo>
                    <a:pt x="290084" y="93024"/>
                  </a:lnTo>
                  <a:lnTo>
                    <a:pt x="294004" y="92898"/>
                  </a:lnTo>
                  <a:lnTo>
                    <a:pt x="297924" y="92771"/>
                  </a:lnTo>
                  <a:lnTo>
                    <a:pt x="301844" y="92643"/>
                  </a:lnTo>
                  <a:lnTo>
                    <a:pt x="305764" y="92515"/>
                  </a:lnTo>
                  <a:lnTo>
                    <a:pt x="309684" y="92386"/>
                  </a:lnTo>
                  <a:lnTo>
                    <a:pt x="313605" y="92257"/>
                  </a:lnTo>
                  <a:lnTo>
                    <a:pt x="317525" y="92127"/>
                  </a:lnTo>
                  <a:lnTo>
                    <a:pt x="321445" y="91996"/>
                  </a:lnTo>
                  <a:lnTo>
                    <a:pt x="325365" y="91864"/>
                  </a:lnTo>
                  <a:lnTo>
                    <a:pt x="329285" y="91732"/>
                  </a:lnTo>
                  <a:lnTo>
                    <a:pt x="333205" y="91600"/>
                  </a:lnTo>
                  <a:lnTo>
                    <a:pt x="337125" y="91466"/>
                  </a:lnTo>
                  <a:lnTo>
                    <a:pt x="341045" y="91333"/>
                  </a:lnTo>
                  <a:lnTo>
                    <a:pt x="344965" y="91198"/>
                  </a:lnTo>
                  <a:lnTo>
                    <a:pt x="348885" y="91064"/>
                  </a:lnTo>
                  <a:lnTo>
                    <a:pt x="352805" y="90928"/>
                  </a:lnTo>
                  <a:lnTo>
                    <a:pt x="356725" y="90792"/>
                  </a:lnTo>
                  <a:lnTo>
                    <a:pt x="360645" y="90655"/>
                  </a:lnTo>
                  <a:lnTo>
                    <a:pt x="364565" y="90518"/>
                  </a:lnTo>
                  <a:lnTo>
                    <a:pt x="368485" y="90380"/>
                  </a:lnTo>
                  <a:lnTo>
                    <a:pt x="372405" y="90241"/>
                  </a:lnTo>
                  <a:lnTo>
                    <a:pt x="376326" y="90102"/>
                  </a:lnTo>
                  <a:lnTo>
                    <a:pt x="380246" y="89961"/>
                  </a:lnTo>
                  <a:lnTo>
                    <a:pt x="384166" y="89820"/>
                  </a:lnTo>
                  <a:lnTo>
                    <a:pt x="388086" y="89678"/>
                  </a:lnTo>
                  <a:lnTo>
                    <a:pt x="392006" y="89535"/>
                  </a:lnTo>
                  <a:lnTo>
                    <a:pt x="395926" y="89392"/>
                  </a:lnTo>
                  <a:lnTo>
                    <a:pt x="399846" y="89247"/>
                  </a:lnTo>
                  <a:lnTo>
                    <a:pt x="403766" y="89101"/>
                  </a:lnTo>
                  <a:lnTo>
                    <a:pt x="407686" y="88954"/>
                  </a:lnTo>
                  <a:lnTo>
                    <a:pt x="411606" y="88805"/>
                  </a:lnTo>
                  <a:lnTo>
                    <a:pt x="415526" y="88656"/>
                  </a:lnTo>
                  <a:lnTo>
                    <a:pt x="419446" y="88505"/>
                  </a:lnTo>
                  <a:lnTo>
                    <a:pt x="423366" y="88352"/>
                  </a:lnTo>
                  <a:lnTo>
                    <a:pt x="427286" y="88198"/>
                  </a:lnTo>
                  <a:lnTo>
                    <a:pt x="431206" y="88043"/>
                  </a:lnTo>
                  <a:lnTo>
                    <a:pt x="435126" y="87885"/>
                  </a:lnTo>
                  <a:lnTo>
                    <a:pt x="439047" y="87726"/>
                  </a:lnTo>
                  <a:lnTo>
                    <a:pt x="442967" y="87565"/>
                  </a:lnTo>
                  <a:lnTo>
                    <a:pt x="446887" y="87401"/>
                  </a:lnTo>
                  <a:lnTo>
                    <a:pt x="450807" y="87236"/>
                  </a:lnTo>
                  <a:lnTo>
                    <a:pt x="454727" y="87068"/>
                  </a:lnTo>
                  <a:lnTo>
                    <a:pt x="458647" y="86897"/>
                  </a:lnTo>
                  <a:lnTo>
                    <a:pt x="462567" y="86725"/>
                  </a:lnTo>
                  <a:lnTo>
                    <a:pt x="466487" y="86549"/>
                  </a:lnTo>
                  <a:lnTo>
                    <a:pt x="470407" y="86371"/>
                  </a:lnTo>
                  <a:lnTo>
                    <a:pt x="474327" y="86191"/>
                  </a:lnTo>
                  <a:lnTo>
                    <a:pt x="478247" y="86006"/>
                  </a:lnTo>
                  <a:lnTo>
                    <a:pt x="482167" y="85819"/>
                  </a:lnTo>
                  <a:lnTo>
                    <a:pt x="486087" y="85629"/>
                  </a:lnTo>
                  <a:lnTo>
                    <a:pt x="490007" y="85434"/>
                  </a:lnTo>
                  <a:lnTo>
                    <a:pt x="493927" y="85237"/>
                  </a:lnTo>
                  <a:lnTo>
                    <a:pt x="497847" y="85037"/>
                  </a:lnTo>
                  <a:lnTo>
                    <a:pt x="501768" y="84831"/>
                  </a:lnTo>
                  <a:lnTo>
                    <a:pt x="505688" y="84622"/>
                  </a:lnTo>
                  <a:lnTo>
                    <a:pt x="509608" y="84409"/>
                  </a:lnTo>
                  <a:lnTo>
                    <a:pt x="513528" y="84191"/>
                  </a:lnTo>
                  <a:lnTo>
                    <a:pt x="517448" y="83970"/>
                  </a:lnTo>
                  <a:lnTo>
                    <a:pt x="521368" y="83744"/>
                  </a:lnTo>
                  <a:lnTo>
                    <a:pt x="525288" y="83512"/>
                  </a:lnTo>
                  <a:lnTo>
                    <a:pt x="529208" y="83277"/>
                  </a:lnTo>
                  <a:lnTo>
                    <a:pt x="533128" y="83037"/>
                  </a:lnTo>
                  <a:lnTo>
                    <a:pt x="537048" y="82790"/>
                  </a:lnTo>
                  <a:lnTo>
                    <a:pt x="540968" y="82540"/>
                  </a:lnTo>
                  <a:lnTo>
                    <a:pt x="544888" y="82283"/>
                  </a:lnTo>
                  <a:lnTo>
                    <a:pt x="548808" y="82021"/>
                  </a:lnTo>
                  <a:lnTo>
                    <a:pt x="552728" y="81755"/>
                  </a:lnTo>
                  <a:lnTo>
                    <a:pt x="556648" y="81481"/>
                  </a:lnTo>
                  <a:lnTo>
                    <a:pt x="560569" y="81201"/>
                  </a:lnTo>
                  <a:lnTo>
                    <a:pt x="564489" y="80918"/>
                  </a:lnTo>
                  <a:lnTo>
                    <a:pt x="568409" y="80625"/>
                  </a:lnTo>
                  <a:lnTo>
                    <a:pt x="572329" y="80327"/>
                  </a:lnTo>
                  <a:lnTo>
                    <a:pt x="576249" y="80025"/>
                  </a:lnTo>
                  <a:lnTo>
                    <a:pt x="580169" y="79713"/>
                  </a:lnTo>
                  <a:lnTo>
                    <a:pt x="584089" y="79396"/>
                  </a:lnTo>
                  <a:lnTo>
                    <a:pt x="588009" y="79073"/>
                  </a:lnTo>
                  <a:lnTo>
                    <a:pt x="591929" y="78741"/>
                  </a:lnTo>
                  <a:lnTo>
                    <a:pt x="595849" y="78404"/>
                  </a:lnTo>
                  <a:lnTo>
                    <a:pt x="599769" y="78060"/>
                  </a:lnTo>
                  <a:lnTo>
                    <a:pt x="603689" y="77707"/>
                  </a:lnTo>
                  <a:lnTo>
                    <a:pt x="607609" y="77349"/>
                  </a:lnTo>
                  <a:lnTo>
                    <a:pt x="611529" y="76983"/>
                  </a:lnTo>
                  <a:lnTo>
                    <a:pt x="615449" y="76609"/>
                  </a:lnTo>
                  <a:lnTo>
                    <a:pt x="619369" y="76229"/>
                  </a:lnTo>
                  <a:lnTo>
                    <a:pt x="623290" y="75839"/>
                  </a:lnTo>
                  <a:lnTo>
                    <a:pt x="627210" y="75443"/>
                  </a:lnTo>
                  <a:lnTo>
                    <a:pt x="631130" y="75040"/>
                  </a:lnTo>
                  <a:lnTo>
                    <a:pt x="635050" y="74627"/>
                  </a:lnTo>
                  <a:lnTo>
                    <a:pt x="638970" y="74208"/>
                  </a:lnTo>
                  <a:lnTo>
                    <a:pt x="642890" y="73782"/>
                  </a:lnTo>
                  <a:lnTo>
                    <a:pt x="646810" y="73345"/>
                  </a:lnTo>
                  <a:lnTo>
                    <a:pt x="650730" y="72902"/>
                  </a:lnTo>
                  <a:lnTo>
                    <a:pt x="654650" y="72453"/>
                  </a:lnTo>
                  <a:lnTo>
                    <a:pt x="658570" y="71992"/>
                  </a:lnTo>
                  <a:lnTo>
                    <a:pt x="662490" y="71525"/>
                  </a:lnTo>
                  <a:lnTo>
                    <a:pt x="666410" y="71051"/>
                  </a:lnTo>
                  <a:lnTo>
                    <a:pt x="670330" y="70566"/>
                  </a:lnTo>
                  <a:lnTo>
                    <a:pt x="674250" y="70076"/>
                  </a:lnTo>
                  <a:lnTo>
                    <a:pt x="678170" y="69578"/>
                  </a:lnTo>
                  <a:lnTo>
                    <a:pt x="682090" y="69069"/>
                  </a:lnTo>
                  <a:lnTo>
                    <a:pt x="686011" y="68555"/>
                  </a:lnTo>
                  <a:lnTo>
                    <a:pt x="689931" y="68032"/>
                  </a:lnTo>
                  <a:lnTo>
                    <a:pt x="693851" y="67500"/>
                  </a:lnTo>
                  <a:lnTo>
                    <a:pt x="697771" y="66963"/>
                  </a:lnTo>
                  <a:lnTo>
                    <a:pt x="701691" y="66415"/>
                  </a:lnTo>
                  <a:lnTo>
                    <a:pt x="705611" y="65860"/>
                  </a:lnTo>
                  <a:lnTo>
                    <a:pt x="709531" y="65300"/>
                  </a:lnTo>
                  <a:lnTo>
                    <a:pt x="713451" y="64728"/>
                  </a:lnTo>
                  <a:lnTo>
                    <a:pt x="717371" y="64151"/>
                  </a:lnTo>
                  <a:lnTo>
                    <a:pt x="721291" y="63567"/>
                  </a:lnTo>
                  <a:lnTo>
                    <a:pt x="725211" y="62973"/>
                  </a:lnTo>
                  <a:lnTo>
                    <a:pt x="729131" y="62374"/>
                  </a:lnTo>
                  <a:lnTo>
                    <a:pt x="733051" y="61768"/>
                  </a:lnTo>
                  <a:lnTo>
                    <a:pt x="736971" y="61152"/>
                  </a:lnTo>
                  <a:lnTo>
                    <a:pt x="740891" y="60531"/>
                  </a:lnTo>
                  <a:lnTo>
                    <a:pt x="744811" y="59904"/>
                  </a:lnTo>
                  <a:lnTo>
                    <a:pt x="748732" y="59268"/>
                  </a:lnTo>
                  <a:lnTo>
                    <a:pt x="752652" y="58626"/>
                  </a:lnTo>
                  <a:lnTo>
                    <a:pt x="756572" y="57979"/>
                  </a:lnTo>
                  <a:lnTo>
                    <a:pt x="760492" y="57323"/>
                  </a:lnTo>
                  <a:lnTo>
                    <a:pt x="764412" y="56663"/>
                  </a:lnTo>
                  <a:lnTo>
                    <a:pt x="768332" y="55996"/>
                  </a:lnTo>
                  <a:lnTo>
                    <a:pt x="772252" y="55322"/>
                  </a:lnTo>
                  <a:lnTo>
                    <a:pt x="776172" y="54644"/>
                  </a:lnTo>
                  <a:lnTo>
                    <a:pt x="780092" y="53959"/>
                  </a:lnTo>
                  <a:lnTo>
                    <a:pt x="784012" y="53269"/>
                  </a:lnTo>
                  <a:lnTo>
                    <a:pt x="787932" y="52575"/>
                  </a:lnTo>
                  <a:lnTo>
                    <a:pt x="791852" y="51874"/>
                  </a:lnTo>
                  <a:lnTo>
                    <a:pt x="795772" y="51169"/>
                  </a:lnTo>
                  <a:lnTo>
                    <a:pt x="799692" y="50460"/>
                  </a:lnTo>
                  <a:lnTo>
                    <a:pt x="803612" y="49744"/>
                  </a:lnTo>
                  <a:lnTo>
                    <a:pt x="807532" y="49026"/>
                  </a:lnTo>
                  <a:lnTo>
                    <a:pt x="811453" y="48304"/>
                  </a:lnTo>
                  <a:lnTo>
                    <a:pt x="815373" y="47576"/>
                  </a:lnTo>
                  <a:lnTo>
                    <a:pt x="819293" y="46846"/>
                  </a:lnTo>
                  <a:lnTo>
                    <a:pt x="823213" y="46112"/>
                  </a:lnTo>
                  <a:lnTo>
                    <a:pt x="827133" y="45374"/>
                  </a:lnTo>
                  <a:lnTo>
                    <a:pt x="831053" y="44634"/>
                  </a:lnTo>
                  <a:lnTo>
                    <a:pt x="834973" y="43892"/>
                  </a:lnTo>
                  <a:lnTo>
                    <a:pt x="838893" y="43146"/>
                  </a:lnTo>
                  <a:lnTo>
                    <a:pt x="842813" y="42398"/>
                  </a:lnTo>
                  <a:lnTo>
                    <a:pt x="846733" y="41648"/>
                  </a:lnTo>
                  <a:lnTo>
                    <a:pt x="850653" y="40896"/>
                  </a:lnTo>
                  <a:lnTo>
                    <a:pt x="854573" y="40143"/>
                  </a:lnTo>
                  <a:lnTo>
                    <a:pt x="858493" y="39388"/>
                  </a:lnTo>
                  <a:lnTo>
                    <a:pt x="862413" y="38632"/>
                  </a:lnTo>
                  <a:lnTo>
                    <a:pt x="866333" y="37875"/>
                  </a:lnTo>
                  <a:lnTo>
                    <a:pt x="870253" y="37118"/>
                  </a:lnTo>
                  <a:lnTo>
                    <a:pt x="874174" y="36360"/>
                  </a:lnTo>
                  <a:lnTo>
                    <a:pt x="878094" y="35602"/>
                  </a:lnTo>
                  <a:lnTo>
                    <a:pt x="882014" y="34845"/>
                  </a:lnTo>
                  <a:lnTo>
                    <a:pt x="885934" y="34088"/>
                  </a:lnTo>
                  <a:lnTo>
                    <a:pt x="889854" y="33331"/>
                  </a:lnTo>
                  <a:lnTo>
                    <a:pt x="893774" y="32576"/>
                  </a:lnTo>
                  <a:lnTo>
                    <a:pt x="897694" y="31822"/>
                  </a:lnTo>
                  <a:lnTo>
                    <a:pt x="901614" y="31070"/>
                  </a:lnTo>
                  <a:lnTo>
                    <a:pt x="905534" y="30319"/>
                  </a:lnTo>
                  <a:lnTo>
                    <a:pt x="909454" y="29571"/>
                  </a:lnTo>
                  <a:lnTo>
                    <a:pt x="913374" y="28825"/>
                  </a:lnTo>
                  <a:lnTo>
                    <a:pt x="917294" y="28082"/>
                  </a:lnTo>
                  <a:lnTo>
                    <a:pt x="921214" y="27341"/>
                  </a:lnTo>
                  <a:lnTo>
                    <a:pt x="925134" y="26604"/>
                  </a:lnTo>
                  <a:lnTo>
                    <a:pt x="929054" y="25871"/>
                  </a:lnTo>
                  <a:lnTo>
                    <a:pt x="932974" y="25141"/>
                  </a:lnTo>
                  <a:lnTo>
                    <a:pt x="936895" y="24416"/>
                  </a:lnTo>
                  <a:lnTo>
                    <a:pt x="940815" y="23695"/>
                  </a:lnTo>
                  <a:lnTo>
                    <a:pt x="944735" y="22978"/>
                  </a:lnTo>
                  <a:lnTo>
                    <a:pt x="948655" y="22268"/>
                  </a:lnTo>
                  <a:lnTo>
                    <a:pt x="952575" y="21562"/>
                  </a:lnTo>
                  <a:lnTo>
                    <a:pt x="956495" y="20861"/>
                  </a:lnTo>
                  <a:lnTo>
                    <a:pt x="960415" y="20168"/>
                  </a:lnTo>
                  <a:lnTo>
                    <a:pt x="964335" y="19480"/>
                  </a:lnTo>
                  <a:lnTo>
                    <a:pt x="968255" y="18798"/>
                  </a:lnTo>
                  <a:lnTo>
                    <a:pt x="972175" y="18125"/>
                  </a:lnTo>
                  <a:lnTo>
                    <a:pt x="976095" y="17458"/>
                  </a:lnTo>
                  <a:lnTo>
                    <a:pt x="980015" y="16798"/>
                  </a:lnTo>
                  <a:lnTo>
                    <a:pt x="983935" y="16148"/>
                  </a:lnTo>
                  <a:lnTo>
                    <a:pt x="987855" y="15504"/>
                  </a:lnTo>
                  <a:lnTo>
                    <a:pt x="991775" y="14869"/>
                  </a:lnTo>
                  <a:lnTo>
                    <a:pt x="995695" y="14244"/>
                  </a:lnTo>
                  <a:lnTo>
                    <a:pt x="999616" y="13626"/>
                  </a:lnTo>
                  <a:lnTo>
                    <a:pt x="1003536" y="13019"/>
                  </a:lnTo>
                  <a:lnTo>
                    <a:pt x="1007456" y="12423"/>
                  </a:lnTo>
                  <a:lnTo>
                    <a:pt x="1011376" y="11834"/>
                  </a:lnTo>
                  <a:lnTo>
                    <a:pt x="1015296" y="11258"/>
                  </a:lnTo>
                  <a:lnTo>
                    <a:pt x="1019216" y="10694"/>
                  </a:lnTo>
                  <a:lnTo>
                    <a:pt x="1023136" y="10136"/>
                  </a:lnTo>
                  <a:lnTo>
                    <a:pt x="1027056" y="9595"/>
                  </a:lnTo>
                  <a:lnTo>
                    <a:pt x="1030976" y="9064"/>
                  </a:lnTo>
                  <a:lnTo>
                    <a:pt x="1034896" y="8541"/>
                  </a:lnTo>
                  <a:lnTo>
                    <a:pt x="1038816" y="8037"/>
                  </a:lnTo>
                  <a:lnTo>
                    <a:pt x="1042736" y="7543"/>
                  </a:lnTo>
                  <a:lnTo>
                    <a:pt x="1046656" y="7059"/>
                  </a:lnTo>
                  <a:lnTo>
                    <a:pt x="1050576" y="6594"/>
                  </a:lnTo>
                  <a:lnTo>
                    <a:pt x="1054496" y="6139"/>
                  </a:lnTo>
                  <a:lnTo>
                    <a:pt x="1058417" y="5697"/>
                  </a:lnTo>
                  <a:lnTo>
                    <a:pt x="1062337" y="5274"/>
                  </a:lnTo>
                  <a:lnTo>
                    <a:pt x="1066257" y="4861"/>
                  </a:lnTo>
                  <a:lnTo>
                    <a:pt x="1070177" y="4464"/>
                  </a:lnTo>
                  <a:lnTo>
                    <a:pt x="1074097" y="4085"/>
                  </a:lnTo>
                  <a:lnTo>
                    <a:pt x="1078017" y="3717"/>
                  </a:lnTo>
                  <a:lnTo>
                    <a:pt x="1081937" y="3367"/>
                  </a:lnTo>
                  <a:lnTo>
                    <a:pt x="1085857" y="3035"/>
                  </a:lnTo>
                  <a:lnTo>
                    <a:pt x="1089777" y="2714"/>
                  </a:lnTo>
                  <a:lnTo>
                    <a:pt x="1093697" y="2414"/>
                  </a:lnTo>
                  <a:lnTo>
                    <a:pt x="1097617" y="2131"/>
                  </a:lnTo>
                  <a:lnTo>
                    <a:pt x="1101537" y="1859"/>
                  </a:lnTo>
                  <a:lnTo>
                    <a:pt x="1105457" y="1611"/>
                  </a:lnTo>
                  <a:lnTo>
                    <a:pt x="1109377" y="1379"/>
                  </a:lnTo>
                  <a:lnTo>
                    <a:pt x="1113297" y="1159"/>
                  </a:lnTo>
                  <a:lnTo>
                    <a:pt x="1117217" y="965"/>
                  </a:lnTo>
                  <a:lnTo>
                    <a:pt x="1121138" y="786"/>
                  </a:lnTo>
                  <a:lnTo>
                    <a:pt x="1125058" y="620"/>
                  </a:lnTo>
                  <a:lnTo>
                    <a:pt x="1128978" y="481"/>
                  </a:lnTo>
                  <a:lnTo>
                    <a:pt x="1132898" y="356"/>
                  </a:lnTo>
                  <a:lnTo>
                    <a:pt x="1136818" y="247"/>
                  </a:lnTo>
                  <a:lnTo>
                    <a:pt x="1140738" y="163"/>
                  </a:lnTo>
                  <a:lnTo>
                    <a:pt x="1144658" y="93"/>
                  </a:lnTo>
                  <a:lnTo>
                    <a:pt x="1148578" y="41"/>
                  </a:lnTo>
                  <a:lnTo>
                    <a:pt x="1152498" y="14"/>
                  </a:lnTo>
                  <a:lnTo>
                    <a:pt x="1156418" y="0"/>
                  </a:lnTo>
                  <a:lnTo>
                    <a:pt x="1160338" y="7"/>
                  </a:lnTo>
                  <a:lnTo>
                    <a:pt x="1164258" y="35"/>
                  </a:lnTo>
                  <a:lnTo>
                    <a:pt x="1168178" y="77"/>
                  </a:lnTo>
                  <a:lnTo>
                    <a:pt x="1172098" y="143"/>
                  </a:lnTo>
                  <a:lnTo>
                    <a:pt x="1176018" y="228"/>
                  </a:lnTo>
                  <a:lnTo>
                    <a:pt x="1179938" y="326"/>
                  </a:lnTo>
                  <a:lnTo>
                    <a:pt x="1183859" y="450"/>
                  </a:lnTo>
                  <a:lnTo>
                    <a:pt x="1187779" y="590"/>
                  </a:lnTo>
                  <a:lnTo>
                    <a:pt x="1191699" y="744"/>
                  </a:lnTo>
                  <a:lnTo>
                    <a:pt x="1195619" y="925"/>
                  </a:lnTo>
                  <a:lnTo>
                    <a:pt x="1199539" y="1120"/>
                  </a:lnTo>
                  <a:lnTo>
                    <a:pt x="1203459" y="1329"/>
                  </a:lnTo>
                  <a:lnTo>
                    <a:pt x="1207379" y="1565"/>
                  </a:lnTo>
                  <a:lnTo>
                    <a:pt x="1211299" y="1814"/>
                  </a:lnTo>
                  <a:lnTo>
                    <a:pt x="1215219" y="2078"/>
                  </a:lnTo>
                  <a:lnTo>
                    <a:pt x="1219139" y="2366"/>
                  </a:lnTo>
                  <a:lnTo>
                    <a:pt x="1223059" y="2666"/>
                  </a:lnTo>
                  <a:lnTo>
                    <a:pt x="1226979" y="2983"/>
                  </a:lnTo>
                  <a:lnTo>
                    <a:pt x="1230899" y="3320"/>
                  </a:lnTo>
                  <a:lnTo>
                    <a:pt x="1234819" y="3669"/>
                  </a:lnTo>
                  <a:lnTo>
                    <a:pt x="1238739" y="4036"/>
                  </a:lnTo>
                  <a:lnTo>
                    <a:pt x="1242659" y="4420"/>
                  </a:lnTo>
                  <a:lnTo>
                    <a:pt x="1246580" y="4815"/>
                  </a:lnTo>
                  <a:lnTo>
                    <a:pt x="1250500" y="5228"/>
                  </a:lnTo>
                  <a:lnTo>
                    <a:pt x="1254420" y="5656"/>
                  </a:lnTo>
                  <a:lnTo>
                    <a:pt x="1258340" y="6094"/>
                  </a:lnTo>
                  <a:lnTo>
                    <a:pt x="1262260" y="6550"/>
                  </a:lnTo>
                  <a:lnTo>
                    <a:pt x="1266180" y="7018"/>
                  </a:lnTo>
                  <a:lnTo>
                    <a:pt x="1270100" y="7495"/>
                  </a:lnTo>
                  <a:lnTo>
                    <a:pt x="1274020" y="7991"/>
                  </a:lnTo>
                  <a:lnTo>
                    <a:pt x="1277940" y="8495"/>
                  </a:lnTo>
                  <a:lnTo>
                    <a:pt x="1281860" y="9008"/>
                  </a:lnTo>
                  <a:lnTo>
                    <a:pt x="1285780" y="9538"/>
                  </a:lnTo>
                  <a:lnTo>
                    <a:pt x="1289700" y="10074"/>
                  </a:lnTo>
                  <a:lnTo>
                    <a:pt x="1293620" y="10620"/>
                  </a:lnTo>
                  <a:lnTo>
                    <a:pt x="1297540" y="11179"/>
                  </a:lnTo>
                  <a:lnTo>
                    <a:pt x="1301460" y="11744"/>
                  </a:lnTo>
                  <a:lnTo>
                    <a:pt x="1305380" y="12317"/>
                  </a:lnTo>
                  <a:lnTo>
                    <a:pt x="1309301" y="12901"/>
                  </a:lnTo>
                  <a:lnTo>
                    <a:pt x="1313221" y="13490"/>
                  </a:lnTo>
                  <a:lnTo>
                    <a:pt x="1317141" y="14087"/>
                  </a:lnTo>
                  <a:lnTo>
                    <a:pt x="1321061" y="14692"/>
                  </a:lnTo>
                  <a:lnTo>
                    <a:pt x="1324981" y="15300"/>
                  </a:lnTo>
                  <a:lnTo>
                    <a:pt x="1328901" y="15916"/>
                  </a:lnTo>
                  <a:lnTo>
                    <a:pt x="1332821" y="16537"/>
                  </a:lnTo>
                  <a:lnTo>
                    <a:pt x="1336741" y="17162"/>
                  </a:lnTo>
                  <a:lnTo>
                    <a:pt x="1340661" y="17792"/>
                  </a:lnTo>
                  <a:lnTo>
                    <a:pt x="1344581" y="18426"/>
                  </a:lnTo>
                  <a:lnTo>
                    <a:pt x="1348501" y="19062"/>
                  </a:lnTo>
                  <a:lnTo>
                    <a:pt x="1352421" y="19703"/>
                  </a:lnTo>
                  <a:lnTo>
                    <a:pt x="1356341" y="20345"/>
                  </a:lnTo>
                  <a:lnTo>
                    <a:pt x="1360261" y="20989"/>
                  </a:lnTo>
                  <a:lnTo>
                    <a:pt x="1364181" y="21636"/>
                  </a:lnTo>
                  <a:lnTo>
                    <a:pt x="1368101" y="22284"/>
                  </a:lnTo>
                  <a:lnTo>
                    <a:pt x="1372022" y="22933"/>
                  </a:lnTo>
                  <a:lnTo>
                    <a:pt x="1375942" y="23583"/>
                  </a:lnTo>
                  <a:lnTo>
                    <a:pt x="1379862" y="24234"/>
                  </a:lnTo>
                  <a:lnTo>
                    <a:pt x="1383782" y="24884"/>
                  </a:lnTo>
                  <a:lnTo>
                    <a:pt x="1387702" y="25534"/>
                  </a:lnTo>
                  <a:lnTo>
                    <a:pt x="1391622" y="26184"/>
                  </a:lnTo>
                  <a:lnTo>
                    <a:pt x="1395542" y="26833"/>
                  </a:lnTo>
                  <a:lnTo>
                    <a:pt x="1399462" y="27481"/>
                  </a:lnTo>
                  <a:lnTo>
                    <a:pt x="1403382" y="28129"/>
                  </a:lnTo>
                  <a:lnTo>
                    <a:pt x="1407302" y="28774"/>
                  </a:lnTo>
                  <a:lnTo>
                    <a:pt x="1411222" y="29418"/>
                  </a:lnTo>
                  <a:lnTo>
                    <a:pt x="1415142" y="30061"/>
                  </a:lnTo>
                  <a:lnTo>
                    <a:pt x="1419062" y="30702"/>
                  </a:lnTo>
                  <a:lnTo>
                    <a:pt x="1422982" y="31341"/>
                  </a:lnTo>
                  <a:lnTo>
                    <a:pt x="1426902" y="31978"/>
                  </a:lnTo>
                  <a:lnTo>
                    <a:pt x="1430822" y="32612"/>
                  </a:lnTo>
                  <a:lnTo>
                    <a:pt x="1434743" y="33244"/>
                  </a:lnTo>
                  <a:lnTo>
                    <a:pt x="1438663" y="33875"/>
                  </a:lnTo>
                  <a:lnTo>
                    <a:pt x="1442583" y="34502"/>
                  </a:lnTo>
                  <a:lnTo>
                    <a:pt x="1446503" y="35128"/>
                  </a:lnTo>
                  <a:lnTo>
                    <a:pt x="1450423" y="35751"/>
                  </a:lnTo>
                  <a:lnTo>
                    <a:pt x="1454343" y="36371"/>
                  </a:lnTo>
                  <a:lnTo>
                    <a:pt x="1458263" y="36990"/>
                  </a:lnTo>
                  <a:lnTo>
                    <a:pt x="1462183" y="37606"/>
                  </a:lnTo>
                  <a:lnTo>
                    <a:pt x="1466103" y="38219"/>
                  </a:lnTo>
                  <a:lnTo>
                    <a:pt x="1470023" y="38831"/>
                  </a:lnTo>
                  <a:lnTo>
                    <a:pt x="1473943" y="39440"/>
                  </a:lnTo>
                  <a:lnTo>
                    <a:pt x="1477863" y="40047"/>
                  </a:lnTo>
                  <a:lnTo>
                    <a:pt x="1481783" y="40652"/>
                  </a:lnTo>
                  <a:lnTo>
                    <a:pt x="1485703" y="41256"/>
                  </a:lnTo>
                  <a:lnTo>
                    <a:pt x="1489623" y="41857"/>
                  </a:lnTo>
                  <a:lnTo>
                    <a:pt x="1493543" y="42457"/>
                  </a:lnTo>
                  <a:lnTo>
                    <a:pt x="1497464" y="43055"/>
                  </a:lnTo>
                  <a:lnTo>
                    <a:pt x="1501384" y="43651"/>
                  </a:lnTo>
                  <a:lnTo>
                    <a:pt x="1505304" y="44247"/>
                  </a:lnTo>
                  <a:lnTo>
                    <a:pt x="1509224" y="44840"/>
                  </a:lnTo>
                  <a:lnTo>
                    <a:pt x="1513144" y="45433"/>
                  </a:lnTo>
                  <a:lnTo>
                    <a:pt x="1517064" y="46025"/>
                  </a:lnTo>
                  <a:lnTo>
                    <a:pt x="1520984" y="46615"/>
                  </a:lnTo>
                  <a:lnTo>
                    <a:pt x="1524904" y="47205"/>
                  </a:lnTo>
                  <a:lnTo>
                    <a:pt x="1528824" y="47794"/>
                  </a:lnTo>
                  <a:lnTo>
                    <a:pt x="1532744" y="48383"/>
                  </a:lnTo>
                  <a:lnTo>
                    <a:pt x="1536664" y="48971"/>
                  </a:lnTo>
                  <a:lnTo>
                    <a:pt x="1540584" y="49559"/>
                  </a:lnTo>
                  <a:lnTo>
                    <a:pt x="1544504" y="50146"/>
                  </a:lnTo>
                  <a:lnTo>
                    <a:pt x="1548424" y="50733"/>
                  </a:lnTo>
                  <a:lnTo>
                    <a:pt x="1552344" y="51320"/>
                  </a:lnTo>
                  <a:lnTo>
                    <a:pt x="1556265" y="51907"/>
                  </a:lnTo>
                  <a:lnTo>
                    <a:pt x="1560185" y="52494"/>
                  </a:lnTo>
                  <a:lnTo>
                    <a:pt x="1564105" y="53081"/>
                  </a:lnTo>
                  <a:lnTo>
                    <a:pt x="1568025" y="53669"/>
                  </a:lnTo>
                  <a:lnTo>
                    <a:pt x="1571945" y="54256"/>
                  </a:lnTo>
                  <a:lnTo>
                    <a:pt x="1575865" y="54843"/>
                  </a:lnTo>
                  <a:lnTo>
                    <a:pt x="1579785" y="55431"/>
                  </a:lnTo>
                  <a:lnTo>
                    <a:pt x="1583705" y="56019"/>
                  </a:lnTo>
                  <a:lnTo>
                    <a:pt x="1587625" y="56607"/>
                  </a:lnTo>
                  <a:lnTo>
                    <a:pt x="1591545" y="57195"/>
                  </a:lnTo>
                  <a:lnTo>
                    <a:pt x="1595465" y="57784"/>
                  </a:lnTo>
                  <a:lnTo>
                    <a:pt x="1599385" y="58372"/>
                  </a:lnTo>
                  <a:lnTo>
                    <a:pt x="1603305" y="58961"/>
                  </a:lnTo>
                  <a:lnTo>
                    <a:pt x="1607225" y="59549"/>
                  </a:lnTo>
                  <a:lnTo>
                    <a:pt x="1611145" y="60138"/>
                  </a:lnTo>
                  <a:lnTo>
                    <a:pt x="1615065" y="60726"/>
                  </a:lnTo>
                  <a:lnTo>
                    <a:pt x="1618986" y="61314"/>
                  </a:lnTo>
                  <a:lnTo>
                    <a:pt x="1622906" y="61902"/>
                  </a:lnTo>
                  <a:lnTo>
                    <a:pt x="1626826" y="62489"/>
                  </a:lnTo>
                  <a:lnTo>
                    <a:pt x="1630746" y="63075"/>
                  </a:lnTo>
                  <a:lnTo>
                    <a:pt x="1634666" y="63661"/>
                  </a:lnTo>
                  <a:lnTo>
                    <a:pt x="1638586" y="64246"/>
                  </a:lnTo>
                  <a:lnTo>
                    <a:pt x="1642506" y="64829"/>
                  </a:lnTo>
                  <a:lnTo>
                    <a:pt x="1646426" y="65412"/>
                  </a:lnTo>
                  <a:lnTo>
                    <a:pt x="1650346" y="65993"/>
                  </a:lnTo>
                  <a:lnTo>
                    <a:pt x="1654266" y="66572"/>
                  </a:lnTo>
                  <a:lnTo>
                    <a:pt x="1658186" y="67150"/>
                  </a:lnTo>
                  <a:lnTo>
                    <a:pt x="1662106" y="67726"/>
                  </a:lnTo>
                  <a:lnTo>
                    <a:pt x="1666026" y="68299"/>
                  </a:lnTo>
                  <a:lnTo>
                    <a:pt x="1669946" y="68870"/>
                  </a:lnTo>
                  <a:lnTo>
                    <a:pt x="1673866" y="69439"/>
                  </a:lnTo>
                  <a:lnTo>
                    <a:pt x="1677786" y="70004"/>
                  </a:lnTo>
                  <a:lnTo>
                    <a:pt x="1681707" y="70567"/>
                  </a:lnTo>
                  <a:lnTo>
                    <a:pt x="1685627" y="71127"/>
                  </a:lnTo>
                  <a:lnTo>
                    <a:pt x="1689547" y="71683"/>
                  </a:lnTo>
                  <a:lnTo>
                    <a:pt x="1693467" y="72236"/>
                  </a:lnTo>
                  <a:lnTo>
                    <a:pt x="1697387" y="72785"/>
                  </a:lnTo>
                  <a:lnTo>
                    <a:pt x="1701307" y="73329"/>
                  </a:lnTo>
                  <a:lnTo>
                    <a:pt x="1705227" y="73869"/>
                  </a:lnTo>
                  <a:lnTo>
                    <a:pt x="1709147" y="74405"/>
                  </a:lnTo>
                  <a:lnTo>
                    <a:pt x="1713067" y="74936"/>
                  </a:lnTo>
                  <a:lnTo>
                    <a:pt x="1716987" y="75463"/>
                  </a:lnTo>
                  <a:lnTo>
                    <a:pt x="1720907" y="75984"/>
                  </a:lnTo>
                  <a:lnTo>
                    <a:pt x="1724827" y="76499"/>
                  </a:lnTo>
                  <a:lnTo>
                    <a:pt x="1728747" y="77011"/>
                  </a:lnTo>
                  <a:lnTo>
                    <a:pt x="1732667" y="77515"/>
                  </a:lnTo>
                  <a:lnTo>
                    <a:pt x="1736587" y="78014"/>
                  </a:lnTo>
                  <a:lnTo>
                    <a:pt x="1740507" y="78509"/>
                  </a:lnTo>
                  <a:lnTo>
                    <a:pt x="1744428" y="78994"/>
                  </a:lnTo>
                  <a:lnTo>
                    <a:pt x="1748348" y="79475"/>
                  </a:lnTo>
                  <a:lnTo>
                    <a:pt x="1752268" y="79951"/>
                  </a:lnTo>
                  <a:lnTo>
                    <a:pt x="1756188" y="80417"/>
                  </a:lnTo>
                  <a:lnTo>
                    <a:pt x="1760108" y="80878"/>
                  </a:lnTo>
                  <a:lnTo>
                    <a:pt x="1764028" y="81334"/>
                  </a:lnTo>
                  <a:lnTo>
                    <a:pt x="1767948" y="81779"/>
                  </a:lnTo>
                  <a:lnTo>
                    <a:pt x="1771868" y="82220"/>
                  </a:lnTo>
                  <a:lnTo>
                    <a:pt x="1775788" y="82654"/>
                  </a:lnTo>
                  <a:lnTo>
                    <a:pt x="1779708" y="83079"/>
                  </a:lnTo>
                  <a:lnTo>
                    <a:pt x="1783628" y="83499"/>
                  </a:lnTo>
                  <a:lnTo>
                    <a:pt x="1787548" y="83911"/>
                  </a:lnTo>
                  <a:lnTo>
                    <a:pt x="1791468" y="84314"/>
                  </a:lnTo>
                  <a:lnTo>
                    <a:pt x="1795388" y="84712"/>
                  </a:lnTo>
                  <a:lnTo>
                    <a:pt x="1799308" y="85101"/>
                  </a:lnTo>
                  <a:lnTo>
                    <a:pt x="1803228" y="85483"/>
                  </a:lnTo>
                  <a:lnTo>
                    <a:pt x="1807149" y="85859"/>
                  </a:lnTo>
                  <a:lnTo>
                    <a:pt x="1811069" y="86225"/>
                  </a:lnTo>
                  <a:lnTo>
                    <a:pt x="1814989" y="86585"/>
                  </a:lnTo>
                  <a:lnTo>
                    <a:pt x="1818909" y="86939"/>
                  </a:lnTo>
                  <a:lnTo>
                    <a:pt x="1822829" y="87283"/>
                  </a:lnTo>
                  <a:lnTo>
                    <a:pt x="1826749" y="87620"/>
                  </a:lnTo>
                  <a:lnTo>
                    <a:pt x="1830669" y="87953"/>
                  </a:lnTo>
                  <a:lnTo>
                    <a:pt x="1834589" y="88274"/>
                  </a:lnTo>
                  <a:lnTo>
                    <a:pt x="1838509" y="88590"/>
                  </a:lnTo>
                  <a:lnTo>
                    <a:pt x="1842429" y="88901"/>
                  </a:lnTo>
                  <a:lnTo>
                    <a:pt x="1846349" y="89201"/>
                  </a:lnTo>
                  <a:lnTo>
                    <a:pt x="1850269" y="89496"/>
                  </a:lnTo>
                  <a:lnTo>
                    <a:pt x="1854189" y="89785"/>
                  </a:lnTo>
                  <a:lnTo>
                    <a:pt x="1858109" y="90065"/>
                  </a:lnTo>
                  <a:lnTo>
                    <a:pt x="1862029" y="90340"/>
                  </a:lnTo>
                  <a:lnTo>
                    <a:pt x="1865949" y="90607"/>
                  </a:lnTo>
                  <a:lnTo>
                    <a:pt x="1869870" y="90867"/>
                  </a:lnTo>
                  <a:lnTo>
                    <a:pt x="1873790" y="91123"/>
                  </a:lnTo>
                  <a:lnTo>
                    <a:pt x="1877710" y="91371"/>
                  </a:lnTo>
                  <a:lnTo>
                    <a:pt x="1881630" y="91612"/>
                  </a:lnTo>
                  <a:lnTo>
                    <a:pt x="1885550" y="91849"/>
                  </a:lnTo>
                  <a:lnTo>
                    <a:pt x="1889470" y="92078"/>
                  </a:lnTo>
                  <a:lnTo>
                    <a:pt x="1893390" y="92301"/>
                  </a:lnTo>
                  <a:lnTo>
                    <a:pt x="1897310" y="92520"/>
                  </a:lnTo>
                  <a:lnTo>
                    <a:pt x="1901230" y="92731"/>
                  </a:lnTo>
                  <a:lnTo>
                    <a:pt x="1905150" y="92937"/>
                  </a:lnTo>
                  <a:lnTo>
                    <a:pt x="1909070" y="93139"/>
                  </a:lnTo>
                  <a:lnTo>
                    <a:pt x="1912990" y="93333"/>
                  </a:lnTo>
                  <a:lnTo>
                    <a:pt x="1916910" y="93524"/>
                  </a:lnTo>
                  <a:lnTo>
                    <a:pt x="1920830" y="93709"/>
                  </a:lnTo>
                  <a:lnTo>
                    <a:pt x="1924750" y="93888"/>
                  </a:lnTo>
                  <a:lnTo>
                    <a:pt x="1928670" y="94063"/>
                  </a:lnTo>
                  <a:lnTo>
                    <a:pt x="1932591" y="94234"/>
                  </a:lnTo>
                  <a:lnTo>
                    <a:pt x="1936511" y="94398"/>
                  </a:lnTo>
                  <a:lnTo>
                    <a:pt x="1940431" y="94559"/>
                  </a:lnTo>
                  <a:lnTo>
                    <a:pt x="1944351" y="94715"/>
                  </a:lnTo>
                  <a:lnTo>
                    <a:pt x="1948271" y="94866"/>
                  </a:lnTo>
                  <a:lnTo>
                    <a:pt x="1952191" y="95013"/>
                  </a:lnTo>
                  <a:lnTo>
                    <a:pt x="1956111" y="95156"/>
                  </a:lnTo>
                  <a:lnTo>
                    <a:pt x="1960031" y="95294"/>
                  </a:lnTo>
                  <a:lnTo>
                    <a:pt x="1963951" y="95429"/>
                  </a:lnTo>
                  <a:lnTo>
                    <a:pt x="1967871" y="95559"/>
                  </a:lnTo>
                  <a:lnTo>
                    <a:pt x="1971791" y="95685"/>
                  </a:lnTo>
                  <a:lnTo>
                    <a:pt x="1975711" y="95809"/>
                  </a:lnTo>
                  <a:lnTo>
                    <a:pt x="1979631" y="95927"/>
                  </a:lnTo>
                  <a:lnTo>
                    <a:pt x="1983551" y="96043"/>
                  </a:lnTo>
                  <a:lnTo>
                    <a:pt x="1987471" y="96155"/>
                  </a:lnTo>
                  <a:lnTo>
                    <a:pt x="1991391" y="96263"/>
                  </a:lnTo>
                  <a:lnTo>
                    <a:pt x="1995312" y="96368"/>
                  </a:lnTo>
                  <a:lnTo>
                    <a:pt x="1999232" y="96470"/>
                  </a:lnTo>
                  <a:lnTo>
                    <a:pt x="2003152" y="96567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16" name="pl116"/>
            <p:cNvSpPr/>
            <p:nvPr/>
          </p:nvSpPr>
          <p:spPr>
            <a:xfrm>
              <a:off x="11214343" y="6409358"/>
              <a:ext cx="2203467" cy="0"/>
            </a:xfrm>
            <a:custGeom>
              <a:avLst/>
              <a:gdLst/>
              <a:ahLst/>
              <a:cxnLst/>
              <a:rect l="0" t="0" r="0" b="0"/>
              <a:pathLst>
                <a:path w="2203467">
                  <a:moveTo>
                    <a:pt x="0" y="0"/>
                  </a:moveTo>
                  <a:lnTo>
                    <a:pt x="220346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17" name="pl117"/>
            <p:cNvSpPr/>
            <p:nvPr/>
          </p:nvSpPr>
          <p:spPr>
            <a:xfrm>
              <a:off x="11314501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18" name="pl118"/>
            <p:cNvSpPr/>
            <p:nvPr/>
          </p:nvSpPr>
          <p:spPr>
            <a:xfrm>
              <a:off x="11815289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19" name="pl119"/>
            <p:cNvSpPr/>
            <p:nvPr/>
          </p:nvSpPr>
          <p:spPr>
            <a:xfrm>
              <a:off x="12316077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20" name="pl120"/>
            <p:cNvSpPr/>
            <p:nvPr/>
          </p:nvSpPr>
          <p:spPr>
            <a:xfrm>
              <a:off x="12816865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21" name="pl121"/>
            <p:cNvSpPr/>
            <p:nvPr/>
          </p:nvSpPr>
          <p:spPr>
            <a:xfrm>
              <a:off x="13317653" y="6409358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22" name="tx122"/>
            <p:cNvSpPr/>
            <p:nvPr/>
          </p:nvSpPr>
          <p:spPr>
            <a:xfrm>
              <a:off x="11236820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737608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2238396" y="648659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2739184" y="6487954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3208894" y="6486590"/>
              <a:ext cx="21751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2273410" y="6773081"/>
              <a:ext cx="85334" cy="10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28" name="rc128"/>
            <p:cNvSpPr/>
            <p:nvPr/>
          </p:nvSpPr>
          <p:spPr>
            <a:xfrm>
              <a:off x="5954252" y="7095172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129" name="tx129"/>
            <p:cNvSpPr/>
            <p:nvPr/>
          </p:nvSpPr>
          <p:spPr>
            <a:xfrm>
              <a:off x="5401189" y="7301406"/>
              <a:ext cx="846112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130" name="rc130"/>
            <p:cNvSpPr/>
            <p:nvPr/>
          </p:nvSpPr>
          <p:spPr>
            <a:xfrm>
              <a:off x="6950680" y="716476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131" name="rc131"/>
            <p:cNvSpPr/>
            <p:nvPr/>
          </p:nvSpPr>
          <p:spPr>
            <a:xfrm>
              <a:off x="6968680" y="7182761"/>
              <a:ext cx="183455" cy="183456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32" name="rc132"/>
            <p:cNvSpPr/>
            <p:nvPr/>
          </p:nvSpPr>
          <p:spPr>
            <a:xfrm>
              <a:off x="7414089" y="716476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133" name="rc133"/>
            <p:cNvSpPr/>
            <p:nvPr/>
          </p:nvSpPr>
          <p:spPr>
            <a:xfrm>
              <a:off x="7432089" y="7182761"/>
              <a:ext cx="183455" cy="183456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34" name="rc134"/>
            <p:cNvSpPr/>
            <p:nvPr/>
          </p:nvSpPr>
          <p:spPr>
            <a:xfrm>
              <a:off x="7839398" y="716476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135" name="rc135"/>
            <p:cNvSpPr/>
            <p:nvPr/>
          </p:nvSpPr>
          <p:spPr>
            <a:xfrm>
              <a:off x="7857398" y="7182761"/>
              <a:ext cx="183456" cy="183456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36" name="rc136"/>
            <p:cNvSpPr/>
            <p:nvPr/>
          </p:nvSpPr>
          <p:spPr>
            <a:xfrm>
              <a:off x="8264707" y="716476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137" name="rc137"/>
            <p:cNvSpPr/>
            <p:nvPr/>
          </p:nvSpPr>
          <p:spPr>
            <a:xfrm>
              <a:off x="8282707" y="7182761"/>
              <a:ext cx="183456" cy="183456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38" name="rc138"/>
            <p:cNvSpPr/>
            <p:nvPr/>
          </p:nvSpPr>
          <p:spPr>
            <a:xfrm>
              <a:off x="8690016" y="716476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4400"/>
            </a:p>
          </p:txBody>
        </p:sp>
        <p:sp>
          <p:nvSpPr>
            <p:cNvPr id="139" name="rc139"/>
            <p:cNvSpPr/>
            <p:nvPr/>
          </p:nvSpPr>
          <p:spPr>
            <a:xfrm>
              <a:off x="8708016" y="7182761"/>
              <a:ext cx="183456" cy="183456"/>
            </a:xfrm>
            <a:prstGeom prst="rect">
              <a:avLst/>
            </a:prstGeom>
            <a:ln w="27101" cap="flat">
              <a:solidFill>
                <a:srgbClr val="FFE5E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sz="4400"/>
            </a:p>
          </p:txBody>
        </p:sp>
        <p:sp>
          <p:nvSpPr>
            <p:cNvPr id="140" name="tx140"/>
            <p:cNvSpPr/>
            <p:nvPr/>
          </p:nvSpPr>
          <p:spPr>
            <a:xfrm>
              <a:off x="7239725" y="7242048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7703134" y="724204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128443" y="7242048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553752" y="7242048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8979061" y="724204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765B481-B5E5-7BBE-93A7-AF9269EDAFE1}"/>
                </a:ext>
              </a:extLst>
            </p:cNvPr>
            <p:cNvGrpSpPr/>
            <p:nvPr/>
          </p:nvGrpSpPr>
          <p:grpSpPr>
            <a:xfrm>
              <a:off x="4026022" y="3291681"/>
              <a:ext cx="2344738" cy="3706814"/>
              <a:chOff x="4026022" y="3291681"/>
              <a:chExt cx="2344738" cy="3706814"/>
            </a:xfrm>
          </p:grpSpPr>
          <p:sp>
            <p:nvSpPr>
              <p:cNvPr id="151" name="rc153">
                <a:extLst>
                  <a:ext uri="{FF2B5EF4-FFF2-40B4-BE49-F238E27FC236}">
                    <a16:creationId xmlns:a16="http://schemas.microsoft.com/office/drawing/2014/main" id="{BEB6AC22-E35B-DA7F-9846-CA46D9BD4595}"/>
                  </a:ext>
                </a:extLst>
              </p:cNvPr>
              <p:cNvSpPr/>
              <p:nvPr/>
            </p:nvSpPr>
            <p:spPr>
              <a:xfrm>
                <a:off x="4028600" y="3887153"/>
                <a:ext cx="2342160" cy="3111342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0" name="rc153">
                <a:extLst>
                  <a:ext uri="{FF2B5EF4-FFF2-40B4-BE49-F238E27FC236}">
                    <a16:creationId xmlns:a16="http://schemas.microsoft.com/office/drawing/2014/main" id="{4D1ED8C7-26D0-0A74-9D09-DD99AB520DEE}"/>
                  </a:ext>
                </a:extLst>
              </p:cNvPr>
              <p:cNvSpPr/>
              <p:nvPr/>
            </p:nvSpPr>
            <p:spPr>
              <a:xfrm>
                <a:off x="4026022" y="3291681"/>
                <a:ext cx="2344518" cy="609600"/>
              </a:xfrm>
              <a:prstGeom prst="rect">
                <a:avLst/>
              </a:prstGeom>
              <a:solidFill>
                <a:srgbClr val="D9D9D9">
                  <a:alpha val="100000"/>
                </a:srgbClr>
              </a:solidFill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5E852100-DA16-DFA9-5682-703E69889ECE}"/>
                </a:ext>
              </a:extLst>
            </p:cNvPr>
            <p:cNvGrpSpPr/>
            <p:nvPr/>
          </p:nvGrpSpPr>
          <p:grpSpPr>
            <a:xfrm>
              <a:off x="1644662" y="3305309"/>
              <a:ext cx="2344738" cy="3706814"/>
              <a:chOff x="4026022" y="3291681"/>
              <a:chExt cx="2344738" cy="3706814"/>
            </a:xfrm>
          </p:grpSpPr>
          <p:sp>
            <p:nvSpPr>
              <p:cNvPr id="154" name="rc153">
                <a:extLst>
                  <a:ext uri="{FF2B5EF4-FFF2-40B4-BE49-F238E27FC236}">
                    <a16:creationId xmlns:a16="http://schemas.microsoft.com/office/drawing/2014/main" id="{A7568DD6-F4B0-6E24-62FD-9EAAC9134D5A}"/>
                  </a:ext>
                </a:extLst>
              </p:cNvPr>
              <p:cNvSpPr/>
              <p:nvPr/>
            </p:nvSpPr>
            <p:spPr>
              <a:xfrm>
                <a:off x="4028600" y="3887153"/>
                <a:ext cx="2342160" cy="3111342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5" name="rc153">
                <a:extLst>
                  <a:ext uri="{FF2B5EF4-FFF2-40B4-BE49-F238E27FC236}">
                    <a16:creationId xmlns:a16="http://schemas.microsoft.com/office/drawing/2014/main" id="{7B6D4F90-7AC4-BC42-BBC5-635422964AA1}"/>
                  </a:ext>
                </a:extLst>
              </p:cNvPr>
              <p:cNvSpPr/>
              <p:nvPr/>
            </p:nvSpPr>
            <p:spPr>
              <a:xfrm>
                <a:off x="4026022" y="3291681"/>
                <a:ext cx="2344518" cy="609600"/>
              </a:xfrm>
              <a:prstGeom prst="rect">
                <a:avLst/>
              </a:prstGeom>
              <a:solidFill>
                <a:srgbClr val="D9D9D9">
                  <a:alpha val="100000"/>
                </a:srgbClr>
              </a:solidFill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CEC21BE-4165-9C05-FA68-FFC4CDD74F2F}"/>
                </a:ext>
              </a:extLst>
            </p:cNvPr>
            <p:cNvGrpSpPr/>
            <p:nvPr/>
          </p:nvGrpSpPr>
          <p:grpSpPr>
            <a:xfrm>
              <a:off x="6407292" y="3288311"/>
              <a:ext cx="2344738" cy="3706814"/>
              <a:chOff x="4026022" y="3291681"/>
              <a:chExt cx="2344738" cy="3706814"/>
            </a:xfrm>
          </p:grpSpPr>
          <p:sp>
            <p:nvSpPr>
              <p:cNvPr id="157" name="rc153">
                <a:extLst>
                  <a:ext uri="{FF2B5EF4-FFF2-40B4-BE49-F238E27FC236}">
                    <a16:creationId xmlns:a16="http://schemas.microsoft.com/office/drawing/2014/main" id="{59A1EC23-A97D-CC59-EDD8-67EFA59F520E}"/>
                  </a:ext>
                </a:extLst>
              </p:cNvPr>
              <p:cNvSpPr/>
              <p:nvPr/>
            </p:nvSpPr>
            <p:spPr>
              <a:xfrm>
                <a:off x="4028600" y="3887153"/>
                <a:ext cx="2342160" cy="3111342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8" name="rc153">
                <a:extLst>
                  <a:ext uri="{FF2B5EF4-FFF2-40B4-BE49-F238E27FC236}">
                    <a16:creationId xmlns:a16="http://schemas.microsoft.com/office/drawing/2014/main" id="{38AAB8E5-9B74-0503-A57A-668206D79F04}"/>
                  </a:ext>
                </a:extLst>
              </p:cNvPr>
              <p:cNvSpPr/>
              <p:nvPr/>
            </p:nvSpPr>
            <p:spPr>
              <a:xfrm>
                <a:off x="4026022" y="3291681"/>
                <a:ext cx="2344518" cy="609600"/>
              </a:xfrm>
              <a:prstGeom prst="rect">
                <a:avLst/>
              </a:prstGeom>
              <a:solidFill>
                <a:srgbClr val="D9D9D9">
                  <a:alpha val="100000"/>
                </a:srgbClr>
              </a:solidFill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C474FE10-86C4-E1E7-D444-91609332561B}"/>
                </a:ext>
              </a:extLst>
            </p:cNvPr>
            <p:cNvGrpSpPr/>
            <p:nvPr/>
          </p:nvGrpSpPr>
          <p:grpSpPr>
            <a:xfrm>
              <a:off x="8789790" y="3288311"/>
              <a:ext cx="2344738" cy="3706814"/>
              <a:chOff x="4026022" y="3291681"/>
              <a:chExt cx="2344738" cy="3706814"/>
            </a:xfrm>
          </p:grpSpPr>
          <p:sp>
            <p:nvSpPr>
              <p:cNvPr id="160" name="rc153">
                <a:extLst>
                  <a:ext uri="{FF2B5EF4-FFF2-40B4-BE49-F238E27FC236}">
                    <a16:creationId xmlns:a16="http://schemas.microsoft.com/office/drawing/2014/main" id="{8274E18E-509F-CCA5-E376-0E37587CF602}"/>
                  </a:ext>
                </a:extLst>
              </p:cNvPr>
              <p:cNvSpPr/>
              <p:nvPr/>
            </p:nvSpPr>
            <p:spPr>
              <a:xfrm>
                <a:off x="4028600" y="3887153"/>
                <a:ext cx="2342160" cy="3111342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1" name="rc153">
                <a:extLst>
                  <a:ext uri="{FF2B5EF4-FFF2-40B4-BE49-F238E27FC236}">
                    <a16:creationId xmlns:a16="http://schemas.microsoft.com/office/drawing/2014/main" id="{9B71D3FA-4DD2-F4CF-1857-D986D93D05EB}"/>
                  </a:ext>
                </a:extLst>
              </p:cNvPr>
              <p:cNvSpPr/>
              <p:nvPr/>
            </p:nvSpPr>
            <p:spPr>
              <a:xfrm>
                <a:off x="4026022" y="3291681"/>
                <a:ext cx="2344518" cy="609600"/>
              </a:xfrm>
              <a:prstGeom prst="rect">
                <a:avLst/>
              </a:prstGeom>
              <a:solidFill>
                <a:srgbClr val="D9D9D9">
                  <a:alpha val="100000"/>
                </a:srgbClr>
              </a:solidFill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526BB3CE-92ED-AAA1-911A-3CFFEC07D6AC}"/>
                </a:ext>
              </a:extLst>
            </p:cNvPr>
            <p:cNvGrpSpPr/>
            <p:nvPr/>
          </p:nvGrpSpPr>
          <p:grpSpPr>
            <a:xfrm>
              <a:off x="11169967" y="3288311"/>
              <a:ext cx="2344738" cy="3706814"/>
              <a:chOff x="4026022" y="3291681"/>
              <a:chExt cx="2344738" cy="3706814"/>
            </a:xfrm>
          </p:grpSpPr>
          <p:sp>
            <p:nvSpPr>
              <p:cNvPr id="163" name="rc153">
                <a:extLst>
                  <a:ext uri="{FF2B5EF4-FFF2-40B4-BE49-F238E27FC236}">
                    <a16:creationId xmlns:a16="http://schemas.microsoft.com/office/drawing/2014/main" id="{34020C1C-341E-66B4-95EA-ECE62BCCA67E}"/>
                  </a:ext>
                </a:extLst>
              </p:cNvPr>
              <p:cNvSpPr/>
              <p:nvPr/>
            </p:nvSpPr>
            <p:spPr>
              <a:xfrm>
                <a:off x="4028600" y="3887153"/>
                <a:ext cx="2342160" cy="3111342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4" name="rc153">
                <a:extLst>
                  <a:ext uri="{FF2B5EF4-FFF2-40B4-BE49-F238E27FC236}">
                    <a16:creationId xmlns:a16="http://schemas.microsoft.com/office/drawing/2014/main" id="{6E7639DC-0E2D-050C-6407-FFE607FD9816}"/>
                  </a:ext>
                </a:extLst>
              </p:cNvPr>
              <p:cNvSpPr/>
              <p:nvPr/>
            </p:nvSpPr>
            <p:spPr>
              <a:xfrm>
                <a:off x="4026022" y="3291681"/>
                <a:ext cx="2344518" cy="609600"/>
              </a:xfrm>
              <a:prstGeom prst="rect">
                <a:avLst/>
              </a:prstGeom>
              <a:solidFill>
                <a:srgbClr val="D9D9D9">
                  <a:alpha val="100000"/>
                </a:srgbClr>
              </a:solidFill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48" name="tx456">
              <a:extLst>
                <a:ext uri="{FF2B5EF4-FFF2-40B4-BE49-F238E27FC236}">
                  <a16:creationId xmlns:a16="http://schemas.microsoft.com/office/drawing/2014/main" id="{0305898F-EA90-BD15-2EF3-3B9EBB1077C3}"/>
                </a:ext>
              </a:extLst>
            </p:cNvPr>
            <p:cNvSpPr/>
            <p:nvPr/>
          </p:nvSpPr>
          <p:spPr>
            <a:xfrm>
              <a:off x="2678721" y="3532127"/>
              <a:ext cx="347842" cy="1319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120"/>
                </a:lnSpc>
              </a:pPr>
              <a:r>
                <a:rPr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ξ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</a:t>
              </a:r>
              <a:r>
                <a:rPr lang="el-GR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ω = 0.5</a:t>
              </a:r>
            </a:p>
            <a:p>
              <a:pPr algn="ctr">
                <a:lnSpc>
                  <a:spcPts val="1120"/>
                </a:lnSpc>
              </a:pPr>
              <a:endParaRPr lang="en-US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1120"/>
                </a:lnSpc>
              </a:pP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3% within-individual variability </a:t>
              </a:r>
              <a:endParaRPr lang="el-GR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tx456">
              <a:extLst>
                <a:ext uri="{FF2B5EF4-FFF2-40B4-BE49-F238E27FC236}">
                  <a16:creationId xmlns:a16="http://schemas.microsoft.com/office/drawing/2014/main" id="{69DC994C-9371-865C-73B2-DDEFAE8C155F}"/>
                </a:ext>
              </a:extLst>
            </p:cNvPr>
            <p:cNvSpPr/>
            <p:nvPr/>
          </p:nvSpPr>
          <p:spPr>
            <a:xfrm>
              <a:off x="5036102" y="3520280"/>
              <a:ext cx="347842" cy="1319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120"/>
                </a:lnSpc>
              </a:pPr>
              <a:r>
                <a:rPr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ξ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</a:t>
              </a:r>
              <a:r>
                <a:rPr lang="el-GR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ω = 0.5</a:t>
              </a:r>
            </a:p>
            <a:p>
              <a:pPr algn="ctr">
                <a:lnSpc>
                  <a:spcPts val="1120"/>
                </a:lnSpc>
              </a:pPr>
              <a:endParaRPr lang="en-US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1120"/>
                </a:lnSpc>
              </a:pP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7% within-individual variability </a:t>
              </a:r>
              <a:endParaRPr lang="el-GR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x456">
              <a:extLst>
                <a:ext uri="{FF2B5EF4-FFF2-40B4-BE49-F238E27FC236}">
                  <a16:creationId xmlns:a16="http://schemas.microsoft.com/office/drawing/2014/main" id="{06A2359E-C4E2-5978-F111-E170DF18CE35}"/>
                </a:ext>
              </a:extLst>
            </p:cNvPr>
            <p:cNvSpPr/>
            <p:nvPr/>
          </p:nvSpPr>
          <p:spPr>
            <a:xfrm>
              <a:off x="7429943" y="3512899"/>
              <a:ext cx="347842" cy="1319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120"/>
                </a:lnSpc>
              </a:pPr>
              <a:r>
                <a:rPr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ξ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</a:t>
              </a:r>
              <a:r>
                <a:rPr lang="el-GR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ω = 0.5</a:t>
              </a:r>
            </a:p>
            <a:p>
              <a:pPr algn="ctr">
                <a:lnSpc>
                  <a:spcPts val="1120"/>
                </a:lnSpc>
              </a:pPr>
              <a:endParaRPr lang="en-US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1120"/>
                </a:lnSpc>
              </a:pP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10% within-individual variability </a:t>
              </a:r>
              <a:endParaRPr lang="el-GR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tx456">
              <a:extLst>
                <a:ext uri="{FF2B5EF4-FFF2-40B4-BE49-F238E27FC236}">
                  <a16:creationId xmlns:a16="http://schemas.microsoft.com/office/drawing/2014/main" id="{D0E704EB-1C2E-AD3D-A5AA-1E27552A030D}"/>
                </a:ext>
              </a:extLst>
            </p:cNvPr>
            <p:cNvSpPr/>
            <p:nvPr/>
          </p:nvSpPr>
          <p:spPr>
            <a:xfrm>
              <a:off x="9826163" y="3520281"/>
              <a:ext cx="347842" cy="1319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120"/>
                </a:lnSpc>
              </a:pPr>
              <a:r>
                <a:rPr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ξ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</a:t>
              </a:r>
              <a:r>
                <a:rPr lang="el-GR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ω = 0.5</a:t>
              </a:r>
            </a:p>
            <a:p>
              <a:pPr algn="ctr">
                <a:lnSpc>
                  <a:spcPts val="1120"/>
                </a:lnSpc>
              </a:pPr>
              <a:endParaRPr lang="en-US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1120"/>
                </a:lnSpc>
              </a:pP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15% within-individual variability </a:t>
              </a:r>
              <a:endParaRPr lang="el-GR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tx456">
              <a:extLst>
                <a:ext uri="{FF2B5EF4-FFF2-40B4-BE49-F238E27FC236}">
                  <a16:creationId xmlns:a16="http://schemas.microsoft.com/office/drawing/2014/main" id="{E414EDAD-45E5-C698-4076-341E24C7B159}"/>
                </a:ext>
              </a:extLst>
            </p:cNvPr>
            <p:cNvSpPr/>
            <p:nvPr/>
          </p:nvSpPr>
          <p:spPr>
            <a:xfrm>
              <a:off x="12203603" y="3535362"/>
              <a:ext cx="347842" cy="1319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120"/>
                </a:lnSpc>
              </a:pPr>
              <a:r>
                <a:rPr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ξ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</a:t>
              </a:r>
              <a:r>
                <a:rPr lang="el-GR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α = </a:t>
              </a: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0, ω = 0.5</a:t>
              </a:r>
            </a:p>
            <a:p>
              <a:pPr algn="ctr">
                <a:lnSpc>
                  <a:spcPts val="1120"/>
                </a:lnSpc>
              </a:pPr>
              <a:endParaRPr lang="en-US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1120"/>
                </a:lnSpc>
              </a:pPr>
              <a:r>
                <a:rPr lang="en-US" sz="1300" dirty="0">
                  <a:solidFill>
                    <a:srgbClr val="1A1A1A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 within-individual variability </a:t>
              </a:r>
              <a:endParaRPr lang="el-GR" sz="13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113</Words>
  <Application>Microsoft Office PowerPoint</Application>
  <PresentationFormat>Custom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9</cp:revision>
  <dcterms:created xsi:type="dcterms:W3CDTF">2015-07-14T21:05:00Z</dcterms:created>
  <dcterms:modified xsi:type="dcterms:W3CDTF">2026-02-23T19:37:57Z</dcterms:modified>
</cp:coreProperties>
</file>