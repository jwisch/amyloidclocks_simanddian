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372163" y="464232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72163" y="412321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2163" y="360411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72163" y="308500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2163" y="2565902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72163" y="204679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1987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4239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6491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72163" y="490187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2163" y="4382772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2163" y="386366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72163" y="3344560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72163" y="282545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372163" y="230634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72163" y="178724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5862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8113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0365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33794" y="2729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43243" y="2933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33794" y="350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396872" y="4313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938237" y="3771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33794" y="304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07106" y="3769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96135" y="3769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33794" y="328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37768" y="312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070047" y="2897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617895" y="295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33794" y="2390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47949" y="245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92532" y="2283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130234" y="2453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33794" y="3210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060274" y="3006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33794" y="248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00895" y="2308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33794" y="2793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33794" y="2055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33794" y="3143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044399" y="3153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33794" y="2433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48299" y="2812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477500" y="265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33794" y="2932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060274" y="282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411134" y="3398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136756" y="295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732432" y="3077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33794" y="2238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37986" y="271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33794" y="3430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92264" y="3137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345173" y="3159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33794" y="389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868151" y="3288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33794" y="3012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174399" y="3292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863084" y="361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385568" y="2360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33794" y="3132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440392" y="3200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942585" y="3125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473766" y="264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837948" y="2961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123467" y="2974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33794" y="3583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075845" y="3356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613547" y="3272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101436" y="326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785521" y="3796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33794" y="3045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091720" y="3651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171473" y="3587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33794" y="2667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70047" y="2248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33794" y="3365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354117" y="309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33794" y="2075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456294" y="2497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33794" y="366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344696" y="3306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856887" y="3401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383868" y="3296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223756" y="3194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685369" y="3145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33794" y="3511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12624" y="3295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33794" y="251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33794" y="311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533794" y="3165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101867" y="3469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43983" y="2593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33794" y="330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966788" y="3273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533794" y="227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813515" y="2352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233365" y="3591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533794" y="332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346466" y="3420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868226" y="3444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916094" y="3810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533794" y="2554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817863" y="2517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33794" y="2757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085717" y="291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180688" y="2624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533794" y="3875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533794" y="2413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814016" y="2495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33794" y="252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726555" y="2547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533794" y="3293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329478" y="2567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856950" y="320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384507" y="3026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533794" y="2671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974391" y="2819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533794" y="3742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046084" y="3715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533794" y="2419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33794" y="3221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801374" y="3264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880771" y="3692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408328" y="3638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067050" y="3408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533794" y="3425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844116" y="3226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126571" y="3132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395423" y="3337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33794" y="3317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081947" y="2937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533794" y="2720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849749" y="285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533794" y="3146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866151" y="297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10629" y="2946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3794" y="3604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533794" y="2277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604851" y="2285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33794" y="2661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780002" y="2660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112624" y="2936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356112" y="2986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33794" y="2970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802061" y="2809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533794" y="2975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33794" y="3802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622968" y="322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33794" y="3610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080329" y="3513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882547" y="2327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409231" y="347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33794" y="3449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107005" y="3397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33794" y="331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765379" y="3141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533794" y="277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070400" y="276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33794" y="2976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857847" y="2911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131644" y="28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406293" y="2782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872499" y="2734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33794" y="3515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893229" y="3333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33794" y="2988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33794" y="302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802645" y="324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33794" y="4513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104766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533794" y="349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070677" y="3350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33794" y="253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533794" y="307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817863" y="3281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33794" y="3285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798462" y="320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70772" y="3290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861534" y="313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5115016" y="2994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363577" y="2994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647646" y="3092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910874" y="289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6199842" y="304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453475" y="325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533794" y="2501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041061" y="237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588184" y="2577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857035" y="2267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120814" y="2704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33794" y="3986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065699" y="3988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654018" y="4027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169366" y="4098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33794" y="346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216773" y="2963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33794" y="3235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863517" y="317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329478" y="2918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110735" y="3463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622243" y="338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149236" y="32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652719" y="2859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533794" y="3760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33794" y="3129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032365" y="3040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633838" y="2992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33794" y="3395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33794" y="2888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09892" y="269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068277" y="2530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533794" y="298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410680" y="317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712181" y="290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33794" y="2692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343247" y="3512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533794" y="3525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00495" y="3333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533794" y="3187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804095" y="3128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060627" y="3305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588184" y="311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257051" y="2899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066066" y="2872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110629" y="2880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619344" y="2732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170091" y="2630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533794" y="3494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89746" y="3189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617170" y="3027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533794" y="3140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33794" y="225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096860" y="226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622243" y="3284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159946" y="3442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33794" y="3298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17737" y="3480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533794" y="3287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040560" y="301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329478" y="2973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533794" y="383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787427" y="303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049757" y="3102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73675" y="3403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629490" y="346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191106" y="287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533794" y="2933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33794" y="3134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177298" y="2651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533794" y="3285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074395" y="274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309187" y="2837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882097" y="318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673010" y="3497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533794" y="3502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837695" y="3062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533794" y="270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066875" y="3104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533794" y="283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854821" y="2840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533794" y="2924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070810" y="3542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623605" y="3439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169404" y="3208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117875" y="388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620069" y="389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141104" y="3371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33794" y="3002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807718" y="2978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077569" y="2681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341073" y="301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686014" y="2915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33794" y="2860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328029" y="2895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859692" y="296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33794" y="2683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462816" y="2535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157364" y="338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053051" y="324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33794" y="2233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802398" y="2660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533794" y="27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078421" y="280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533794" y="3519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897490" y="357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33794" y="2944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390350" y="281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674419" y="2950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856720" y="293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106554" y="3123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609924" y="318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533794" y="2969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126619" y="3208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593253" y="316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5166515" y="3842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886358" y="2973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413916" y="2762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33794" y="3188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33794" y="3445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533794" y="2855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808443" y="2757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132369" y="2588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533794" y="2963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622243" y="259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33794" y="3472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853267" y="3365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33794" y="3933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842736" y="345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091063" y="3690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33794" y="3307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801196" y="3297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074813" y="3322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302665" y="3179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598329" y="3008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33794" y="3406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818588" y="337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81794" y="3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045779" y="3768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684311" y="362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934170" y="266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5380565" y="2895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068274" y="2184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533794" y="2960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106281" y="275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367161" y="2439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892544" y="314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081246" y="2747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533794" y="3178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812723" y="3177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101865" y="3099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85841" y="317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33794" y="3536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045945" y="3436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743799" y="3124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533794" y="3369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064975" y="2849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533794" y="3743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111749" y="3602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4750180" y="3460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191502" y="3226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33794" y="3678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080880" y="375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160633" y="3472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533794" y="427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002913" y="4467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533794" y="302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4089718" y="2491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591807" y="247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091134" y="300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4354841" y="2941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533794" y="3027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33794" y="2726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43197" y="3075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33794" y="3086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533794" y="3483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345017" y="3459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4892140" y="2402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5384188" y="2431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533794" y="359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533794" y="2533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836946" y="2219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066000" y="276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870380" y="2683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593981" y="3947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418652" y="3714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5368947" y="2861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884184" y="2792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533794" y="2628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803214" y="2582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068598" y="2637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013714" y="2404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33794" y="3951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533794" y="2485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288897" y="267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613547" y="2719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857035" y="2704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4369335" y="301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227340" y="2924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33794" y="3415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891356" y="3440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5428797" y="3451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608474" y="2904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242492" y="2721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657792" y="227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33794" y="2743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837982" y="276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101760" y="2864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911385" y="3649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5423724" y="3410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533794" y="3223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329737" y="308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533794" y="247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822211" y="2455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095632" y="2196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533794" y="3121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768196" y="3207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127631" y="3139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918966" y="2714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5435654" y="2771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533794" y="405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853372" y="413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381349" y="3860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907037" y="334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533794" y="366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596880" y="3685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533794" y="2675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19313" y="2827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33794" y="3877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066764" y="3965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598311" y="399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533794" y="3153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081454" y="3165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4718436" y="2765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533794" y="253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838138" y="2521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183095" y="263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638910" y="238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166468" y="267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888960" y="2728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225930" y="2897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533794" y="347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706304" y="3214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4879571" y="307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5424520" y="303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109330" y="297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6464417" y="2940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533794" y="3307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106281" y="2684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533794" y="3457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132369" y="3031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533794" y="35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069323" y="3497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533794" y="4571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076569" y="4378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4592532" y="3791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533794" y="3540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33794" y="2737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819313" y="2758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4072221" y="2589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593256" y="2195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125886" y="2223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533794" y="2940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866416" y="2945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533794" y="3570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533794" y="2961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4465715" y="2699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248674" y="3434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4603402" y="3419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130959" y="3337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637501" y="3256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533794" y="305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533794" y="3249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356677" y="2963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533794" y="3412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533794" y="3765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071000" y="2978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613488" y="3054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130462" y="2704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857976" y="3960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5390390" y="3885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6184624" y="350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533794" y="4004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80205" y="3179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33794" y="3684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612822" y="289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120065" y="3849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4618620" y="3291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181686" y="331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762868" y="2919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533794" y="3219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095411" y="332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533794" y="365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132369" y="3450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533794" y="2746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823546" y="291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096860" y="293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533794" y="2648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797573" y="258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071120" y="217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345421" y="241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4649056" y="2575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533794" y="3717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825835" y="3505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061351" y="3970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378031" y="3509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633113" y="3489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388265" y="3172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896207" y="316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6220800" y="3061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533794" y="2518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807718" y="2486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152089" y="2396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4416438" y="2642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4689637" y="2781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883644" y="3909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533794" y="2841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137324" y="2604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552675" y="285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5125886" y="3591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5652719" y="3461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533794" y="2977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334697" y="3100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4825296" y="295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408653" y="2552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974617" y="3559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6457970" y="3445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33794" y="3580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533794" y="4067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145452" y="4036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533794" y="290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806797" y="288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533794" y="2563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33794" y="293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044316" y="281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881674" y="272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920845" y="288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904146" y="2135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533794" y="3059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044399" y="2887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187443" y="3591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201329" y="3227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533794" y="280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08247" y="2748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922215" y="359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593256" y="2624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533794" y="3001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803370" y="2909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106966" y="2919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33794" y="3089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33794" y="2988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33794" y="3107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386002" y="3001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4882088" y="3034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5399810" y="3094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5937210" y="297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533794" y="3768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036713" y="3212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604851" y="3771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130959" y="382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5658516" y="27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533794" y="2619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851832" y="2669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33794" y="379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533794" y="2484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09167" y="2597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078019" y="234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533794" y="3596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335204" y="3292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533794" y="295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774215" y="2961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104663" y="3040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533794" y="2835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338899" y="3659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157732" y="2803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638910" y="2788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912834" y="2859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533794" y="3561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095015" y="3446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533794" y="3051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070772" y="3049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533794" y="369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167357" y="3446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533794" y="27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6694789" y="3384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533794" y="275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33794" y="3030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833081" y="2841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321734" y="2488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533794" y="2787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100861" y="295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602647" y="293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902343" y="281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533794" y="323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33794" y="2995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533794" y="2916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798620" y="2124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078743" y="2495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533794" y="3444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152006" y="3057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202016" y="3538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6728124" y="2916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533794" y="3177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831747" y="2608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101228" y="3051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623605" y="3091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328088" y="2921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533794" y="3900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373908" y="370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533794" y="2940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832683" y="3012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533794" y="334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533794" y="209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853372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33794" y="2838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847351" y="2912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147587" y="2964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659926" y="2787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533794" y="3759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020770" y="343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117875" y="2867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887823" y="2822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086887" y="313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628040" y="2933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5159354" y="2735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5707794" y="2644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33794" y="304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4472962" y="3342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5380244" y="3640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593256" y="244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166416" y="255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931715" y="3661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201937" y="345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638910" y="319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5161395" y="331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5676633" y="3033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183899" y="3122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533794" y="4258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117151" y="4048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733842" y="3661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533794" y="297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068000" y="2644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080979" y="3406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770311" y="3082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181022" y="293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533794" y="2884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562820" y="2804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533794" y="3355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533794" y="319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801950" y="308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065729" y="2999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533794" y="3359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248674" y="3239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4593256" y="3365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181662" y="2939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703446" y="365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533794" y="2595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800990" y="2774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533794" y="3445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065608" y="3130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533794" y="2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323776" y="2333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533794" y="3748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533794" y="3625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446149" y="3036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533794" y="2793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533794" y="3141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060757" y="3617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720073" y="3632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4851715" y="2354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369127" y="2054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899583" y="341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533794" y="2809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415753" y="2640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533794" y="2085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390350" y="1959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533794" y="3337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4332377" y="304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922295" y="3259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533794" y="2732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067655" y="2528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4336000" y="2266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618620" y="241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858484" y="2453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533794" y="2582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066232" y="3416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618547" y="340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5161203" y="326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533794" y="2607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817863" y="288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533794" y="312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63517" y="3580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5070812" y="313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57035" y="3841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480308" y="3567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960702" y="3386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533794" y="321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106926" y="3613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4633838" y="3726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905429" y="232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425174" y="3568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533794" y="342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802200" y="3268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065699" y="3359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4334551" y="3393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080917" y="2958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598329" y="2821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144003" y="3842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33794" y="3506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533794" y="2870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33794" y="3071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533794" y="2197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4328221" y="2120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5142021" y="334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533794" y="2643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848262" y="2636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4177298" y="249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533794" y="3254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072493" y="2834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562820" y="3015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533794" y="319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632388" y="2660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079614" y="2569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4393249" y="2519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210672" y="293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533794" y="300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111904" y="2566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533794" y="344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4941536" y="2918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533794" y="377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095411" y="3794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533794" y="3134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533794" y="264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088164" y="3563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644708" y="3539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533794" y="3122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4086485" y="332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65248" y="2887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17170" y="2971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5712142" y="2987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4863389" y="3874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390946" y="4433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926475" y="3925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533794" y="3905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106281" y="4280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917182" y="342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533794" y="297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4066331" y="305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679399" y="2805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177245" y="279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533794" y="2934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117875" y="2945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643983" y="2597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251978" y="2188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902046" y="2736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358504" y="2225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6047662" y="3477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94" y="2601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738687" y="2363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375857" y="2584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892817" y="2603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533794" y="3191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370059" y="3085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533794" y="285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792308" y="3019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086523" y="2814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412581" y="280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771332" y="288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373683" y="2599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533794" y="307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3558620" y="2753921"/>
              <a:ext cx="709448" cy="204612"/>
            </a:xfrm>
            <a:custGeom>
              <a:avLst/>
              <a:pathLst>
                <a:path w="709448" h="204612">
                  <a:moveTo>
                    <a:pt x="0" y="0"/>
                  </a:moveTo>
                  <a:lnTo>
                    <a:pt x="709448" y="2046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3558620" y="3068350"/>
              <a:ext cx="562341" cy="726180"/>
            </a:xfrm>
            <a:custGeom>
              <a:avLst/>
              <a:pathLst>
                <a:path w="562341" h="726180">
                  <a:moveTo>
                    <a:pt x="0" y="0"/>
                  </a:moveTo>
                  <a:lnTo>
                    <a:pt x="273312" y="726180"/>
                  </a:lnTo>
                  <a:lnTo>
                    <a:pt x="562341" y="7258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3558620" y="2922375"/>
              <a:ext cx="536253" cy="383032"/>
            </a:xfrm>
            <a:custGeom>
              <a:avLst/>
              <a:pathLst>
                <a:path w="536253" h="383032">
                  <a:moveTo>
                    <a:pt x="0" y="383032"/>
                  </a:moveTo>
                  <a:lnTo>
                    <a:pt x="303973" y="232030"/>
                  </a:lnTo>
                  <a:lnTo>
                    <a:pt x="536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3558620" y="2308042"/>
              <a:ext cx="1596440" cy="170726"/>
            </a:xfrm>
            <a:custGeom>
              <a:avLst/>
              <a:pathLst>
                <a:path w="1596440" h="170726">
                  <a:moveTo>
                    <a:pt x="0" y="107536"/>
                  </a:moveTo>
                  <a:lnTo>
                    <a:pt x="714154" y="170642"/>
                  </a:lnTo>
                  <a:lnTo>
                    <a:pt x="1058737" y="0"/>
                  </a:lnTo>
                  <a:lnTo>
                    <a:pt x="1596440" y="1707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3558620" y="3031378"/>
              <a:ext cx="526480" cy="203951"/>
            </a:xfrm>
            <a:custGeom>
              <a:avLst/>
              <a:pathLst>
                <a:path w="526480" h="203951">
                  <a:moveTo>
                    <a:pt x="0" y="203951"/>
                  </a:moveTo>
                  <a:lnTo>
                    <a:pt x="526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3558620" y="2333686"/>
              <a:ext cx="567101" cy="179970"/>
            </a:xfrm>
            <a:custGeom>
              <a:avLst/>
              <a:pathLst>
                <a:path w="567101" h="179970">
                  <a:moveTo>
                    <a:pt x="0" y="179970"/>
                  </a:moveTo>
                  <a:lnTo>
                    <a:pt x="567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3558620" y="3168046"/>
              <a:ext cx="510604" cy="9932"/>
            </a:xfrm>
            <a:custGeom>
              <a:avLst/>
              <a:pathLst>
                <a:path w="510604" h="9932">
                  <a:moveTo>
                    <a:pt x="0" y="0"/>
                  </a:moveTo>
                  <a:lnTo>
                    <a:pt x="510604" y="9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3558620" y="2458686"/>
              <a:ext cx="943705" cy="378951"/>
            </a:xfrm>
            <a:custGeom>
              <a:avLst/>
              <a:pathLst>
                <a:path w="943705" h="378951">
                  <a:moveTo>
                    <a:pt x="0" y="0"/>
                  </a:moveTo>
                  <a:lnTo>
                    <a:pt x="314505" y="378951"/>
                  </a:lnTo>
                  <a:lnTo>
                    <a:pt x="943705" y="2222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3558620" y="2845829"/>
              <a:ext cx="526480" cy="111018"/>
            </a:xfrm>
            <a:custGeom>
              <a:avLst/>
              <a:pathLst>
                <a:path w="526480" h="111018">
                  <a:moveTo>
                    <a:pt x="0" y="111018"/>
                  </a:moveTo>
                  <a:lnTo>
                    <a:pt x="526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4435959" y="2979332"/>
              <a:ext cx="1321298" cy="444104"/>
            </a:xfrm>
            <a:custGeom>
              <a:avLst/>
              <a:pathLst>
                <a:path w="1321298" h="444104">
                  <a:moveTo>
                    <a:pt x="0" y="444104"/>
                  </a:moveTo>
                  <a:lnTo>
                    <a:pt x="725622" y="0"/>
                  </a:lnTo>
                  <a:lnTo>
                    <a:pt x="1321298" y="1225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3558620" y="2263780"/>
              <a:ext cx="304191" cy="479304"/>
            </a:xfrm>
            <a:custGeom>
              <a:avLst/>
              <a:pathLst>
                <a:path w="304191" h="479304">
                  <a:moveTo>
                    <a:pt x="0" y="0"/>
                  </a:moveTo>
                  <a:lnTo>
                    <a:pt x="304191" y="4793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3558620" y="3162390"/>
              <a:ext cx="811378" cy="292681"/>
            </a:xfrm>
            <a:custGeom>
              <a:avLst/>
              <a:pathLst>
                <a:path w="811378" h="292681">
                  <a:moveTo>
                    <a:pt x="0" y="292681"/>
                  </a:moveTo>
                  <a:lnTo>
                    <a:pt x="558470" y="0"/>
                  </a:lnTo>
                  <a:lnTo>
                    <a:pt x="811378" y="214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3558620" y="3037510"/>
              <a:ext cx="640605" cy="280314"/>
            </a:xfrm>
            <a:custGeom>
              <a:avLst/>
              <a:pathLst>
                <a:path w="640605" h="280314">
                  <a:moveTo>
                    <a:pt x="0" y="0"/>
                  </a:moveTo>
                  <a:lnTo>
                    <a:pt x="640605" y="2803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4887910" y="2385151"/>
              <a:ext cx="522484" cy="1255283"/>
            </a:xfrm>
            <a:custGeom>
              <a:avLst/>
              <a:pathLst>
                <a:path w="522484" h="1255283">
                  <a:moveTo>
                    <a:pt x="0" y="1255283"/>
                  </a:moveTo>
                  <a:lnTo>
                    <a:pt x="5224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465218" y="2666083"/>
              <a:ext cx="1033374" cy="559473"/>
            </a:xfrm>
            <a:custGeom>
              <a:avLst/>
              <a:pathLst>
                <a:path w="1033374" h="559473">
                  <a:moveTo>
                    <a:pt x="0" y="559473"/>
                  </a:moveTo>
                  <a:lnTo>
                    <a:pt x="502193" y="484255"/>
                  </a:lnTo>
                  <a:lnTo>
                    <a:pt x="10333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3862774" y="2985840"/>
              <a:ext cx="285518" cy="13054"/>
            </a:xfrm>
            <a:custGeom>
              <a:avLst/>
              <a:pathLst>
                <a:path w="285518" h="13054">
                  <a:moveTo>
                    <a:pt x="0" y="0"/>
                  </a:moveTo>
                  <a:lnTo>
                    <a:pt x="285518" y="13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3558620" y="3297435"/>
              <a:ext cx="1079753" cy="311083"/>
            </a:xfrm>
            <a:custGeom>
              <a:avLst/>
              <a:pathLst>
                <a:path w="1079753" h="311083">
                  <a:moveTo>
                    <a:pt x="0" y="311083"/>
                  </a:moveTo>
                  <a:lnTo>
                    <a:pt x="542050" y="83802"/>
                  </a:lnTo>
                  <a:lnTo>
                    <a:pt x="10797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4126262" y="3285342"/>
              <a:ext cx="684085" cy="536227"/>
            </a:xfrm>
            <a:custGeom>
              <a:avLst/>
              <a:pathLst>
                <a:path w="684085" h="536227">
                  <a:moveTo>
                    <a:pt x="0" y="0"/>
                  </a:moveTo>
                  <a:lnTo>
                    <a:pt x="684085" y="5362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3558620" y="3070709"/>
              <a:ext cx="557925" cy="605181"/>
            </a:xfrm>
            <a:custGeom>
              <a:avLst/>
              <a:pathLst>
                <a:path w="557925" h="605181">
                  <a:moveTo>
                    <a:pt x="0" y="0"/>
                  </a:moveTo>
                  <a:lnTo>
                    <a:pt x="557925" y="605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3558620" y="2273397"/>
              <a:ext cx="536253" cy="419064"/>
            </a:xfrm>
            <a:custGeom>
              <a:avLst/>
              <a:pathLst>
                <a:path w="536253" h="419064">
                  <a:moveTo>
                    <a:pt x="0" y="419064"/>
                  </a:moveTo>
                  <a:lnTo>
                    <a:pt x="536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3558620" y="3121388"/>
              <a:ext cx="820322" cy="269370"/>
            </a:xfrm>
            <a:custGeom>
              <a:avLst/>
              <a:pathLst>
                <a:path w="820322" h="269370">
                  <a:moveTo>
                    <a:pt x="0" y="269370"/>
                  </a:moveTo>
                  <a:lnTo>
                    <a:pt x="8203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3558620" y="2100504"/>
              <a:ext cx="922500" cy="422268"/>
            </a:xfrm>
            <a:custGeom>
              <a:avLst/>
              <a:pathLst>
                <a:path w="922500" h="422268">
                  <a:moveTo>
                    <a:pt x="0" y="0"/>
                  </a:moveTo>
                  <a:lnTo>
                    <a:pt x="922500" y="4222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3558620" y="3170733"/>
              <a:ext cx="3151574" cy="519919"/>
            </a:xfrm>
            <a:custGeom>
              <a:avLst/>
              <a:pathLst>
                <a:path w="3151574" h="519919">
                  <a:moveTo>
                    <a:pt x="0" y="519919"/>
                  </a:moveTo>
                  <a:lnTo>
                    <a:pt x="810901" y="160649"/>
                  </a:lnTo>
                  <a:lnTo>
                    <a:pt x="1323092" y="255265"/>
                  </a:lnTo>
                  <a:lnTo>
                    <a:pt x="1850073" y="150315"/>
                  </a:lnTo>
                  <a:lnTo>
                    <a:pt x="2689962" y="48259"/>
                  </a:lnTo>
                  <a:lnTo>
                    <a:pt x="3151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3558620" y="3320110"/>
              <a:ext cx="578830" cy="216429"/>
            </a:xfrm>
            <a:custGeom>
              <a:avLst/>
              <a:pathLst>
                <a:path w="578830" h="216429">
                  <a:moveTo>
                    <a:pt x="0" y="216429"/>
                  </a:moveTo>
                  <a:lnTo>
                    <a:pt x="578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3558620" y="2618470"/>
              <a:ext cx="1110189" cy="875482"/>
            </a:xfrm>
            <a:custGeom>
              <a:avLst/>
              <a:pathLst>
                <a:path w="1110189" h="875482">
                  <a:moveTo>
                    <a:pt x="0" y="571936"/>
                  </a:moveTo>
                  <a:lnTo>
                    <a:pt x="568073" y="875482"/>
                  </a:lnTo>
                  <a:lnTo>
                    <a:pt x="11101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3558620" y="2296430"/>
              <a:ext cx="279721" cy="80586"/>
            </a:xfrm>
            <a:custGeom>
              <a:avLst/>
              <a:pathLst>
                <a:path w="279721" h="80586">
                  <a:moveTo>
                    <a:pt x="0" y="0"/>
                  </a:moveTo>
                  <a:lnTo>
                    <a:pt x="279721" y="805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4371292" y="3445049"/>
              <a:ext cx="521759" cy="24419"/>
            </a:xfrm>
            <a:custGeom>
              <a:avLst/>
              <a:pathLst>
                <a:path w="521759" h="24419">
                  <a:moveTo>
                    <a:pt x="0" y="0"/>
                  </a:moveTo>
                  <a:lnTo>
                    <a:pt x="521759" y="244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3558620" y="2542611"/>
              <a:ext cx="284069" cy="36810"/>
            </a:xfrm>
            <a:custGeom>
              <a:avLst/>
              <a:pathLst>
                <a:path w="284069" h="36810">
                  <a:moveTo>
                    <a:pt x="0" y="36810"/>
                  </a:moveTo>
                  <a:lnTo>
                    <a:pt x="284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3558620" y="2649282"/>
              <a:ext cx="1646893" cy="289301"/>
            </a:xfrm>
            <a:custGeom>
              <a:avLst/>
              <a:pathLst>
                <a:path w="1646893" h="289301">
                  <a:moveTo>
                    <a:pt x="0" y="133184"/>
                  </a:moveTo>
                  <a:lnTo>
                    <a:pt x="551922" y="289301"/>
                  </a:lnTo>
                  <a:lnTo>
                    <a:pt x="16468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3558620" y="2438076"/>
              <a:ext cx="280222" cy="82329"/>
            </a:xfrm>
            <a:custGeom>
              <a:avLst/>
              <a:pathLst>
                <a:path w="280222" h="82329">
                  <a:moveTo>
                    <a:pt x="0" y="0"/>
                  </a:moveTo>
                  <a:lnTo>
                    <a:pt x="280222" y="823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3558620" y="2545704"/>
              <a:ext cx="192761" cy="26218"/>
            </a:xfrm>
            <a:custGeom>
              <a:avLst/>
              <a:pathLst>
                <a:path w="192761" h="26218">
                  <a:moveTo>
                    <a:pt x="0" y="0"/>
                  </a:moveTo>
                  <a:lnTo>
                    <a:pt x="192761" y="26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3558620" y="2592004"/>
              <a:ext cx="795683" cy="726149"/>
            </a:xfrm>
            <a:custGeom>
              <a:avLst/>
              <a:pathLst>
                <a:path w="795683" h="726149">
                  <a:moveTo>
                    <a:pt x="0" y="726149"/>
                  </a:moveTo>
                  <a:lnTo>
                    <a:pt x="795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4881776" y="3051515"/>
              <a:ext cx="527557" cy="183125"/>
            </a:xfrm>
            <a:custGeom>
              <a:avLst/>
              <a:pathLst>
                <a:path w="527557" h="183125">
                  <a:moveTo>
                    <a:pt x="0" y="183125"/>
                  </a:moveTo>
                  <a:lnTo>
                    <a:pt x="5275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3558620" y="2696575"/>
              <a:ext cx="440597" cy="147363"/>
            </a:xfrm>
            <a:custGeom>
              <a:avLst/>
              <a:pathLst>
                <a:path w="440597" h="147363">
                  <a:moveTo>
                    <a:pt x="0" y="0"/>
                  </a:moveTo>
                  <a:lnTo>
                    <a:pt x="440597" y="147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3558620" y="3740148"/>
              <a:ext cx="512289" cy="27014"/>
            </a:xfrm>
            <a:custGeom>
              <a:avLst/>
              <a:pathLst>
                <a:path w="512289" h="27014">
                  <a:moveTo>
                    <a:pt x="0" y="27014"/>
                  </a:moveTo>
                  <a:lnTo>
                    <a:pt x="5122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3558620" y="3245947"/>
              <a:ext cx="267580" cy="42900"/>
            </a:xfrm>
            <a:custGeom>
              <a:avLst/>
              <a:pathLst>
                <a:path w="267580" h="42900">
                  <a:moveTo>
                    <a:pt x="0" y="0"/>
                  </a:moveTo>
                  <a:lnTo>
                    <a:pt x="267580" y="429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4905597" y="3433819"/>
              <a:ext cx="1186279" cy="283968"/>
            </a:xfrm>
            <a:custGeom>
              <a:avLst/>
              <a:pathLst>
                <a:path w="1186279" h="283968">
                  <a:moveTo>
                    <a:pt x="0" y="283968"/>
                  </a:moveTo>
                  <a:lnTo>
                    <a:pt x="527557" y="229172"/>
                  </a:lnTo>
                  <a:lnTo>
                    <a:pt x="11862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3558620" y="3157270"/>
              <a:ext cx="861628" cy="293005"/>
            </a:xfrm>
            <a:custGeom>
              <a:avLst/>
              <a:pathLst>
                <a:path w="861628" h="293005">
                  <a:moveTo>
                    <a:pt x="0" y="293005"/>
                  </a:moveTo>
                  <a:lnTo>
                    <a:pt x="310321" y="94255"/>
                  </a:lnTo>
                  <a:lnTo>
                    <a:pt x="592777" y="0"/>
                  </a:lnTo>
                  <a:lnTo>
                    <a:pt x="861628" y="2050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3558620" y="2962685"/>
              <a:ext cx="548152" cy="379902"/>
            </a:xfrm>
            <a:custGeom>
              <a:avLst/>
              <a:pathLst>
                <a:path w="548152" h="379902">
                  <a:moveTo>
                    <a:pt x="0" y="379902"/>
                  </a:moveTo>
                  <a:lnTo>
                    <a:pt x="54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3558620" y="2745303"/>
              <a:ext cx="315954" cy="137408"/>
            </a:xfrm>
            <a:custGeom>
              <a:avLst/>
              <a:pathLst>
                <a:path w="315954" h="137408">
                  <a:moveTo>
                    <a:pt x="0" y="0"/>
                  </a:moveTo>
                  <a:lnTo>
                    <a:pt x="315954" y="1374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3558620" y="2971297"/>
              <a:ext cx="576834" cy="199713"/>
            </a:xfrm>
            <a:custGeom>
              <a:avLst/>
              <a:pathLst>
                <a:path w="576834" h="199713">
                  <a:moveTo>
                    <a:pt x="0" y="199713"/>
                  </a:moveTo>
                  <a:lnTo>
                    <a:pt x="332356" y="26321"/>
                  </a:lnTo>
                  <a:lnTo>
                    <a:pt x="5768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3558620" y="2302738"/>
              <a:ext cx="1071057" cy="7217"/>
            </a:xfrm>
            <a:custGeom>
              <a:avLst/>
              <a:pathLst>
                <a:path w="1071057" h="7217">
                  <a:moveTo>
                    <a:pt x="0" y="0"/>
                  </a:moveTo>
                  <a:lnTo>
                    <a:pt x="1071057" y="72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3558620" y="2685682"/>
              <a:ext cx="822318" cy="325588"/>
            </a:xfrm>
            <a:custGeom>
              <a:avLst/>
              <a:pathLst>
                <a:path w="822318" h="325588">
                  <a:moveTo>
                    <a:pt x="0" y="299"/>
                  </a:moveTo>
                  <a:lnTo>
                    <a:pt x="246208" y="0"/>
                  </a:lnTo>
                  <a:lnTo>
                    <a:pt x="578830" y="275866"/>
                  </a:lnTo>
                  <a:lnTo>
                    <a:pt x="822318" y="3255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3558620" y="2834113"/>
              <a:ext cx="268267" cy="161564"/>
            </a:xfrm>
            <a:custGeom>
              <a:avLst/>
              <a:pathLst>
                <a:path w="268267" h="161564">
                  <a:moveTo>
                    <a:pt x="0" y="161564"/>
                  </a:moveTo>
                  <a:lnTo>
                    <a:pt x="2682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3558620" y="3246398"/>
              <a:ext cx="1089173" cy="581260"/>
            </a:xfrm>
            <a:custGeom>
              <a:avLst/>
              <a:pathLst>
                <a:path w="1089173" h="581260">
                  <a:moveTo>
                    <a:pt x="0" y="581260"/>
                  </a:moveTo>
                  <a:lnTo>
                    <a:pt x="10891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3558620" y="3538013"/>
              <a:ext cx="546535" cy="97757"/>
            </a:xfrm>
            <a:custGeom>
              <a:avLst/>
              <a:pathLst>
                <a:path w="546535" h="97757">
                  <a:moveTo>
                    <a:pt x="0" y="97757"/>
                  </a:moveTo>
                  <a:lnTo>
                    <a:pt x="5465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4907373" y="2352669"/>
              <a:ext cx="526684" cy="1145312"/>
            </a:xfrm>
            <a:custGeom>
              <a:avLst/>
              <a:pathLst>
                <a:path w="526684" h="1145312">
                  <a:moveTo>
                    <a:pt x="0" y="0"/>
                  </a:moveTo>
                  <a:lnTo>
                    <a:pt x="526684" y="11453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3558620" y="3421919"/>
              <a:ext cx="573211" cy="52199"/>
            </a:xfrm>
            <a:custGeom>
              <a:avLst/>
              <a:pathLst>
                <a:path w="573211" h="52199">
                  <a:moveTo>
                    <a:pt x="0" y="52199"/>
                  </a:moveTo>
                  <a:lnTo>
                    <a:pt x="573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3558620" y="3166465"/>
              <a:ext cx="1231584" cy="172872"/>
            </a:xfrm>
            <a:custGeom>
              <a:avLst/>
              <a:pathLst>
                <a:path w="1231584" h="172872">
                  <a:moveTo>
                    <a:pt x="0" y="172872"/>
                  </a:moveTo>
                  <a:lnTo>
                    <a:pt x="12315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3558620" y="2759289"/>
              <a:ext cx="1338704" cy="242252"/>
            </a:xfrm>
            <a:custGeom>
              <a:avLst/>
              <a:pathLst>
                <a:path w="1338704" h="242252">
                  <a:moveTo>
                    <a:pt x="0" y="242252"/>
                  </a:moveTo>
                  <a:lnTo>
                    <a:pt x="324052" y="177301"/>
                  </a:lnTo>
                  <a:lnTo>
                    <a:pt x="597849" y="85565"/>
                  </a:lnTo>
                  <a:lnTo>
                    <a:pt x="872498" y="48107"/>
                  </a:lnTo>
                  <a:lnTo>
                    <a:pt x="1338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3558620" y="3358686"/>
              <a:ext cx="359434" cy="181896"/>
            </a:xfrm>
            <a:custGeom>
              <a:avLst/>
              <a:pathLst>
                <a:path w="359434" h="181896">
                  <a:moveTo>
                    <a:pt x="0" y="181896"/>
                  </a:moveTo>
                  <a:lnTo>
                    <a:pt x="359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3558620" y="3050093"/>
              <a:ext cx="268851" cy="224514"/>
            </a:xfrm>
            <a:custGeom>
              <a:avLst/>
              <a:pathLst>
                <a:path w="268851" h="224514">
                  <a:moveTo>
                    <a:pt x="0" y="0"/>
                  </a:moveTo>
                  <a:lnTo>
                    <a:pt x="268851" y="2245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3558620" y="4538106"/>
              <a:ext cx="570971" cy="256626"/>
            </a:xfrm>
            <a:custGeom>
              <a:avLst/>
              <a:pathLst>
                <a:path w="570971" h="256626">
                  <a:moveTo>
                    <a:pt x="0" y="0"/>
                  </a:moveTo>
                  <a:lnTo>
                    <a:pt x="570971" y="2566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3558620" y="3374884"/>
              <a:ext cx="536882" cy="147199"/>
            </a:xfrm>
            <a:custGeom>
              <a:avLst/>
              <a:pathLst>
                <a:path w="536882" h="147199">
                  <a:moveTo>
                    <a:pt x="0" y="147199"/>
                  </a:moveTo>
                  <a:lnTo>
                    <a:pt x="536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3558620" y="3094970"/>
              <a:ext cx="284069" cy="211040"/>
            </a:xfrm>
            <a:custGeom>
              <a:avLst/>
              <a:pathLst>
                <a:path w="284069" h="211040">
                  <a:moveTo>
                    <a:pt x="0" y="0"/>
                  </a:moveTo>
                  <a:lnTo>
                    <a:pt x="284069" y="2110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3558620" y="2916866"/>
              <a:ext cx="2919681" cy="398688"/>
            </a:xfrm>
            <a:custGeom>
              <a:avLst/>
              <a:pathLst>
                <a:path w="2919681" h="398688">
                  <a:moveTo>
                    <a:pt x="0" y="393675"/>
                  </a:moveTo>
                  <a:lnTo>
                    <a:pt x="264667" y="313517"/>
                  </a:lnTo>
                  <a:lnTo>
                    <a:pt x="536977" y="398688"/>
                  </a:lnTo>
                  <a:lnTo>
                    <a:pt x="1327739" y="240090"/>
                  </a:lnTo>
                  <a:lnTo>
                    <a:pt x="1581222" y="102605"/>
                  </a:lnTo>
                  <a:lnTo>
                    <a:pt x="1829782" y="102366"/>
                  </a:lnTo>
                  <a:lnTo>
                    <a:pt x="2113852" y="200236"/>
                  </a:lnTo>
                  <a:lnTo>
                    <a:pt x="2377080" y="0"/>
                  </a:lnTo>
                  <a:lnTo>
                    <a:pt x="2666048" y="154400"/>
                  </a:lnTo>
                  <a:lnTo>
                    <a:pt x="2919681" y="3602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3558620" y="2292063"/>
              <a:ext cx="1587019" cy="437259"/>
            </a:xfrm>
            <a:custGeom>
              <a:avLst/>
              <a:pathLst>
                <a:path w="1587019" h="437259">
                  <a:moveTo>
                    <a:pt x="0" y="234548"/>
                  </a:moveTo>
                  <a:lnTo>
                    <a:pt x="507266" y="107498"/>
                  </a:lnTo>
                  <a:lnTo>
                    <a:pt x="1054389" y="309852"/>
                  </a:lnTo>
                  <a:lnTo>
                    <a:pt x="1323241" y="0"/>
                  </a:lnTo>
                  <a:lnTo>
                    <a:pt x="1587019" y="4372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3558620" y="4011096"/>
              <a:ext cx="1635572" cy="112002"/>
            </a:xfrm>
            <a:custGeom>
              <a:avLst/>
              <a:pathLst>
                <a:path w="1635572" h="112002">
                  <a:moveTo>
                    <a:pt x="0" y="0"/>
                  </a:moveTo>
                  <a:lnTo>
                    <a:pt x="531905" y="2030"/>
                  </a:lnTo>
                  <a:lnTo>
                    <a:pt x="1120223" y="41117"/>
                  </a:lnTo>
                  <a:lnTo>
                    <a:pt x="1635572" y="1120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3558620" y="3204458"/>
              <a:ext cx="329723" cy="55753"/>
            </a:xfrm>
            <a:custGeom>
              <a:avLst/>
              <a:pathLst>
                <a:path w="329723" h="55753">
                  <a:moveTo>
                    <a:pt x="0" y="55753"/>
                  </a:moveTo>
                  <a:lnTo>
                    <a:pt x="3297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4135561" y="2884541"/>
              <a:ext cx="1541983" cy="603587"/>
            </a:xfrm>
            <a:custGeom>
              <a:avLst/>
              <a:pathLst>
                <a:path w="1541983" h="603587">
                  <a:moveTo>
                    <a:pt x="0" y="603587"/>
                  </a:moveTo>
                  <a:lnTo>
                    <a:pt x="511507" y="528122"/>
                  </a:lnTo>
                  <a:lnTo>
                    <a:pt x="1038500" y="350397"/>
                  </a:lnTo>
                  <a:lnTo>
                    <a:pt x="15419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3558620" y="3017297"/>
              <a:ext cx="1100043" cy="137289"/>
            </a:xfrm>
            <a:custGeom>
              <a:avLst/>
              <a:pathLst>
                <a:path w="1100043" h="137289">
                  <a:moveTo>
                    <a:pt x="0" y="137289"/>
                  </a:moveTo>
                  <a:lnTo>
                    <a:pt x="498570" y="48033"/>
                  </a:lnTo>
                  <a:lnTo>
                    <a:pt x="1100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3558620" y="2555003"/>
              <a:ext cx="534483" cy="358664"/>
            </a:xfrm>
            <a:custGeom>
              <a:avLst/>
              <a:pathLst>
                <a:path w="534483" h="358664">
                  <a:moveTo>
                    <a:pt x="0" y="358664"/>
                  </a:moveTo>
                  <a:lnTo>
                    <a:pt x="276097" y="166102"/>
                  </a:lnTo>
                  <a:lnTo>
                    <a:pt x="5344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3558620" y="2717476"/>
              <a:ext cx="809452" cy="819761"/>
            </a:xfrm>
            <a:custGeom>
              <a:avLst/>
              <a:pathLst>
                <a:path w="809452" h="819761">
                  <a:moveTo>
                    <a:pt x="0" y="0"/>
                  </a:moveTo>
                  <a:lnTo>
                    <a:pt x="809452" y="8197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3558620" y="3358189"/>
              <a:ext cx="866701" cy="192256"/>
            </a:xfrm>
            <a:custGeom>
              <a:avLst/>
              <a:pathLst>
                <a:path w="866701" h="192256">
                  <a:moveTo>
                    <a:pt x="0" y="192256"/>
                  </a:moveTo>
                  <a:lnTo>
                    <a:pt x="866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3558620" y="3153370"/>
              <a:ext cx="270300" cy="59149"/>
            </a:xfrm>
            <a:custGeom>
              <a:avLst/>
              <a:pathLst>
                <a:path w="270300" h="59149">
                  <a:moveTo>
                    <a:pt x="0" y="59149"/>
                  </a:moveTo>
                  <a:lnTo>
                    <a:pt x="270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4085453" y="2924262"/>
              <a:ext cx="1196424" cy="406042"/>
            </a:xfrm>
            <a:custGeom>
              <a:avLst/>
              <a:pathLst>
                <a:path w="1196424" h="406042">
                  <a:moveTo>
                    <a:pt x="0" y="406042"/>
                  </a:moveTo>
                  <a:lnTo>
                    <a:pt x="527557" y="217743"/>
                  </a:lnTo>
                  <a:lnTo>
                    <a:pt x="11964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4135455" y="2655047"/>
              <a:ext cx="1059462" cy="250224"/>
            </a:xfrm>
            <a:custGeom>
              <a:avLst/>
              <a:pathLst>
                <a:path w="1059462" h="250224">
                  <a:moveTo>
                    <a:pt x="0" y="250224"/>
                  </a:moveTo>
                  <a:lnTo>
                    <a:pt x="508715" y="102743"/>
                  </a:lnTo>
                  <a:lnTo>
                    <a:pt x="1059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3558620" y="3052407"/>
              <a:ext cx="1083376" cy="467415"/>
            </a:xfrm>
            <a:custGeom>
              <a:avLst/>
              <a:pathLst>
                <a:path w="1083376" h="467415">
                  <a:moveTo>
                    <a:pt x="0" y="467415"/>
                  </a:moveTo>
                  <a:lnTo>
                    <a:pt x="555951" y="162153"/>
                  </a:lnTo>
                  <a:lnTo>
                    <a:pt x="10833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3558620" y="2279028"/>
              <a:ext cx="1626151" cy="1187896"/>
            </a:xfrm>
            <a:custGeom>
              <a:avLst/>
              <a:pathLst>
                <a:path w="1626151" h="1187896">
                  <a:moveTo>
                    <a:pt x="0" y="0"/>
                  </a:moveTo>
                  <a:lnTo>
                    <a:pt x="563065" y="8742"/>
                  </a:lnTo>
                  <a:lnTo>
                    <a:pt x="1088449" y="1029805"/>
                  </a:lnTo>
                  <a:lnTo>
                    <a:pt x="1626151" y="11878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3558620" y="3323545"/>
              <a:ext cx="283942" cy="181866"/>
            </a:xfrm>
            <a:custGeom>
              <a:avLst/>
              <a:pathLst>
                <a:path w="283942" h="181866">
                  <a:moveTo>
                    <a:pt x="0" y="0"/>
                  </a:moveTo>
                  <a:lnTo>
                    <a:pt x="283942" y="1818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3558620" y="2998431"/>
              <a:ext cx="795683" cy="314378"/>
            </a:xfrm>
            <a:custGeom>
              <a:avLst/>
              <a:pathLst>
                <a:path w="795683" h="314378">
                  <a:moveTo>
                    <a:pt x="0" y="314378"/>
                  </a:moveTo>
                  <a:lnTo>
                    <a:pt x="506765" y="39338"/>
                  </a:lnTo>
                  <a:lnTo>
                    <a:pt x="795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3812253" y="3062959"/>
              <a:ext cx="262329" cy="64726"/>
            </a:xfrm>
            <a:custGeom>
              <a:avLst/>
              <a:pathLst>
                <a:path w="262329" h="64726">
                  <a:moveTo>
                    <a:pt x="0" y="0"/>
                  </a:moveTo>
                  <a:lnTo>
                    <a:pt x="262329" y="647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4198501" y="2901871"/>
              <a:ext cx="1017431" cy="588641"/>
            </a:xfrm>
            <a:custGeom>
              <a:avLst/>
              <a:pathLst>
                <a:path w="1017431" h="588641">
                  <a:moveTo>
                    <a:pt x="0" y="526614"/>
                  </a:moveTo>
                  <a:lnTo>
                    <a:pt x="455815" y="588641"/>
                  </a:lnTo>
                  <a:lnTo>
                    <a:pt x="1017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3558620" y="2676641"/>
              <a:ext cx="643503" cy="482329"/>
            </a:xfrm>
            <a:custGeom>
              <a:avLst/>
              <a:pathLst>
                <a:path w="643503" h="482329">
                  <a:moveTo>
                    <a:pt x="0" y="482329"/>
                  </a:moveTo>
                  <a:lnTo>
                    <a:pt x="643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3558620" y="2768033"/>
              <a:ext cx="540601" cy="542159"/>
            </a:xfrm>
            <a:custGeom>
              <a:avLst/>
              <a:pathLst>
                <a:path w="540601" h="542159">
                  <a:moveTo>
                    <a:pt x="0" y="542159"/>
                  </a:moveTo>
                  <a:lnTo>
                    <a:pt x="5406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4334013" y="2862307"/>
              <a:ext cx="1363822" cy="659645"/>
            </a:xfrm>
            <a:custGeom>
              <a:avLst/>
              <a:pathLst>
                <a:path w="1363822" h="659645">
                  <a:moveTo>
                    <a:pt x="0" y="0"/>
                  </a:moveTo>
                  <a:lnTo>
                    <a:pt x="572910" y="343111"/>
                  </a:lnTo>
                  <a:lnTo>
                    <a:pt x="1363822" y="6596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3558620" y="3087153"/>
              <a:ext cx="303900" cy="440504"/>
            </a:xfrm>
            <a:custGeom>
              <a:avLst/>
              <a:pathLst>
                <a:path w="303900" h="440504">
                  <a:moveTo>
                    <a:pt x="0" y="440504"/>
                  </a:moveTo>
                  <a:lnTo>
                    <a:pt x="3039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3558620" y="2729676"/>
              <a:ext cx="533081" cy="399643"/>
            </a:xfrm>
            <a:custGeom>
              <a:avLst/>
              <a:pathLst>
                <a:path w="533081" h="399643">
                  <a:moveTo>
                    <a:pt x="0" y="0"/>
                  </a:moveTo>
                  <a:lnTo>
                    <a:pt x="533081" y="399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3558620" y="2860467"/>
              <a:ext cx="321027" cy="4936"/>
            </a:xfrm>
            <a:custGeom>
              <a:avLst/>
              <a:pathLst>
                <a:path w="321027" h="4936">
                  <a:moveTo>
                    <a:pt x="0" y="0"/>
                  </a:moveTo>
                  <a:lnTo>
                    <a:pt x="321027" y="49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4095635" y="3233250"/>
              <a:ext cx="1098594" cy="334047"/>
            </a:xfrm>
            <a:custGeom>
              <a:avLst/>
              <a:pathLst>
                <a:path w="1098594" h="334047">
                  <a:moveTo>
                    <a:pt x="0" y="334047"/>
                  </a:moveTo>
                  <a:lnTo>
                    <a:pt x="552795" y="231459"/>
                  </a:lnTo>
                  <a:lnTo>
                    <a:pt x="1098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4142701" y="3396213"/>
              <a:ext cx="1023229" cy="525421"/>
            </a:xfrm>
            <a:custGeom>
              <a:avLst/>
              <a:pathLst>
                <a:path w="1023229" h="525421">
                  <a:moveTo>
                    <a:pt x="0" y="511722"/>
                  </a:moveTo>
                  <a:lnTo>
                    <a:pt x="502193" y="525421"/>
                  </a:lnTo>
                  <a:lnTo>
                    <a:pt x="1023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3558620" y="2706631"/>
              <a:ext cx="1152219" cy="330311"/>
            </a:xfrm>
            <a:custGeom>
              <a:avLst/>
              <a:pathLst>
                <a:path w="1152219" h="330311">
                  <a:moveTo>
                    <a:pt x="0" y="321129"/>
                  </a:moveTo>
                  <a:lnTo>
                    <a:pt x="273923" y="297115"/>
                  </a:lnTo>
                  <a:lnTo>
                    <a:pt x="543775" y="0"/>
                  </a:lnTo>
                  <a:lnTo>
                    <a:pt x="807278" y="330311"/>
                  </a:lnTo>
                  <a:lnTo>
                    <a:pt x="1152219" y="2340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3558620" y="2884897"/>
              <a:ext cx="1325898" cy="102717"/>
            </a:xfrm>
            <a:custGeom>
              <a:avLst/>
              <a:pathLst>
                <a:path w="1325898" h="102717">
                  <a:moveTo>
                    <a:pt x="0" y="0"/>
                  </a:moveTo>
                  <a:lnTo>
                    <a:pt x="794234" y="34970"/>
                  </a:lnTo>
                  <a:lnTo>
                    <a:pt x="1325898" y="1027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3558620" y="2560821"/>
              <a:ext cx="929022" cy="147578"/>
            </a:xfrm>
            <a:custGeom>
              <a:avLst/>
              <a:pathLst>
                <a:path w="929022" h="147578">
                  <a:moveTo>
                    <a:pt x="0" y="147578"/>
                  </a:moveTo>
                  <a:lnTo>
                    <a:pt x="9290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4182190" y="3271365"/>
              <a:ext cx="895687" cy="137535"/>
            </a:xfrm>
            <a:custGeom>
              <a:avLst/>
              <a:pathLst>
                <a:path w="895687" h="137535">
                  <a:moveTo>
                    <a:pt x="0" y="137535"/>
                  </a:moveTo>
                  <a:lnTo>
                    <a:pt x="8956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3558620" y="2258112"/>
              <a:ext cx="268603" cy="427045"/>
            </a:xfrm>
            <a:custGeom>
              <a:avLst/>
              <a:pathLst>
                <a:path w="268603" h="427045">
                  <a:moveTo>
                    <a:pt x="0" y="0"/>
                  </a:moveTo>
                  <a:lnTo>
                    <a:pt x="268603" y="4270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3558620" y="2734817"/>
              <a:ext cx="544626" cy="94571"/>
            </a:xfrm>
            <a:custGeom>
              <a:avLst/>
              <a:pathLst>
                <a:path w="544626" h="94571">
                  <a:moveTo>
                    <a:pt x="0" y="0"/>
                  </a:moveTo>
                  <a:lnTo>
                    <a:pt x="544626" y="945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3558620" y="3544009"/>
              <a:ext cx="363695" cy="53919"/>
            </a:xfrm>
            <a:custGeom>
              <a:avLst/>
              <a:pathLst>
                <a:path w="363695" h="53919">
                  <a:moveTo>
                    <a:pt x="0" y="0"/>
                  </a:moveTo>
                  <a:lnTo>
                    <a:pt x="363695" y="539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3558620" y="2841796"/>
              <a:ext cx="1322926" cy="133596"/>
            </a:xfrm>
            <a:custGeom>
              <a:avLst/>
              <a:pathLst>
                <a:path w="1322926" h="133596">
                  <a:moveTo>
                    <a:pt x="0" y="127160"/>
                  </a:moveTo>
                  <a:lnTo>
                    <a:pt x="856555" y="0"/>
                  </a:lnTo>
                  <a:lnTo>
                    <a:pt x="1140625" y="133596"/>
                  </a:lnTo>
                  <a:lnTo>
                    <a:pt x="1322926" y="1189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4131380" y="3148265"/>
              <a:ext cx="503369" cy="64212"/>
            </a:xfrm>
            <a:custGeom>
              <a:avLst/>
              <a:pathLst>
                <a:path w="503369" h="64212">
                  <a:moveTo>
                    <a:pt x="0" y="0"/>
                  </a:moveTo>
                  <a:lnTo>
                    <a:pt x="503369" y="642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4151445" y="3191056"/>
              <a:ext cx="1039896" cy="676168"/>
            </a:xfrm>
            <a:custGeom>
              <a:avLst/>
              <a:pathLst>
                <a:path w="1039896" h="676168">
                  <a:moveTo>
                    <a:pt x="0" y="42025"/>
                  </a:moveTo>
                  <a:lnTo>
                    <a:pt x="466633" y="0"/>
                  </a:lnTo>
                  <a:lnTo>
                    <a:pt x="1039896" y="6761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4911184" y="2787150"/>
              <a:ext cx="527557" cy="211644"/>
            </a:xfrm>
            <a:custGeom>
              <a:avLst/>
              <a:pathLst>
                <a:path w="527557" h="211644">
                  <a:moveTo>
                    <a:pt x="0" y="211644"/>
                  </a:moveTo>
                  <a:lnTo>
                    <a:pt x="5275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3558620" y="2613825"/>
              <a:ext cx="598574" cy="266385"/>
            </a:xfrm>
            <a:custGeom>
              <a:avLst/>
              <a:pathLst>
                <a:path w="598574" h="266385">
                  <a:moveTo>
                    <a:pt x="0" y="266385"/>
                  </a:moveTo>
                  <a:lnTo>
                    <a:pt x="274648" y="168283"/>
                  </a:ln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3558620" y="3390107"/>
              <a:ext cx="319472" cy="107024"/>
            </a:xfrm>
            <a:custGeom>
              <a:avLst/>
              <a:pathLst>
                <a:path w="319472" h="107024">
                  <a:moveTo>
                    <a:pt x="0" y="107024"/>
                  </a:moveTo>
                  <a:lnTo>
                    <a:pt x="3194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3558620" y="3480923"/>
              <a:ext cx="557268" cy="476959"/>
            </a:xfrm>
            <a:custGeom>
              <a:avLst/>
              <a:pathLst>
                <a:path w="557268" h="476959">
                  <a:moveTo>
                    <a:pt x="0" y="476959"/>
                  </a:moveTo>
                  <a:lnTo>
                    <a:pt x="308941" y="0"/>
                  </a:lnTo>
                  <a:lnTo>
                    <a:pt x="557268" y="2339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3558620" y="3032883"/>
              <a:ext cx="1064535" cy="314150"/>
            </a:xfrm>
            <a:custGeom>
              <a:avLst/>
              <a:pathLst>
                <a:path w="1064535" h="314150">
                  <a:moveTo>
                    <a:pt x="0" y="299572"/>
                  </a:moveTo>
                  <a:lnTo>
                    <a:pt x="267401" y="289503"/>
                  </a:lnTo>
                  <a:lnTo>
                    <a:pt x="541018" y="314150"/>
                  </a:lnTo>
                  <a:lnTo>
                    <a:pt x="768871" y="171244"/>
                  </a:lnTo>
                  <a:lnTo>
                    <a:pt x="10645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3558620" y="3197274"/>
              <a:ext cx="548000" cy="233811"/>
            </a:xfrm>
            <a:custGeom>
              <a:avLst/>
              <a:pathLst>
                <a:path w="548000" h="233811">
                  <a:moveTo>
                    <a:pt x="0" y="233811"/>
                  </a:moveTo>
                  <a:lnTo>
                    <a:pt x="284793" y="201985"/>
                  </a:lnTo>
                  <a:lnTo>
                    <a:pt x="548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4070605" y="3651809"/>
              <a:ext cx="638532" cy="141855"/>
            </a:xfrm>
            <a:custGeom>
              <a:avLst/>
              <a:pathLst>
                <a:path w="638532" h="141855">
                  <a:moveTo>
                    <a:pt x="0" y="141855"/>
                  </a:moveTo>
                  <a:lnTo>
                    <a:pt x="6385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4958996" y="2209114"/>
              <a:ext cx="1134103" cy="711177"/>
            </a:xfrm>
            <a:custGeom>
              <a:avLst/>
              <a:pathLst>
                <a:path w="1134103" h="711177">
                  <a:moveTo>
                    <a:pt x="0" y="483003"/>
                  </a:moveTo>
                  <a:lnTo>
                    <a:pt x="446394" y="711177"/>
                  </a:lnTo>
                  <a:lnTo>
                    <a:pt x="1134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3558620" y="2464284"/>
              <a:ext cx="1358749" cy="703018"/>
            </a:xfrm>
            <a:custGeom>
              <a:avLst/>
              <a:pathLst>
                <a:path w="1358749" h="703018">
                  <a:moveTo>
                    <a:pt x="0" y="521161"/>
                  </a:moveTo>
                  <a:lnTo>
                    <a:pt x="572486" y="320335"/>
                  </a:lnTo>
                  <a:lnTo>
                    <a:pt x="833366" y="0"/>
                  </a:lnTo>
                  <a:lnTo>
                    <a:pt x="1358749" y="7030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3558620" y="3124595"/>
              <a:ext cx="852047" cy="78570"/>
            </a:xfrm>
            <a:custGeom>
              <a:avLst/>
              <a:pathLst>
                <a:path w="852047" h="78570">
                  <a:moveTo>
                    <a:pt x="0" y="78570"/>
                  </a:moveTo>
                  <a:lnTo>
                    <a:pt x="278929" y="77725"/>
                  </a:lnTo>
                  <a:lnTo>
                    <a:pt x="568071" y="0"/>
                  </a:lnTo>
                  <a:lnTo>
                    <a:pt x="852047" y="709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3558620" y="3149724"/>
              <a:ext cx="1210004" cy="411962"/>
            </a:xfrm>
            <a:custGeom>
              <a:avLst/>
              <a:pathLst>
                <a:path w="1210004" h="411962">
                  <a:moveTo>
                    <a:pt x="0" y="411962"/>
                  </a:moveTo>
                  <a:lnTo>
                    <a:pt x="512151" y="311473"/>
                  </a:lnTo>
                  <a:lnTo>
                    <a:pt x="1210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3558620" y="2873951"/>
              <a:ext cx="531180" cy="520741"/>
            </a:xfrm>
            <a:custGeom>
              <a:avLst/>
              <a:pathLst>
                <a:path w="531180" h="520741">
                  <a:moveTo>
                    <a:pt x="0" y="520741"/>
                  </a:moveTo>
                  <a:lnTo>
                    <a:pt x="5311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3558620" y="3250970"/>
              <a:ext cx="1657708" cy="516979"/>
            </a:xfrm>
            <a:custGeom>
              <a:avLst/>
              <a:pathLst>
                <a:path w="1657708" h="516979">
                  <a:moveTo>
                    <a:pt x="0" y="516979"/>
                  </a:moveTo>
                  <a:lnTo>
                    <a:pt x="577955" y="376251"/>
                  </a:lnTo>
                  <a:lnTo>
                    <a:pt x="1216386" y="233871"/>
                  </a:lnTo>
                  <a:lnTo>
                    <a:pt x="16577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3558620" y="3497230"/>
              <a:ext cx="1626838" cy="279645"/>
            </a:xfrm>
            <a:custGeom>
              <a:avLst/>
              <a:pathLst>
                <a:path w="1626838" h="279645">
                  <a:moveTo>
                    <a:pt x="0" y="206543"/>
                  </a:moveTo>
                  <a:lnTo>
                    <a:pt x="547085" y="279645"/>
                  </a:lnTo>
                  <a:lnTo>
                    <a:pt x="162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3558620" y="4296466"/>
              <a:ext cx="1469118" cy="195993"/>
            </a:xfrm>
            <a:custGeom>
              <a:avLst/>
              <a:pathLst>
                <a:path w="1469118" h="195993">
                  <a:moveTo>
                    <a:pt x="0" y="0"/>
                  </a:moveTo>
                  <a:lnTo>
                    <a:pt x="1469118" y="1959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3558620" y="2499778"/>
              <a:ext cx="1058013" cy="550170"/>
            </a:xfrm>
            <a:custGeom>
              <a:avLst/>
              <a:pathLst>
                <a:path w="1058013" h="550170">
                  <a:moveTo>
                    <a:pt x="0" y="550170"/>
                  </a:moveTo>
                  <a:lnTo>
                    <a:pt x="555924" y="16063"/>
                  </a:lnTo>
                  <a:lnTo>
                    <a:pt x="10580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4115960" y="2965876"/>
              <a:ext cx="263707" cy="64306"/>
            </a:xfrm>
            <a:custGeom>
              <a:avLst/>
              <a:pathLst>
                <a:path w="263707" h="64306">
                  <a:moveTo>
                    <a:pt x="0" y="64306"/>
                  </a:moveTo>
                  <a:lnTo>
                    <a:pt x="2637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3558620" y="2751390"/>
              <a:ext cx="309402" cy="348980"/>
            </a:xfrm>
            <a:custGeom>
              <a:avLst/>
              <a:pathLst>
                <a:path w="309402" h="348980">
                  <a:moveTo>
                    <a:pt x="0" y="0"/>
                  </a:moveTo>
                  <a:lnTo>
                    <a:pt x="309402" y="348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3558620" y="2427007"/>
              <a:ext cx="1850394" cy="1080954"/>
            </a:xfrm>
            <a:custGeom>
              <a:avLst/>
              <a:pathLst>
                <a:path w="1850394" h="1080954">
                  <a:moveTo>
                    <a:pt x="0" y="1080954"/>
                  </a:moveTo>
                  <a:lnTo>
                    <a:pt x="811222" y="1057341"/>
                  </a:lnTo>
                  <a:lnTo>
                    <a:pt x="1358345" y="0"/>
                  </a:lnTo>
                  <a:lnTo>
                    <a:pt x="1850394" y="288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3558620" y="2244393"/>
              <a:ext cx="303152" cy="313663"/>
            </a:xfrm>
            <a:custGeom>
              <a:avLst/>
              <a:pathLst>
                <a:path w="303152" h="313663">
                  <a:moveTo>
                    <a:pt x="0" y="313663"/>
                  </a:moveTo>
                  <a:lnTo>
                    <a:pt x="30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4090826" y="2708353"/>
              <a:ext cx="804379" cy="77505"/>
            </a:xfrm>
            <a:custGeom>
              <a:avLst/>
              <a:pathLst>
                <a:path w="804379" h="77505">
                  <a:moveTo>
                    <a:pt x="0" y="77505"/>
                  </a:moveTo>
                  <a:lnTo>
                    <a:pt x="8043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4618807" y="3738828"/>
              <a:ext cx="824670" cy="233399"/>
            </a:xfrm>
            <a:custGeom>
              <a:avLst/>
              <a:pathLst>
                <a:path w="824670" h="233399">
                  <a:moveTo>
                    <a:pt x="0" y="233399"/>
                  </a:moveTo>
                  <a:lnTo>
                    <a:pt x="8246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393773" y="2817258"/>
              <a:ext cx="515237" cy="68946"/>
            </a:xfrm>
            <a:custGeom>
              <a:avLst/>
              <a:pathLst>
                <a:path w="515237" h="68946">
                  <a:moveTo>
                    <a:pt x="0" y="68946"/>
                  </a:moveTo>
                  <a:lnTo>
                    <a:pt x="5152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3558620" y="2429702"/>
              <a:ext cx="1479919" cy="232270"/>
            </a:xfrm>
            <a:custGeom>
              <a:avLst/>
              <a:pathLst>
                <a:path w="1479919" h="232270">
                  <a:moveTo>
                    <a:pt x="0" y="223296"/>
                  </a:moveTo>
                  <a:lnTo>
                    <a:pt x="269419" y="177714"/>
                  </a:lnTo>
                  <a:lnTo>
                    <a:pt x="534803" y="232270"/>
                  </a:lnTo>
                  <a:lnTo>
                    <a:pt x="14799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4313722" y="2700822"/>
              <a:ext cx="568138" cy="43971"/>
            </a:xfrm>
            <a:custGeom>
              <a:avLst/>
              <a:pathLst>
                <a:path w="568138" h="43971">
                  <a:moveTo>
                    <a:pt x="0" y="0"/>
                  </a:moveTo>
                  <a:lnTo>
                    <a:pt x="324650" y="43971"/>
                  </a:lnTo>
                  <a:lnTo>
                    <a:pt x="568138" y="289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4394160" y="2949342"/>
              <a:ext cx="858005" cy="85508"/>
            </a:xfrm>
            <a:custGeom>
              <a:avLst/>
              <a:pathLst>
                <a:path w="858005" h="85508">
                  <a:moveTo>
                    <a:pt x="0" y="85508"/>
                  </a:moveTo>
                  <a:lnTo>
                    <a:pt x="858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4916182" y="3465382"/>
              <a:ext cx="537441" cy="10841"/>
            </a:xfrm>
            <a:custGeom>
              <a:avLst/>
              <a:pathLst>
                <a:path w="537441" h="10841">
                  <a:moveTo>
                    <a:pt x="0" y="0"/>
                  </a:moveTo>
                  <a:lnTo>
                    <a:pt x="537441" y="108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4633300" y="2297936"/>
              <a:ext cx="1049317" cy="631155"/>
            </a:xfrm>
            <a:custGeom>
              <a:avLst/>
              <a:pathLst>
                <a:path w="1049317" h="631155">
                  <a:moveTo>
                    <a:pt x="0" y="631155"/>
                  </a:moveTo>
                  <a:lnTo>
                    <a:pt x="634017" y="448416"/>
                  </a:lnTo>
                  <a:lnTo>
                    <a:pt x="10493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3558620" y="2767881"/>
              <a:ext cx="567966" cy="121879"/>
            </a:xfrm>
            <a:custGeom>
              <a:avLst/>
              <a:pathLst>
                <a:path w="567966" h="121879">
                  <a:moveTo>
                    <a:pt x="0" y="0"/>
                  </a:moveTo>
                  <a:lnTo>
                    <a:pt x="304187" y="18635"/>
                  </a:lnTo>
                  <a:lnTo>
                    <a:pt x="567966" y="1218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4936211" y="3435636"/>
              <a:ext cx="512339" cy="238194"/>
            </a:xfrm>
            <a:custGeom>
              <a:avLst/>
              <a:pathLst>
                <a:path w="512339" h="238194">
                  <a:moveTo>
                    <a:pt x="0" y="238194"/>
                  </a:moveTo>
                  <a:lnTo>
                    <a:pt x="5123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3558620" y="2221020"/>
              <a:ext cx="561838" cy="273909"/>
            </a:xfrm>
            <a:custGeom>
              <a:avLst/>
              <a:pathLst>
                <a:path w="561838" h="273909">
                  <a:moveTo>
                    <a:pt x="0" y="273909"/>
                  </a:moveTo>
                  <a:lnTo>
                    <a:pt x="288417" y="258955"/>
                  </a:lnTo>
                  <a:lnTo>
                    <a:pt x="561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3558620" y="2738858"/>
              <a:ext cx="1901859" cy="493592"/>
            </a:xfrm>
            <a:custGeom>
              <a:avLst/>
              <a:pathLst>
                <a:path w="1901859" h="493592">
                  <a:moveTo>
                    <a:pt x="0" y="407804"/>
                  </a:moveTo>
                  <a:lnTo>
                    <a:pt x="234401" y="493592"/>
                  </a:lnTo>
                  <a:lnTo>
                    <a:pt x="593836" y="425951"/>
                  </a:lnTo>
                  <a:lnTo>
                    <a:pt x="1385172" y="0"/>
                  </a:lnTo>
                  <a:lnTo>
                    <a:pt x="1901859" y="575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3558620" y="3370309"/>
              <a:ext cx="1373243" cy="788287"/>
            </a:xfrm>
            <a:custGeom>
              <a:avLst/>
              <a:pathLst>
                <a:path w="1373243" h="788287">
                  <a:moveTo>
                    <a:pt x="0" y="709234"/>
                  </a:moveTo>
                  <a:lnTo>
                    <a:pt x="319577" y="788287"/>
                  </a:lnTo>
                  <a:lnTo>
                    <a:pt x="847554" y="515241"/>
                  </a:lnTo>
                  <a:lnTo>
                    <a:pt x="13732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3558620" y="3693059"/>
              <a:ext cx="1063085" cy="17143"/>
            </a:xfrm>
            <a:custGeom>
              <a:avLst/>
              <a:pathLst>
                <a:path w="1063085" h="17143">
                  <a:moveTo>
                    <a:pt x="0" y="0"/>
                  </a:moveTo>
                  <a:lnTo>
                    <a:pt x="1063085" y="171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3558620" y="2700772"/>
              <a:ext cx="285518" cy="151065"/>
            </a:xfrm>
            <a:custGeom>
              <a:avLst/>
              <a:pathLst>
                <a:path w="285518" h="151065">
                  <a:moveTo>
                    <a:pt x="0" y="0"/>
                  </a:moveTo>
                  <a:lnTo>
                    <a:pt x="285518" y="1510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3558620" y="3902242"/>
              <a:ext cx="1064517" cy="117098"/>
            </a:xfrm>
            <a:custGeom>
              <a:avLst/>
              <a:pathLst>
                <a:path w="1064517" h="117098">
                  <a:moveTo>
                    <a:pt x="0" y="0"/>
                  </a:moveTo>
                  <a:lnTo>
                    <a:pt x="532970" y="88008"/>
                  </a:lnTo>
                  <a:lnTo>
                    <a:pt x="1064517" y="1170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3558620" y="2790548"/>
              <a:ext cx="1184641" cy="400160"/>
            </a:xfrm>
            <a:custGeom>
              <a:avLst/>
              <a:pathLst>
                <a:path w="1184641" h="400160">
                  <a:moveTo>
                    <a:pt x="0" y="387770"/>
                  </a:moveTo>
                  <a:lnTo>
                    <a:pt x="547659" y="400160"/>
                  </a:lnTo>
                  <a:lnTo>
                    <a:pt x="11846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3558620" y="2412859"/>
              <a:ext cx="2692136" cy="509108"/>
            </a:xfrm>
            <a:custGeom>
              <a:avLst/>
              <a:pathLst>
                <a:path w="2692136" h="509108">
                  <a:moveTo>
                    <a:pt x="0" y="143657"/>
                  </a:moveTo>
                  <a:lnTo>
                    <a:pt x="304344" y="133070"/>
                  </a:lnTo>
                  <a:lnTo>
                    <a:pt x="649301" y="250046"/>
                  </a:lnTo>
                  <a:lnTo>
                    <a:pt x="1105116" y="0"/>
                  </a:lnTo>
                  <a:lnTo>
                    <a:pt x="1632673" y="289765"/>
                  </a:lnTo>
                  <a:lnTo>
                    <a:pt x="2355166" y="340476"/>
                  </a:lnTo>
                  <a:lnTo>
                    <a:pt x="2692136" y="509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3558620" y="3239682"/>
              <a:ext cx="1172510" cy="257084"/>
            </a:xfrm>
            <a:custGeom>
              <a:avLst/>
              <a:pathLst>
                <a:path w="1172510" h="257084">
                  <a:moveTo>
                    <a:pt x="0" y="257084"/>
                  </a:moveTo>
                  <a:lnTo>
                    <a:pt x="11725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4904397" y="2965308"/>
              <a:ext cx="1584845" cy="135518"/>
            </a:xfrm>
            <a:custGeom>
              <a:avLst/>
              <a:pathLst>
                <a:path w="1584845" h="135518">
                  <a:moveTo>
                    <a:pt x="0" y="135518"/>
                  </a:moveTo>
                  <a:lnTo>
                    <a:pt x="544949" y="95958"/>
                  </a:lnTo>
                  <a:lnTo>
                    <a:pt x="1229759" y="39254"/>
                  </a:lnTo>
                  <a:lnTo>
                    <a:pt x="15848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3558620" y="2709533"/>
              <a:ext cx="572486" cy="622323"/>
            </a:xfrm>
            <a:custGeom>
              <a:avLst/>
              <a:pathLst>
                <a:path w="572486" h="622323">
                  <a:moveTo>
                    <a:pt x="0" y="622323"/>
                  </a:moveTo>
                  <a:lnTo>
                    <a:pt x="5724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3558620" y="3055905"/>
              <a:ext cx="598574" cy="426753"/>
            </a:xfrm>
            <a:custGeom>
              <a:avLst/>
              <a:pathLst>
                <a:path w="598574" h="426753">
                  <a:moveTo>
                    <a:pt x="0" y="426753"/>
                  </a:move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3558620" y="3522433"/>
              <a:ext cx="535528" cy="11084"/>
            </a:xfrm>
            <a:custGeom>
              <a:avLst/>
              <a:pathLst>
                <a:path w="535528" h="11084">
                  <a:moveTo>
                    <a:pt x="0" y="11084"/>
                  </a:moveTo>
                  <a:lnTo>
                    <a:pt x="5355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3558620" y="3816461"/>
              <a:ext cx="1058737" cy="779540"/>
            </a:xfrm>
            <a:custGeom>
              <a:avLst/>
              <a:pathLst>
                <a:path w="1058737" h="779540">
                  <a:moveTo>
                    <a:pt x="0" y="779540"/>
                  </a:moveTo>
                  <a:lnTo>
                    <a:pt x="542775" y="587142"/>
                  </a:lnTo>
                  <a:lnTo>
                    <a:pt x="10587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3558620" y="2614808"/>
              <a:ext cx="538427" cy="168090"/>
            </a:xfrm>
            <a:custGeom>
              <a:avLst/>
              <a:pathLst>
                <a:path w="538427" h="168090">
                  <a:moveTo>
                    <a:pt x="0" y="147896"/>
                  </a:moveTo>
                  <a:lnTo>
                    <a:pt x="285518" y="168090"/>
                  </a:lnTo>
                  <a:lnTo>
                    <a:pt x="538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4618082" y="2219889"/>
              <a:ext cx="532629" cy="28925"/>
            </a:xfrm>
            <a:custGeom>
              <a:avLst/>
              <a:pathLst>
                <a:path w="532629" h="28925">
                  <a:moveTo>
                    <a:pt x="0" y="0"/>
                  </a:moveTo>
                  <a:lnTo>
                    <a:pt x="532629" y="289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3558620" y="2965810"/>
              <a:ext cx="332621" cy="4106"/>
            </a:xfrm>
            <a:custGeom>
              <a:avLst/>
              <a:pathLst>
                <a:path w="332621" h="4106">
                  <a:moveTo>
                    <a:pt x="0" y="0"/>
                  </a:moveTo>
                  <a:lnTo>
                    <a:pt x="332621" y="4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3558620" y="2724502"/>
              <a:ext cx="931921" cy="261709"/>
            </a:xfrm>
            <a:custGeom>
              <a:avLst/>
              <a:pathLst>
                <a:path w="931921" h="261709">
                  <a:moveTo>
                    <a:pt x="0" y="261709"/>
                  </a:moveTo>
                  <a:lnTo>
                    <a:pt x="9319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4273500" y="3281768"/>
              <a:ext cx="1388827" cy="177873"/>
            </a:xfrm>
            <a:custGeom>
              <a:avLst/>
              <a:pathLst>
                <a:path w="1388827" h="177873">
                  <a:moveTo>
                    <a:pt x="0" y="177873"/>
                  </a:moveTo>
                  <a:lnTo>
                    <a:pt x="354728" y="162713"/>
                  </a:lnTo>
                  <a:lnTo>
                    <a:pt x="882285" y="80746"/>
                  </a:lnTo>
                  <a:lnTo>
                    <a:pt x="1388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3558620" y="2988345"/>
              <a:ext cx="822882" cy="286365"/>
            </a:xfrm>
            <a:custGeom>
              <a:avLst/>
              <a:pathLst>
                <a:path w="822882" h="286365">
                  <a:moveTo>
                    <a:pt x="0" y="286365"/>
                  </a:moveTo>
                  <a:lnTo>
                    <a:pt x="822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4095826" y="2729378"/>
              <a:ext cx="1059462" cy="350053"/>
            </a:xfrm>
            <a:custGeom>
              <a:avLst/>
              <a:pathLst>
                <a:path w="1059462" h="350053">
                  <a:moveTo>
                    <a:pt x="0" y="273724"/>
                  </a:moveTo>
                  <a:lnTo>
                    <a:pt x="542488" y="350053"/>
                  </a:lnTo>
                  <a:lnTo>
                    <a:pt x="1059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4882801" y="3528722"/>
              <a:ext cx="1326648" cy="456772"/>
            </a:xfrm>
            <a:custGeom>
              <a:avLst/>
              <a:pathLst>
                <a:path w="1326648" h="456772">
                  <a:moveTo>
                    <a:pt x="0" y="456772"/>
                  </a:moveTo>
                  <a:lnTo>
                    <a:pt x="532414" y="382053"/>
                  </a:lnTo>
                  <a:lnTo>
                    <a:pt x="13266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3558620" y="3204150"/>
              <a:ext cx="846410" cy="825062"/>
            </a:xfrm>
            <a:custGeom>
              <a:avLst/>
              <a:pathLst>
                <a:path w="846410" h="825062">
                  <a:moveTo>
                    <a:pt x="0" y="825062"/>
                  </a:moveTo>
                  <a:lnTo>
                    <a:pt x="8464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4637648" y="2924535"/>
              <a:ext cx="507242" cy="950252"/>
            </a:xfrm>
            <a:custGeom>
              <a:avLst/>
              <a:pathLst>
                <a:path w="507242" h="950252">
                  <a:moveTo>
                    <a:pt x="0" y="0"/>
                  </a:moveTo>
                  <a:lnTo>
                    <a:pt x="507242" y="9502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4643446" y="2944548"/>
              <a:ext cx="1144248" cy="393134"/>
            </a:xfrm>
            <a:custGeom>
              <a:avLst/>
              <a:pathLst>
                <a:path w="1144248" h="393134">
                  <a:moveTo>
                    <a:pt x="0" y="371729"/>
                  </a:moveTo>
                  <a:lnTo>
                    <a:pt x="563065" y="393134"/>
                  </a:lnTo>
                  <a:lnTo>
                    <a:pt x="1144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3558620" y="3243891"/>
              <a:ext cx="561616" cy="105704"/>
            </a:xfrm>
            <a:custGeom>
              <a:avLst/>
              <a:pathLst>
                <a:path w="561616" h="105704">
                  <a:moveTo>
                    <a:pt x="0" y="0"/>
                  </a:moveTo>
                  <a:lnTo>
                    <a:pt x="561616" y="1057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3558620" y="3475485"/>
              <a:ext cx="598574" cy="206108"/>
            </a:xfrm>
            <a:custGeom>
              <a:avLst/>
              <a:pathLst>
                <a:path w="598574" h="206108">
                  <a:moveTo>
                    <a:pt x="0" y="206108"/>
                  </a:move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3558620" y="2771440"/>
              <a:ext cx="563065" cy="185123"/>
            </a:xfrm>
            <a:custGeom>
              <a:avLst/>
              <a:pathLst>
                <a:path w="563065" h="185123">
                  <a:moveTo>
                    <a:pt x="0" y="0"/>
                  </a:moveTo>
                  <a:lnTo>
                    <a:pt x="289751" y="169691"/>
                  </a:lnTo>
                  <a:lnTo>
                    <a:pt x="563065" y="1851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3558620" y="2201727"/>
              <a:ext cx="1115261" cy="471872"/>
            </a:xfrm>
            <a:custGeom>
              <a:avLst/>
              <a:pathLst>
                <a:path w="1115261" h="471872">
                  <a:moveTo>
                    <a:pt x="0" y="471872"/>
                  </a:moveTo>
                  <a:lnTo>
                    <a:pt x="263778" y="413029"/>
                  </a:lnTo>
                  <a:lnTo>
                    <a:pt x="537326" y="0"/>
                  </a:lnTo>
                  <a:lnTo>
                    <a:pt x="811626" y="240862"/>
                  </a:lnTo>
                  <a:lnTo>
                    <a:pt x="1115261" y="3990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3558620" y="3086705"/>
              <a:ext cx="2687005" cy="908748"/>
            </a:xfrm>
            <a:custGeom>
              <a:avLst/>
              <a:pathLst>
                <a:path w="2687005" h="908748">
                  <a:moveTo>
                    <a:pt x="0" y="655625"/>
                  </a:moveTo>
                  <a:lnTo>
                    <a:pt x="292040" y="443320"/>
                  </a:lnTo>
                  <a:lnTo>
                    <a:pt x="527557" y="908748"/>
                  </a:lnTo>
                  <a:lnTo>
                    <a:pt x="844236" y="448111"/>
                  </a:lnTo>
                  <a:lnTo>
                    <a:pt x="1099319" y="428067"/>
                  </a:lnTo>
                  <a:lnTo>
                    <a:pt x="1854471" y="110996"/>
                  </a:lnTo>
                  <a:lnTo>
                    <a:pt x="2362412" y="106486"/>
                  </a:lnTo>
                  <a:lnTo>
                    <a:pt x="2687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3558620" y="2420907"/>
              <a:ext cx="1155843" cy="385450"/>
            </a:xfrm>
            <a:custGeom>
              <a:avLst/>
              <a:pathLst>
                <a:path w="1155843" h="385450">
                  <a:moveTo>
                    <a:pt x="0" y="122229"/>
                  </a:moveTo>
                  <a:lnTo>
                    <a:pt x="273923" y="90785"/>
                  </a:lnTo>
                  <a:lnTo>
                    <a:pt x="618294" y="0"/>
                  </a:lnTo>
                  <a:lnTo>
                    <a:pt x="882643" y="245976"/>
                  </a:lnTo>
                  <a:lnTo>
                    <a:pt x="1155843" y="3854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3558620" y="2628904"/>
              <a:ext cx="2118924" cy="987533"/>
            </a:xfrm>
            <a:custGeom>
              <a:avLst/>
              <a:pathLst>
                <a:path w="2118924" h="987533">
                  <a:moveTo>
                    <a:pt x="0" y="237194"/>
                  </a:moveTo>
                  <a:lnTo>
                    <a:pt x="603530" y="0"/>
                  </a:lnTo>
                  <a:lnTo>
                    <a:pt x="1018881" y="246454"/>
                  </a:lnTo>
                  <a:lnTo>
                    <a:pt x="1592092" y="987533"/>
                  </a:lnTo>
                  <a:lnTo>
                    <a:pt x="2118924" y="8572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3558620" y="2577559"/>
              <a:ext cx="2924175" cy="1006417"/>
            </a:xfrm>
            <a:custGeom>
              <a:avLst/>
              <a:pathLst>
                <a:path w="2924175" h="1006417">
                  <a:moveTo>
                    <a:pt x="0" y="424751"/>
                  </a:moveTo>
                  <a:lnTo>
                    <a:pt x="800902" y="548205"/>
                  </a:lnTo>
                  <a:lnTo>
                    <a:pt x="1291502" y="399936"/>
                  </a:lnTo>
                  <a:lnTo>
                    <a:pt x="1874858" y="0"/>
                  </a:lnTo>
                  <a:lnTo>
                    <a:pt x="2440823" y="1006417"/>
                  </a:lnTo>
                  <a:lnTo>
                    <a:pt x="2924175" y="8926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3558620" y="2914532"/>
              <a:ext cx="273003" cy="18031"/>
            </a:xfrm>
            <a:custGeom>
              <a:avLst/>
              <a:pathLst>
                <a:path w="273003" h="18031">
                  <a:moveTo>
                    <a:pt x="0" y="18031"/>
                  </a:moveTo>
                  <a:lnTo>
                    <a:pt x="2730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3558620" y="2837557"/>
              <a:ext cx="510521" cy="125769"/>
            </a:xfrm>
            <a:custGeom>
              <a:avLst/>
              <a:pathLst>
                <a:path w="510521" h="125769">
                  <a:moveTo>
                    <a:pt x="0" y="125769"/>
                  </a:moveTo>
                  <a:lnTo>
                    <a:pt x="510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3558620" y="2912506"/>
              <a:ext cx="510604" cy="171486"/>
            </a:xfrm>
            <a:custGeom>
              <a:avLst/>
              <a:pathLst>
                <a:path w="510604" h="171486">
                  <a:moveTo>
                    <a:pt x="0" y="171486"/>
                  </a:moveTo>
                  <a:lnTo>
                    <a:pt x="5106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3558620" y="2773322"/>
              <a:ext cx="274452" cy="58669"/>
            </a:xfrm>
            <a:custGeom>
              <a:avLst/>
              <a:pathLst>
                <a:path w="274452" h="58669">
                  <a:moveTo>
                    <a:pt x="0" y="58669"/>
                  </a:moveTo>
                  <a:lnTo>
                    <a:pt x="2744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3558620" y="2934574"/>
              <a:ext cx="573171" cy="91621"/>
            </a:xfrm>
            <a:custGeom>
              <a:avLst/>
              <a:pathLst>
                <a:path w="573171" h="91621">
                  <a:moveTo>
                    <a:pt x="0" y="91621"/>
                  </a:moveTo>
                  <a:lnTo>
                    <a:pt x="269575" y="0"/>
                  </a:lnTo>
                  <a:lnTo>
                    <a:pt x="573171" y="93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3558620" y="2997578"/>
              <a:ext cx="2403415" cy="134328"/>
            </a:xfrm>
            <a:custGeom>
              <a:avLst/>
              <a:pathLst>
                <a:path w="2403415" h="134328">
                  <a:moveTo>
                    <a:pt x="0" y="134328"/>
                  </a:moveTo>
                  <a:lnTo>
                    <a:pt x="852207" y="28536"/>
                  </a:lnTo>
                  <a:lnTo>
                    <a:pt x="1348293" y="61703"/>
                  </a:lnTo>
                  <a:lnTo>
                    <a:pt x="1866016" y="122229"/>
                  </a:lnTo>
                  <a:lnTo>
                    <a:pt x="2403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3558620" y="2819949"/>
              <a:ext cx="2124722" cy="1033269"/>
            </a:xfrm>
            <a:custGeom>
              <a:avLst/>
              <a:pathLst>
                <a:path w="2124722" h="1033269">
                  <a:moveTo>
                    <a:pt x="0" y="973802"/>
                  </a:moveTo>
                  <a:lnTo>
                    <a:pt x="502918" y="417011"/>
                  </a:lnTo>
                  <a:lnTo>
                    <a:pt x="1071057" y="975962"/>
                  </a:lnTo>
                  <a:lnTo>
                    <a:pt x="1597164" y="1033269"/>
                  </a:lnTo>
                  <a:lnTo>
                    <a:pt x="21247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3558620" y="2644214"/>
              <a:ext cx="318037" cy="50148"/>
            </a:xfrm>
            <a:custGeom>
              <a:avLst/>
              <a:pathLst>
                <a:path w="318037" h="50148">
                  <a:moveTo>
                    <a:pt x="0" y="0"/>
                  </a:moveTo>
                  <a:lnTo>
                    <a:pt x="318037" y="501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3558620" y="2374518"/>
              <a:ext cx="544224" cy="247656"/>
            </a:xfrm>
            <a:custGeom>
              <a:avLst/>
              <a:pathLst>
                <a:path w="544224" h="247656">
                  <a:moveTo>
                    <a:pt x="0" y="135261"/>
                  </a:moveTo>
                  <a:lnTo>
                    <a:pt x="275373" y="247656"/>
                  </a:lnTo>
                  <a:lnTo>
                    <a:pt x="5442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3558620" y="3317470"/>
              <a:ext cx="801409" cy="304009"/>
            </a:xfrm>
            <a:custGeom>
              <a:avLst/>
              <a:pathLst>
                <a:path w="801409" h="304009">
                  <a:moveTo>
                    <a:pt x="0" y="304009"/>
                  </a:moveTo>
                  <a:lnTo>
                    <a:pt x="801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3558620" y="2980196"/>
              <a:ext cx="570868" cy="85328"/>
            </a:xfrm>
            <a:custGeom>
              <a:avLst/>
              <a:pathLst>
                <a:path w="570868" h="85328">
                  <a:moveTo>
                    <a:pt x="0" y="0"/>
                  </a:moveTo>
                  <a:lnTo>
                    <a:pt x="240420" y="6075"/>
                  </a:lnTo>
                  <a:lnTo>
                    <a:pt x="570868" y="853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3558620" y="2859879"/>
              <a:ext cx="805104" cy="824106"/>
            </a:xfrm>
            <a:custGeom>
              <a:avLst/>
              <a:pathLst>
                <a:path w="805104" h="824106">
                  <a:moveTo>
                    <a:pt x="0" y="0"/>
                  </a:moveTo>
                  <a:lnTo>
                    <a:pt x="805104" y="824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4182558" y="2812847"/>
              <a:ext cx="755102" cy="71469"/>
            </a:xfrm>
            <a:custGeom>
              <a:avLst/>
              <a:pathLst>
                <a:path w="755102" h="71469">
                  <a:moveTo>
                    <a:pt x="0" y="15169"/>
                  </a:moveTo>
                  <a:lnTo>
                    <a:pt x="481178" y="0"/>
                  </a:lnTo>
                  <a:lnTo>
                    <a:pt x="755102" y="714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3558620" y="3471777"/>
              <a:ext cx="561220" cy="114624"/>
            </a:xfrm>
            <a:custGeom>
              <a:avLst/>
              <a:pathLst>
                <a:path w="561220" h="114624">
                  <a:moveTo>
                    <a:pt x="0" y="114624"/>
                  </a:moveTo>
                  <a:lnTo>
                    <a:pt x="5612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3558620" y="3073963"/>
              <a:ext cx="536977" cy="2146"/>
            </a:xfrm>
            <a:custGeom>
              <a:avLst/>
              <a:pathLst>
                <a:path w="536977" h="2146">
                  <a:moveTo>
                    <a:pt x="0" y="2146"/>
                  </a:moveTo>
                  <a:lnTo>
                    <a:pt x="536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3558620" y="3470994"/>
              <a:ext cx="633562" cy="244809"/>
            </a:xfrm>
            <a:custGeom>
              <a:avLst/>
              <a:pathLst>
                <a:path w="633562" h="244809">
                  <a:moveTo>
                    <a:pt x="0" y="244809"/>
                  </a:moveTo>
                  <a:lnTo>
                    <a:pt x="6335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3558620" y="2513302"/>
              <a:ext cx="787940" cy="541988"/>
            </a:xfrm>
            <a:custGeom>
              <a:avLst/>
              <a:pathLst>
                <a:path w="787940" h="541988">
                  <a:moveTo>
                    <a:pt x="0" y="541988"/>
                  </a:moveTo>
                  <a:lnTo>
                    <a:pt x="299287" y="353295"/>
                  </a:lnTo>
                  <a:lnTo>
                    <a:pt x="7879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4125687" y="2837299"/>
              <a:ext cx="801481" cy="146218"/>
            </a:xfrm>
            <a:custGeom>
              <a:avLst/>
              <a:pathLst>
                <a:path w="801481" h="146218">
                  <a:moveTo>
                    <a:pt x="0" y="146218"/>
                  </a:moveTo>
                  <a:lnTo>
                    <a:pt x="501786" y="121168"/>
                  </a:lnTo>
                  <a:lnTo>
                    <a:pt x="8014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3558620" y="2149682"/>
              <a:ext cx="544949" cy="792031"/>
            </a:xfrm>
            <a:custGeom>
              <a:avLst/>
              <a:pathLst>
                <a:path w="544949" h="792031">
                  <a:moveTo>
                    <a:pt x="0" y="792031"/>
                  </a:moveTo>
                  <a:lnTo>
                    <a:pt x="264826" y="0"/>
                  </a:lnTo>
                  <a:lnTo>
                    <a:pt x="544949" y="3704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3558620" y="3082705"/>
              <a:ext cx="618211" cy="386869"/>
            </a:xfrm>
            <a:custGeom>
              <a:avLst/>
              <a:pathLst>
                <a:path w="618211" h="386869">
                  <a:moveTo>
                    <a:pt x="0" y="386869"/>
                  </a:moveTo>
                  <a:lnTo>
                    <a:pt x="618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6226842" y="2940906"/>
              <a:ext cx="526107" cy="622694"/>
            </a:xfrm>
            <a:custGeom>
              <a:avLst/>
              <a:pathLst>
                <a:path w="526107" h="622694">
                  <a:moveTo>
                    <a:pt x="0" y="622694"/>
                  </a:moveTo>
                  <a:lnTo>
                    <a:pt x="5261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3558620" y="2633780"/>
              <a:ext cx="297952" cy="568701"/>
            </a:xfrm>
            <a:custGeom>
              <a:avLst/>
              <a:pathLst>
                <a:path w="297952" h="568701">
                  <a:moveTo>
                    <a:pt x="0" y="568701"/>
                  </a:moveTo>
                  <a:lnTo>
                    <a:pt x="2979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4126054" y="2946445"/>
              <a:ext cx="1226860" cy="169727"/>
            </a:xfrm>
            <a:custGeom>
              <a:avLst/>
              <a:pathLst>
                <a:path w="1226860" h="169727">
                  <a:moveTo>
                    <a:pt x="0" y="129698"/>
                  </a:moveTo>
                  <a:lnTo>
                    <a:pt x="522377" y="169727"/>
                  </a:lnTo>
                  <a:lnTo>
                    <a:pt x="1226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3558620" y="2965580"/>
              <a:ext cx="298889" cy="71799"/>
            </a:xfrm>
            <a:custGeom>
              <a:avLst/>
              <a:pathLst>
                <a:path w="298889" h="71799">
                  <a:moveTo>
                    <a:pt x="0" y="0"/>
                  </a:moveTo>
                  <a:lnTo>
                    <a:pt x="298889" y="717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3558620" y="1905530"/>
              <a:ext cx="319577" cy="212771"/>
            </a:xfrm>
            <a:custGeom>
              <a:avLst/>
              <a:pathLst>
                <a:path w="319577" h="212771">
                  <a:moveTo>
                    <a:pt x="0" y="212771"/>
                  </a:moveTo>
                  <a:lnTo>
                    <a:pt x="319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3558620" y="2812314"/>
              <a:ext cx="1126131" cy="177509"/>
            </a:xfrm>
            <a:custGeom>
              <a:avLst/>
              <a:pathLst>
                <a:path w="1126131" h="177509">
                  <a:moveTo>
                    <a:pt x="0" y="50843"/>
                  </a:moveTo>
                  <a:lnTo>
                    <a:pt x="313556" y="125201"/>
                  </a:lnTo>
                  <a:lnTo>
                    <a:pt x="613792" y="177509"/>
                  </a:lnTo>
                  <a:lnTo>
                    <a:pt x="1126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3558620" y="3458208"/>
              <a:ext cx="486975" cy="326227"/>
            </a:xfrm>
            <a:custGeom>
              <a:avLst/>
              <a:pathLst>
                <a:path w="486975" h="326227">
                  <a:moveTo>
                    <a:pt x="0" y="326227"/>
                  </a:moveTo>
                  <a:lnTo>
                    <a:pt x="4869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4142701" y="2847343"/>
              <a:ext cx="769948" cy="44492"/>
            </a:xfrm>
            <a:custGeom>
              <a:avLst/>
              <a:pathLst>
                <a:path w="769948" h="44492">
                  <a:moveTo>
                    <a:pt x="0" y="44492"/>
                  </a:moveTo>
                  <a:lnTo>
                    <a:pt x="7699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4111713" y="2669520"/>
              <a:ext cx="1620906" cy="487856"/>
            </a:xfrm>
            <a:custGeom>
              <a:avLst/>
              <a:pathLst>
                <a:path w="1620906" h="487856">
                  <a:moveTo>
                    <a:pt x="0" y="487856"/>
                  </a:moveTo>
                  <a:lnTo>
                    <a:pt x="541153" y="288780"/>
                  </a:lnTo>
                  <a:lnTo>
                    <a:pt x="1072466" y="90642"/>
                  </a:lnTo>
                  <a:lnTo>
                    <a:pt x="16209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3558620" y="3069537"/>
              <a:ext cx="1846450" cy="595422"/>
            </a:xfrm>
            <a:custGeom>
              <a:avLst/>
              <a:pathLst>
                <a:path w="1846450" h="595422">
                  <a:moveTo>
                    <a:pt x="0" y="0"/>
                  </a:moveTo>
                  <a:lnTo>
                    <a:pt x="939167" y="297791"/>
                  </a:lnTo>
                  <a:lnTo>
                    <a:pt x="1846450" y="5954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4618082" y="2465262"/>
              <a:ext cx="1338459" cy="1221463"/>
            </a:xfrm>
            <a:custGeom>
              <a:avLst/>
              <a:pathLst>
                <a:path w="1338459" h="1221463">
                  <a:moveTo>
                    <a:pt x="0" y="0"/>
                  </a:moveTo>
                  <a:lnTo>
                    <a:pt x="573159" y="116496"/>
                  </a:lnTo>
                  <a:lnTo>
                    <a:pt x="1338459" y="1221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4226762" y="3058560"/>
              <a:ext cx="1981962" cy="424191"/>
            </a:xfrm>
            <a:custGeom>
              <a:avLst/>
              <a:pathLst>
                <a:path w="1981962" h="424191">
                  <a:moveTo>
                    <a:pt x="0" y="424191"/>
                  </a:moveTo>
                  <a:lnTo>
                    <a:pt x="436973" y="157780"/>
                  </a:lnTo>
                  <a:lnTo>
                    <a:pt x="959458" y="285924"/>
                  </a:lnTo>
                  <a:lnTo>
                    <a:pt x="1474696" y="0"/>
                  </a:lnTo>
                  <a:lnTo>
                    <a:pt x="1981962" y="88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3558620" y="3685826"/>
              <a:ext cx="1200047" cy="597506"/>
            </a:xfrm>
            <a:custGeom>
              <a:avLst/>
              <a:pathLst>
                <a:path w="1200047" h="597506">
                  <a:moveTo>
                    <a:pt x="0" y="597506"/>
                  </a:moveTo>
                  <a:lnTo>
                    <a:pt x="583356" y="387068"/>
                  </a:lnTo>
                  <a:lnTo>
                    <a:pt x="1200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4105805" y="2954964"/>
              <a:ext cx="1100043" cy="475911"/>
            </a:xfrm>
            <a:custGeom>
              <a:avLst/>
              <a:pathLst>
                <a:path w="1100043" h="475911">
                  <a:moveTo>
                    <a:pt x="0" y="475911"/>
                  </a:moveTo>
                  <a:lnTo>
                    <a:pt x="689332" y="152506"/>
                  </a:lnTo>
                  <a:lnTo>
                    <a:pt x="1100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3558620" y="2829273"/>
              <a:ext cx="1029026" cy="80100"/>
            </a:xfrm>
            <a:custGeom>
              <a:avLst/>
              <a:pathLst>
                <a:path w="1029026" h="80100">
                  <a:moveTo>
                    <a:pt x="0" y="80100"/>
                  </a:moveTo>
                  <a:lnTo>
                    <a:pt x="1029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3558620" y="3024317"/>
              <a:ext cx="531934" cy="196548"/>
            </a:xfrm>
            <a:custGeom>
              <a:avLst/>
              <a:pathLst>
                <a:path w="531934" h="196548">
                  <a:moveTo>
                    <a:pt x="0" y="196548"/>
                  </a:moveTo>
                  <a:lnTo>
                    <a:pt x="268156" y="81168"/>
                  </a:lnTo>
                  <a:lnTo>
                    <a:pt x="531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4273500" y="2964490"/>
              <a:ext cx="1454771" cy="715106"/>
            </a:xfrm>
            <a:custGeom>
              <a:avLst/>
              <a:pathLst>
                <a:path w="1454771" h="715106">
                  <a:moveTo>
                    <a:pt x="0" y="299719"/>
                  </a:moveTo>
                  <a:lnTo>
                    <a:pt x="344582" y="425672"/>
                  </a:lnTo>
                  <a:lnTo>
                    <a:pt x="932988" y="0"/>
                  </a:lnTo>
                  <a:lnTo>
                    <a:pt x="1454771" y="715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3558620" y="2620344"/>
              <a:ext cx="267196" cy="178553"/>
            </a:xfrm>
            <a:custGeom>
              <a:avLst/>
              <a:pathLst>
                <a:path w="267196" h="178553">
                  <a:moveTo>
                    <a:pt x="0" y="0"/>
                  </a:moveTo>
                  <a:lnTo>
                    <a:pt x="267196" y="1785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3558620" y="3155755"/>
              <a:ext cx="531814" cy="314853"/>
            </a:xfrm>
            <a:custGeom>
              <a:avLst/>
              <a:pathLst>
                <a:path w="531814" h="314853">
                  <a:moveTo>
                    <a:pt x="0" y="314853"/>
                  </a:moveTo>
                  <a:lnTo>
                    <a:pt x="5318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3558620" y="2358182"/>
              <a:ext cx="789981" cy="274530"/>
            </a:xfrm>
            <a:custGeom>
              <a:avLst/>
              <a:pathLst>
                <a:path w="789981" h="274530">
                  <a:moveTo>
                    <a:pt x="0" y="274530"/>
                  </a:moveTo>
                  <a:lnTo>
                    <a:pt x="7899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3558620" y="3060946"/>
              <a:ext cx="912355" cy="589501"/>
            </a:xfrm>
            <a:custGeom>
              <a:avLst/>
              <a:pathLst>
                <a:path w="912355" h="589501">
                  <a:moveTo>
                    <a:pt x="0" y="589501"/>
                  </a:moveTo>
                  <a:lnTo>
                    <a:pt x="912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3558620" y="3166793"/>
              <a:ext cx="1186279" cy="490678"/>
            </a:xfrm>
            <a:custGeom>
              <a:avLst/>
              <a:pathLst>
                <a:path w="1186279" h="490678">
                  <a:moveTo>
                    <a:pt x="0" y="0"/>
                  </a:moveTo>
                  <a:lnTo>
                    <a:pt x="526963" y="475992"/>
                  </a:lnTo>
                  <a:lnTo>
                    <a:pt x="1186279" y="4906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4876541" y="2079017"/>
              <a:ext cx="1047867" cy="1362569"/>
            </a:xfrm>
            <a:custGeom>
              <a:avLst/>
              <a:pathLst>
                <a:path w="1047867" h="1362569">
                  <a:moveTo>
                    <a:pt x="0" y="300095"/>
                  </a:moveTo>
                  <a:lnTo>
                    <a:pt x="517411" y="0"/>
                  </a:lnTo>
                  <a:lnTo>
                    <a:pt x="1047867" y="13625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3558620" y="2665183"/>
              <a:ext cx="1881958" cy="169445"/>
            </a:xfrm>
            <a:custGeom>
              <a:avLst/>
              <a:pathLst>
                <a:path w="1881958" h="169445">
                  <a:moveTo>
                    <a:pt x="0" y="169445"/>
                  </a:moveTo>
                  <a:lnTo>
                    <a:pt x="18819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3558620" y="1983950"/>
              <a:ext cx="856555" cy="126504"/>
            </a:xfrm>
            <a:custGeom>
              <a:avLst/>
              <a:pathLst>
                <a:path w="856555" h="126504">
                  <a:moveTo>
                    <a:pt x="0" y="126504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3558620" y="3074029"/>
              <a:ext cx="798582" cy="288725"/>
            </a:xfrm>
            <a:custGeom>
              <a:avLst/>
              <a:pathLst>
                <a:path w="798582" h="288725">
                  <a:moveTo>
                    <a:pt x="0" y="288725"/>
                  </a:moveTo>
                  <a:lnTo>
                    <a:pt x="7985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3558620" y="2291006"/>
              <a:ext cx="1324690" cy="466071"/>
            </a:xfrm>
            <a:custGeom>
              <a:avLst/>
              <a:pathLst>
                <a:path w="1324690" h="466071">
                  <a:moveTo>
                    <a:pt x="0" y="466071"/>
                  </a:moveTo>
                  <a:lnTo>
                    <a:pt x="533861" y="262080"/>
                  </a:lnTo>
                  <a:lnTo>
                    <a:pt x="802205" y="0"/>
                  </a:lnTo>
                  <a:lnTo>
                    <a:pt x="1084825" y="147944"/>
                  </a:lnTo>
                  <a:lnTo>
                    <a:pt x="1324690" y="1877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3558620" y="2607813"/>
              <a:ext cx="1627408" cy="833513"/>
            </a:xfrm>
            <a:custGeom>
              <a:avLst/>
              <a:pathLst>
                <a:path w="1627408" h="833513">
                  <a:moveTo>
                    <a:pt x="0" y="0"/>
                  </a:moveTo>
                  <a:lnTo>
                    <a:pt x="532437" y="833513"/>
                  </a:lnTo>
                  <a:lnTo>
                    <a:pt x="1084752" y="819739"/>
                  </a:lnTo>
                  <a:lnTo>
                    <a:pt x="1627408" y="6828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3558620" y="2632297"/>
              <a:ext cx="284069" cy="273324"/>
            </a:xfrm>
            <a:custGeom>
              <a:avLst/>
              <a:pathLst>
                <a:path w="284069" h="273324">
                  <a:moveTo>
                    <a:pt x="0" y="0"/>
                  </a:moveTo>
                  <a:lnTo>
                    <a:pt x="284069" y="2733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3558620" y="3146677"/>
              <a:ext cx="1537017" cy="458158"/>
            </a:xfrm>
            <a:custGeom>
              <a:avLst/>
              <a:pathLst>
                <a:path w="1537017" h="458158">
                  <a:moveTo>
                    <a:pt x="0" y="0"/>
                  </a:moveTo>
                  <a:lnTo>
                    <a:pt x="329723" y="458158"/>
                  </a:lnTo>
                  <a:lnTo>
                    <a:pt x="1537017" y="15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4881861" y="3411019"/>
              <a:ext cx="1103667" cy="454944"/>
            </a:xfrm>
            <a:custGeom>
              <a:avLst/>
              <a:pathLst>
                <a:path w="1103667" h="454944">
                  <a:moveTo>
                    <a:pt x="0" y="454944"/>
                  </a:moveTo>
                  <a:lnTo>
                    <a:pt x="623272" y="181684"/>
                  </a:lnTo>
                  <a:lnTo>
                    <a:pt x="11036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3558620" y="3236767"/>
              <a:ext cx="1100043" cy="514311"/>
            </a:xfrm>
            <a:custGeom>
              <a:avLst/>
              <a:pathLst>
                <a:path w="1100043" h="514311">
                  <a:moveTo>
                    <a:pt x="0" y="0"/>
                  </a:moveTo>
                  <a:lnTo>
                    <a:pt x="573131" y="401213"/>
                  </a:lnTo>
                  <a:lnTo>
                    <a:pt x="1100043" y="5143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4930255" y="2346838"/>
              <a:ext cx="519744" cy="1246311"/>
            </a:xfrm>
            <a:custGeom>
              <a:avLst/>
              <a:pathLst>
                <a:path w="519744" h="1246311">
                  <a:moveTo>
                    <a:pt x="0" y="0"/>
                  </a:moveTo>
                  <a:lnTo>
                    <a:pt x="519744" y="12463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3558620" y="3292991"/>
              <a:ext cx="800756" cy="152287"/>
            </a:xfrm>
            <a:custGeom>
              <a:avLst/>
              <a:pathLst>
                <a:path w="800756" h="152287">
                  <a:moveTo>
                    <a:pt x="0" y="152287"/>
                  </a:moveTo>
                  <a:lnTo>
                    <a:pt x="268405" y="0"/>
                  </a:lnTo>
                  <a:lnTo>
                    <a:pt x="531905" y="91356"/>
                  </a:lnTo>
                  <a:lnTo>
                    <a:pt x="800756" y="125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4105743" y="2846087"/>
              <a:ext cx="1063085" cy="1021513"/>
            </a:xfrm>
            <a:custGeom>
              <a:avLst/>
              <a:pathLst>
                <a:path w="1063085" h="1021513">
                  <a:moveTo>
                    <a:pt x="0" y="137663"/>
                  </a:moveTo>
                  <a:lnTo>
                    <a:pt x="517411" y="0"/>
                  </a:lnTo>
                  <a:lnTo>
                    <a:pt x="1063085" y="1021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3558620" y="2145389"/>
              <a:ext cx="1608227" cy="1222538"/>
            </a:xfrm>
            <a:custGeom>
              <a:avLst/>
              <a:pathLst>
                <a:path w="1608227" h="1222538">
                  <a:moveTo>
                    <a:pt x="0" y="76655"/>
                  </a:moveTo>
                  <a:lnTo>
                    <a:pt x="794426" y="0"/>
                  </a:lnTo>
                  <a:lnTo>
                    <a:pt x="1608227" y="12225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3558620" y="2518010"/>
              <a:ext cx="643503" cy="149842"/>
            </a:xfrm>
            <a:custGeom>
              <a:avLst/>
              <a:pathLst>
                <a:path w="643503" h="149842">
                  <a:moveTo>
                    <a:pt x="0" y="149842"/>
                  </a:moveTo>
                  <a:lnTo>
                    <a:pt x="314467" y="143629"/>
                  </a:lnTo>
                  <a:lnTo>
                    <a:pt x="643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3558620" y="2859548"/>
              <a:ext cx="1029026" cy="419686"/>
            </a:xfrm>
            <a:custGeom>
              <a:avLst/>
              <a:pathLst>
                <a:path w="1029026" h="419686">
                  <a:moveTo>
                    <a:pt x="0" y="419686"/>
                  </a:moveTo>
                  <a:lnTo>
                    <a:pt x="538698" y="0"/>
                  </a:lnTo>
                  <a:lnTo>
                    <a:pt x="1029026" y="1810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3558620" y="2685241"/>
              <a:ext cx="1098594" cy="531130"/>
            </a:xfrm>
            <a:custGeom>
              <a:avLst/>
              <a:pathLst>
                <a:path w="1098594" h="531130">
                  <a:moveTo>
                    <a:pt x="0" y="531130"/>
                  </a:moveTo>
                  <a:lnTo>
                    <a:pt x="1098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4418074" y="2544624"/>
              <a:ext cx="817423" cy="412946"/>
            </a:xfrm>
            <a:custGeom>
              <a:avLst/>
              <a:pathLst>
                <a:path w="817423" h="412946">
                  <a:moveTo>
                    <a:pt x="0" y="0"/>
                  </a:moveTo>
                  <a:lnTo>
                    <a:pt x="817423" y="4129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3558620" y="2591116"/>
              <a:ext cx="578109" cy="438829"/>
            </a:xfrm>
            <a:custGeom>
              <a:avLst/>
              <a:pathLst>
                <a:path w="578109" h="438829">
                  <a:moveTo>
                    <a:pt x="0" y="438829"/>
                  </a:moveTo>
                  <a:lnTo>
                    <a:pt x="5781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3558620" y="2943697"/>
              <a:ext cx="1407741" cy="521830"/>
            </a:xfrm>
            <a:custGeom>
              <a:avLst/>
              <a:pathLst>
                <a:path w="1407741" h="521830">
                  <a:moveTo>
                    <a:pt x="0" y="521830"/>
                  </a:moveTo>
                  <a:lnTo>
                    <a:pt x="14077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3558620" y="3798216"/>
              <a:ext cx="561616" cy="20890"/>
            </a:xfrm>
            <a:custGeom>
              <a:avLst/>
              <a:pathLst>
                <a:path w="561616" h="20890">
                  <a:moveTo>
                    <a:pt x="0" y="0"/>
                  </a:moveTo>
                  <a:lnTo>
                    <a:pt x="561616" y="208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3558620" y="2672317"/>
              <a:ext cx="1110913" cy="916207"/>
            </a:xfrm>
            <a:custGeom>
              <a:avLst/>
              <a:pathLst>
                <a:path w="1110913" h="916207">
                  <a:moveTo>
                    <a:pt x="0" y="0"/>
                  </a:moveTo>
                  <a:lnTo>
                    <a:pt x="554369" y="916207"/>
                  </a:lnTo>
                  <a:lnTo>
                    <a:pt x="1110913" y="8919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3558620" y="3147369"/>
              <a:ext cx="552690" cy="200174"/>
            </a:xfrm>
            <a:custGeom>
              <a:avLst/>
              <a:pathLst>
                <a:path w="552690" h="200174">
                  <a:moveTo>
                    <a:pt x="0" y="0"/>
                  </a:moveTo>
                  <a:lnTo>
                    <a:pt x="552690" y="2001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090074" y="2912374"/>
              <a:ext cx="1646893" cy="100321"/>
            </a:xfrm>
            <a:custGeom>
              <a:avLst/>
              <a:pathLst>
                <a:path w="1646893" h="100321">
                  <a:moveTo>
                    <a:pt x="0" y="0"/>
                  </a:moveTo>
                  <a:lnTo>
                    <a:pt x="551922" y="84228"/>
                  </a:lnTo>
                  <a:lnTo>
                    <a:pt x="1646893" y="1003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888215" y="3899604"/>
              <a:ext cx="1063085" cy="559172"/>
            </a:xfrm>
            <a:custGeom>
              <a:avLst/>
              <a:pathLst>
                <a:path w="1063085" h="559172">
                  <a:moveTo>
                    <a:pt x="0" y="0"/>
                  </a:moveTo>
                  <a:lnTo>
                    <a:pt x="527557" y="559172"/>
                  </a:lnTo>
                  <a:lnTo>
                    <a:pt x="1063085" y="505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3558620" y="3444949"/>
              <a:ext cx="1383388" cy="860014"/>
            </a:xfrm>
            <a:custGeom>
              <a:avLst/>
              <a:pathLst>
                <a:path w="1383388" h="860014">
                  <a:moveTo>
                    <a:pt x="0" y="485709"/>
                  </a:moveTo>
                  <a:lnTo>
                    <a:pt x="572486" y="860014"/>
                  </a:lnTo>
                  <a:lnTo>
                    <a:pt x="13833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3558620" y="2819514"/>
              <a:ext cx="1643450" cy="261885"/>
            </a:xfrm>
            <a:custGeom>
              <a:avLst/>
              <a:pathLst>
                <a:path w="1643450" h="261885">
                  <a:moveTo>
                    <a:pt x="0" y="185217"/>
                  </a:moveTo>
                  <a:lnTo>
                    <a:pt x="532536" y="261885"/>
                  </a:lnTo>
                  <a:lnTo>
                    <a:pt x="1145604" y="11109"/>
                  </a:lnTo>
                  <a:lnTo>
                    <a:pt x="16434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142701" y="2213713"/>
              <a:ext cx="1134103" cy="756957"/>
            </a:xfrm>
            <a:custGeom>
              <a:avLst/>
              <a:pathLst>
                <a:path w="1134103" h="756957">
                  <a:moveTo>
                    <a:pt x="0" y="756957"/>
                  </a:moveTo>
                  <a:lnTo>
                    <a:pt x="526107" y="408899"/>
                  </a:lnTo>
                  <a:lnTo>
                    <a:pt x="1134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26872" y="2250810"/>
              <a:ext cx="1145616" cy="1251881"/>
            </a:xfrm>
            <a:custGeom>
              <a:avLst/>
              <a:pathLst>
                <a:path w="1145616" h="1251881">
                  <a:moveTo>
                    <a:pt x="0" y="510663"/>
                  </a:moveTo>
                  <a:lnTo>
                    <a:pt x="456458" y="0"/>
                  </a:lnTo>
                  <a:lnTo>
                    <a:pt x="1145616" y="12518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3558620" y="2388472"/>
              <a:ext cx="1359022" cy="239965"/>
            </a:xfrm>
            <a:custGeom>
              <a:avLst/>
              <a:pathLst>
                <a:path w="1359022" h="239965">
                  <a:moveTo>
                    <a:pt x="0" y="237396"/>
                  </a:moveTo>
                  <a:lnTo>
                    <a:pt x="204892" y="0"/>
                  </a:lnTo>
                  <a:lnTo>
                    <a:pt x="842062" y="220764"/>
                  </a:lnTo>
                  <a:lnTo>
                    <a:pt x="1359022" y="2399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3558620" y="3110671"/>
              <a:ext cx="836265" cy="105238"/>
            </a:xfrm>
            <a:custGeom>
              <a:avLst/>
              <a:pathLst>
                <a:path w="836265" h="105238">
                  <a:moveTo>
                    <a:pt x="0" y="105238"/>
                  </a:moveTo>
                  <a:lnTo>
                    <a:pt x="836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3558620" y="2829023"/>
              <a:ext cx="1237538" cy="215666"/>
            </a:xfrm>
            <a:custGeom>
              <a:avLst/>
              <a:pathLst>
                <a:path w="1237538" h="215666">
                  <a:moveTo>
                    <a:pt x="0" y="54068"/>
                  </a:moveTo>
                  <a:lnTo>
                    <a:pt x="258513" y="215666"/>
                  </a:lnTo>
                  <a:lnTo>
                    <a:pt x="552728" y="9875"/>
                  </a:lnTo>
                  <a:lnTo>
                    <a:pt x="878786" y="0"/>
                  </a:lnTo>
                  <a:lnTo>
                    <a:pt x="1237538" y="797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tx987"/>
            <p:cNvSpPr/>
            <p:nvPr/>
          </p:nvSpPr>
          <p:spPr>
            <a:xfrm>
              <a:off x="3210161" y="4860131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988" name="tx988"/>
            <p:cNvSpPr/>
            <p:nvPr/>
          </p:nvSpPr>
          <p:spPr>
            <a:xfrm>
              <a:off x="3210161" y="4342444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89" name="tx989"/>
            <p:cNvSpPr/>
            <p:nvPr/>
          </p:nvSpPr>
          <p:spPr>
            <a:xfrm>
              <a:off x="3210161" y="3823338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990" name="tx990"/>
            <p:cNvSpPr/>
            <p:nvPr/>
          </p:nvSpPr>
          <p:spPr>
            <a:xfrm>
              <a:off x="3247378" y="330286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1" name="tx991"/>
            <p:cNvSpPr/>
            <p:nvPr/>
          </p:nvSpPr>
          <p:spPr>
            <a:xfrm>
              <a:off x="3247378" y="278512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92" name="tx992"/>
            <p:cNvSpPr/>
            <p:nvPr/>
          </p:nvSpPr>
          <p:spPr>
            <a:xfrm>
              <a:off x="3247378" y="226602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93" name="tx993"/>
            <p:cNvSpPr/>
            <p:nvPr/>
          </p:nvSpPr>
          <p:spPr>
            <a:xfrm>
              <a:off x="3247378" y="1745497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994" name="pl994"/>
            <p:cNvSpPr/>
            <p:nvPr/>
          </p:nvSpPr>
          <p:spPr>
            <a:xfrm>
              <a:off x="3337369" y="49018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3337369" y="43827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3337369" y="38636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3337369" y="3344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3337369" y="2825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3337369" y="23063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3337369" y="17872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355862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8113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620365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tx1004"/>
            <p:cNvSpPr/>
            <p:nvPr/>
          </p:nvSpPr>
          <p:spPr>
            <a:xfrm>
              <a:off x="352754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5" name="tx1005"/>
            <p:cNvSpPr/>
            <p:nvPr/>
          </p:nvSpPr>
          <p:spPr>
            <a:xfrm>
              <a:off x="4850059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06" name="tx1006"/>
            <p:cNvSpPr/>
            <p:nvPr/>
          </p:nvSpPr>
          <p:spPr>
            <a:xfrm>
              <a:off x="6141497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07" name="tx1007"/>
            <p:cNvSpPr/>
            <p:nvPr/>
          </p:nvSpPr>
          <p:spPr>
            <a:xfrm>
              <a:off x="4802006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008" name="tx1008"/>
            <p:cNvSpPr/>
            <p:nvPr/>
          </p:nvSpPr>
          <p:spPr>
            <a:xfrm rot="-5400000">
              <a:off x="2291729" y="32845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pTau181 (Z)</a:t>
              </a:r>
            </a:p>
          </p:txBody>
        </p:sp>
        <p:sp>
          <p:nvSpPr>
            <p:cNvPr id="1009" name="rc1009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7648183" y="441951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7648183" y="3669069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7648183" y="2918627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7648183" y="216818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7648183" y="4044290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7648183" y="329384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7648183" y="2543406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7648183" y="179296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8813178" y="4757210"/>
              <a:ext cx="137869" cy="3752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8951047" y="4719688"/>
              <a:ext cx="137869" cy="7504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9088916" y="4719688"/>
              <a:ext cx="137869" cy="7504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9226785" y="4757210"/>
              <a:ext cx="137869" cy="3752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9364655" y="4569599"/>
              <a:ext cx="137869" cy="22513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9502524" y="4306945"/>
              <a:ext cx="137869" cy="4877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9640393" y="3781635"/>
              <a:ext cx="137869" cy="101309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9778262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9916131" y="1980574"/>
              <a:ext cx="137869" cy="281415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10054001" y="3931724"/>
              <a:ext cx="137869" cy="86300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101918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10191870" y="4532077"/>
              <a:ext cx="137869" cy="26265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10329739" y="4757210"/>
              <a:ext cx="137869" cy="37522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10605477" y="4757210"/>
              <a:ext cx="137869" cy="37522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10743347" y="4757210"/>
              <a:ext cx="137869" cy="37522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101656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90" name="pg1090"/>
            <p:cNvSpPr/>
            <p:nvPr/>
          </p:nvSpPr>
          <p:spPr>
            <a:xfrm>
              <a:off x="10197444" y="3443936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tx1091"/>
            <p:cNvSpPr/>
            <p:nvPr/>
          </p:nvSpPr>
          <p:spPr>
            <a:xfrm>
              <a:off x="10239505" y="3454780"/>
              <a:ext cx="631190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 Z/year</a:t>
              </a:r>
            </a:p>
          </p:txBody>
        </p:sp>
        <p:sp>
          <p:nvSpPr>
            <p:cNvPr id="1092" name="tx1092"/>
            <p:cNvSpPr/>
            <p:nvPr/>
          </p:nvSpPr>
          <p:spPr>
            <a:xfrm>
              <a:off x="10239505" y="3685769"/>
              <a:ext cx="611885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0.288</a:t>
              </a:r>
            </a:p>
          </p:txBody>
        </p:sp>
        <p:sp>
          <p:nvSpPr>
            <p:cNvPr id="1093" name="tx1093"/>
            <p:cNvSpPr/>
            <p:nvPr/>
          </p:nvSpPr>
          <p:spPr>
            <a:xfrm>
              <a:off x="10239505" y="3859868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0.378</a:t>
              </a:r>
            </a:p>
          </p:txBody>
        </p:sp>
        <p:sp>
          <p:nvSpPr>
            <p:cNvPr id="1094" name="tx1094"/>
            <p:cNvSpPr/>
            <p:nvPr/>
          </p:nvSpPr>
          <p:spPr>
            <a:xfrm>
              <a:off x="10239505" y="4063404"/>
              <a:ext cx="900371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-1.537</a:t>
              </a:r>
            </a:p>
          </p:txBody>
        </p:sp>
        <p:sp>
          <p:nvSpPr>
            <p:cNvPr id="1095" name="pg1095"/>
            <p:cNvSpPr/>
            <p:nvPr/>
          </p:nvSpPr>
          <p:spPr>
            <a:xfrm>
              <a:off x="7848093" y="2184566"/>
              <a:ext cx="3998206" cy="2610165"/>
            </a:xfrm>
            <a:custGeom>
              <a:avLst/>
              <a:pathLst>
                <a:path w="3998206" h="2610165">
                  <a:moveTo>
                    <a:pt x="0" y="2610165"/>
                  </a:moveTo>
                  <a:lnTo>
                    <a:pt x="7824" y="2610165"/>
                  </a:lnTo>
                  <a:lnTo>
                    <a:pt x="15648" y="2610165"/>
                  </a:lnTo>
                  <a:lnTo>
                    <a:pt x="23472" y="2610165"/>
                  </a:lnTo>
                  <a:lnTo>
                    <a:pt x="31297" y="2610165"/>
                  </a:lnTo>
                  <a:lnTo>
                    <a:pt x="39121" y="2610165"/>
                  </a:lnTo>
                  <a:lnTo>
                    <a:pt x="46945" y="2610165"/>
                  </a:lnTo>
                  <a:lnTo>
                    <a:pt x="54769" y="2610165"/>
                  </a:lnTo>
                  <a:lnTo>
                    <a:pt x="62594" y="2610165"/>
                  </a:lnTo>
                  <a:lnTo>
                    <a:pt x="70418" y="2610165"/>
                  </a:lnTo>
                  <a:lnTo>
                    <a:pt x="78242" y="2610165"/>
                  </a:lnTo>
                  <a:lnTo>
                    <a:pt x="86067" y="2610165"/>
                  </a:lnTo>
                  <a:lnTo>
                    <a:pt x="93891" y="2610165"/>
                  </a:lnTo>
                  <a:lnTo>
                    <a:pt x="101715" y="2610165"/>
                  </a:lnTo>
                  <a:lnTo>
                    <a:pt x="109539" y="2610165"/>
                  </a:lnTo>
                  <a:lnTo>
                    <a:pt x="117364" y="2610165"/>
                  </a:lnTo>
                  <a:lnTo>
                    <a:pt x="125188" y="2610165"/>
                  </a:lnTo>
                  <a:lnTo>
                    <a:pt x="133012" y="2610165"/>
                  </a:lnTo>
                  <a:lnTo>
                    <a:pt x="140837" y="2610165"/>
                  </a:lnTo>
                  <a:lnTo>
                    <a:pt x="148661" y="2610165"/>
                  </a:lnTo>
                  <a:lnTo>
                    <a:pt x="156485" y="2610165"/>
                  </a:lnTo>
                  <a:lnTo>
                    <a:pt x="164309" y="2610165"/>
                  </a:lnTo>
                  <a:lnTo>
                    <a:pt x="172134" y="2610165"/>
                  </a:lnTo>
                  <a:lnTo>
                    <a:pt x="179958" y="2610165"/>
                  </a:lnTo>
                  <a:lnTo>
                    <a:pt x="187782" y="2610165"/>
                  </a:lnTo>
                  <a:lnTo>
                    <a:pt x="195606" y="2610165"/>
                  </a:lnTo>
                  <a:lnTo>
                    <a:pt x="203431" y="2610165"/>
                  </a:lnTo>
                  <a:lnTo>
                    <a:pt x="211255" y="2610165"/>
                  </a:lnTo>
                  <a:lnTo>
                    <a:pt x="219079" y="2610165"/>
                  </a:lnTo>
                  <a:lnTo>
                    <a:pt x="226904" y="2610165"/>
                  </a:lnTo>
                  <a:lnTo>
                    <a:pt x="234728" y="2610165"/>
                  </a:lnTo>
                  <a:lnTo>
                    <a:pt x="242552" y="2610165"/>
                  </a:lnTo>
                  <a:lnTo>
                    <a:pt x="250376" y="2610165"/>
                  </a:lnTo>
                  <a:lnTo>
                    <a:pt x="258201" y="2610165"/>
                  </a:lnTo>
                  <a:lnTo>
                    <a:pt x="266025" y="2610165"/>
                  </a:lnTo>
                  <a:lnTo>
                    <a:pt x="273849" y="2610165"/>
                  </a:lnTo>
                  <a:lnTo>
                    <a:pt x="281674" y="2610165"/>
                  </a:lnTo>
                  <a:lnTo>
                    <a:pt x="289498" y="2610165"/>
                  </a:lnTo>
                  <a:lnTo>
                    <a:pt x="297322" y="2610165"/>
                  </a:lnTo>
                  <a:lnTo>
                    <a:pt x="305146" y="2610165"/>
                  </a:lnTo>
                  <a:lnTo>
                    <a:pt x="312971" y="2610165"/>
                  </a:lnTo>
                  <a:lnTo>
                    <a:pt x="320795" y="2610165"/>
                  </a:lnTo>
                  <a:lnTo>
                    <a:pt x="328619" y="2610165"/>
                  </a:lnTo>
                  <a:lnTo>
                    <a:pt x="336444" y="2610165"/>
                  </a:lnTo>
                  <a:lnTo>
                    <a:pt x="344268" y="2610165"/>
                  </a:lnTo>
                  <a:lnTo>
                    <a:pt x="352092" y="2610165"/>
                  </a:lnTo>
                  <a:lnTo>
                    <a:pt x="359916" y="2610165"/>
                  </a:lnTo>
                  <a:lnTo>
                    <a:pt x="367741" y="2610165"/>
                  </a:lnTo>
                  <a:lnTo>
                    <a:pt x="375565" y="2610165"/>
                  </a:lnTo>
                  <a:lnTo>
                    <a:pt x="383389" y="2610165"/>
                  </a:lnTo>
                  <a:lnTo>
                    <a:pt x="391213" y="2610165"/>
                  </a:lnTo>
                  <a:lnTo>
                    <a:pt x="399038" y="2610165"/>
                  </a:lnTo>
                  <a:lnTo>
                    <a:pt x="406862" y="2610165"/>
                  </a:lnTo>
                  <a:lnTo>
                    <a:pt x="414686" y="2610165"/>
                  </a:lnTo>
                  <a:lnTo>
                    <a:pt x="422511" y="2610165"/>
                  </a:lnTo>
                  <a:lnTo>
                    <a:pt x="430335" y="2610165"/>
                  </a:lnTo>
                  <a:lnTo>
                    <a:pt x="438159" y="2610165"/>
                  </a:lnTo>
                  <a:lnTo>
                    <a:pt x="445983" y="2610165"/>
                  </a:lnTo>
                  <a:lnTo>
                    <a:pt x="453808" y="2610165"/>
                  </a:lnTo>
                  <a:lnTo>
                    <a:pt x="461632" y="2610165"/>
                  </a:lnTo>
                  <a:lnTo>
                    <a:pt x="469456" y="2610165"/>
                  </a:lnTo>
                  <a:lnTo>
                    <a:pt x="477281" y="2610165"/>
                  </a:lnTo>
                  <a:lnTo>
                    <a:pt x="485105" y="2610165"/>
                  </a:lnTo>
                  <a:lnTo>
                    <a:pt x="492929" y="2610165"/>
                  </a:lnTo>
                  <a:lnTo>
                    <a:pt x="500753" y="2610165"/>
                  </a:lnTo>
                  <a:lnTo>
                    <a:pt x="508578" y="2610165"/>
                  </a:lnTo>
                  <a:lnTo>
                    <a:pt x="516402" y="2610165"/>
                  </a:lnTo>
                  <a:lnTo>
                    <a:pt x="524226" y="2610165"/>
                  </a:lnTo>
                  <a:lnTo>
                    <a:pt x="532050" y="2610165"/>
                  </a:lnTo>
                  <a:lnTo>
                    <a:pt x="539875" y="2610165"/>
                  </a:lnTo>
                  <a:lnTo>
                    <a:pt x="547699" y="2610165"/>
                  </a:lnTo>
                  <a:lnTo>
                    <a:pt x="555523" y="2610165"/>
                  </a:lnTo>
                  <a:lnTo>
                    <a:pt x="563348" y="2610165"/>
                  </a:lnTo>
                  <a:lnTo>
                    <a:pt x="571172" y="2610165"/>
                  </a:lnTo>
                  <a:lnTo>
                    <a:pt x="578996" y="2610165"/>
                  </a:lnTo>
                  <a:lnTo>
                    <a:pt x="586820" y="2610165"/>
                  </a:lnTo>
                  <a:lnTo>
                    <a:pt x="594645" y="2610165"/>
                  </a:lnTo>
                  <a:lnTo>
                    <a:pt x="602469" y="2610165"/>
                  </a:lnTo>
                  <a:lnTo>
                    <a:pt x="610293" y="2610164"/>
                  </a:lnTo>
                  <a:lnTo>
                    <a:pt x="618118" y="2610164"/>
                  </a:lnTo>
                  <a:lnTo>
                    <a:pt x="625942" y="2610163"/>
                  </a:lnTo>
                  <a:lnTo>
                    <a:pt x="633766" y="2610162"/>
                  </a:lnTo>
                  <a:lnTo>
                    <a:pt x="641590" y="2610161"/>
                  </a:lnTo>
                  <a:lnTo>
                    <a:pt x="649415" y="2610159"/>
                  </a:lnTo>
                  <a:lnTo>
                    <a:pt x="657239" y="2610156"/>
                  </a:lnTo>
                  <a:lnTo>
                    <a:pt x="665063" y="2610153"/>
                  </a:lnTo>
                  <a:lnTo>
                    <a:pt x="672888" y="2610148"/>
                  </a:lnTo>
                  <a:lnTo>
                    <a:pt x="680712" y="2610142"/>
                  </a:lnTo>
                  <a:lnTo>
                    <a:pt x="688536" y="2610134"/>
                  </a:lnTo>
                  <a:lnTo>
                    <a:pt x="696360" y="2610122"/>
                  </a:lnTo>
                  <a:lnTo>
                    <a:pt x="704185" y="2610107"/>
                  </a:lnTo>
                  <a:lnTo>
                    <a:pt x="712009" y="2610087"/>
                  </a:lnTo>
                  <a:lnTo>
                    <a:pt x="719833" y="2610062"/>
                  </a:lnTo>
                  <a:lnTo>
                    <a:pt x="727657" y="2610029"/>
                  </a:lnTo>
                  <a:lnTo>
                    <a:pt x="735482" y="2609987"/>
                  </a:lnTo>
                  <a:lnTo>
                    <a:pt x="743306" y="2609935"/>
                  </a:lnTo>
                  <a:lnTo>
                    <a:pt x="751130" y="2609866"/>
                  </a:lnTo>
                  <a:lnTo>
                    <a:pt x="758955" y="2609781"/>
                  </a:lnTo>
                  <a:lnTo>
                    <a:pt x="766779" y="2609675"/>
                  </a:lnTo>
                  <a:lnTo>
                    <a:pt x="774603" y="2609546"/>
                  </a:lnTo>
                  <a:lnTo>
                    <a:pt x="782427" y="2609390"/>
                  </a:lnTo>
                  <a:lnTo>
                    <a:pt x="790252" y="2609201"/>
                  </a:lnTo>
                  <a:lnTo>
                    <a:pt x="798076" y="2608970"/>
                  </a:lnTo>
                  <a:lnTo>
                    <a:pt x="805900" y="2608691"/>
                  </a:lnTo>
                  <a:lnTo>
                    <a:pt x="813725" y="2608362"/>
                  </a:lnTo>
                  <a:lnTo>
                    <a:pt x="821549" y="2607978"/>
                  </a:lnTo>
                  <a:lnTo>
                    <a:pt x="829373" y="2607531"/>
                  </a:lnTo>
                  <a:lnTo>
                    <a:pt x="837197" y="2607017"/>
                  </a:lnTo>
                  <a:lnTo>
                    <a:pt x="845022" y="2606425"/>
                  </a:lnTo>
                  <a:lnTo>
                    <a:pt x="852846" y="2605738"/>
                  </a:lnTo>
                  <a:lnTo>
                    <a:pt x="860670" y="2604964"/>
                  </a:lnTo>
                  <a:lnTo>
                    <a:pt x="868495" y="2604099"/>
                  </a:lnTo>
                  <a:lnTo>
                    <a:pt x="876319" y="2603140"/>
                  </a:lnTo>
                  <a:lnTo>
                    <a:pt x="884143" y="2602085"/>
                  </a:lnTo>
                  <a:lnTo>
                    <a:pt x="891967" y="2600932"/>
                  </a:lnTo>
                  <a:lnTo>
                    <a:pt x="899792" y="2599663"/>
                  </a:lnTo>
                  <a:lnTo>
                    <a:pt x="907616" y="2598296"/>
                  </a:lnTo>
                  <a:lnTo>
                    <a:pt x="915440" y="2596840"/>
                  </a:lnTo>
                  <a:lnTo>
                    <a:pt x="923264" y="2595300"/>
                  </a:lnTo>
                  <a:lnTo>
                    <a:pt x="931089" y="2593684"/>
                  </a:lnTo>
                  <a:lnTo>
                    <a:pt x="938913" y="2592000"/>
                  </a:lnTo>
                  <a:lnTo>
                    <a:pt x="946737" y="2590255"/>
                  </a:lnTo>
                  <a:lnTo>
                    <a:pt x="954562" y="2588466"/>
                  </a:lnTo>
                  <a:lnTo>
                    <a:pt x="962386" y="2586652"/>
                  </a:lnTo>
                  <a:lnTo>
                    <a:pt x="970210" y="2584830"/>
                  </a:lnTo>
                  <a:lnTo>
                    <a:pt x="978034" y="2583014"/>
                  </a:lnTo>
                  <a:lnTo>
                    <a:pt x="985859" y="2581219"/>
                  </a:lnTo>
                  <a:lnTo>
                    <a:pt x="993683" y="2579460"/>
                  </a:lnTo>
                  <a:lnTo>
                    <a:pt x="1001507" y="2577770"/>
                  </a:lnTo>
                  <a:lnTo>
                    <a:pt x="1009332" y="2576152"/>
                  </a:lnTo>
                  <a:lnTo>
                    <a:pt x="1017156" y="2574620"/>
                  </a:lnTo>
                  <a:lnTo>
                    <a:pt x="1024980" y="2573184"/>
                  </a:lnTo>
                  <a:lnTo>
                    <a:pt x="1032804" y="2571853"/>
                  </a:lnTo>
                  <a:lnTo>
                    <a:pt x="1040629" y="2570633"/>
                  </a:lnTo>
                  <a:lnTo>
                    <a:pt x="1048453" y="2569547"/>
                  </a:lnTo>
                  <a:lnTo>
                    <a:pt x="1056277" y="2568592"/>
                  </a:lnTo>
                  <a:lnTo>
                    <a:pt x="1064101" y="2567757"/>
                  </a:lnTo>
                  <a:lnTo>
                    <a:pt x="1071926" y="2567037"/>
                  </a:lnTo>
                  <a:lnTo>
                    <a:pt x="1079750" y="2566427"/>
                  </a:lnTo>
                  <a:lnTo>
                    <a:pt x="1087574" y="2565921"/>
                  </a:lnTo>
                  <a:lnTo>
                    <a:pt x="1095399" y="2565510"/>
                  </a:lnTo>
                  <a:lnTo>
                    <a:pt x="1103223" y="2565195"/>
                  </a:lnTo>
                  <a:lnTo>
                    <a:pt x="1111047" y="2564942"/>
                  </a:lnTo>
                  <a:lnTo>
                    <a:pt x="1118871" y="2564738"/>
                  </a:lnTo>
                  <a:lnTo>
                    <a:pt x="1126696" y="2564568"/>
                  </a:lnTo>
                  <a:lnTo>
                    <a:pt x="1134520" y="2564418"/>
                  </a:lnTo>
                  <a:lnTo>
                    <a:pt x="1142344" y="2564273"/>
                  </a:lnTo>
                  <a:lnTo>
                    <a:pt x="1150169" y="2564113"/>
                  </a:lnTo>
                  <a:lnTo>
                    <a:pt x="1157993" y="2563921"/>
                  </a:lnTo>
                  <a:lnTo>
                    <a:pt x="1165817" y="2563685"/>
                  </a:lnTo>
                  <a:lnTo>
                    <a:pt x="1173641" y="2563395"/>
                  </a:lnTo>
                  <a:lnTo>
                    <a:pt x="1181466" y="2563040"/>
                  </a:lnTo>
                  <a:lnTo>
                    <a:pt x="1189290" y="2562614"/>
                  </a:lnTo>
                  <a:lnTo>
                    <a:pt x="1197114" y="2562104"/>
                  </a:lnTo>
                  <a:lnTo>
                    <a:pt x="1204939" y="2561497"/>
                  </a:lnTo>
                  <a:lnTo>
                    <a:pt x="1212763" y="2560805"/>
                  </a:lnTo>
                  <a:lnTo>
                    <a:pt x="1220587" y="2560030"/>
                  </a:lnTo>
                  <a:lnTo>
                    <a:pt x="1228411" y="2559176"/>
                  </a:lnTo>
                  <a:lnTo>
                    <a:pt x="1236236" y="2558245"/>
                  </a:lnTo>
                  <a:lnTo>
                    <a:pt x="1244060" y="2557246"/>
                  </a:lnTo>
                  <a:lnTo>
                    <a:pt x="1251884" y="2556176"/>
                  </a:lnTo>
                  <a:lnTo>
                    <a:pt x="1259708" y="2555058"/>
                  </a:lnTo>
                  <a:lnTo>
                    <a:pt x="1267533" y="2553903"/>
                  </a:lnTo>
                  <a:lnTo>
                    <a:pt x="1275357" y="2552723"/>
                  </a:lnTo>
                  <a:lnTo>
                    <a:pt x="1283181" y="2551528"/>
                  </a:lnTo>
                  <a:lnTo>
                    <a:pt x="1291006" y="2550326"/>
                  </a:lnTo>
                  <a:lnTo>
                    <a:pt x="1298830" y="2549126"/>
                  </a:lnTo>
                  <a:lnTo>
                    <a:pt x="1306654" y="2547938"/>
                  </a:lnTo>
                  <a:lnTo>
                    <a:pt x="1314478" y="2546762"/>
                  </a:lnTo>
                  <a:lnTo>
                    <a:pt x="1322303" y="2545597"/>
                  </a:lnTo>
                  <a:lnTo>
                    <a:pt x="1330127" y="2544437"/>
                  </a:lnTo>
                  <a:lnTo>
                    <a:pt x="1337951" y="2543274"/>
                  </a:lnTo>
                  <a:lnTo>
                    <a:pt x="1345776" y="2542094"/>
                  </a:lnTo>
                  <a:lnTo>
                    <a:pt x="1353600" y="2540865"/>
                  </a:lnTo>
                  <a:lnTo>
                    <a:pt x="1361424" y="2539563"/>
                  </a:lnTo>
                  <a:lnTo>
                    <a:pt x="1369248" y="2538159"/>
                  </a:lnTo>
                  <a:lnTo>
                    <a:pt x="1377073" y="2536618"/>
                  </a:lnTo>
                  <a:lnTo>
                    <a:pt x="1384897" y="2534902"/>
                  </a:lnTo>
                  <a:lnTo>
                    <a:pt x="1392721" y="2532970"/>
                  </a:lnTo>
                  <a:lnTo>
                    <a:pt x="1400545" y="2530737"/>
                  </a:lnTo>
                  <a:lnTo>
                    <a:pt x="1408370" y="2528147"/>
                  </a:lnTo>
                  <a:lnTo>
                    <a:pt x="1416194" y="2525180"/>
                  </a:lnTo>
                  <a:lnTo>
                    <a:pt x="1424018" y="2521790"/>
                  </a:lnTo>
                  <a:lnTo>
                    <a:pt x="1431843" y="2517932"/>
                  </a:lnTo>
                  <a:lnTo>
                    <a:pt x="1439667" y="2513566"/>
                  </a:lnTo>
                  <a:lnTo>
                    <a:pt x="1447491" y="2508630"/>
                  </a:lnTo>
                  <a:lnTo>
                    <a:pt x="1455315" y="2502992"/>
                  </a:lnTo>
                  <a:lnTo>
                    <a:pt x="1463140" y="2496731"/>
                  </a:lnTo>
                  <a:lnTo>
                    <a:pt x="1470964" y="2489831"/>
                  </a:lnTo>
                  <a:lnTo>
                    <a:pt x="1478788" y="2482281"/>
                  </a:lnTo>
                  <a:lnTo>
                    <a:pt x="1486613" y="2474076"/>
                  </a:lnTo>
                  <a:lnTo>
                    <a:pt x="1494437" y="2465219"/>
                  </a:lnTo>
                  <a:lnTo>
                    <a:pt x="1502261" y="2455619"/>
                  </a:lnTo>
                  <a:lnTo>
                    <a:pt x="1510085" y="2445374"/>
                  </a:lnTo>
                  <a:lnTo>
                    <a:pt x="1517910" y="2434554"/>
                  </a:lnTo>
                  <a:lnTo>
                    <a:pt x="1525734" y="2423197"/>
                  </a:lnTo>
                  <a:lnTo>
                    <a:pt x="1533558" y="2411345"/>
                  </a:lnTo>
                  <a:lnTo>
                    <a:pt x="1541383" y="2399047"/>
                  </a:lnTo>
                  <a:lnTo>
                    <a:pt x="1549207" y="2386332"/>
                  </a:lnTo>
                  <a:lnTo>
                    <a:pt x="1557031" y="2373252"/>
                  </a:lnTo>
                  <a:lnTo>
                    <a:pt x="1564855" y="2359924"/>
                  </a:lnTo>
                  <a:lnTo>
                    <a:pt x="1572680" y="2346407"/>
                  </a:lnTo>
                  <a:lnTo>
                    <a:pt x="1580504" y="2332755"/>
                  </a:lnTo>
                  <a:lnTo>
                    <a:pt x="1588328" y="2319021"/>
                  </a:lnTo>
                  <a:lnTo>
                    <a:pt x="1596152" y="2305252"/>
                  </a:lnTo>
                  <a:lnTo>
                    <a:pt x="1603977" y="2291503"/>
                  </a:lnTo>
                  <a:lnTo>
                    <a:pt x="1611801" y="2277809"/>
                  </a:lnTo>
                  <a:lnTo>
                    <a:pt x="1619625" y="2264186"/>
                  </a:lnTo>
                  <a:lnTo>
                    <a:pt x="1627450" y="2250640"/>
                  </a:lnTo>
                  <a:lnTo>
                    <a:pt x="1635274" y="2237165"/>
                  </a:lnTo>
                  <a:lnTo>
                    <a:pt x="1643098" y="2223743"/>
                  </a:lnTo>
                  <a:lnTo>
                    <a:pt x="1650922" y="2210338"/>
                  </a:lnTo>
                  <a:lnTo>
                    <a:pt x="1658747" y="2196879"/>
                  </a:lnTo>
                  <a:lnTo>
                    <a:pt x="1666571" y="2183290"/>
                  </a:lnTo>
                  <a:lnTo>
                    <a:pt x="1674395" y="2169491"/>
                  </a:lnTo>
                  <a:lnTo>
                    <a:pt x="1682220" y="2155384"/>
                  </a:lnTo>
                  <a:lnTo>
                    <a:pt x="1690044" y="2140866"/>
                  </a:lnTo>
                  <a:lnTo>
                    <a:pt x="1697868" y="2125814"/>
                  </a:lnTo>
                  <a:lnTo>
                    <a:pt x="1705692" y="2109919"/>
                  </a:lnTo>
                  <a:lnTo>
                    <a:pt x="1713517" y="2093158"/>
                  </a:lnTo>
                  <a:lnTo>
                    <a:pt x="1721341" y="2075390"/>
                  </a:lnTo>
                  <a:lnTo>
                    <a:pt x="1729165" y="2056471"/>
                  </a:lnTo>
                  <a:lnTo>
                    <a:pt x="1736990" y="2036257"/>
                  </a:lnTo>
                  <a:lnTo>
                    <a:pt x="1744814" y="2014606"/>
                  </a:lnTo>
                  <a:lnTo>
                    <a:pt x="1752638" y="1991127"/>
                  </a:lnTo>
                  <a:lnTo>
                    <a:pt x="1760462" y="1965720"/>
                  </a:lnTo>
                  <a:lnTo>
                    <a:pt x="1768287" y="1938398"/>
                  </a:lnTo>
                  <a:lnTo>
                    <a:pt x="1776111" y="1909045"/>
                  </a:lnTo>
                  <a:lnTo>
                    <a:pt x="1783935" y="1877552"/>
                  </a:lnTo>
                  <a:lnTo>
                    <a:pt x="1791759" y="1843822"/>
                  </a:lnTo>
                  <a:lnTo>
                    <a:pt x="1799584" y="1807660"/>
                  </a:lnTo>
                  <a:lnTo>
                    <a:pt x="1807408" y="1768637"/>
                  </a:lnTo>
                  <a:lnTo>
                    <a:pt x="1815232" y="1727129"/>
                  </a:lnTo>
                  <a:lnTo>
                    <a:pt x="1823057" y="1683100"/>
                  </a:lnTo>
                  <a:lnTo>
                    <a:pt x="1830881" y="1636534"/>
                  </a:lnTo>
                  <a:lnTo>
                    <a:pt x="1838705" y="1587426"/>
                  </a:lnTo>
                  <a:lnTo>
                    <a:pt x="1846529" y="1535792"/>
                  </a:lnTo>
                  <a:lnTo>
                    <a:pt x="1854354" y="1481247"/>
                  </a:lnTo>
                  <a:lnTo>
                    <a:pt x="1862178" y="1424187"/>
                  </a:lnTo>
                  <a:lnTo>
                    <a:pt x="1870002" y="1364841"/>
                  </a:lnTo>
                  <a:lnTo>
                    <a:pt x="1877827" y="1303332"/>
                  </a:lnTo>
                  <a:lnTo>
                    <a:pt x="1885651" y="1239808"/>
                  </a:lnTo>
                  <a:lnTo>
                    <a:pt x="1893475" y="1174442"/>
                  </a:lnTo>
                  <a:lnTo>
                    <a:pt x="1901299" y="1107329"/>
                  </a:lnTo>
                  <a:lnTo>
                    <a:pt x="1909124" y="1038709"/>
                  </a:lnTo>
                  <a:lnTo>
                    <a:pt x="1916948" y="969102"/>
                  </a:lnTo>
                  <a:lnTo>
                    <a:pt x="1924772" y="898812"/>
                  </a:lnTo>
                  <a:lnTo>
                    <a:pt x="1932596" y="828166"/>
                  </a:lnTo>
                  <a:lnTo>
                    <a:pt x="1940421" y="757512"/>
                  </a:lnTo>
                  <a:lnTo>
                    <a:pt x="1948245" y="687221"/>
                  </a:lnTo>
                  <a:lnTo>
                    <a:pt x="1956069" y="617970"/>
                  </a:lnTo>
                  <a:lnTo>
                    <a:pt x="1963894" y="550135"/>
                  </a:lnTo>
                  <a:lnTo>
                    <a:pt x="1971718" y="484126"/>
                  </a:lnTo>
                  <a:lnTo>
                    <a:pt x="1979542" y="420375"/>
                  </a:lnTo>
                  <a:lnTo>
                    <a:pt x="1987366" y="359311"/>
                  </a:lnTo>
                  <a:lnTo>
                    <a:pt x="1995191" y="301366"/>
                  </a:lnTo>
                  <a:lnTo>
                    <a:pt x="2003015" y="247432"/>
                  </a:lnTo>
                  <a:lnTo>
                    <a:pt x="2010839" y="198101"/>
                  </a:lnTo>
                  <a:lnTo>
                    <a:pt x="2018664" y="153348"/>
                  </a:lnTo>
                  <a:lnTo>
                    <a:pt x="2026488" y="113536"/>
                  </a:lnTo>
                  <a:lnTo>
                    <a:pt x="2034312" y="79006"/>
                  </a:lnTo>
                  <a:lnTo>
                    <a:pt x="2042136" y="50069"/>
                  </a:lnTo>
                  <a:lnTo>
                    <a:pt x="2049961" y="27112"/>
                  </a:lnTo>
                  <a:lnTo>
                    <a:pt x="2057785" y="11627"/>
                  </a:lnTo>
                  <a:lnTo>
                    <a:pt x="2065609" y="2549"/>
                  </a:lnTo>
                  <a:lnTo>
                    <a:pt x="2073434" y="0"/>
                  </a:lnTo>
                  <a:lnTo>
                    <a:pt x="2081258" y="4055"/>
                  </a:lnTo>
                  <a:lnTo>
                    <a:pt x="2089082" y="14747"/>
                  </a:lnTo>
                  <a:lnTo>
                    <a:pt x="2096906" y="32062"/>
                  </a:lnTo>
                  <a:lnTo>
                    <a:pt x="2104731" y="56873"/>
                  </a:lnTo>
                  <a:lnTo>
                    <a:pt x="2112555" y="88537"/>
                  </a:lnTo>
                  <a:lnTo>
                    <a:pt x="2120379" y="126328"/>
                  </a:lnTo>
                  <a:lnTo>
                    <a:pt x="2128203" y="169993"/>
                  </a:lnTo>
                  <a:lnTo>
                    <a:pt x="2136028" y="219239"/>
                  </a:lnTo>
                  <a:lnTo>
                    <a:pt x="2143852" y="273734"/>
                  </a:lnTo>
                  <a:lnTo>
                    <a:pt x="2151676" y="333336"/>
                  </a:lnTo>
                  <a:lnTo>
                    <a:pt x="2159501" y="398024"/>
                  </a:lnTo>
                  <a:lnTo>
                    <a:pt x="2167325" y="466506"/>
                  </a:lnTo>
                  <a:lnTo>
                    <a:pt x="2175149" y="538325"/>
                  </a:lnTo>
                  <a:lnTo>
                    <a:pt x="2182973" y="613019"/>
                  </a:lnTo>
                  <a:lnTo>
                    <a:pt x="2190798" y="690122"/>
                  </a:lnTo>
                  <a:lnTo>
                    <a:pt x="2198622" y="769168"/>
                  </a:lnTo>
                  <a:lnTo>
                    <a:pt x="2206446" y="849847"/>
                  </a:lnTo>
                  <a:lnTo>
                    <a:pt x="2214271" y="931380"/>
                  </a:lnTo>
                  <a:lnTo>
                    <a:pt x="2222095" y="1013298"/>
                  </a:lnTo>
                  <a:lnTo>
                    <a:pt x="2229919" y="1095214"/>
                  </a:lnTo>
                  <a:lnTo>
                    <a:pt x="2237743" y="1176765"/>
                  </a:lnTo>
                  <a:lnTo>
                    <a:pt x="2245568" y="1257613"/>
                  </a:lnTo>
                  <a:lnTo>
                    <a:pt x="2253392" y="1337326"/>
                  </a:lnTo>
                  <a:lnTo>
                    <a:pt x="2261216" y="1415445"/>
                  </a:lnTo>
                  <a:lnTo>
                    <a:pt x="2269040" y="1491887"/>
                  </a:lnTo>
                  <a:lnTo>
                    <a:pt x="2276865" y="1566445"/>
                  </a:lnTo>
                  <a:lnTo>
                    <a:pt x="2284689" y="1638932"/>
                  </a:lnTo>
                  <a:lnTo>
                    <a:pt x="2292513" y="1709184"/>
                  </a:lnTo>
                  <a:lnTo>
                    <a:pt x="2300338" y="1777056"/>
                  </a:lnTo>
                  <a:lnTo>
                    <a:pt x="2308162" y="1841845"/>
                  </a:lnTo>
                  <a:lnTo>
                    <a:pt x="2315986" y="1903944"/>
                  </a:lnTo>
                  <a:lnTo>
                    <a:pt x="2323810" y="1963302"/>
                  </a:lnTo>
                  <a:lnTo>
                    <a:pt x="2331635" y="2019854"/>
                  </a:lnTo>
                  <a:lnTo>
                    <a:pt x="2339459" y="2073548"/>
                  </a:lnTo>
                  <a:lnTo>
                    <a:pt x="2347283" y="2124346"/>
                  </a:lnTo>
                  <a:lnTo>
                    <a:pt x="2355108" y="2171872"/>
                  </a:lnTo>
                  <a:lnTo>
                    <a:pt x="2362932" y="2216160"/>
                  </a:lnTo>
                  <a:lnTo>
                    <a:pt x="2370756" y="2257535"/>
                  </a:lnTo>
                  <a:lnTo>
                    <a:pt x="2378580" y="2296025"/>
                  </a:lnTo>
                  <a:lnTo>
                    <a:pt x="2386405" y="2331674"/>
                  </a:lnTo>
                  <a:lnTo>
                    <a:pt x="2394229" y="2364535"/>
                  </a:lnTo>
                  <a:lnTo>
                    <a:pt x="2402053" y="2394613"/>
                  </a:lnTo>
                  <a:lnTo>
                    <a:pt x="2409878" y="2421553"/>
                  </a:lnTo>
                  <a:lnTo>
                    <a:pt x="2417702" y="2446009"/>
                  </a:lnTo>
                  <a:lnTo>
                    <a:pt x="2425526" y="2468091"/>
                  </a:lnTo>
                  <a:lnTo>
                    <a:pt x="2433350" y="2487920"/>
                  </a:lnTo>
                  <a:lnTo>
                    <a:pt x="2441175" y="2505620"/>
                  </a:lnTo>
                  <a:lnTo>
                    <a:pt x="2448999" y="2521322"/>
                  </a:lnTo>
                  <a:lnTo>
                    <a:pt x="2456823" y="2534907"/>
                  </a:lnTo>
                  <a:lnTo>
                    <a:pt x="2464647" y="2546716"/>
                  </a:lnTo>
                  <a:lnTo>
                    <a:pt x="2472472" y="2557017"/>
                  </a:lnTo>
                  <a:lnTo>
                    <a:pt x="2480296" y="2565944"/>
                  </a:lnTo>
                  <a:lnTo>
                    <a:pt x="2488120" y="2573627"/>
                  </a:lnTo>
                  <a:lnTo>
                    <a:pt x="2495945" y="2580193"/>
                  </a:lnTo>
                  <a:lnTo>
                    <a:pt x="2503769" y="2585713"/>
                  </a:lnTo>
                  <a:lnTo>
                    <a:pt x="2511593" y="2590245"/>
                  </a:lnTo>
                  <a:lnTo>
                    <a:pt x="2519417" y="2594055"/>
                  </a:lnTo>
                  <a:lnTo>
                    <a:pt x="2527242" y="2597235"/>
                  </a:lnTo>
                  <a:lnTo>
                    <a:pt x="2535066" y="2599867"/>
                  </a:lnTo>
                  <a:lnTo>
                    <a:pt x="2542890" y="2602030"/>
                  </a:lnTo>
                  <a:lnTo>
                    <a:pt x="2550715" y="2603791"/>
                  </a:lnTo>
                  <a:lnTo>
                    <a:pt x="2558539" y="2605163"/>
                  </a:lnTo>
                  <a:lnTo>
                    <a:pt x="2566363" y="2606265"/>
                  </a:lnTo>
                  <a:lnTo>
                    <a:pt x="2574187" y="2607149"/>
                  </a:lnTo>
                  <a:lnTo>
                    <a:pt x="2582012" y="2607853"/>
                  </a:lnTo>
                  <a:lnTo>
                    <a:pt x="2589836" y="2608408"/>
                  </a:lnTo>
                  <a:lnTo>
                    <a:pt x="2597660" y="2608842"/>
                  </a:lnTo>
                  <a:lnTo>
                    <a:pt x="2605485" y="2609171"/>
                  </a:lnTo>
                  <a:lnTo>
                    <a:pt x="2613309" y="2609418"/>
                  </a:lnTo>
                  <a:lnTo>
                    <a:pt x="2621133" y="2609609"/>
                  </a:lnTo>
                  <a:lnTo>
                    <a:pt x="2628957" y="2609755"/>
                  </a:lnTo>
                  <a:lnTo>
                    <a:pt x="2636782" y="2609866"/>
                  </a:lnTo>
                  <a:lnTo>
                    <a:pt x="2644606" y="2609949"/>
                  </a:lnTo>
                  <a:lnTo>
                    <a:pt x="2652430" y="2610010"/>
                  </a:lnTo>
                  <a:lnTo>
                    <a:pt x="2660254" y="2610053"/>
                  </a:lnTo>
                  <a:lnTo>
                    <a:pt x="2668079" y="2610085"/>
                  </a:lnTo>
                  <a:lnTo>
                    <a:pt x="2675903" y="2610108"/>
                  </a:lnTo>
                  <a:lnTo>
                    <a:pt x="2683727" y="2610125"/>
                  </a:lnTo>
                  <a:lnTo>
                    <a:pt x="2691552" y="2610137"/>
                  </a:lnTo>
                  <a:lnTo>
                    <a:pt x="2699376" y="2610146"/>
                  </a:lnTo>
                  <a:lnTo>
                    <a:pt x="2707200" y="2610152"/>
                  </a:lnTo>
                  <a:lnTo>
                    <a:pt x="2715024" y="2610156"/>
                  </a:lnTo>
                  <a:lnTo>
                    <a:pt x="2722849" y="2610159"/>
                  </a:lnTo>
                  <a:lnTo>
                    <a:pt x="2730673" y="2610161"/>
                  </a:lnTo>
                  <a:lnTo>
                    <a:pt x="2738497" y="2610162"/>
                  </a:lnTo>
                  <a:lnTo>
                    <a:pt x="2746322" y="2610163"/>
                  </a:lnTo>
                  <a:lnTo>
                    <a:pt x="2754146" y="2610164"/>
                  </a:lnTo>
                  <a:lnTo>
                    <a:pt x="2761970" y="2610164"/>
                  </a:lnTo>
                  <a:lnTo>
                    <a:pt x="2769794" y="2610165"/>
                  </a:lnTo>
                  <a:lnTo>
                    <a:pt x="2777619" y="2610165"/>
                  </a:lnTo>
                  <a:lnTo>
                    <a:pt x="2785443" y="2610165"/>
                  </a:lnTo>
                  <a:lnTo>
                    <a:pt x="2793267" y="2610165"/>
                  </a:lnTo>
                  <a:lnTo>
                    <a:pt x="2801091" y="2610165"/>
                  </a:lnTo>
                  <a:lnTo>
                    <a:pt x="2808916" y="2610165"/>
                  </a:lnTo>
                  <a:lnTo>
                    <a:pt x="2816740" y="2610165"/>
                  </a:lnTo>
                  <a:lnTo>
                    <a:pt x="2824564" y="2610165"/>
                  </a:lnTo>
                  <a:lnTo>
                    <a:pt x="2832389" y="2610165"/>
                  </a:lnTo>
                  <a:lnTo>
                    <a:pt x="2840213" y="2610165"/>
                  </a:lnTo>
                  <a:lnTo>
                    <a:pt x="2848037" y="2610165"/>
                  </a:lnTo>
                  <a:lnTo>
                    <a:pt x="2855861" y="2610165"/>
                  </a:lnTo>
                  <a:lnTo>
                    <a:pt x="2863686" y="2610165"/>
                  </a:lnTo>
                  <a:lnTo>
                    <a:pt x="2871510" y="2610165"/>
                  </a:lnTo>
                  <a:lnTo>
                    <a:pt x="2879334" y="2610165"/>
                  </a:lnTo>
                  <a:lnTo>
                    <a:pt x="2887159" y="2610165"/>
                  </a:lnTo>
                  <a:lnTo>
                    <a:pt x="2894983" y="2610165"/>
                  </a:lnTo>
                  <a:lnTo>
                    <a:pt x="2902807" y="2610165"/>
                  </a:lnTo>
                  <a:lnTo>
                    <a:pt x="2910631" y="2610165"/>
                  </a:lnTo>
                  <a:lnTo>
                    <a:pt x="2918456" y="2610165"/>
                  </a:lnTo>
                  <a:lnTo>
                    <a:pt x="2926280" y="2610165"/>
                  </a:lnTo>
                  <a:lnTo>
                    <a:pt x="2934104" y="2610165"/>
                  </a:lnTo>
                  <a:lnTo>
                    <a:pt x="2941929" y="2610165"/>
                  </a:lnTo>
                  <a:lnTo>
                    <a:pt x="2949753" y="2610165"/>
                  </a:lnTo>
                  <a:lnTo>
                    <a:pt x="2957577" y="2610165"/>
                  </a:lnTo>
                  <a:lnTo>
                    <a:pt x="2965401" y="2610165"/>
                  </a:lnTo>
                  <a:lnTo>
                    <a:pt x="2973226" y="2610165"/>
                  </a:lnTo>
                  <a:lnTo>
                    <a:pt x="2981050" y="2610165"/>
                  </a:lnTo>
                  <a:lnTo>
                    <a:pt x="2988874" y="2610165"/>
                  </a:lnTo>
                  <a:lnTo>
                    <a:pt x="2996698" y="2610165"/>
                  </a:lnTo>
                  <a:lnTo>
                    <a:pt x="3004523" y="2610165"/>
                  </a:lnTo>
                  <a:lnTo>
                    <a:pt x="3012347" y="2610165"/>
                  </a:lnTo>
                  <a:lnTo>
                    <a:pt x="3020171" y="2610165"/>
                  </a:lnTo>
                  <a:lnTo>
                    <a:pt x="3027996" y="2610165"/>
                  </a:lnTo>
                  <a:lnTo>
                    <a:pt x="3035820" y="2610165"/>
                  </a:lnTo>
                  <a:lnTo>
                    <a:pt x="3043644" y="2610165"/>
                  </a:lnTo>
                  <a:lnTo>
                    <a:pt x="3051468" y="2610165"/>
                  </a:lnTo>
                  <a:lnTo>
                    <a:pt x="3059293" y="2610165"/>
                  </a:lnTo>
                  <a:lnTo>
                    <a:pt x="3067117" y="2610165"/>
                  </a:lnTo>
                  <a:lnTo>
                    <a:pt x="3074941" y="2610165"/>
                  </a:lnTo>
                  <a:lnTo>
                    <a:pt x="3082766" y="2610165"/>
                  </a:lnTo>
                  <a:lnTo>
                    <a:pt x="3090590" y="2610165"/>
                  </a:lnTo>
                  <a:lnTo>
                    <a:pt x="3098414" y="2610165"/>
                  </a:lnTo>
                  <a:lnTo>
                    <a:pt x="3106238" y="2610165"/>
                  </a:lnTo>
                  <a:lnTo>
                    <a:pt x="3114063" y="2610165"/>
                  </a:lnTo>
                  <a:lnTo>
                    <a:pt x="3121887" y="2610165"/>
                  </a:lnTo>
                  <a:lnTo>
                    <a:pt x="3129711" y="2610165"/>
                  </a:lnTo>
                  <a:lnTo>
                    <a:pt x="3137536" y="2610165"/>
                  </a:lnTo>
                  <a:lnTo>
                    <a:pt x="3145360" y="2610165"/>
                  </a:lnTo>
                  <a:lnTo>
                    <a:pt x="3153184" y="2610165"/>
                  </a:lnTo>
                  <a:lnTo>
                    <a:pt x="3161008" y="2610165"/>
                  </a:lnTo>
                  <a:lnTo>
                    <a:pt x="3168833" y="2610165"/>
                  </a:lnTo>
                  <a:lnTo>
                    <a:pt x="3176657" y="2610165"/>
                  </a:lnTo>
                  <a:lnTo>
                    <a:pt x="3184481" y="2610165"/>
                  </a:lnTo>
                  <a:lnTo>
                    <a:pt x="3192305" y="2610165"/>
                  </a:lnTo>
                  <a:lnTo>
                    <a:pt x="3200130" y="2610165"/>
                  </a:lnTo>
                  <a:lnTo>
                    <a:pt x="3207954" y="2610165"/>
                  </a:lnTo>
                  <a:lnTo>
                    <a:pt x="3215778" y="2610165"/>
                  </a:lnTo>
                  <a:lnTo>
                    <a:pt x="3223603" y="2610165"/>
                  </a:lnTo>
                  <a:lnTo>
                    <a:pt x="3231427" y="2610165"/>
                  </a:lnTo>
                  <a:lnTo>
                    <a:pt x="3239251" y="2610165"/>
                  </a:lnTo>
                  <a:lnTo>
                    <a:pt x="3247075" y="2610165"/>
                  </a:lnTo>
                  <a:lnTo>
                    <a:pt x="3254900" y="2610165"/>
                  </a:lnTo>
                  <a:lnTo>
                    <a:pt x="3262724" y="2610165"/>
                  </a:lnTo>
                  <a:lnTo>
                    <a:pt x="3270548" y="2610165"/>
                  </a:lnTo>
                  <a:lnTo>
                    <a:pt x="3278373" y="2610165"/>
                  </a:lnTo>
                  <a:lnTo>
                    <a:pt x="3286197" y="2610165"/>
                  </a:lnTo>
                  <a:lnTo>
                    <a:pt x="3294021" y="2610165"/>
                  </a:lnTo>
                  <a:lnTo>
                    <a:pt x="3301845" y="2610165"/>
                  </a:lnTo>
                  <a:lnTo>
                    <a:pt x="3309670" y="2610165"/>
                  </a:lnTo>
                  <a:lnTo>
                    <a:pt x="3317494" y="2610165"/>
                  </a:lnTo>
                  <a:lnTo>
                    <a:pt x="3325318" y="2610165"/>
                  </a:lnTo>
                  <a:lnTo>
                    <a:pt x="3333142" y="2610165"/>
                  </a:lnTo>
                  <a:lnTo>
                    <a:pt x="3340967" y="2610165"/>
                  </a:lnTo>
                  <a:lnTo>
                    <a:pt x="3348791" y="2610165"/>
                  </a:lnTo>
                  <a:lnTo>
                    <a:pt x="3356615" y="2610165"/>
                  </a:lnTo>
                  <a:lnTo>
                    <a:pt x="3364440" y="2610165"/>
                  </a:lnTo>
                  <a:lnTo>
                    <a:pt x="3372264" y="2610165"/>
                  </a:lnTo>
                  <a:lnTo>
                    <a:pt x="3380088" y="2610165"/>
                  </a:lnTo>
                  <a:lnTo>
                    <a:pt x="3387912" y="2610165"/>
                  </a:lnTo>
                  <a:lnTo>
                    <a:pt x="3395737" y="2610165"/>
                  </a:lnTo>
                  <a:lnTo>
                    <a:pt x="3403561" y="2610165"/>
                  </a:lnTo>
                  <a:lnTo>
                    <a:pt x="3411385" y="2610165"/>
                  </a:lnTo>
                  <a:lnTo>
                    <a:pt x="3419210" y="2610165"/>
                  </a:lnTo>
                  <a:lnTo>
                    <a:pt x="3427034" y="2610165"/>
                  </a:lnTo>
                  <a:lnTo>
                    <a:pt x="3434858" y="2610165"/>
                  </a:lnTo>
                  <a:lnTo>
                    <a:pt x="3442682" y="2610165"/>
                  </a:lnTo>
                  <a:lnTo>
                    <a:pt x="3450507" y="2610165"/>
                  </a:lnTo>
                  <a:lnTo>
                    <a:pt x="3458331" y="2610165"/>
                  </a:lnTo>
                  <a:lnTo>
                    <a:pt x="3466155" y="2610165"/>
                  </a:lnTo>
                  <a:lnTo>
                    <a:pt x="3473980" y="2610165"/>
                  </a:lnTo>
                  <a:lnTo>
                    <a:pt x="3481804" y="2610165"/>
                  </a:lnTo>
                  <a:lnTo>
                    <a:pt x="3489628" y="2610165"/>
                  </a:lnTo>
                  <a:lnTo>
                    <a:pt x="3497452" y="2610165"/>
                  </a:lnTo>
                  <a:lnTo>
                    <a:pt x="3505277" y="2610165"/>
                  </a:lnTo>
                  <a:lnTo>
                    <a:pt x="3513101" y="2610165"/>
                  </a:lnTo>
                  <a:lnTo>
                    <a:pt x="3520925" y="2610165"/>
                  </a:lnTo>
                  <a:lnTo>
                    <a:pt x="3528749" y="2610165"/>
                  </a:lnTo>
                  <a:lnTo>
                    <a:pt x="3536574" y="2610165"/>
                  </a:lnTo>
                  <a:lnTo>
                    <a:pt x="3544398" y="2610165"/>
                  </a:lnTo>
                  <a:lnTo>
                    <a:pt x="3552222" y="2610165"/>
                  </a:lnTo>
                  <a:lnTo>
                    <a:pt x="3560047" y="2610165"/>
                  </a:lnTo>
                  <a:lnTo>
                    <a:pt x="3567871" y="2610165"/>
                  </a:lnTo>
                  <a:lnTo>
                    <a:pt x="3575695" y="2610165"/>
                  </a:lnTo>
                  <a:lnTo>
                    <a:pt x="3583519" y="2610165"/>
                  </a:lnTo>
                  <a:lnTo>
                    <a:pt x="3591344" y="2610165"/>
                  </a:lnTo>
                  <a:lnTo>
                    <a:pt x="3599168" y="2610165"/>
                  </a:lnTo>
                  <a:lnTo>
                    <a:pt x="3606992" y="2610165"/>
                  </a:lnTo>
                  <a:lnTo>
                    <a:pt x="3614817" y="2610165"/>
                  </a:lnTo>
                  <a:lnTo>
                    <a:pt x="3622641" y="2610165"/>
                  </a:lnTo>
                  <a:lnTo>
                    <a:pt x="3630465" y="2610165"/>
                  </a:lnTo>
                  <a:lnTo>
                    <a:pt x="3638289" y="2610165"/>
                  </a:lnTo>
                  <a:lnTo>
                    <a:pt x="3646114" y="2610165"/>
                  </a:lnTo>
                  <a:lnTo>
                    <a:pt x="3653938" y="2610165"/>
                  </a:lnTo>
                  <a:lnTo>
                    <a:pt x="3661762" y="2610165"/>
                  </a:lnTo>
                  <a:lnTo>
                    <a:pt x="3669586" y="2610165"/>
                  </a:lnTo>
                  <a:lnTo>
                    <a:pt x="3677411" y="2610165"/>
                  </a:lnTo>
                  <a:lnTo>
                    <a:pt x="3685235" y="2610165"/>
                  </a:lnTo>
                  <a:lnTo>
                    <a:pt x="3693059" y="2610165"/>
                  </a:lnTo>
                  <a:lnTo>
                    <a:pt x="3700884" y="2610165"/>
                  </a:lnTo>
                  <a:lnTo>
                    <a:pt x="3708708" y="2610165"/>
                  </a:lnTo>
                  <a:lnTo>
                    <a:pt x="3716532" y="2610165"/>
                  </a:lnTo>
                  <a:lnTo>
                    <a:pt x="3724356" y="2610165"/>
                  </a:lnTo>
                  <a:lnTo>
                    <a:pt x="3732181" y="2610165"/>
                  </a:lnTo>
                  <a:lnTo>
                    <a:pt x="3740005" y="2610165"/>
                  </a:lnTo>
                  <a:lnTo>
                    <a:pt x="3747829" y="2610165"/>
                  </a:lnTo>
                  <a:lnTo>
                    <a:pt x="3755654" y="2610165"/>
                  </a:lnTo>
                  <a:lnTo>
                    <a:pt x="3763478" y="2610165"/>
                  </a:lnTo>
                  <a:lnTo>
                    <a:pt x="3771302" y="2610165"/>
                  </a:lnTo>
                  <a:lnTo>
                    <a:pt x="3779126" y="2610165"/>
                  </a:lnTo>
                  <a:lnTo>
                    <a:pt x="3786951" y="2610165"/>
                  </a:lnTo>
                  <a:lnTo>
                    <a:pt x="3794775" y="2610165"/>
                  </a:lnTo>
                  <a:lnTo>
                    <a:pt x="3802599" y="2610165"/>
                  </a:lnTo>
                  <a:lnTo>
                    <a:pt x="3810424" y="2610165"/>
                  </a:lnTo>
                  <a:lnTo>
                    <a:pt x="3818248" y="2610165"/>
                  </a:lnTo>
                  <a:lnTo>
                    <a:pt x="3826072" y="2610165"/>
                  </a:lnTo>
                  <a:lnTo>
                    <a:pt x="3833896" y="2610165"/>
                  </a:lnTo>
                  <a:lnTo>
                    <a:pt x="3841721" y="2610165"/>
                  </a:lnTo>
                  <a:lnTo>
                    <a:pt x="3849545" y="2610165"/>
                  </a:lnTo>
                  <a:lnTo>
                    <a:pt x="3857369" y="2610165"/>
                  </a:lnTo>
                  <a:lnTo>
                    <a:pt x="3865193" y="2610165"/>
                  </a:lnTo>
                  <a:lnTo>
                    <a:pt x="3873018" y="2610165"/>
                  </a:lnTo>
                  <a:lnTo>
                    <a:pt x="3880842" y="2610165"/>
                  </a:lnTo>
                  <a:lnTo>
                    <a:pt x="3888666" y="2610165"/>
                  </a:lnTo>
                  <a:lnTo>
                    <a:pt x="3896491" y="2610165"/>
                  </a:lnTo>
                  <a:lnTo>
                    <a:pt x="3904315" y="2610165"/>
                  </a:lnTo>
                  <a:lnTo>
                    <a:pt x="3912139" y="2610165"/>
                  </a:lnTo>
                  <a:lnTo>
                    <a:pt x="3919963" y="2610165"/>
                  </a:lnTo>
                  <a:lnTo>
                    <a:pt x="3927788" y="2610165"/>
                  </a:lnTo>
                  <a:lnTo>
                    <a:pt x="3935612" y="2610165"/>
                  </a:lnTo>
                  <a:lnTo>
                    <a:pt x="3943436" y="2610165"/>
                  </a:lnTo>
                  <a:lnTo>
                    <a:pt x="3951261" y="2610165"/>
                  </a:lnTo>
                  <a:lnTo>
                    <a:pt x="3959085" y="2610165"/>
                  </a:lnTo>
                  <a:lnTo>
                    <a:pt x="3966909" y="2610165"/>
                  </a:lnTo>
                  <a:lnTo>
                    <a:pt x="3974733" y="2610165"/>
                  </a:lnTo>
                  <a:lnTo>
                    <a:pt x="3982558" y="2610165"/>
                  </a:lnTo>
                  <a:lnTo>
                    <a:pt x="3990382" y="2610165"/>
                  </a:lnTo>
                  <a:lnTo>
                    <a:pt x="3998206" y="2610165"/>
                  </a:lnTo>
                  <a:lnTo>
                    <a:pt x="3990382" y="2610165"/>
                  </a:lnTo>
                  <a:lnTo>
                    <a:pt x="3982558" y="2610165"/>
                  </a:lnTo>
                  <a:lnTo>
                    <a:pt x="3974733" y="2610165"/>
                  </a:lnTo>
                  <a:lnTo>
                    <a:pt x="3966909" y="2610165"/>
                  </a:lnTo>
                  <a:lnTo>
                    <a:pt x="3959085" y="2610165"/>
                  </a:lnTo>
                  <a:lnTo>
                    <a:pt x="3951261" y="2610165"/>
                  </a:lnTo>
                  <a:lnTo>
                    <a:pt x="3943436" y="2610165"/>
                  </a:lnTo>
                  <a:lnTo>
                    <a:pt x="3935612" y="2610165"/>
                  </a:lnTo>
                  <a:lnTo>
                    <a:pt x="3927788" y="2610165"/>
                  </a:lnTo>
                  <a:lnTo>
                    <a:pt x="3919963" y="2610165"/>
                  </a:lnTo>
                  <a:lnTo>
                    <a:pt x="3912139" y="2610165"/>
                  </a:lnTo>
                  <a:lnTo>
                    <a:pt x="3904315" y="2610165"/>
                  </a:lnTo>
                  <a:lnTo>
                    <a:pt x="3896491" y="2610165"/>
                  </a:lnTo>
                  <a:lnTo>
                    <a:pt x="3888666" y="2610165"/>
                  </a:lnTo>
                  <a:lnTo>
                    <a:pt x="3880842" y="2610165"/>
                  </a:lnTo>
                  <a:lnTo>
                    <a:pt x="3873018" y="2610165"/>
                  </a:lnTo>
                  <a:lnTo>
                    <a:pt x="3865193" y="2610165"/>
                  </a:lnTo>
                  <a:lnTo>
                    <a:pt x="3857369" y="2610165"/>
                  </a:lnTo>
                  <a:lnTo>
                    <a:pt x="3849545" y="2610165"/>
                  </a:lnTo>
                  <a:lnTo>
                    <a:pt x="3841721" y="2610165"/>
                  </a:lnTo>
                  <a:lnTo>
                    <a:pt x="3833896" y="2610165"/>
                  </a:lnTo>
                  <a:lnTo>
                    <a:pt x="3826072" y="2610165"/>
                  </a:lnTo>
                  <a:lnTo>
                    <a:pt x="3818248" y="2610165"/>
                  </a:lnTo>
                  <a:lnTo>
                    <a:pt x="3810424" y="2610165"/>
                  </a:lnTo>
                  <a:lnTo>
                    <a:pt x="3802599" y="2610165"/>
                  </a:lnTo>
                  <a:lnTo>
                    <a:pt x="3794775" y="2610165"/>
                  </a:lnTo>
                  <a:lnTo>
                    <a:pt x="3786951" y="2610165"/>
                  </a:lnTo>
                  <a:lnTo>
                    <a:pt x="3779126" y="2610165"/>
                  </a:lnTo>
                  <a:lnTo>
                    <a:pt x="3771302" y="2610165"/>
                  </a:lnTo>
                  <a:lnTo>
                    <a:pt x="3763478" y="2610165"/>
                  </a:lnTo>
                  <a:lnTo>
                    <a:pt x="3755654" y="2610165"/>
                  </a:lnTo>
                  <a:lnTo>
                    <a:pt x="3747829" y="2610165"/>
                  </a:lnTo>
                  <a:lnTo>
                    <a:pt x="3740005" y="2610165"/>
                  </a:lnTo>
                  <a:lnTo>
                    <a:pt x="3732181" y="2610165"/>
                  </a:lnTo>
                  <a:lnTo>
                    <a:pt x="3724356" y="2610165"/>
                  </a:lnTo>
                  <a:lnTo>
                    <a:pt x="3716532" y="2610165"/>
                  </a:lnTo>
                  <a:lnTo>
                    <a:pt x="3708708" y="2610165"/>
                  </a:lnTo>
                  <a:lnTo>
                    <a:pt x="3700884" y="2610165"/>
                  </a:lnTo>
                  <a:lnTo>
                    <a:pt x="3693059" y="2610165"/>
                  </a:lnTo>
                  <a:lnTo>
                    <a:pt x="3685235" y="2610165"/>
                  </a:lnTo>
                  <a:lnTo>
                    <a:pt x="3677411" y="2610165"/>
                  </a:lnTo>
                  <a:lnTo>
                    <a:pt x="3669586" y="2610165"/>
                  </a:lnTo>
                  <a:lnTo>
                    <a:pt x="3661762" y="2610165"/>
                  </a:lnTo>
                  <a:lnTo>
                    <a:pt x="3653938" y="2610165"/>
                  </a:lnTo>
                  <a:lnTo>
                    <a:pt x="3646114" y="2610165"/>
                  </a:lnTo>
                  <a:lnTo>
                    <a:pt x="3638289" y="2610165"/>
                  </a:lnTo>
                  <a:lnTo>
                    <a:pt x="3630465" y="2610165"/>
                  </a:lnTo>
                  <a:lnTo>
                    <a:pt x="3622641" y="2610165"/>
                  </a:lnTo>
                  <a:lnTo>
                    <a:pt x="3614817" y="2610165"/>
                  </a:lnTo>
                  <a:lnTo>
                    <a:pt x="3606992" y="2610165"/>
                  </a:lnTo>
                  <a:lnTo>
                    <a:pt x="3599168" y="2610165"/>
                  </a:lnTo>
                  <a:lnTo>
                    <a:pt x="3591344" y="2610165"/>
                  </a:lnTo>
                  <a:lnTo>
                    <a:pt x="3583519" y="2610165"/>
                  </a:lnTo>
                  <a:lnTo>
                    <a:pt x="3575695" y="2610165"/>
                  </a:lnTo>
                  <a:lnTo>
                    <a:pt x="3567871" y="2610165"/>
                  </a:lnTo>
                  <a:lnTo>
                    <a:pt x="3560047" y="2610165"/>
                  </a:lnTo>
                  <a:lnTo>
                    <a:pt x="3552222" y="2610165"/>
                  </a:lnTo>
                  <a:lnTo>
                    <a:pt x="3544398" y="2610165"/>
                  </a:lnTo>
                  <a:lnTo>
                    <a:pt x="3536574" y="2610165"/>
                  </a:lnTo>
                  <a:lnTo>
                    <a:pt x="3528749" y="2610165"/>
                  </a:lnTo>
                  <a:lnTo>
                    <a:pt x="3520925" y="2610165"/>
                  </a:lnTo>
                  <a:lnTo>
                    <a:pt x="3513101" y="2610165"/>
                  </a:lnTo>
                  <a:lnTo>
                    <a:pt x="3505277" y="2610165"/>
                  </a:lnTo>
                  <a:lnTo>
                    <a:pt x="3497452" y="2610165"/>
                  </a:lnTo>
                  <a:lnTo>
                    <a:pt x="3489628" y="2610165"/>
                  </a:lnTo>
                  <a:lnTo>
                    <a:pt x="3481804" y="2610165"/>
                  </a:lnTo>
                  <a:lnTo>
                    <a:pt x="3473980" y="2610165"/>
                  </a:lnTo>
                  <a:lnTo>
                    <a:pt x="3466155" y="2610165"/>
                  </a:lnTo>
                  <a:lnTo>
                    <a:pt x="3458331" y="2610165"/>
                  </a:lnTo>
                  <a:lnTo>
                    <a:pt x="3450507" y="2610165"/>
                  </a:lnTo>
                  <a:lnTo>
                    <a:pt x="3442682" y="2610165"/>
                  </a:lnTo>
                  <a:lnTo>
                    <a:pt x="3434858" y="2610165"/>
                  </a:lnTo>
                  <a:lnTo>
                    <a:pt x="3427034" y="2610165"/>
                  </a:lnTo>
                  <a:lnTo>
                    <a:pt x="3419210" y="2610165"/>
                  </a:lnTo>
                  <a:lnTo>
                    <a:pt x="3411385" y="2610165"/>
                  </a:lnTo>
                  <a:lnTo>
                    <a:pt x="3403561" y="2610165"/>
                  </a:lnTo>
                  <a:lnTo>
                    <a:pt x="3395737" y="2610165"/>
                  </a:lnTo>
                  <a:lnTo>
                    <a:pt x="3387912" y="2610165"/>
                  </a:lnTo>
                  <a:lnTo>
                    <a:pt x="3380088" y="2610165"/>
                  </a:lnTo>
                  <a:lnTo>
                    <a:pt x="3372264" y="2610165"/>
                  </a:lnTo>
                  <a:lnTo>
                    <a:pt x="3364440" y="2610165"/>
                  </a:lnTo>
                  <a:lnTo>
                    <a:pt x="3356615" y="2610165"/>
                  </a:lnTo>
                  <a:lnTo>
                    <a:pt x="3348791" y="2610165"/>
                  </a:lnTo>
                  <a:lnTo>
                    <a:pt x="3340967" y="2610165"/>
                  </a:lnTo>
                  <a:lnTo>
                    <a:pt x="3333142" y="2610165"/>
                  </a:lnTo>
                  <a:lnTo>
                    <a:pt x="3325318" y="2610165"/>
                  </a:lnTo>
                  <a:lnTo>
                    <a:pt x="3317494" y="2610165"/>
                  </a:lnTo>
                  <a:lnTo>
                    <a:pt x="3309670" y="2610165"/>
                  </a:lnTo>
                  <a:lnTo>
                    <a:pt x="3301845" y="2610165"/>
                  </a:lnTo>
                  <a:lnTo>
                    <a:pt x="3294021" y="2610165"/>
                  </a:lnTo>
                  <a:lnTo>
                    <a:pt x="3286197" y="2610165"/>
                  </a:lnTo>
                  <a:lnTo>
                    <a:pt x="3278373" y="2610165"/>
                  </a:lnTo>
                  <a:lnTo>
                    <a:pt x="3270548" y="2610165"/>
                  </a:lnTo>
                  <a:lnTo>
                    <a:pt x="3262724" y="2610165"/>
                  </a:lnTo>
                  <a:lnTo>
                    <a:pt x="3254900" y="2610165"/>
                  </a:lnTo>
                  <a:lnTo>
                    <a:pt x="3247075" y="2610165"/>
                  </a:lnTo>
                  <a:lnTo>
                    <a:pt x="3239251" y="2610165"/>
                  </a:lnTo>
                  <a:lnTo>
                    <a:pt x="3231427" y="2610165"/>
                  </a:lnTo>
                  <a:lnTo>
                    <a:pt x="3223603" y="2610165"/>
                  </a:lnTo>
                  <a:lnTo>
                    <a:pt x="3215778" y="2610165"/>
                  </a:lnTo>
                  <a:lnTo>
                    <a:pt x="3207954" y="2610165"/>
                  </a:lnTo>
                  <a:lnTo>
                    <a:pt x="3200130" y="2610165"/>
                  </a:lnTo>
                  <a:lnTo>
                    <a:pt x="3192305" y="2610165"/>
                  </a:lnTo>
                  <a:lnTo>
                    <a:pt x="3184481" y="2610165"/>
                  </a:lnTo>
                  <a:lnTo>
                    <a:pt x="3176657" y="2610165"/>
                  </a:lnTo>
                  <a:lnTo>
                    <a:pt x="3168833" y="2610165"/>
                  </a:lnTo>
                  <a:lnTo>
                    <a:pt x="3161008" y="2610165"/>
                  </a:lnTo>
                  <a:lnTo>
                    <a:pt x="3153184" y="2610165"/>
                  </a:lnTo>
                  <a:lnTo>
                    <a:pt x="3145360" y="2610165"/>
                  </a:lnTo>
                  <a:lnTo>
                    <a:pt x="3137536" y="2610165"/>
                  </a:lnTo>
                  <a:lnTo>
                    <a:pt x="3129711" y="2610165"/>
                  </a:lnTo>
                  <a:lnTo>
                    <a:pt x="3121887" y="2610165"/>
                  </a:lnTo>
                  <a:lnTo>
                    <a:pt x="3114063" y="2610165"/>
                  </a:lnTo>
                  <a:lnTo>
                    <a:pt x="3106238" y="2610165"/>
                  </a:lnTo>
                  <a:lnTo>
                    <a:pt x="3098414" y="2610165"/>
                  </a:lnTo>
                  <a:lnTo>
                    <a:pt x="3090590" y="2610165"/>
                  </a:lnTo>
                  <a:lnTo>
                    <a:pt x="3082766" y="2610165"/>
                  </a:lnTo>
                  <a:lnTo>
                    <a:pt x="3074941" y="2610165"/>
                  </a:lnTo>
                  <a:lnTo>
                    <a:pt x="3067117" y="2610165"/>
                  </a:lnTo>
                  <a:lnTo>
                    <a:pt x="3059293" y="2610165"/>
                  </a:lnTo>
                  <a:lnTo>
                    <a:pt x="3051468" y="2610165"/>
                  </a:lnTo>
                  <a:lnTo>
                    <a:pt x="3043644" y="2610165"/>
                  </a:lnTo>
                  <a:lnTo>
                    <a:pt x="3035820" y="2610165"/>
                  </a:lnTo>
                  <a:lnTo>
                    <a:pt x="3027996" y="2610165"/>
                  </a:lnTo>
                  <a:lnTo>
                    <a:pt x="3020171" y="2610165"/>
                  </a:lnTo>
                  <a:lnTo>
                    <a:pt x="3012347" y="2610165"/>
                  </a:lnTo>
                  <a:lnTo>
                    <a:pt x="3004523" y="2610165"/>
                  </a:lnTo>
                  <a:lnTo>
                    <a:pt x="2996698" y="2610165"/>
                  </a:lnTo>
                  <a:lnTo>
                    <a:pt x="2988874" y="2610165"/>
                  </a:lnTo>
                  <a:lnTo>
                    <a:pt x="2981050" y="2610165"/>
                  </a:lnTo>
                  <a:lnTo>
                    <a:pt x="2973226" y="2610165"/>
                  </a:lnTo>
                  <a:lnTo>
                    <a:pt x="2965401" y="2610165"/>
                  </a:lnTo>
                  <a:lnTo>
                    <a:pt x="2957577" y="2610165"/>
                  </a:lnTo>
                  <a:lnTo>
                    <a:pt x="2949753" y="2610165"/>
                  </a:lnTo>
                  <a:lnTo>
                    <a:pt x="2941929" y="2610165"/>
                  </a:lnTo>
                  <a:lnTo>
                    <a:pt x="2934104" y="2610165"/>
                  </a:lnTo>
                  <a:lnTo>
                    <a:pt x="2926280" y="2610165"/>
                  </a:lnTo>
                  <a:lnTo>
                    <a:pt x="2918456" y="2610165"/>
                  </a:lnTo>
                  <a:lnTo>
                    <a:pt x="2910631" y="2610165"/>
                  </a:lnTo>
                  <a:lnTo>
                    <a:pt x="2902807" y="2610165"/>
                  </a:lnTo>
                  <a:lnTo>
                    <a:pt x="2894983" y="2610165"/>
                  </a:lnTo>
                  <a:lnTo>
                    <a:pt x="2887159" y="2610165"/>
                  </a:lnTo>
                  <a:lnTo>
                    <a:pt x="2879334" y="2610165"/>
                  </a:lnTo>
                  <a:lnTo>
                    <a:pt x="2871510" y="2610165"/>
                  </a:lnTo>
                  <a:lnTo>
                    <a:pt x="2863686" y="2610165"/>
                  </a:lnTo>
                  <a:lnTo>
                    <a:pt x="2855861" y="2610165"/>
                  </a:lnTo>
                  <a:lnTo>
                    <a:pt x="2848037" y="2610165"/>
                  </a:lnTo>
                  <a:lnTo>
                    <a:pt x="2840213" y="2610165"/>
                  </a:lnTo>
                  <a:lnTo>
                    <a:pt x="2832389" y="2610165"/>
                  </a:lnTo>
                  <a:lnTo>
                    <a:pt x="2824564" y="2610165"/>
                  </a:lnTo>
                  <a:lnTo>
                    <a:pt x="2816740" y="2610165"/>
                  </a:lnTo>
                  <a:lnTo>
                    <a:pt x="2808916" y="2610165"/>
                  </a:lnTo>
                  <a:lnTo>
                    <a:pt x="2801091" y="2610165"/>
                  </a:lnTo>
                  <a:lnTo>
                    <a:pt x="2793267" y="2610165"/>
                  </a:lnTo>
                  <a:lnTo>
                    <a:pt x="2785443" y="2610165"/>
                  </a:lnTo>
                  <a:lnTo>
                    <a:pt x="2777619" y="2610165"/>
                  </a:lnTo>
                  <a:lnTo>
                    <a:pt x="2769794" y="2610165"/>
                  </a:lnTo>
                  <a:lnTo>
                    <a:pt x="2761970" y="2610165"/>
                  </a:lnTo>
                  <a:lnTo>
                    <a:pt x="2754146" y="2610165"/>
                  </a:lnTo>
                  <a:lnTo>
                    <a:pt x="2746322" y="2610165"/>
                  </a:lnTo>
                  <a:lnTo>
                    <a:pt x="2738497" y="2610165"/>
                  </a:lnTo>
                  <a:lnTo>
                    <a:pt x="2730673" y="2610165"/>
                  </a:lnTo>
                  <a:lnTo>
                    <a:pt x="2722849" y="2610165"/>
                  </a:lnTo>
                  <a:lnTo>
                    <a:pt x="2715024" y="2610165"/>
                  </a:lnTo>
                  <a:lnTo>
                    <a:pt x="2707200" y="2610165"/>
                  </a:lnTo>
                  <a:lnTo>
                    <a:pt x="2699376" y="2610165"/>
                  </a:lnTo>
                  <a:lnTo>
                    <a:pt x="2691552" y="2610165"/>
                  </a:lnTo>
                  <a:lnTo>
                    <a:pt x="2683727" y="2610165"/>
                  </a:lnTo>
                  <a:lnTo>
                    <a:pt x="2675903" y="2610165"/>
                  </a:lnTo>
                  <a:lnTo>
                    <a:pt x="2668079" y="2610165"/>
                  </a:lnTo>
                  <a:lnTo>
                    <a:pt x="2660254" y="2610165"/>
                  </a:lnTo>
                  <a:lnTo>
                    <a:pt x="2652430" y="2610165"/>
                  </a:lnTo>
                  <a:lnTo>
                    <a:pt x="2644606" y="2610165"/>
                  </a:lnTo>
                  <a:lnTo>
                    <a:pt x="2636782" y="2610165"/>
                  </a:lnTo>
                  <a:lnTo>
                    <a:pt x="2628957" y="2610165"/>
                  </a:lnTo>
                  <a:lnTo>
                    <a:pt x="2621133" y="2610165"/>
                  </a:lnTo>
                  <a:lnTo>
                    <a:pt x="2613309" y="2610165"/>
                  </a:lnTo>
                  <a:lnTo>
                    <a:pt x="2605485" y="2610165"/>
                  </a:lnTo>
                  <a:lnTo>
                    <a:pt x="2597660" y="2610165"/>
                  </a:lnTo>
                  <a:lnTo>
                    <a:pt x="2589836" y="2610165"/>
                  </a:lnTo>
                  <a:lnTo>
                    <a:pt x="2582012" y="2610165"/>
                  </a:lnTo>
                  <a:lnTo>
                    <a:pt x="2574187" y="2610165"/>
                  </a:lnTo>
                  <a:lnTo>
                    <a:pt x="2566363" y="2610165"/>
                  </a:lnTo>
                  <a:lnTo>
                    <a:pt x="2558539" y="2610165"/>
                  </a:lnTo>
                  <a:lnTo>
                    <a:pt x="2550715" y="2610165"/>
                  </a:lnTo>
                  <a:lnTo>
                    <a:pt x="2542890" y="2610165"/>
                  </a:lnTo>
                  <a:lnTo>
                    <a:pt x="2535066" y="2610165"/>
                  </a:lnTo>
                  <a:lnTo>
                    <a:pt x="2527242" y="2610165"/>
                  </a:lnTo>
                  <a:lnTo>
                    <a:pt x="2519417" y="2610165"/>
                  </a:lnTo>
                  <a:lnTo>
                    <a:pt x="2511593" y="2610165"/>
                  </a:lnTo>
                  <a:lnTo>
                    <a:pt x="2503769" y="2610165"/>
                  </a:lnTo>
                  <a:lnTo>
                    <a:pt x="2495945" y="2610165"/>
                  </a:lnTo>
                  <a:lnTo>
                    <a:pt x="2488120" y="2610165"/>
                  </a:lnTo>
                  <a:lnTo>
                    <a:pt x="2480296" y="2610165"/>
                  </a:lnTo>
                  <a:lnTo>
                    <a:pt x="2472472" y="2610165"/>
                  </a:lnTo>
                  <a:lnTo>
                    <a:pt x="2464647" y="2610165"/>
                  </a:lnTo>
                  <a:lnTo>
                    <a:pt x="2456823" y="2610165"/>
                  </a:lnTo>
                  <a:lnTo>
                    <a:pt x="2448999" y="2610165"/>
                  </a:lnTo>
                  <a:lnTo>
                    <a:pt x="2441175" y="2610165"/>
                  </a:lnTo>
                  <a:lnTo>
                    <a:pt x="2433350" y="2610165"/>
                  </a:lnTo>
                  <a:lnTo>
                    <a:pt x="2425526" y="2610165"/>
                  </a:lnTo>
                  <a:lnTo>
                    <a:pt x="2417702" y="2610165"/>
                  </a:lnTo>
                  <a:lnTo>
                    <a:pt x="2409878" y="2610165"/>
                  </a:lnTo>
                  <a:lnTo>
                    <a:pt x="2402053" y="2610165"/>
                  </a:lnTo>
                  <a:lnTo>
                    <a:pt x="2394229" y="2610165"/>
                  </a:lnTo>
                  <a:lnTo>
                    <a:pt x="2386405" y="2610165"/>
                  </a:lnTo>
                  <a:lnTo>
                    <a:pt x="2378580" y="2610165"/>
                  </a:lnTo>
                  <a:lnTo>
                    <a:pt x="2370756" y="2610165"/>
                  </a:lnTo>
                  <a:lnTo>
                    <a:pt x="2362932" y="2610165"/>
                  </a:lnTo>
                  <a:lnTo>
                    <a:pt x="2355108" y="2610165"/>
                  </a:lnTo>
                  <a:lnTo>
                    <a:pt x="2347283" y="2610165"/>
                  </a:lnTo>
                  <a:lnTo>
                    <a:pt x="2339459" y="2610165"/>
                  </a:lnTo>
                  <a:lnTo>
                    <a:pt x="2331635" y="2610165"/>
                  </a:lnTo>
                  <a:lnTo>
                    <a:pt x="2323810" y="2610165"/>
                  </a:lnTo>
                  <a:lnTo>
                    <a:pt x="2315986" y="2610165"/>
                  </a:lnTo>
                  <a:lnTo>
                    <a:pt x="2308162" y="2610165"/>
                  </a:lnTo>
                  <a:lnTo>
                    <a:pt x="2300338" y="2610165"/>
                  </a:lnTo>
                  <a:lnTo>
                    <a:pt x="2292513" y="2610165"/>
                  </a:lnTo>
                  <a:lnTo>
                    <a:pt x="2284689" y="2610165"/>
                  </a:lnTo>
                  <a:lnTo>
                    <a:pt x="2276865" y="2610165"/>
                  </a:lnTo>
                  <a:lnTo>
                    <a:pt x="2269040" y="2610165"/>
                  </a:lnTo>
                  <a:lnTo>
                    <a:pt x="2261216" y="2610165"/>
                  </a:lnTo>
                  <a:lnTo>
                    <a:pt x="2253392" y="2610165"/>
                  </a:lnTo>
                  <a:lnTo>
                    <a:pt x="2245568" y="2610165"/>
                  </a:lnTo>
                  <a:lnTo>
                    <a:pt x="2237743" y="2610165"/>
                  </a:lnTo>
                  <a:lnTo>
                    <a:pt x="2229919" y="2610165"/>
                  </a:lnTo>
                  <a:lnTo>
                    <a:pt x="2222095" y="2610165"/>
                  </a:lnTo>
                  <a:lnTo>
                    <a:pt x="2214271" y="2610165"/>
                  </a:lnTo>
                  <a:lnTo>
                    <a:pt x="2206446" y="2610165"/>
                  </a:lnTo>
                  <a:lnTo>
                    <a:pt x="2198622" y="2610165"/>
                  </a:lnTo>
                  <a:lnTo>
                    <a:pt x="2190798" y="2610165"/>
                  </a:lnTo>
                  <a:lnTo>
                    <a:pt x="2182973" y="2610165"/>
                  </a:lnTo>
                  <a:lnTo>
                    <a:pt x="2175149" y="2610165"/>
                  </a:lnTo>
                  <a:lnTo>
                    <a:pt x="2167325" y="2610165"/>
                  </a:lnTo>
                  <a:lnTo>
                    <a:pt x="2159501" y="2610165"/>
                  </a:lnTo>
                  <a:lnTo>
                    <a:pt x="2151676" y="2610165"/>
                  </a:lnTo>
                  <a:lnTo>
                    <a:pt x="2143852" y="2610165"/>
                  </a:lnTo>
                  <a:lnTo>
                    <a:pt x="2136028" y="2610165"/>
                  </a:lnTo>
                  <a:lnTo>
                    <a:pt x="2128203" y="2610165"/>
                  </a:lnTo>
                  <a:lnTo>
                    <a:pt x="2120379" y="2610165"/>
                  </a:lnTo>
                  <a:lnTo>
                    <a:pt x="2112555" y="2610165"/>
                  </a:lnTo>
                  <a:lnTo>
                    <a:pt x="2104731" y="2610165"/>
                  </a:lnTo>
                  <a:lnTo>
                    <a:pt x="2096906" y="2610165"/>
                  </a:lnTo>
                  <a:lnTo>
                    <a:pt x="2089082" y="2610165"/>
                  </a:lnTo>
                  <a:lnTo>
                    <a:pt x="2081258" y="2610165"/>
                  </a:lnTo>
                  <a:lnTo>
                    <a:pt x="2073434" y="2610165"/>
                  </a:lnTo>
                  <a:lnTo>
                    <a:pt x="2065609" y="2610165"/>
                  </a:lnTo>
                  <a:lnTo>
                    <a:pt x="2057785" y="2610165"/>
                  </a:lnTo>
                  <a:lnTo>
                    <a:pt x="2049961" y="2610165"/>
                  </a:lnTo>
                  <a:lnTo>
                    <a:pt x="2042136" y="2610165"/>
                  </a:lnTo>
                  <a:lnTo>
                    <a:pt x="2034312" y="2610165"/>
                  </a:lnTo>
                  <a:lnTo>
                    <a:pt x="2026488" y="2610165"/>
                  </a:lnTo>
                  <a:lnTo>
                    <a:pt x="2018664" y="2610165"/>
                  </a:lnTo>
                  <a:lnTo>
                    <a:pt x="2010839" y="2610165"/>
                  </a:lnTo>
                  <a:lnTo>
                    <a:pt x="2003015" y="2610165"/>
                  </a:lnTo>
                  <a:lnTo>
                    <a:pt x="1995191" y="2610165"/>
                  </a:lnTo>
                  <a:lnTo>
                    <a:pt x="1987366" y="2610165"/>
                  </a:lnTo>
                  <a:lnTo>
                    <a:pt x="1979542" y="2610165"/>
                  </a:lnTo>
                  <a:lnTo>
                    <a:pt x="1971718" y="2610165"/>
                  </a:lnTo>
                  <a:lnTo>
                    <a:pt x="1963894" y="2610165"/>
                  </a:lnTo>
                  <a:lnTo>
                    <a:pt x="1956069" y="2610165"/>
                  </a:lnTo>
                  <a:lnTo>
                    <a:pt x="1948245" y="2610165"/>
                  </a:lnTo>
                  <a:lnTo>
                    <a:pt x="1940421" y="2610165"/>
                  </a:lnTo>
                  <a:lnTo>
                    <a:pt x="1932596" y="2610165"/>
                  </a:lnTo>
                  <a:lnTo>
                    <a:pt x="1924772" y="2610165"/>
                  </a:lnTo>
                  <a:lnTo>
                    <a:pt x="1916948" y="2610165"/>
                  </a:lnTo>
                  <a:lnTo>
                    <a:pt x="1909124" y="2610165"/>
                  </a:lnTo>
                  <a:lnTo>
                    <a:pt x="1901299" y="2610165"/>
                  </a:lnTo>
                  <a:lnTo>
                    <a:pt x="1893475" y="2610165"/>
                  </a:lnTo>
                  <a:lnTo>
                    <a:pt x="1885651" y="2610165"/>
                  </a:lnTo>
                  <a:lnTo>
                    <a:pt x="1877827" y="2610165"/>
                  </a:lnTo>
                  <a:lnTo>
                    <a:pt x="1870002" y="2610165"/>
                  </a:lnTo>
                  <a:lnTo>
                    <a:pt x="1862178" y="2610165"/>
                  </a:lnTo>
                  <a:lnTo>
                    <a:pt x="1854354" y="2610165"/>
                  </a:lnTo>
                  <a:lnTo>
                    <a:pt x="1846529" y="2610165"/>
                  </a:lnTo>
                  <a:lnTo>
                    <a:pt x="1838705" y="2610165"/>
                  </a:lnTo>
                  <a:lnTo>
                    <a:pt x="1830881" y="2610165"/>
                  </a:lnTo>
                  <a:lnTo>
                    <a:pt x="1823057" y="2610165"/>
                  </a:lnTo>
                  <a:lnTo>
                    <a:pt x="1815232" y="2610165"/>
                  </a:lnTo>
                  <a:lnTo>
                    <a:pt x="1807408" y="2610165"/>
                  </a:lnTo>
                  <a:lnTo>
                    <a:pt x="1799584" y="2610165"/>
                  </a:lnTo>
                  <a:lnTo>
                    <a:pt x="1791759" y="2610165"/>
                  </a:lnTo>
                  <a:lnTo>
                    <a:pt x="1783935" y="2610165"/>
                  </a:lnTo>
                  <a:lnTo>
                    <a:pt x="1776111" y="2610165"/>
                  </a:lnTo>
                  <a:lnTo>
                    <a:pt x="1768287" y="2610165"/>
                  </a:lnTo>
                  <a:lnTo>
                    <a:pt x="1760462" y="2610165"/>
                  </a:lnTo>
                  <a:lnTo>
                    <a:pt x="1752638" y="2610165"/>
                  </a:lnTo>
                  <a:lnTo>
                    <a:pt x="1744814" y="2610165"/>
                  </a:lnTo>
                  <a:lnTo>
                    <a:pt x="1736990" y="2610165"/>
                  </a:lnTo>
                  <a:lnTo>
                    <a:pt x="1729165" y="2610165"/>
                  </a:lnTo>
                  <a:lnTo>
                    <a:pt x="1721341" y="2610165"/>
                  </a:lnTo>
                  <a:lnTo>
                    <a:pt x="1713517" y="2610165"/>
                  </a:lnTo>
                  <a:lnTo>
                    <a:pt x="1705692" y="2610165"/>
                  </a:lnTo>
                  <a:lnTo>
                    <a:pt x="1697868" y="2610165"/>
                  </a:lnTo>
                  <a:lnTo>
                    <a:pt x="1690044" y="2610165"/>
                  </a:lnTo>
                  <a:lnTo>
                    <a:pt x="1682220" y="2610165"/>
                  </a:lnTo>
                  <a:lnTo>
                    <a:pt x="1674395" y="2610165"/>
                  </a:lnTo>
                  <a:lnTo>
                    <a:pt x="1666571" y="2610165"/>
                  </a:lnTo>
                  <a:lnTo>
                    <a:pt x="1658747" y="2610165"/>
                  </a:lnTo>
                  <a:lnTo>
                    <a:pt x="1650922" y="2610165"/>
                  </a:lnTo>
                  <a:lnTo>
                    <a:pt x="1643098" y="2610165"/>
                  </a:lnTo>
                  <a:lnTo>
                    <a:pt x="1635274" y="2610165"/>
                  </a:lnTo>
                  <a:lnTo>
                    <a:pt x="1627450" y="2610165"/>
                  </a:lnTo>
                  <a:lnTo>
                    <a:pt x="1619625" y="2610165"/>
                  </a:lnTo>
                  <a:lnTo>
                    <a:pt x="1611801" y="2610165"/>
                  </a:lnTo>
                  <a:lnTo>
                    <a:pt x="1603977" y="2610165"/>
                  </a:lnTo>
                  <a:lnTo>
                    <a:pt x="1596152" y="2610165"/>
                  </a:lnTo>
                  <a:lnTo>
                    <a:pt x="1588328" y="2610165"/>
                  </a:lnTo>
                  <a:lnTo>
                    <a:pt x="1580504" y="2610165"/>
                  </a:lnTo>
                  <a:lnTo>
                    <a:pt x="1572680" y="2610165"/>
                  </a:lnTo>
                  <a:lnTo>
                    <a:pt x="1564855" y="2610165"/>
                  </a:lnTo>
                  <a:lnTo>
                    <a:pt x="1557031" y="2610165"/>
                  </a:lnTo>
                  <a:lnTo>
                    <a:pt x="1549207" y="2610165"/>
                  </a:lnTo>
                  <a:lnTo>
                    <a:pt x="1541383" y="2610165"/>
                  </a:lnTo>
                  <a:lnTo>
                    <a:pt x="1533558" y="2610165"/>
                  </a:lnTo>
                  <a:lnTo>
                    <a:pt x="1525734" y="2610165"/>
                  </a:lnTo>
                  <a:lnTo>
                    <a:pt x="1517910" y="2610165"/>
                  </a:lnTo>
                  <a:lnTo>
                    <a:pt x="1510085" y="2610165"/>
                  </a:lnTo>
                  <a:lnTo>
                    <a:pt x="1502261" y="2610165"/>
                  </a:lnTo>
                  <a:lnTo>
                    <a:pt x="1494437" y="2610165"/>
                  </a:lnTo>
                  <a:lnTo>
                    <a:pt x="1486613" y="2610165"/>
                  </a:lnTo>
                  <a:lnTo>
                    <a:pt x="1478788" y="2610165"/>
                  </a:lnTo>
                  <a:lnTo>
                    <a:pt x="1470964" y="2610165"/>
                  </a:lnTo>
                  <a:lnTo>
                    <a:pt x="1463140" y="2610165"/>
                  </a:lnTo>
                  <a:lnTo>
                    <a:pt x="1455315" y="2610165"/>
                  </a:lnTo>
                  <a:lnTo>
                    <a:pt x="1447491" y="2610165"/>
                  </a:lnTo>
                  <a:lnTo>
                    <a:pt x="1439667" y="2610165"/>
                  </a:lnTo>
                  <a:lnTo>
                    <a:pt x="1431843" y="2610165"/>
                  </a:lnTo>
                  <a:lnTo>
                    <a:pt x="1424018" y="2610165"/>
                  </a:lnTo>
                  <a:lnTo>
                    <a:pt x="1416194" y="2610165"/>
                  </a:lnTo>
                  <a:lnTo>
                    <a:pt x="1408370" y="2610165"/>
                  </a:lnTo>
                  <a:lnTo>
                    <a:pt x="1400545" y="2610165"/>
                  </a:lnTo>
                  <a:lnTo>
                    <a:pt x="1392721" y="2610165"/>
                  </a:lnTo>
                  <a:lnTo>
                    <a:pt x="1384897" y="2610165"/>
                  </a:lnTo>
                  <a:lnTo>
                    <a:pt x="1377073" y="2610165"/>
                  </a:lnTo>
                  <a:lnTo>
                    <a:pt x="1369248" y="2610165"/>
                  </a:lnTo>
                  <a:lnTo>
                    <a:pt x="1361424" y="2610165"/>
                  </a:lnTo>
                  <a:lnTo>
                    <a:pt x="1353600" y="2610165"/>
                  </a:lnTo>
                  <a:lnTo>
                    <a:pt x="1345776" y="2610165"/>
                  </a:lnTo>
                  <a:lnTo>
                    <a:pt x="1337951" y="2610165"/>
                  </a:lnTo>
                  <a:lnTo>
                    <a:pt x="1330127" y="2610165"/>
                  </a:lnTo>
                  <a:lnTo>
                    <a:pt x="1322303" y="2610165"/>
                  </a:lnTo>
                  <a:lnTo>
                    <a:pt x="1314478" y="2610165"/>
                  </a:lnTo>
                  <a:lnTo>
                    <a:pt x="1306654" y="2610165"/>
                  </a:lnTo>
                  <a:lnTo>
                    <a:pt x="1298830" y="2610165"/>
                  </a:lnTo>
                  <a:lnTo>
                    <a:pt x="1291006" y="2610165"/>
                  </a:lnTo>
                  <a:lnTo>
                    <a:pt x="1283181" y="2610165"/>
                  </a:lnTo>
                  <a:lnTo>
                    <a:pt x="1275357" y="2610165"/>
                  </a:lnTo>
                  <a:lnTo>
                    <a:pt x="1267533" y="2610165"/>
                  </a:lnTo>
                  <a:lnTo>
                    <a:pt x="1259708" y="2610165"/>
                  </a:lnTo>
                  <a:lnTo>
                    <a:pt x="1251884" y="2610165"/>
                  </a:lnTo>
                  <a:lnTo>
                    <a:pt x="1244060" y="2610165"/>
                  </a:lnTo>
                  <a:lnTo>
                    <a:pt x="1236236" y="2610165"/>
                  </a:lnTo>
                  <a:lnTo>
                    <a:pt x="1228411" y="2610165"/>
                  </a:lnTo>
                  <a:lnTo>
                    <a:pt x="1220587" y="2610165"/>
                  </a:lnTo>
                  <a:lnTo>
                    <a:pt x="1212763" y="2610165"/>
                  </a:lnTo>
                  <a:lnTo>
                    <a:pt x="1204939" y="2610165"/>
                  </a:lnTo>
                  <a:lnTo>
                    <a:pt x="1197114" y="2610165"/>
                  </a:lnTo>
                  <a:lnTo>
                    <a:pt x="1189290" y="2610165"/>
                  </a:lnTo>
                  <a:lnTo>
                    <a:pt x="1181466" y="2610165"/>
                  </a:lnTo>
                  <a:lnTo>
                    <a:pt x="1173641" y="2610165"/>
                  </a:lnTo>
                  <a:lnTo>
                    <a:pt x="1165817" y="2610165"/>
                  </a:lnTo>
                  <a:lnTo>
                    <a:pt x="1157993" y="2610165"/>
                  </a:lnTo>
                  <a:lnTo>
                    <a:pt x="1150169" y="2610165"/>
                  </a:lnTo>
                  <a:lnTo>
                    <a:pt x="1142344" y="2610165"/>
                  </a:lnTo>
                  <a:lnTo>
                    <a:pt x="1134520" y="2610165"/>
                  </a:lnTo>
                  <a:lnTo>
                    <a:pt x="1126696" y="2610165"/>
                  </a:lnTo>
                  <a:lnTo>
                    <a:pt x="1118871" y="2610165"/>
                  </a:lnTo>
                  <a:lnTo>
                    <a:pt x="1111047" y="2610165"/>
                  </a:lnTo>
                  <a:lnTo>
                    <a:pt x="1103223" y="2610165"/>
                  </a:lnTo>
                  <a:lnTo>
                    <a:pt x="1095399" y="2610165"/>
                  </a:lnTo>
                  <a:lnTo>
                    <a:pt x="1087574" y="2610165"/>
                  </a:lnTo>
                  <a:lnTo>
                    <a:pt x="1079750" y="2610165"/>
                  </a:lnTo>
                  <a:lnTo>
                    <a:pt x="1071926" y="2610165"/>
                  </a:lnTo>
                  <a:lnTo>
                    <a:pt x="1064101" y="2610165"/>
                  </a:lnTo>
                  <a:lnTo>
                    <a:pt x="1056277" y="2610165"/>
                  </a:lnTo>
                  <a:lnTo>
                    <a:pt x="1048453" y="2610165"/>
                  </a:lnTo>
                  <a:lnTo>
                    <a:pt x="1040629" y="2610165"/>
                  </a:lnTo>
                  <a:lnTo>
                    <a:pt x="1032804" y="2610165"/>
                  </a:lnTo>
                  <a:lnTo>
                    <a:pt x="1024980" y="2610165"/>
                  </a:lnTo>
                  <a:lnTo>
                    <a:pt x="1017156" y="2610165"/>
                  </a:lnTo>
                  <a:lnTo>
                    <a:pt x="1009332" y="2610165"/>
                  </a:lnTo>
                  <a:lnTo>
                    <a:pt x="1001507" y="2610165"/>
                  </a:lnTo>
                  <a:lnTo>
                    <a:pt x="993683" y="2610165"/>
                  </a:lnTo>
                  <a:lnTo>
                    <a:pt x="985859" y="2610165"/>
                  </a:lnTo>
                  <a:lnTo>
                    <a:pt x="978034" y="2610165"/>
                  </a:lnTo>
                  <a:lnTo>
                    <a:pt x="970210" y="2610165"/>
                  </a:lnTo>
                  <a:lnTo>
                    <a:pt x="962386" y="2610165"/>
                  </a:lnTo>
                  <a:lnTo>
                    <a:pt x="954562" y="2610165"/>
                  </a:lnTo>
                  <a:lnTo>
                    <a:pt x="946737" y="2610165"/>
                  </a:lnTo>
                  <a:lnTo>
                    <a:pt x="938913" y="2610165"/>
                  </a:lnTo>
                  <a:lnTo>
                    <a:pt x="931089" y="2610165"/>
                  </a:lnTo>
                  <a:lnTo>
                    <a:pt x="923264" y="2610165"/>
                  </a:lnTo>
                  <a:lnTo>
                    <a:pt x="915440" y="2610165"/>
                  </a:lnTo>
                  <a:lnTo>
                    <a:pt x="907616" y="2610165"/>
                  </a:lnTo>
                  <a:lnTo>
                    <a:pt x="899792" y="2610165"/>
                  </a:lnTo>
                  <a:lnTo>
                    <a:pt x="891967" y="2610165"/>
                  </a:lnTo>
                  <a:lnTo>
                    <a:pt x="884143" y="2610165"/>
                  </a:lnTo>
                  <a:lnTo>
                    <a:pt x="876319" y="2610165"/>
                  </a:lnTo>
                  <a:lnTo>
                    <a:pt x="868495" y="2610165"/>
                  </a:lnTo>
                  <a:lnTo>
                    <a:pt x="860670" y="2610165"/>
                  </a:lnTo>
                  <a:lnTo>
                    <a:pt x="852846" y="2610165"/>
                  </a:lnTo>
                  <a:lnTo>
                    <a:pt x="845022" y="2610165"/>
                  </a:lnTo>
                  <a:lnTo>
                    <a:pt x="837197" y="2610165"/>
                  </a:lnTo>
                  <a:lnTo>
                    <a:pt x="829373" y="2610165"/>
                  </a:lnTo>
                  <a:lnTo>
                    <a:pt x="821549" y="2610165"/>
                  </a:lnTo>
                  <a:lnTo>
                    <a:pt x="813725" y="2610165"/>
                  </a:lnTo>
                  <a:lnTo>
                    <a:pt x="805900" y="2610165"/>
                  </a:lnTo>
                  <a:lnTo>
                    <a:pt x="798076" y="2610165"/>
                  </a:lnTo>
                  <a:lnTo>
                    <a:pt x="790252" y="2610165"/>
                  </a:lnTo>
                  <a:lnTo>
                    <a:pt x="782427" y="2610165"/>
                  </a:lnTo>
                  <a:lnTo>
                    <a:pt x="774603" y="2610165"/>
                  </a:lnTo>
                  <a:lnTo>
                    <a:pt x="766779" y="2610165"/>
                  </a:lnTo>
                  <a:lnTo>
                    <a:pt x="758955" y="2610165"/>
                  </a:lnTo>
                  <a:lnTo>
                    <a:pt x="751130" y="2610165"/>
                  </a:lnTo>
                  <a:lnTo>
                    <a:pt x="743306" y="2610165"/>
                  </a:lnTo>
                  <a:lnTo>
                    <a:pt x="735482" y="2610165"/>
                  </a:lnTo>
                  <a:lnTo>
                    <a:pt x="727657" y="2610165"/>
                  </a:lnTo>
                  <a:lnTo>
                    <a:pt x="719833" y="2610165"/>
                  </a:lnTo>
                  <a:lnTo>
                    <a:pt x="712009" y="2610165"/>
                  </a:lnTo>
                  <a:lnTo>
                    <a:pt x="704185" y="2610165"/>
                  </a:lnTo>
                  <a:lnTo>
                    <a:pt x="696360" y="2610165"/>
                  </a:lnTo>
                  <a:lnTo>
                    <a:pt x="688536" y="2610165"/>
                  </a:lnTo>
                  <a:lnTo>
                    <a:pt x="680712" y="2610165"/>
                  </a:lnTo>
                  <a:lnTo>
                    <a:pt x="672888" y="2610165"/>
                  </a:lnTo>
                  <a:lnTo>
                    <a:pt x="665063" y="2610165"/>
                  </a:lnTo>
                  <a:lnTo>
                    <a:pt x="657239" y="2610165"/>
                  </a:lnTo>
                  <a:lnTo>
                    <a:pt x="649415" y="2610165"/>
                  </a:lnTo>
                  <a:lnTo>
                    <a:pt x="641590" y="2610165"/>
                  </a:lnTo>
                  <a:lnTo>
                    <a:pt x="633766" y="2610165"/>
                  </a:lnTo>
                  <a:lnTo>
                    <a:pt x="625942" y="2610165"/>
                  </a:lnTo>
                  <a:lnTo>
                    <a:pt x="618118" y="2610165"/>
                  </a:lnTo>
                  <a:lnTo>
                    <a:pt x="610293" y="2610165"/>
                  </a:lnTo>
                  <a:lnTo>
                    <a:pt x="602469" y="2610165"/>
                  </a:lnTo>
                  <a:lnTo>
                    <a:pt x="594645" y="2610165"/>
                  </a:lnTo>
                  <a:lnTo>
                    <a:pt x="586820" y="2610165"/>
                  </a:lnTo>
                  <a:lnTo>
                    <a:pt x="578996" y="2610165"/>
                  </a:lnTo>
                  <a:lnTo>
                    <a:pt x="571172" y="2610165"/>
                  </a:lnTo>
                  <a:lnTo>
                    <a:pt x="563348" y="2610165"/>
                  </a:lnTo>
                  <a:lnTo>
                    <a:pt x="555523" y="2610165"/>
                  </a:lnTo>
                  <a:lnTo>
                    <a:pt x="547699" y="2610165"/>
                  </a:lnTo>
                  <a:lnTo>
                    <a:pt x="539875" y="2610165"/>
                  </a:lnTo>
                  <a:lnTo>
                    <a:pt x="532050" y="2610165"/>
                  </a:lnTo>
                  <a:lnTo>
                    <a:pt x="524226" y="2610165"/>
                  </a:lnTo>
                  <a:lnTo>
                    <a:pt x="516402" y="2610165"/>
                  </a:lnTo>
                  <a:lnTo>
                    <a:pt x="508578" y="2610165"/>
                  </a:lnTo>
                  <a:lnTo>
                    <a:pt x="500753" y="2610165"/>
                  </a:lnTo>
                  <a:lnTo>
                    <a:pt x="492929" y="2610165"/>
                  </a:lnTo>
                  <a:lnTo>
                    <a:pt x="485105" y="2610165"/>
                  </a:lnTo>
                  <a:lnTo>
                    <a:pt x="477281" y="2610165"/>
                  </a:lnTo>
                  <a:lnTo>
                    <a:pt x="469456" y="2610165"/>
                  </a:lnTo>
                  <a:lnTo>
                    <a:pt x="461632" y="2610165"/>
                  </a:lnTo>
                  <a:lnTo>
                    <a:pt x="453808" y="2610165"/>
                  </a:lnTo>
                  <a:lnTo>
                    <a:pt x="445983" y="2610165"/>
                  </a:lnTo>
                  <a:lnTo>
                    <a:pt x="438159" y="2610165"/>
                  </a:lnTo>
                  <a:lnTo>
                    <a:pt x="430335" y="2610165"/>
                  </a:lnTo>
                  <a:lnTo>
                    <a:pt x="422511" y="2610165"/>
                  </a:lnTo>
                  <a:lnTo>
                    <a:pt x="414686" y="2610165"/>
                  </a:lnTo>
                  <a:lnTo>
                    <a:pt x="406862" y="2610165"/>
                  </a:lnTo>
                  <a:lnTo>
                    <a:pt x="399038" y="2610165"/>
                  </a:lnTo>
                  <a:lnTo>
                    <a:pt x="391213" y="2610165"/>
                  </a:lnTo>
                  <a:lnTo>
                    <a:pt x="383389" y="2610165"/>
                  </a:lnTo>
                  <a:lnTo>
                    <a:pt x="375565" y="2610165"/>
                  </a:lnTo>
                  <a:lnTo>
                    <a:pt x="367741" y="2610165"/>
                  </a:lnTo>
                  <a:lnTo>
                    <a:pt x="359916" y="2610165"/>
                  </a:lnTo>
                  <a:lnTo>
                    <a:pt x="352092" y="2610165"/>
                  </a:lnTo>
                  <a:lnTo>
                    <a:pt x="344268" y="2610165"/>
                  </a:lnTo>
                  <a:lnTo>
                    <a:pt x="336444" y="2610165"/>
                  </a:lnTo>
                  <a:lnTo>
                    <a:pt x="328619" y="2610165"/>
                  </a:lnTo>
                  <a:lnTo>
                    <a:pt x="320795" y="2610165"/>
                  </a:lnTo>
                  <a:lnTo>
                    <a:pt x="312971" y="2610165"/>
                  </a:lnTo>
                  <a:lnTo>
                    <a:pt x="305146" y="2610165"/>
                  </a:lnTo>
                  <a:lnTo>
                    <a:pt x="297322" y="2610165"/>
                  </a:lnTo>
                  <a:lnTo>
                    <a:pt x="289498" y="2610165"/>
                  </a:lnTo>
                  <a:lnTo>
                    <a:pt x="281674" y="2610165"/>
                  </a:lnTo>
                  <a:lnTo>
                    <a:pt x="273849" y="2610165"/>
                  </a:lnTo>
                  <a:lnTo>
                    <a:pt x="266025" y="2610165"/>
                  </a:lnTo>
                  <a:lnTo>
                    <a:pt x="258201" y="2610165"/>
                  </a:lnTo>
                  <a:lnTo>
                    <a:pt x="250376" y="2610165"/>
                  </a:lnTo>
                  <a:lnTo>
                    <a:pt x="242552" y="2610165"/>
                  </a:lnTo>
                  <a:lnTo>
                    <a:pt x="234728" y="2610165"/>
                  </a:lnTo>
                  <a:lnTo>
                    <a:pt x="226904" y="2610165"/>
                  </a:lnTo>
                  <a:lnTo>
                    <a:pt x="219079" y="2610165"/>
                  </a:lnTo>
                  <a:lnTo>
                    <a:pt x="211255" y="2610165"/>
                  </a:lnTo>
                  <a:lnTo>
                    <a:pt x="203431" y="2610165"/>
                  </a:lnTo>
                  <a:lnTo>
                    <a:pt x="195606" y="2610165"/>
                  </a:lnTo>
                  <a:lnTo>
                    <a:pt x="187782" y="2610165"/>
                  </a:lnTo>
                  <a:lnTo>
                    <a:pt x="179958" y="2610165"/>
                  </a:lnTo>
                  <a:lnTo>
                    <a:pt x="172134" y="2610165"/>
                  </a:lnTo>
                  <a:lnTo>
                    <a:pt x="164309" y="2610165"/>
                  </a:lnTo>
                  <a:lnTo>
                    <a:pt x="156485" y="2610165"/>
                  </a:lnTo>
                  <a:lnTo>
                    <a:pt x="148661" y="2610165"/>
                  </a:lnTo>
                  <a:lnTo>
                    <a:pt x="140837" y="2610165"/>
                  </a:lnTo>
                  <a:lnTo>
                    <a:pt x="133012" y="2610165"/>
                  </a:lnTo>
                  <a:lnTo>
                    <a:pt x="125188" y="2610165"/>
                  </a:lnTo>
                  <a:lnTo>
                    <a:pt x="117364" y="2610165"/>
                  </a:lnTo>
                  <a:lnTo>
                    <a:pt x="109539" y="2610165"/>
                  </a:lnTo>
                  <a:lnTo>
                    <a:pt x="101715" y="2610165"/>
                  </a:lnTo>
                  <a:lnTo>
                    <a:pt x="93891" y="2610165"/>
                  </a:lnTo>
                  <a:lnTo>
                    <a:pt x="86067" y="2610165"/>
                  </a:lnTo>
                  <a:lnTo>
                    <a:pt x="78242" y="2610165"/>
                  </a:lnTo>
                  <a:lnTo>
                    <a:pt x="70418" y="2610165"/>
                  </a:lnTo>
                  <a:lnTo>
                    <a:pt x="62594" y="2610165"/>
                  </a:lnTo>
                  <a:lnTo>
                    <a:pt x="54769" y="2610165"/>
                  </a:lnTo>
                  <a:lnTo>
                    <a:pt x="46945" y="2610165"/>
                  </a:lnTo>
                  <a:lnTo>
                    <a:pt x="39121" y="2610165"/>
                  </a:lnTo>
                  <a:lnTo>
                    <a:pt x="31297" y="2610165"/>
                  </a:lnTo>
                  <a:lnTo>
                    <a:pt x="23472" y="2610165"/>
                  </a:lnTo>
                  <a:lnTo>
                    <a:pt x="15648" y="2610165"/>
                  </a:lnTo>
                  <a:lnTo>
                    <a:pt x="7824" y="261016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7848093" y="2184566"/>
              <a:ext cx="3998206" cy="2610165"/>
            </a:xfrm>
            <a:custGeom>
              <a:avLst/>
              <a:pathLst>
                <a:path w="3998206" h="2610165">
                  <a:moveTo>
                    <a:pt x="0" y="2610165"/>
                  </a:moveTo>
                  <a:lnTo>
                    <a:pt x="7824" y="2610165"/>
                  </a:lnTo>
                  <a:lnTo>
                    <a:pt x="15648" y="2610165"/>
                  </a:lnTo>
                  <a:lnTo>
                    <a:pt x="23472" y="2610165"/>
                  </a:lnTo>
                  <a:lnTo>
                    <a:pt x="31297" y="2610165"/>
                  </a:lnTo>
                  <a:lnTo>
                    <a:pt x="39121" y="2610165"/>
                  </a:lnTo>
                  <a:lnTo>
                    <a:pt x="46945" y="2610165"/>
                  </a:lnTo>
                  <a:lnTo>
                    <a:pt x="54769" y="2610165"/>
                  </a:lnTo>
                  <a:lnTo>
                    <a:pt x="62594" y="2610165"/>
                  </a:lnTo>
                  <a:lnTo>
                    <a:pt x="70418" y="2610165"/>
                  </a:lnTo>
                  <a:lnTo>
                    <a:pt x="78242" y="2610165"/>
                  </a:lnTo>
                  <a:lnTo>
                    <a:pt x="86067" y="2610165"/>
                  </a:lnTo>
                  <a:lnTo>
                    <a:pt x="93891" y="2610165"/>
                  </a:lnTo>
                  <a:lnTo>
                    <a:pt x="101715" y="2610165"/>
                  </a:lnTo>
                  <a:lnTo>
                    <a:pt x="109539" y="2610165"/>
                  </a:lnTo>
                  <a:lnTo>
                    <a:pt x="117364" y="2610165"/>
                  </a:lnTo>
                  <a:lnTo>
                    <a:pt x="125188" y="2610165"/>
                  </a:lnTo>
                  <a:lnTo>
                    <a:pt x="133012" y="2610165"/>
                  </a:lnTo>
                  <a:lnTo>
                    <a:pt x="140837" y="2610165"/>
                  </a:lnTo>
                  <a:lnTo>
                    <a:pt x="148661" y="2610165"/>
                  </a:lnTo>
                  <a:lnTo>
                    <a:pt x="156485" y="2610165"/>
                  </a:lnTo>
                  <a:lnTo>
                    <a:pt x="164309" y="2610165"/>
                  </a:lnTo>
                  <a:lnTo>
                    <a:pt x="172134" y="2610165"/>
                  </a:lnTo>
                  <a:lnTo>
                    <a:pt x="179958" y="2610165"/>
                  </a:lnTo>
                  <a:lnTo>
                    <a:pt x="187782" y="2610165"/>
                  </a:lnTo>
                  <a:lnTo>
                    <a:pt x="195606" y="2610165"/>
                  </a:lnTo>
                  <a:lnTo>
                    <a:pt x="203431" y="2610165"/>
                  </a:lnTo>
                  <a:lnTo>
                    <a:pt x="211255" y="2610165"/>
                  </a:lnTo>
                  <a:lnTo>
                    <a:pt x="219079" y="2610165"/>
                  </a:lnTo>
                  <a:lnTo>
                    <a:pt x="226904" y="2610165"/>
                  </a:lnTo>
                  <a:lnTo>
                    <a:pt x="234728" y="2610165"/>
                  </a:lnTo>
                  <a:lnTo>
                    <a:pt x="242552" y="2610165"/>
                  </a:lnTo>
                  <a:lnTo>
                    <a:pt x="250376" y="2610165"/>
                  </a:lnTo>
                  <a:lnTo>
                    <a:pt x="258201" y="2610165"/>
                  </a:lnTo>
                  <a:lnTo>
                    <a:pt x="266025" y="2610165"/>
                  </a:lnTo>
                  <a:lnTo>
                    <a:pt x="273849" y="2610165"/>
                  </a:lnTo>
                  <a:lnTo>
                    <a:pt x="281674" y="2610165"/>
                  </a:lnTo>
                  <a:lnTo>
                    <a:pt x="289498" y="2610165"/>
                  </a:lnTo>
                  <a:lnTo>
                    <a:pt x="297322" y="2610165"/>
                  </a:lnTo>
                  <a:lnTo>
                    <a:pt x="305146" y="2610165"/>
                  </a:lnTo>
                  <a:lnTo>
                    <a:pt x="312971" y="2610165"/>
                  </a:lnTo>
                  <a:lnTo>
                    <a:pt x="320795" y="2610165"/>
                  </a:lnTo>
                  <a:lnTo>
                    <a:pt x="328619" y="2610165"/>
                  </a:lnTo>
                  <a:lnTo>
                    <a:pt x="336444" y="2610165"/>
                  </a:lnTo>
                  <a:lnTo>
                    <a:pt x="344268" y="2610165"/>
                  </a:lnTo>
                  <a:lnTo>
                    <a:pt x="352092" y="2610165"/>
                  </a:lnTo>
                  <a:lnTo>
                    <a:pt x="359916" y="2610165"/>
                  </a:lnTo>
                  <a:lnTo>
                    <a:pt x="367741" y="2610165"/>
                  </a:lnTo>
                  <a:lnTo>
                    <a:pt x="375565" y="2610165"/>
                  </a:lnTo>
                  <a:lnTo>
                    <a:pt x="383389" y="2610165"/>
                  </a:lnTo>
                  <a:lnTo>
                    <a:pt x="391213" y="2610165"/>
                  </a:lnTo>
                  <a:lnTo>
                    <a:pt x="399038" y="2610165"/>
                  </a:lnTo>
                  <a:lnTo>
                    <a:pt x="406862" y="2610165"/>
                  </a:lnTo>
                  <a:lnTo>
                    <a:pt x="414686" y="2610165"/>
                  </a:lnTo>
                  <a:lnTo>
                    <a:pt x="422511" y="2610165"/>
                  </a:lnTo>
                  <a:lnTo>
                    <a:pt x="430335" y="2610165"/>
                  </a:lnTo>
                  <a:lnTo>
                    <a:pt x="438159" y="2610165"/>
                  </a:lnTo>
                  <a:lnTo>
                    <a:pt x="445983" y="2610165"/>
                  </a:lnTo>
                  <a:lnTo>
                    <a:pt x="453808" y="2610165"/>
                  </a:lnTo>
                  <a:lnTo>
                    <a:pt x="461632" y="2610165"/>
                  </a:lnTo>
                  <a:lnTo>
                    <a:pt x="469456" y="2610165"/>
                  </a:lnTo>
                  <a:lnTo>
                    <a:pt x="477281" y="2610165"/>
                  </a:lnTo>
                  <a:lnTo>
                    <a:pt x="485105" y="2610165"/>
                  </a:lnTo>
                  <a:lnTo>
                    <a:pt x="492929" y="2610165"/>
                  </a:lnTo>
                  <a:lnTo>
                    <a:pt x="500753" y="2610165"/>
                  </a:lnTo>
                  <a:lnTo>
                    <a:pt x="508578" y="2610165"/>
                  </a:lnTo>
                  <a:lnTo>
                    <a:pt x="516402" y="2610165"/>
                  </a:lnTo>
                  <a:lnTo>
                    <a:pt x="524226" y="2610165"/>
                  </a:lnTo>
                  <a:lnTo>
                    <a:pt x="532050" y="2610165"/>
                  </a:lnTo>
                  <a:lnTo>
                    <a:pt x="539875" y="2610165"/>
                  </a:lnTo>
                  <a:lnTo>
                    <a:pt x="547699" y="2610165"/>
                  </a:lnTo>
                  <a:lnTo>
                    <a:pt x="555523" y="2610165"/>
                  </a:lnTo>
                  <a:lnTo>
                    <a:pt x="563348" y="2610165"/>
                  </a:lnTo>
                  <a:lnTo>
                    <a:pt x="571172" y="2610165"/>
                  </a:lnTo>
                  <a:lnTo>
                    <a:pt x="578996" y="2610165"/>
                  </a:lnTo>
                  <a:lnTo>
                    <a:pt x="586820" y="2610165"/>
                  </a:lnTo>
                  <a:lnTo>
                    <a:pt x="594645" y="2610165"/>
                  </a:lnTo>
                  <a:lnTo>
                    <a:pt x="602469" y="2610165"/>
                  </a:lnTo>
                  <a:lnTo>
                    <a:pt x="610293" y="2610164"/>
                  </a:lnTo>
                  <a:lnTo>
                    <a:pt x="618118" y="2610164"/>
                  </a:lnTo>
                  <a:lnTo>
                    <a:pt x="625942" y="2610163"/>
                  </a:lnTo>
                  <a:lnTo>
                    <a:pt x="633766" y="2610162"/>
                  </a:lnTo>
                  <a:lnTo>
                    <a:pt x="641590" y="2610161"/>
                  </a:lnTo>
                  <a:lnTo>
                    <a:pt x="649415" y="2610159"/>
                  </a:lnTo>
                  <a:lnTo>
                    <a:pt x="657239" y="2610156"/>
                  </a:lnTo>
                  <a:lnTo>
                    <a:pt x="665063" y="2610153"/>
                  </a:lnTo>
                  <a:lnTo>
                    <a:pt x="672888" y="2610148"/>
                  </a:lnTo>
                  <a:lnTo>
                    <a:pt x="680712" y="2610142"/>
                  </a:lnTo>
                  <a:lnTo>
                    <a:pt x="688536" y="2610134"/>
                  </a:lnTo>
                  <a:lnTo>
                    <a:pt x="696360" y="2610122"/>
                  </a:lnTo>
                  <a:lnTo>
                    <a:pt x="704185" y="2610107"/>
                  </a:lnTo>
                  <a:lnTo>
                    <a:pt x="712009" y="2610087"/>
                  </a:lnTo>
                  <a:lnTo>
                    <a:pt x="719833" y="2610062"/>
                  </a:lnTo>
                  <a:lnTo>
                    <a:pt x="727657" y="2610029"/>
                  </a:lnTo>
                  <a:lnTo>
                    <a:pt x="735482" y="2609987"/>
                  </a:lnTo>
                  <a:lnTo>
                    <a:pt x="743306" y="2609935"/>
                  </a:lnTo>
                  <a:lnTo>
                    <a:pt x="751130" y="2609866"/>
                  </a:lnTo>
                  <a:lnTo>
                    <a:pt x="758955" y="2609781"/>
                  </a:lnTo>
                  <a:lnTo>
                    <a:pt x="766779" y="2609675"/>
                  </a:lnTo>
                  <a:lnTo>
                    <a:pt x="774603" y="2609546"/>
                  </a:lnTo>
                  <a:lnTo>
                    <a:pt x="782427" y="2609390"/>
                  </a:lnTo>
                  <a:lnTo>
                    <a:pt x="790252" y="2609201"/>
                  </a:lnTo>
                  <a:lnTo>
                    <a:pt x="798076" y="2608970"/>
                  </a:lnTo>
                  <a:lnTo>
                    <a:pt x="805900" y="2608691"/>
                  </a:lnTo>
                  <a:lnTo>
                    <a:pt x="813725" y="2608362"/>
                  </a:lnTo>
                  <a:lnTo>
                    <a:pt x="821549" y="2607978"/>
                  </a:lnTo>
                  <a:lnTo>
                    <a:pt x="829373" y="2607531"/>
                  </a:lnTo>
                  <a:lnTo>
                    <a:pt x="837197" y="2607017"/>
                  </a:lnTo>
                  <a:lnTo>
                    <a:pt x="845022" y="2606425"/>
                  </a:lnTo>
                  <a:lnTo>
                    <a:pt x="852846" y="2605738"/>
                  </a:lnTo>
                  <a:lnTo>
                    <a:pt x="860670" y="2604964"/>
                  </a:lnTo>
                  <a:lnTo>
                    <a:pt x="868495" y="2604099"/>
                  </a:lnTo>
                  <a:lnTo>
                    <a:pt x="876319" y="2603140"/>
                  </a:lnTo>
                  <a:lnTo>
                    <a:pt x="884143" y="2602085"/>
                  </a:lnTo>
                  <a:lnTo>
                    <a:pt x="891967" y="2600932"/>
                  </a:lnTo>
                  <a:lnTo>
                    <a:pt x="899792" y="2599663"/>
                  </a:lnTo>
                  <a:lnTo>
                    <a:pt x="907616" y="2598296"/>
                  </a:lnTo>
                  <a:lnTo>
                    <a:pt x="915440" y="2596840"/>
                  </a:lnTo>
                  <a:lnTo>
                    <a:pt x="923264" y="2595300"/>
                  </a:lnTo>
                  <a:lnTo>
                    <a:pt x="931089" y="2593684"/>
                  </a:lnTo>
                  <a:lnTo>
                    <a:pt x="938913" y="2592000"/>
                  </a:lnTo>
                  <a:lnTo>
                    <a:pt x="946737" y="2590255"/>
                  </a:lnTo>
                  <a:lnTo>
                    <a:pt x="954562" y="2588466"/>
                  </a:lnTo>
                  <a:lnTo>
                    <a:pt x="962386" y="2586652"/>
                  </a:lnTo>
                  <a:lnTo>
                    <a:pt x="970210" y="2584830"/>
                  </a:lnTo>
                  <a:lnTo>
                    <a:pt x="978034" y="2583014"/>
                  </a:lnTo>
                  <a:lnTo>
                    <a:pt x="985859" y="2581219"/>
                  </a:lnTo>
                  <a:lnTo>
                    <a:pt x="993683" y="2579460"/>
                  </a:lnTo>
                  <a:lnTo>
                    <a:pt x="1001507" y="2577770"/>
                  </a:lnTo>
                  <a:lnTo>
                    <a:pt x="1009332" y="2576152"/>
                  </a:lnTo>
                  <a:lnTo>
                    <a:pt x="1017156" y="2574620"/>
                  </a:lnTo>
                  <a:lnTo>
                    <a:pt x="1024980" y="2573184"/>
                  </a:lnTo>
                  <a:lnTo>
                    <a:pt x="1032804" y="2571853"/>
                  </a:lnTo>
                  <a:lnTo>
                    <a:pt x="1040629" y="2570633"/>
                  </a:lnTo>
                  <a:lnTo>
                    <a:pt x="1048453" y="2569547"/>
                  </a:lnTo>
                  <a:lnTo>
                    <a:pt x="1056277" y="2568592"/>
                  </a:lnTo>
                  <a:lnTo>
                    <a:pt x="1064101" y="2567757"/>
                  </a:lnTo>
                  <a:lnTo>
                    <a:pt x="1071926" y="2567037"/>
                  </a:lnTo>
                  <a:lnTo>
                    <a:pt x="1079750" y="2566427"/>
                  </a:lnTo>
                  <a:lnTo>
                    <a:pt x="1087574" y="2565921"/>
                  </a:lnTo>
                  <a:lnTo>
                    <a:pt x="1095399" y="2565510"/>
                  </a:lnTo>
                  <a:lnTo>
                    <a:pt x="1103223" y="2565195"/>
                  </a:lnTo>
                  <a:lnTo>
                    <a:pt x="1111047" y="2564942"/>
                  </a:lnTo>
                  <a:lnTo>
                    <a:pt x="1118871" y="2564738"/>
                  </a:lnTo>
                  <a:lnTo>
                    <a:pt x="1126696" y="2564568"/>
                  </a:lnTo>
                  <a:lnTo>
                    <a:pt x="1134520" y="2564418"/>
                  </a:lnTo>
                  <a:lnTo>
                    <a:pt x="1142344" y="2564273"/>
                  </a:lnTo>
                  <a:lnTo>
                    <a:pt x="1150169" y="2564113"/>
                  </a:lnTo>
                  <a:lnTo>
                    <a:pt x="1157993" y="2563921"/>
                  </a:lnTo>
                  <a:lnTo>
                    <a:pt x="1165817" y="2563685"/>
                  </a:lnTo>
                  <a:lnTo>
                    <a:pt x="1173641" y="2563395"/>
                  </a:lnTo>
                  <a:lnTo>
                    <a:pt x="1181466" y="2563040"/>
                  </a:lnTo>
                  <a:lnTo>
                    <a:pt x="1189290" y="2562614"/>
                  </a:lnTo>
                  <a:lnTo>
                    <a:pt x="1197114" y="2562104"/>
                  </a:lnTo>
                  <a:lnTo>
                    <a:pt x="1204939" y="2561497"/>
                  </a:lnTo>
                  <a:lnTo>
                    <a:pt x="1212763" y="2560805"/>
                  </a:lnTo>
                  <a:lnTo>
                    <a:pt x="1220587" y="2560030"/>
                  </a:lnTo>
                  <a:lnTo>
                    <a:pt x="1228411" y="2559176"/>
                  </a:lnTo>
                  <a:lnTo>
                    <a:pt x="1236236" y="2558245"/>
                  </a:lnTo>
                  <a:lnTo>
                    <a:pt x="1244060" y="2557246"/>
                  </a:lnTo>
                  <a:lnTo>
                    <a:pt x="1251884" y="2556176"/>
                  </a:lnTo>
                  <a:lnTo>
                    <a:pt x="1259708" y="2555058"/>
                  </a:lnTo>
                  <a:lnTo>
                    <a:pt x="1267533" y="2553903"/>
                  </a:lnTo>
                  <a:lnTo>
                    <a:pt x="1275357" y="2552723"/>
                  </a:lnTo>
                  <a:lnTo>
                    <a:pt x="1283181" y="2551528"/>
                  </a:lnTo>
                  <a:lnTo>
                    <a:pt x="1291006" y="2550326"/>
                  </a:lnTo>
                  <a:lnTo>
                    <a:pt x="1298830" y="2549126"/>
                  </a:lnTo>
                  <a:lnTo>
                    <a:pt x="1306654" y="2547938"/>
                  </a:lnTo>
                  <a:lnTo>
                    <a:pt x="1314478" y="2546762"/>
                  </a:lnTo>
                  <a:lnTo>
                    <a:pt x="1322303" y="2545597"/>
                  </a:lnTo>
                  <a:lnTo>
                    <a:pt x="1330127" y="2544437"/>
                  </a:lnTo>
                  <a:lnTo>
                    <a:pt x="1337951" y="2543274"/>
                  </a:lnTo>
                  <a:lnTo>
                    <a:pt x="1345776" y="2542094"/>
                  </a:lnTo>
                  <a:lnTo>
                    <a:pt x="1353600" y="2540865"/>
                  </a:lnTo>
                  <a:lnTo>
                    <a:pt x="1361424" y="2539563"/>
                  </a:lnTo>
                  <a:lnTo>
                    <a:pt x="1369248" y="2538159"/>
                  </a:lnTo>
                  <a:lnTo>
                    <a:pt x="1377073" y="2536618"/>
                  </a:lnTo>
                  <a:lnTo>
                    <a:pt x="1384897" y="2534902"/>
                  </a:lnTo>
                  <a:lnTo>
                    <a:pt x="1392721" y="2532970"/>
                  </a:lnTo>
                  <a:lnTo>
                    <a:pt x="1400545" y="2530737"/>
                  </a:lnTo>
                  <a:lnTo>
                    <a:pt x="1408370" y="2528147"/>
                  </a:lnTo>
                  <a:lnTo>
                    <a:pt x="1416194" y="2525180"/>
                  </a:lnTo>
                  <a:lnTo>
                    <a:pt x="1424018" y="2521790"/>
                  </a:lnTo>
                  <a:lnTo>
                    <a:pt x="1431843" y="2517932"/>
                  </a:lnTo>
                  <a:lnTo>
                    <a:pt x="1439667" y="2513566"/>
                  </a:lnTo>
                  <a:lnTo>
                    <a:pt x="1447491" y="2508630"/>
                  </a:lnTo>
                  <a:lnTo>
                    <a:pt x="1455315" y="2502992"/>
                  </a:lnTo>
                  <a:lnTo>
                    <a:pt x="1463140" y="2496731"/>
                  </a:lnTo>
                  <a:lnTo>
                    <a:pt x="1470964" y="2489831"/>
                  </a:lnTo>
                  <a:lnTo>
                    <a:pt x="1478788" y="2482281"/>
                  </a:lnTo>
                  <a:lnTo>
                    <a:pt x="1486613" y="2474076"/>
                  </a:lnTo>
                  <a:lnTo>
                    <a:pt x="1494437" y="2465219"/>
                  </a:lnTo>
                  <a:lnTo>
                    <a:pt x="1502261" y="2455619"/>
                  </a:lnTo>
                  <a:lnTo>
                    <a:pt x="1510085" y="2445374"/>
                  </a:lnTo>
                  <a:lnTo>
                    <a:pt x="1517910" y="2434554"/>
                  </a:lnTo>
                  <a:lnTo>
                    <a:pt x="1525734" y="2423197"/>
                  </a:lnTo>
                  <a:lnTo>
                    <a:pt x="1533558" y="2411345"/>
                  </a:lnTo>
                  <a:lnTo>
                    <a:pt x="1541383" y="2399047"/>
                  </a:lnTo>
                  <a:lnTo>
                    <a:pt x="1549207" y="2386332"/>
                  </a:lnTo>
                  <a:lnTo>
                    <a:pt x="1557031" y="2373252"/>
                  </a:lnTo>
                  <a:lnTo>
                    <a:pt x="1564855" y="2359924"/>
                  </a:lnTo>
                  <a:lnTo>
                    <a:pt x="1572680" y="2346407"/>
                  </a:lnTo>
                  <a:lnTo>
                    <a:pt x="1580504" y="2332755"/>
                  </a:lnTo>
                  <a:lnTo>
                    <a:pt x="1588328" y="2319021"/>
                  </a:lnTo>
                  <a:lnTo>
                    <a:pt x="1596152" y="2305252"/>
                  </a:lnTo>
                  <a:lnTo>
                    <a:pt x="1603977" y="2291503"/>
                  </a:lnTo>
                  <a:lnTo>
                    <a:pt x="1611801" y="2277809"/>
                  </a:lnTo>
                  <a:lnTo>
                    <a:pt x="1619625" y="2264186"/>
                  </a:lnTo>
                  <a:lnTo>
                    <a:pt x="1627450" y="2250640"/>
                  </a:lnTo>
                  <a:lnTo>
                    <a:pt x="1635274" y="2237165"/>
                  </a:lnTo>
                  <a:lnTo>
                    <a:pt x="1643098" y="2223743"/>
                  </a:lnTo>
                  <a:lnTo>
                    <a:pt x="1650922" y="2210338"/>
                  </a:lnTo>
                  <a:lnTo>
                    <a:pt x="1658747" y="2196879"/>
                  </a:lnTo>
                  <a:lnTo>
                    <a:pt x="1666571" y="2183290"/>
                  </a:lnTo>
                  <a:lnTo>
                    <a:pt x="1674395" y="2169491"/>
                  </a:lnTo>
                  <a:lnTo>
                    <a:pt x="1682220" y="2155384"/>
                  </a:lnTo>
                  <a:lnTo>
                    <a:pt x="1690044" y="2140866"/>
                  </a:lnTo>
                  <a:lnTo>
                    <a:pt x="1697868" y="2125814"/>
                  </a:lnTo>
                  <a:lnTo>
                    <a:pt x="1705692" y="2109919"/>
                  </a:lnTo>
                  <a:lnTo>
                    <a:pt x="1713517" y="2093158"/>
                  </a:lnTo>
                  <a:lnTo>
                    <a:pt x="1721341" y="2075390"/>
                  </a:lnTo>
                  <a:lnTo>
                    <a:pt x="1729165" y="2056471"/>
                  </a:lnTo>
                  <a:lnTo>
                    <a:pt x="1736990" y="2036257"/>
                  </a:lnTo>
                  <a:lnTo>
                    <a:pt x="1744814" y="2014606"/>
                  </a:lnTo>
                  <a:lnTo>
                    <a:pt x="1752638" y="1991127"/>
                  </a:lnTo>
                  <a:lnTo>
                    <a:pt x="1760462" y="1965720"/>
                  </a:lnTo>
                  <a:lnTo>
                    <a:pt x="1768287" y="1938398"/>
                  </a:lnTo>
                  <a:lnTo>
                    <a:pt x="1776111" y="1909045"/>
                  </a:lnTo>
                  <a:lnTo>
                    <a:pt x="1783935" y="1877552"/>
                  </a:lnTo>
                  <a:lnTo>
                    <a:pt x="1791759" y="1843822"/>
                  </a:lnTo>
                  <a:lnTo>
                    <a:pt x="1799584" y="1807660"/>
                  </a:lnTo>
                  <a:lnTo>
                    <a:pt x="1807408" y="1768637"/>
                  </a:lnTo>
                  <a:lnTo>
                    <a:pt x="1815232" y="1727129"/>
                  </a:lnTo>
                  <a:lnTo>
                    <a:pt x="1823057" y="1683100"/>
                  </a:lnTo>
                  <a:lnTo>
                    <a:pt x="1830881" y="1636534"/>
                  </a:lnTo>
                  <a:lnTo>
                    <a:pt x="1838705" y="1587426"/>
                  </a:lnTo>
                  <a:lnTo>
                    <a:pt x="1846529" y="1535792"/>
                  </a:lnTo>
                  <a:lnTo>
                    <a:pt x="1854354" y="1481247"/>
                  </a:lnTo>
                  <a:lnTo>
                    <a:pt x="1862178" y="1424187"/>
                  </a:lnTo>
                  <a:lnTo>
                    <a:pt x="1870002" y="1364841"/>
                  </a:lnTo>
                  <a:lnTo>
                    <a:pt x="1877827" y="1303332"/>
                  </a:lnTo>
                  <a:lnTo>
                    <a:pt x="1885651" y="1239808"/>
                  </a:lnTo>
                  <a:lnTo>
                    <a:pt x="1893475" y="1174442"/>
                  </a:lnTo>
                  <a:lnTo>
                    <a:pt x="1901299" y="1107329"/>
                  </a:lnTo>
                  <a:lnTo>
                    <a:pt x="1909124" y="1038709"/>
                  </a:lnTo>
                  <a:lnTo>
                    <a:pt x="1916948" y="969102"/>
                  </a:lnTo>
                  <a:lnTo>
                    <a:pt x="1924772" y="898812"/>
                  </a:lnTo>
                  <a:lnTo>
                    <a:pt x="1932596" y="828166"/>
                  </a:lnTo>
                  <a:lnTo>
                    <a:pt x="1940421" y="757512"/>
                  </a:lnTo>
                  <a:lnTo>
                    <a:pt x="1948245" y="687221"/>
                  </a:lnTo>
                  <a:lnTo>
                    <a:pt x="1956069" y="617970"/>
                  </a:lnTo>
                  <a:lnTo>
                    <a:pt x="1963894" y="550135"/>
                  </a:lnTo>
                  <a:lnTo>
                    <a:pt x="1971718" y="484126"/>
                  </a:lnTo>
                  <a:lnTo>
                    <a:pt x="1979542" y="420375"/>
                  </a:lnTo>
                  <a:lnTo>
                    <a:pt x="1987366" y="359311"/>
                  </a:lnTo>
                  <a:lnTo>
                    <a:pt x="1995191" y="301366"/>
                  </a:lnTo>
                  <a:lnTo>
                    <a:pt x="2003015" y="247432"/>
                  </a:lnTo>
                  <a:lnTo>
                    <a:pt x="2010839" y="198101"/>
                  </a:lnTo>
                  <a:lnTo>
                    <a:pt x="2018664" y="153348"/>
                  </a:lnTo>
                  <a:lnTo>
                    <a:pt x="2026488" y="113536"/>
                  </a:lnTo>
                  <a:lnTo>
                    <a:pt x="2034312" y="79006"/>
                  </a:lnTo>
                  <a:lnTo>
                    <a:pt x="2042136" y="50069"/>
                  </a:lnTo>
                  <a:lnTo>
                    <a:pt x="2049961" y="27112"/>
                  </a:lnTo>
                  <a:lnTo>
                    <a:pt x="2057785" y="11627"/>
                  </a:lnTo>
                  <a:lnTo>
                    <a:pt x="2065609" y="2549"/>
                  </a:lnTo>
                  <a:lnTo>
                    <a:pt x="2073434" y="0"/>
                  </a:lnTo>
                  <a:lnTo>
                    <a:pt x="2081258" y="4055"/>
                  </a:lnTo>
                  <a:lnTo>
                    <a:pt x="2089082" y="14747"/>
                  </a:lnTo>
                  <a:lnTo>
                    <a:pt x="2096906" y="32062"/>
                  </a:lnTo>
                  <a:lnTo>
                    <a:pt x="2104731" y="56873"/>
                  </a:lnTo>
                  <a:lnTo>
                    <a:pt x="2112555" y="88537"/>
                  </a:lnTo>
                  <a:lnTo>
                    <a:pt x="2120379" y="126328"/>
                  </a:lnTo>
                  <a:lnTo>
                    <a:pt x="2128203" y="169993"/>
                  </a:lnTo>
                  <a:lnTo>
                    <a:pt x="2136028" y="219239"/>
                  </a:lnTo>
                  <a:lnTo>
                    <a:pt x="2143852" y="273734"/>
                  </a:lnTo>
                  <a:lnTo>
                    <a:pt x="2151676" y="333336"/>
                  </a:lnTo>
                  <a:lnTo>
                    <a:pt x="2159501" y="398024"/>
                  </a:lnTo>
                  <a:lnTo>
                    <a:pt x="2167325" y="466506"/>
                  </a:lnTo>
                  <a:lnTo>
                    <a:pt x="2175149" y="538325"/>
                  </a:lnTo>
                  <a:lnTo>
                    <a:pt x="2182973" y="613019"/>
                  </a:lnTo>
                  <a:lnTo>
                    <a:pt x="2190798" y="690122"/>
                  </a:lnTo>
                  <a:lnTo>
                    <a:pt x="2198622" y="769168"/>
                  </a:lnTo>
                  <a:lnTo>
                    <a:pt x="2206446" y="849847"/>
                  </a:lnTo>
                  <a:lnTo>
                    <a:pt x="2214271" y="931380"/>
                  </a:lnTo>
                  <a:lnTo>
                    <a:pt x="2222095" y="1013298"/>
                  </a:lnTo>
                  <a:lnTo>
                    <a:pt x="2229919" y="1095214"/>
                  </a:lnTo>
                  <a:lnTo>
                    <a:pt x="2237743" y="1176765"/>
                  </a:lnTo>
                  <a:lnTo>
                    <a:pt x="2245568" y="1257613"/>
                  </a:lnTo>
                  <a:lnTo>
                    <a:pt x="2253392" y="1337326"/>
                  </a:lnTo>
                  <a:lnTo>
                    <a:pt x="2261216" y="1415445"/>
                  </a:lnTo>
                  <a:lnTo>
                    <a:pt x="2269040" y="1491887"/>
                  </a:lnTo>
                  <a:lnTo>
                    <a:pt x="2276865" y="1566445"/>
                  </a:lnTo>
                  <a:lnTo>
                    <a:pt x="2284689" y="1638932"/>
                  </a:lnTo>
                  <a:lnTo>
                    <a:pt x="2292513" y="1709184"/>
                  </a:lnTo>
                  <a:lnTo>
                    <a:pt x="2300338" y="1777056"/>
                  </a:lnTo>
                  <a:lnTo>
                    <a:pt x="2308162" y="1841845"/>
                  </a:lnTo>
                  <a:lnTo>
                    <a:pt x="2315986" y="1903944"/>
                  </a:lnTo>
                  <a:lnTo>
                    <a:pt x="2323810" y="1963302"/>
                  </a:lnTo>
                  <a:lnTo>
                    <a:pt x="2331635" y="2019854"/>
                  </a:lnTo>
                  <a:lnTo>
                    <a:pt x="2339459" y="2073548"/>
                  </a:lnTo>
                  <a:lnTo>
                    <a:pt x="2347283" y="2124346"/>
                  </a:lnTo>
                  <a:lnTo>
                    <a:pt x="2355108" y="2171872"/>
                  </a:lnTo>
                  <a:lnTo>
                    <a:pt x="2362932" y="2216160"/>
                  </a:lnTo>
                  <a:lnTo>
                    <a:pt x="2370756" y="2257535"/>
                  </a:lnTo>
                  <a:lnTo>
                    <a:pt x="2378580" y="2296025"/>
                  </a:lnTo>
                  <a:lnTo>
                    <a:pt x="2386405" y="2331674"/>
                  </a:lnTo>
                  <a:lnTo>
                    <a:pt x="2394229" y="2364535"/>
                  </a:lnTo>
                  <a:lnTo>
                    <a:pt x="2402053" y="2394613"/>
                  </a:lnTo>
                  <a:lnTo>
                    <a:pt x="2409878" y="2421553"/>
                  </a:lnTo>
                  <a:lnTo>
                    <a:pt x="2417702" y="2446009"/>
                  </a:lnTo>
                  <a:lnTo>
                    <a:pt x="2425526" y="2468091"/>
                  </a:lnTo>
                  <a:lnTo>
                    <a:pt x="2433350" y="2487920"/>
                  </a:lnTo>
                  <a:lnTo>
                    <a:pt x="2441175" y="2505620"/>
                  </a:lnTo>
                  <a:lnTo>
                    <a:pt x="2448999" y="2521322"/>
                  </a:lnTo>
                  <a:lnTo>
                    <a:pt x="2456823" y="2534907"/>
                  </a:lnTo>
                  <a:lnTo>
                    <a:pt x="2464647" y="2546716"/>
                  </a:lnTo>
                  <a:lnTo>
                    <a:pt x="2472472" y="2557017"/>
                  </a:lnTo>
                  <a:lnTo>
                    <a:pt x="2480296" y="2565944"/>
                  </a:lnTo>
                  <a:lnTo>
                    <a:pt x="2488120" y="2573627"/>
                  </a:lnTo>
                  <a:lnTo>
                    <a:pt x="2495945" y="2580193"/>
                  </a:lnTo>
                  <a:lnTo>
                    <a:pt x="2503769" y="2585713"/>
                  </a:lnTo>
                  <a:lnTo>
                    <a:pt x="2511593" y="2590245"/>
                  </a:lnTo>
                  <a:lnTo>
                    <a:pt x="2519417" y="2594055"/>
                  </a:lnTo>
                  <a:lnTo>
                    <a:pt x="2527242" y="2597235"/>
                  </a:lnTo>
                  <a:lnTo>
                    <a:pt x="2535066" y="2599867"/>
                  </a:lnTo>
                  <a:lnTo>
                    <a:pt x="2542890" y="2602030"/>
                  </a:lnTo>
                  <a:lnTo>
                    <a:pt x="2550715" y="2603791"/>
                  </a:lnTo>
                  <a:lnTo>
                    <a:pt x="2558539" y="2605163"/>
                  </a:lnTo>
                  <a:lnTo>
                    <a:pt x="2566363" y="2606265"/>
                  </a:lnTo>
                  <a:lnTo>
                    <a:pt x="2574187" y="2607149"/>
                  </a:lnTo>
                  <a:lnTo>
                    <a:pt x="2582012" y="2607853"/>
                  </a:lnTo>
                  <a:lnTo>
                    <a:pt x="2589836" y="2608408"/>
                  </a:lnTo>
                  <a:lnTo>
                    <a:pt x="2597660" y="2608842"/>
                  </a:lnTo>
                  <a:lnTo>
                    <a:pt x="2605485" y="2609171"/>
                  </a:lnTo>
                  <a:lnTo>
                    <a:pt x="2613309" y="2609418"/>
                  </a:lnTo>
                  <a:lnTo>
                    <a:pt x="2621133" y="2609609"/>
                  </a:lnTo>
                  <a:lnTo>
                    <a:pt x="2628957" y="2609755"/>
                  </a:lnTo>
                  <a:lnTo>
                    <a:pt x="2636782" y="2609866"/>
                  </a:lnTo>
                  <a:lnTo>
                    <a:pt x="2644606" y="2609949"/>
                  </a:lnTo>
                  <a:lnTo>
                    <a:pt x="2652430" y="2610010"/>
                  </a:lnTo>
                  <a:lnTo>
                    <a:pt x="2660254" y="2610053"/>
                  </a:lnTo>
                  <a:lnTo>
                    <a:pt x="2668079" y="2610085"/>
                  </a:lnTo>
                  <a:lnTo>
                    <a:pt x="2675903" y="2610108"/>
                  </a:lnTo>
                  <a:lnTo>
                    <a:pt x="2683727" y="2610125"/>
                  </a:lnTo>
                  <a:lnTo>
                    <a:pt x="2691552" y="2610137"/>
                  </a:lnTo>
                  <a:lnTo>
                    <a:pt x="2699376" y="2610146"/>
                  </a:lnTo>
                  <a:lnTo>
                    <a:pt x="2707200" y="2610152"/>
                  </a:lnTo>
                  <a:lnTo>
                    <a:pt x="2715024" y="2610156"/>
                  </a:lnTo>
                  <a:lnTo>
                    <a:pt x="2722849" y="2610159"/>
                  </a:lnTo>
                  <a:lnTo>
                    <a:pt x="2730673" y="2610161"/>
                  </a:lnTo>
                  <a:lnTo>
                    <a:pt x="2738497" y="2610162"/>
                  </a:lnTo>
                  <a:lnTo>
                    <a:pt x="2746322" y="2610163"/>
                  </a:lnTo>
                  <a:lnTo>
                    <a:pt x="2754146" y="2610164"/>
                  </a:lnTo>
                  <a:lnTo>
                    <a:pt x="2761970" y="2610164"/>
                  </a:lnTo>
                  <a:lnTo>
                    <a:pt x="2769794" y="2610165"/>
                  </a:lnTo>
                  <a:lnTo>
                    <a:pt x="2777619" y="2610165"/>
                  </a:lnTo>
                  <a:lnTo>
                    <a:pt x="2785443" y="2610165"/>
                  </a:lnTo>
                  <a:lnTo>
                    <a:pt x="2793267" y="2610165"/>
                  </a:lnTo>
                  <a:lnTo>
                    <a:pt x="2801091" y="2610165"/>
                  </a:lnTo>
                  <a:lnTo>
                    <a:pt x="2808916" y="2610165"/>
                  </a:lnTo>
                  <a:lnTo>
                    <a:pt x="2816740" y="2610165"/>
                  </a:lnTo>
                  <a:lnTo>
                    <a:pt x="2824564" y="2610165"/>
                  </a:lnTo>
                  <a:lnTo>
                    <a:pt x="2832389" y="2610165"/>
                  </a:lnTo>
                  <a:lnTo>
                    <a:pt x="2840213" y="2610165"/>
                  </a:lnTo>
                  <a:lnTo>
                    <a:pt x="2848037" y="2610165"/>
                  </a:lnTo>
                  <a:lnTo>
                    <a:pt x="2855861" y="2610165"/>
                  </a:lnTo>
                  <a:lnTo>
                    <a:pt x="2863686" y="2610165"/>
                  </a:lnTo>
                  <a:lnTo>
                    <a:pt x="2871510" y="2610165"/>
                  </a:lnTo>
                  <a:lnTo>
                    <a:pt x="2879334" y="2610165"/>
                  </a:lnTo>
                  <a:lnTo>
                    <a:pt x="2887159" y="2610165"/>
                  </a:lnTo>
                  <a:lnTo>
                    <a:pt x="2894983" y="2610165"/>
                  </a:lnTo>
                  <a:lnTo>
                    <a:pt x="2902807" y="2610165"/>
                  </a:lnTo>
                  <a:lnTo>
                    <a:pt x="2910631" y="2610165"/>
                  </a:lnTo>
                  <a:lnTo>
                    <a:pt x="2918456" y="2610165"/>
                  </a:lnTo>
                  <a:lnTo>
                    <a:pt x="2926280" y="2610165"/>
                  </a:lnTo>
                  <a:lnTo>
                    <a:pt x="2934104" y="2610165"/>
                  </a:lnTo>
                  <a:lnTo>
                    <a:pt x="2941929" y="2610165"/>
                  </a:lnTo>
                  <a:lnTo>
                    <a:pt x="2949753" y="2610165"/>
                  </a:lnTo>
                  <a:lnTo>
                    <a:pt x="2957577" y="2610165"/>
                  </a:lnTo>
                  <a:lnTo>
                    <a:pt x="2965401" y="2610165"/>
                  </a:lnTo>
                  <a:lnTo>
                    <a:pt x="2973226" y="2610165"/>
                  </a:lnTo>
                  <a:lnTo>
                    <a:pt x="2981050" y="2610165"/>
                  </a:lnTo>
                  <a:lnTo>
                    <a:pt x="2988874" y="2610165"/>
                  </a:lnTo>
                  <a:lnTo>
                    <a:pt x="2996698" y="2610165"/>
                  </a:lnTo>
                  <a:lnTo>
                    <a:pt x="3004523" y="2610165"/>
                  </a:lnTo>
                  <a:lnTo>
                    <a:pt x="3012347" y="2610165"/>
                  </a:lnTo>
                  <a:lnTo>
                    <a:pt x="3020171" y="2610165"/>
                  </a:lnTo>
                  <a:lnTo>
                    <a:pt x="3027996" y="2610165"/>
                  </a:lnTo>
                  <a:lnTo>
                    <a:pt x="3035820" y="2610165"/>
                  </a:lnTo>
                  <a:lnTo>
                    <a:pt x="3043644" y="2610165"/>
                  </a:lnTo>
                  <a:lnTo>
                    <a:pt x="3051468" y="2610165"/>
                  </a:lnTo>
                  <a:lnTo>
                    <a:pt x="3059293" y="2610165"/>
                  </a:lnTo>
                  <a:lnTo>
                    <a:pt x="3067117" y="2610165"/>
                  </a:lnTo>
                  <a:lnTo>
                    <a:pt x="3074941" y="2610165"/>
                  </a:lnTo>
                  <a:lnTo>
                    <a:pt x="3082766" y="2610165"/>
                  </a:lnTo>
                  <a:lnTo>
                    <a:pt x="3090590" y="2610165"/>
                  </a:lnTo>
                  <a:lnTo>
                    <a:pt x="3098414" y="2610165"/>
                  </a:lnTo>
                  <a:lnTo>
                    <a:pt x="3106238" y="2610165"/>
                  </a:lnTo>
                  <a:lnTo>
                    <a:pt x="3114063" y="2610165"/>
                  </a:lnTo>
                  <a:lnTo>
                    <a:pt x="3121887" y="2610165"/>
                  </a:lnTo>
                  <a:lnTo>
                    <a:pt x="3129711" y="2610165"/>
                  </a:lnTo>
                  <a:lnTo>
                    <a:pt x="3137536" y="2610165"/>
                  </a:lnTo>
                  <a:lnTo>
                    <a:pt x="3145360" y="2610165"/>
                  </a:lnTo>
                  <a:lnTo>
                    <a:pt x="3153184" y="2610165"/>
                  </a:lnTo>
                  <a:lnTo>
                    <a:pt x="3161008" y="2610165"/>
                  </a:lnTo>
                  <a:lnTo>
                    <a:pt x="3168833" y="2610165"/>
                  </a:lnTo>
                  <a:lnTo>
                    <a:pt x="3176657" y="2610165"/>
                  </a:lnTo>
                  <a:lnTo>
                    <a:pt x="3184481" y="2610165"/>
                  </a:lnTo>
                  <a:lnTo>
                    <a:pt x="3192305" y="2610165"/>
                  </a:lnTo>
                  <a:lnTo>
                    <a:pt x="3200130" y="2610165"/>
                  </a:lnTo>
                  <a:lnTo>
                    <a:pt x="3207954" y="2610165"/>
                  </a:lnTo>
                  <a:lnTo>
                    <a:pt x="3215778" y="2610165"/>
                  </a:lnTo>
                  <a:lnTo>
                    <a:pt x="3223603" y="2610165"/>
                  </a:lnTo>
                  <a:lnTo>
                    <a:pt x="3231427" y="2610165"/>
                  </a:lnTo>
                  <a:lnTo>
                    <a:pt x="3239251" y="2610165"/>
                  </a:lnTo>
                  <a:lnTo>
                    <a:pt x="3247075" y="2610165"/>
                  </a:lnTo>
                  <a:lnTo>
                    <a:pt x="3254900" y="2610165"/>
                  </a:lnTo>
                  <a:lnTo>
                    <a:pt x="3262724" y="2610165"/>
                  </a:lnTo>
                  <a:lnTo>
                    <a:pt x="3270548" y="2610165"/>
                  </a:lnTo>
                  <a:lnTo>
                    <a:pt x="3278373" y="2610165"/>
                  </a:lnTo>
                  <a:lnTo>
                    <a:pt x="3286197" y="2610165"/>
                  </a:lnTo>
                  <a:lnTo>
                    <a:pt x="3294021" y="2610165"/>
                  </a:lnTo>
                  <a:lnTo>
                    <a:pt x="3301845" y="2610165"/>
                  </a:lnTo>
                  <a:lnTo>
                    <a:pt x="3309670" y="2610165"/>
                  </a:lnTo>
                  <a:lnTo>
                    <a:pt x="3317494" y="2610165"/>
                  </a:lnTo>
                  <a:lnTo>
                    <a:pt x="3325318" y="2610165"/>
                  </a:lnTo>
                  <a:lnTo>
                    <a:pt x="3333142" y="2610165"/>
                  </a:lnTo>
                  <a:lnTo>
                    <a:pt x="3340967" y="2610165"/>
                  </a:lnTo>
                  <a:lnTo>
                    <a:pt x="3348791" y="2610165"/>
                  </a:lnTo>
                  <a:lnTo>
                    <a:pt x="3356615" y="2610165"/>
                  </a:lnTo>
                  <a:lnTo>
                    <a:pt x="3364440" y="2610165"/>
                  </a:lnTo>
                  <a:lnTo>
                    <a:pt x="3372264" y="2610165"/>
                  </a:lnTo>
                  <a:lnTo>
                    <a:pt x="3380088" y="2610165"/>
                  </a:lnTo>
                  <a:lnTo>
                    <a:pt x="3387912" y="2610165"/>
                  </a:lnTo>
                  <a:lnTo>
                    <a:pt x="3395737" y="2610165"/>
                  </a:lnTo>
                  <a:lnTo>
                    <a:pt x="3403561" y="2610165"/>
                  </a:lnTo>
                  <a:lnTo>
                    <a:pt x="3411385" y="2610165"/>
                  </a:lnTo>
                  <a:lnTo>
                    <a:pt x="3419210" y="2610165"/>
                  </a:lnTo>
                  <a:lnTo>
                    <a:pt x="3427034" y="2610165"/>
                  </a:lnTo>
                  <a:lnTo>
                    <a:pt x="3434858" y="2610165"/>
                  </a:lnTo>
                  <a:lnTo>
                    <a:pt x="3442682" y="2610165"/>
                  </a:lnTo>
                  <a:lnTo>
                    <a:pt x="3450507" y="2610165"/>
                  </a:lnTo>
                  <a:lnTo>
                    <a:pt x="3458331" y="2610165"/>
                  </a:lnTo>
                  <a:lnTo>
                    <a:pt x="3466155" y="2610165"/>
                  </a:lnTo>
                  <a:lnTo>
                    <a:pt x="3473980" y="2610165"/>
                  </a:lnTo>
                  <a:lnTo>
                    <a:pt x="3481804" y="2610165"/>
                  </a:lnTo>
                  <a:lnTo>
                    <a:pt x="3489628" y="2610165"/>
                  </a:lnTo>
                  <a:lnTo>
                    <a:pt x="3497452" y="2610165"/>
                  </a:lnTo>
                  <a:lnTo>
                    <a:pt x="3505277" y="2610165"/>
                  </a:lnTo>
                  <a:lnTo>
                    <a:pt x="3513101" y="2610165"/>
                  </a:lnTo>
                  <a:lnTo>
                    <a:pt x="3520925" y="2610165"/>
                  </a:lnTo>
                  <a:lnTo>
                    <a:pt x="3528749" y="2610165"/>
                  </a:lnTo>
                  <a:lnTo>
                    <a:pt x="3536574" y="2610165"/>
                  </a:lnTo>
                  <a:lnTo>
                    <a:pt x="3544398" y="2610165"/>
                  </a:lnTo>
                  <a:lnTo>
                    <a:pt x="3552222" y="2610165"/>
                  </a:lnTo>
                  <a:lnTo>
                    <a:pt x="3560047" y="2610165"/>
                  </a:lnTo>
                  <a:lnTo>
                    <a:pt x="3567871" y="2610165"/>
                  </a:lnTo>
                  <a:lnTo>
                    <a:pt x="3575695" y="2610165"/>
                  </a:lnTo>
                  <a:lnTo>
                    <a:pt x="3583519" y="2610165"/>
                  </a:lnTo>
                  <a:lnTo>
                    <a:pt x="3591344" y="2610165"/>
                  </a:lnTo>
                  <a:lnTo>
                    <a:pt x="3599168" y="2610165"/>
                  </a:lnTo>
                  <a:lnTo>
                    <a:pt x="3606992" y="2610165"/>
                  </a:lnTo>
                  <a:lnTo>
                    <a:pt x="3614817" y="2610165"/>
                  </a:lnTo>
                  <a:lnTo>
                    <a:pt x="3622641" y="2610165"/>
                  </a:lnTo>
                  <a:lnTo>
                    <a:pt x="3630465" y="2610165"/>
                  </a:lnTo>
                  <a:lnTo>
                    <a:pt x="3638289" y="2610165"/>
                  </a:lnTo>
                  <a:lnTo>
                    <a:pt x="3646114" y="2610165"/>
                  </a:lnTo>
                  <a:lnTo>
                    <a:pt x="3653938" y="2610165"/>
                  </a:lnTo>
                  <a:lnTo>
                    <a:pt x="3661762" y="2610165"/>
                  </a:lnTo>
                  <a:lnTo>
                    <a:pt x="3669586" y="2610165"/>
                  </a:lnTo>
                  <a:lnTo>
                    <a:pt x="3677411" y="2610165"/>
                  </a:lnTo>
                  <a:lnTo>
                    <a:pt x="3685235" y="2610165"/>
                  </a:lnTo>
                  <a:lnTo>
                    <a:pt x="3693059" y="2610165"/>
                  </a:lnTo>
                  <a:lnTo>
                    <a:pt x="3700884" y="2610165"/>
                  </a:lnTo>
                  <a:lnTo>
                    <a:pt x="3708708" y="2610165"/>
                  </a:lnTo>
                  <a:lnTo>
                    <a:pt x="3716532" y="2610165"/>
                  </a:lnTo>
                  <a:lnTo>
                    <a:pt x="3724356" y="2610165"/>
                  </a:lnTo>
                  <a:lnTo>
                    <a:pt x="3732181" y="2610165"/>
                  </a:lnTo>
                  <a:lnTo>
                    <a:pt x="3740005" y="2610165"/>
                  </a:lnTo>
                  <a:lnTo>
                    <a:pt x="3747829" y="2610165"/>
                  </a:lnTo>
                  <a:lnTo>
                    <a:pt x="3755654" y="2610165"/>
                  </a:lnTo>
                  <a:lnTo>
                    <a:pt x="3763478" y="2610165"/>
                  </a:lnTo>
                  <a:lnTo>
                    <a:pt x="3771302" y="2610165"/>
                  </a:lnTo>
                  <a:lnTo>
                    <a:pt x="3779126" y="2610165"/>
                  </a:lnTo>
                  <a:lnTo>
                    <a:pt x="3786951" y="2610165"/>
                  </a:lnTo>
                  <a:lnTo>
                    <a:pt x="3794775" y="2610165"/>
                  </a:lnTo>
                  <a:lnTo>
                    <a:pt x="3802599" y="2610165"/>
                  </a:lnTo>
                  <a:lnTo>
                    <a:pt x="3810424" y="2610165"/>
                  </a:lnTo>
                  <a:lnTo>
                    <a:pt x="3818248" y="2610165"/>
                  </a:lnTo>
                  <a:lnTo>
                    <a:pt x="3826072" y="2610165"/>
                  </a:lnTo>
                  <a:lnTo>
                    <a:pt x="3833896" y="2610165"/>
                  </a:lnTo>
                  <a:lnTo>
                    <a:pt x="3841721" y="2610165"/>
                  </a:lnTo>
                  <a:lnTo>
                    <a:pt x="3849545" y="2610165"/>
                  </a:lnTo>
                  <a:lnTo>
                    <a:pt x="3857369" y="2610165"/>
                  </a:lnTo>
                  <a:lnTo>
                    <a:pt x="3865193" y="2610165"/>
                  </a:lnTo>
                  <a:lnTo>
                    <a:pt x="3873018" y="2610165"/>
                  </a:lnTo>
                  <a:lnTo>
                    <a:pt x="3880842" y="2610165"/>
                  </a:lnTo>
                  <a:lnTo>
                    <a:pt x="3888666" y="2610165"/>
                  </a:lnTo>
                  <a:lnTo>
                    <a:pt x="3896491" y="2610165"/>
                  </a:lnTo>
                  <a:lnTo>
                    <a:pt x="3904315" y="2610165"/>
                  </a:lnTo>
                  <a:lnTo>
                    <a:pt x="3912139" y="2610165"/>
                  </a:lnTo>
                  <a:lnTo>
                    <a:pt x="3919963" y="2610165"/>
                  </a:lnTo>
                  <a:lnTo>
                    <a:pt x="3927788" y="2610165"/>
                  </a:lnTo>
                  <a:lnTo>
                    <a:pt x="3935612" y="2610165"/>
                  </a:lnTo>
                  <a:lnTo>
                    <a:pt x="3943436" y="2610165"/>
                  </a:lnTo>
                  <a:lnTo>
                    <a:pt x="3951261" y="2610165"/>
                  </a:lnTo>
                  <a:lnTo>
                    <a:pt x="3959085" y="2610165"/>
                  </a:lnTo>
                  <a:lnTo>
                    <a:pt x="3966909" y="2610165"/>
                  </a:lnTo>
                  <a:lnTo>
                    <a:pt x="3974733" y="2610165"/>
                  </a:lnTo>
                  <a:lnTo>
                    <a:pt x="3982558" y="2610165"/>
                  </a:lnTo>
                  <a:lnTo>
                    <a:pt x="3990382" y="2610165"/>
                  </a:lnTo>
                  <a:lnTo>
                    <a:pt x="3998206" y="261016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7"/>
            <p:cNvSpPr/>
            <p:nvPr/>
          </p:nvSpPr>
          <p:spPr>
            <a:xfrm>
              <a:off x="7848093" y="4688323"/>
              <a:ext cx="3998206" cy="106409"/>
            </a:xfrm>
            <a:custGeom>
              <a:avLst/>
              <a:pathLst>
                <a:path w="3998206" h="106409">
                  <a:moveTo>
                    <a:pt x="0" y="106409"/>
                  </a:moveTo>
                  <a:lnTo>
                    <a:pt x="7824" y="106409"/>
                  </a:lnTo>
                  <a:lnTo>
                    <a:pt x="15648" y="106409"/>
                  </a:lnTo>
                  <a:lnTo>
                    <a:pt x="23472" y="106409"/>
                  </a:lnTo>
                  <a:lnTo>
                    <a:pt x="31297" y="106409"/>
                  </a:lnTo>
                  <a:lnTo>
                    <a:pt x="39121" y="106409"/>
                  </a:lnTo>
                  <a:lnTo>
                    <a:pt x="46945" y="106409"/>
                  </a:lnTo>
                  <a:lnTo>
                    <a:pt x="54769" y="106409"/>
                  </a:lnTo>
                  <a:lnTo>
                    <a:pt x="62594" y="106409"/>
                  </a:lnTo>
                  <a:lnTo>
                    <a:pt x="70418" y="106409"/>
                  </a:lnTo>
                  <a:lnTo>
                    <a:pt x="78242" y="106409"/>
                  </a:lnTo>
                  <a:lnTo>
                    <a:pt x="86067" y="106409"/>
                  </a:lnTo>
                  <a:lnTo>
                    <a:pt x="93891" y="106409"/>
                  </a:lnTo>
                  <a:lnTo>
                    <a:pt x="101715" y="106409"/>
                  </a:lnTo>
                  <a:lnTo>
                    <a:pt x="109539" y="106409"/>
                  </a:lnTo>
                  <a:lnTo>
                    <a:pt x="117364" y="106409"/>
                  </a:lnTo>
                  <a:lnTo>
                    <a:pt x="125188" y="106409"/>
                  </a:lnTo>
                  <a:lnTo>
                    <a:pt x="133012" y="106409"/>
                  </a:lnTo>
                  <a:lnTo>
                    <a:pt x="140837" y="106409"/>
                  </a:lnTo>
                  <a:lnTo>
                    <a:pt x="148661" y="106409"/>
                  </a:lnTo>
                  <a:lnTo>
                    <a:pt x="156485" y="106409"/>
                  </a:lnTo>
                  <a:lnTo>
                    <a:pt x="164309" y="106409"/>
                  </a:lnTo>
                  <a:lnTo>
                    <a:pt x="172134" y="106409"/>
                  </a:lnTo>
                  <a:lnTo>
                    <a:pt x="179958" y="106409"/>
                  </a:lnTo>
                  <a:lnTo>
                    <a:pt x="187782" y="106409"/>
                  </a:lnTo>
                  <a:lnTo>
                    <a:pt x="195606" y="106409"/>
                  </a:lnTo>
                  <a:lnTo>
                    <a:pt x="203431" y="106409"/>
                  </a:lnTo>
                  <a:lnTo>
                    <a:pt x="211255" y="106409"/>
                  </a:lnTo>
                  <a:lnTo>
                    <a:pt x="219079" y="106409"/>
                  </a:lnTo>
                  <a:lnTo>
                    <a:pt x="226904" y="106409"/>
                  </a:lnTo>
                  <a:lnTo>
                    <a:pt x="234728" y="106409"/>
                  </a:lnTo>
                  <a:lnTo>
                    <a:pt x="242552" y="106409"/>
                  </a:lnTo>
                  <a:lnTo>
                    <a:pt x="250376" y="106409"/>
                  </a:lnTo>
                  <a:lnTo>
                    <a:pt x="258201" y="106409"/>
                  </a:lnTo>
                  <a:lnTo>
                    <a:pt x="266025" y="106409"/>
                  </a:lnTo>
                  <a:lnTo>
                    <a:pt x="273849" y="106409"/>
                  </a:lnTo>
                  <a:lnTo>
                    <a:pt x="281674" y="106409"/>
                  </a:lnTo>
                  <a:lnTo>
                    <a:pt x="289498" y="106409"/>
                  </a:lnTo>
                  <a:lnTo>
                    <a:pt x="297322" y="106409"/>
                  </a:lnTo>
                  <a:lnTo>
                    <a:pt x="305146" y="106409"/>
                  </a:lnTo>
                  <a:lnTo>
                    <a:pt x="312971" y="106409"/>
                  </a:lnTo>
                  <a:lnTo>
                    <a:pt x="320795" y="106409"/>
                  </a:lnTo>
                  <a:lnTo>
                    <a:pt x="328619" y="106409"/>
                  </a:lnTo>
                  <a:lnTo>
                    <a:pt x="336444" y="106409"/>
                  </a:lnTo>
                  <a:lnTo>
                    <a:pt x="344268" y="106409"/>
                  </a:lnTo>
                  <a:lnTo>
                    <a:pt x="352092" y="106409"/>
                  </a:lnTo>
                  <a:lnTo>
                    <a:pt x="359916" y="106409"/>
                  </a:lnTo>
                  <a:lnTo>
                    <a:pt x="367741" y="106409"/>
                  </a:lnTo>
                  <a:lnTo>
                    <a:pt x="375565" y="106409"/>
                  </a:lnTo>
                  <a:lnTo>
                    <a:pt x="383389" y="106409"/>
                  </a:lnTo>
                  <a:lnTo>
                    <a:pt x="391213" y="106409"/>
                  </a:lnTo>
                  <a:lnTo>
                    <a:pt x="399038" y="106409"/>
                  </a:lnTo>
                  <a:lnTo>
                    <a:pt x="406862" y="106409"/>
                  </a:lnTo>
                  <a:lnTo>
                    <a:pt x="414686" y="106409"/>
                  </a:lnTo>
                  <a:lnTo>
                    <a:pt x="422511" y="106409"/>
                  </a:lnTo>
                  <a:lnTo>
                    <a:pt x="430335" y="106409"/>
                  </a:lnTo>
                  <a:lnTo>
                    <a:pt x="438159" y="106409"/>
                  </a:lnTo>
                  <a:lnTo>
                    <a:pt x="445983" y="106409"/>
                  </a:lnTo>
                  <a:lnTo>
                    <a:pt x="453808" y="106409"/>
                  </a:lnTo>
                  <a:lnTo>
                    <a:pt x="461632" y="106409"/>
                  </a:lnTo>
                  <a:lnTo>
                    <a:pt x="469456" y="106409"/>
                  </a:lnTo>
                  <a:lnTo>
                    <a:pt x="477281" y="106409"/>
                  </a:lnTo>
                  <a:lnTo>
                    <a:pt x="485105" y="106409"/>
                  </a:lnTo>
                  <a:lnTo>
                    <a:pt x="492929" y="106409"/>
                  </a:lnTo>
                  <a:lnTo>
                    <a:pt x="500753" y="106409"/>
                  </a:lnTo>
                  <a:lnTo>
                    <a:pt x="508578" y="106409"/>
                  </a:lnTo>
                  <a:lnTo>
                    <a:pt x="516402" y="106409"/>
                  </a:lnTo>
                  <a:lnTo>
                    <a:pt x="524226" y="106409"/>
                  </a:lnTo>
                  <a:lnTo>
                    <a:pt x="532050" y="106409"/>
                  </a:lnTo>
                  <a:lnTo>
                    <a:pt x="539875" y="106409"/>
                  </a:lnTo>
                  <a:lnTo>
                    <a:pt x="547699" y="106409"/>
                  </a:lnTo>
                  <a:lnTo>
                    <a:pt x="555523" y="106409"/>
                  </a:lnTo>
                  <a:lnTo>
                    <a:pt x="563348" y="106409"/>
                  </a:lnTo>
                  <a:lnTo>
                    <a:pt x="571172" y="106409"/>
                  </a:lnTo>
                  <a:lnTo>
                    <a:pt x="578996" y="106409"/>
                  </a:lnTo>
                  <a:lnTo>
                    <a:pt x="586820" y="106409"/>
                  </a:lnTo>
                  <a:lnTo>
                    <a:pt x="594645" y="106409"/>
                  </a:lnTo>
                  <a:lnTo>
                    <a:pt x="602469" y="106409"/>
                  </a:lnTo>
                  <a:lnTo>
                    <a:pt x="610293" y="106409"/>
                  </a:lnTo>
                  <a:lnTo>
                    <a:pt x="618118" y="106409"/>
                  </a:lnTo>
                  <a:lnTo>
                    <a:pt x="625942" y="106409"/>
                  </a:lnTo>
                  <a:lnTo>
                    <a:pt x="633766" y="106409"/>
                  </a:lnTo>
                  <a:lnTo>
                    <a:pt x="641590" y="106409"/>
                  </a:lnTo>
                  <a:lnTo>
                    <a:pt x="649415" y="106409"/>
                  </a:lnTo>
                  <a:lnTo>
                    <a:pt x="657239" y="106409"/>
                  </a:lnTo>
                  <a:lnTo>
                    <a:pt x="665063" y="106409"/>
                  </a:lnTo>
                  <a:lnTo>
                    <a:pt x="672888" y="106409"/>
                  </a:lnTo>
                  <a:lnTo>
                    <a:pt x="680712" y="106409"/>
                  </a:lnTo>
                  <a:lnTo>
                    <a:pt x="688536" y="106409"/>
                  </a:lnTo>
                  <a:lnTo>
                    <a:pt x="696360" y="106409"/>
                  </a:lnTo>
                  <a:lnTo>
                    <a:pt x="704185" y="106409"/>
                  </a:lnTo>
                  <a:lnTo>
                    <a:pt x="712009" y="106409"/>
                  </a:lnTo>
                  <a:lnTo>
                    <a:pt x="719833" y="106409"/>
                  </a:lnTo>
                  <a:lnTo>
                    <a:pt x="727657" y="106409"/>
                  </a:lnTo>
                  <a:lnTo>
                    <a:pt x="735482" y="106409"/>
                  </a:lnTo>
                  <a:lnTo>
                    <a:pt x="743306" y="106409"/>
                  </a:lnTo>
                  <a:lnTo>
                    <a:pt x="751130" y="106409"/>
                  </a:lnTo>
                  <a:lnTo>
                    <a:pt x="758955" y="106409"/>
                  </a:lnTo>
                  <a:lnTo>
                    <a:pt x="766779" y="106409"/>
                  </a:lnTo>
                  <a:lnTo>
                    <a:pt x="774603" y="106409"/>
                  </a:lnTo>
                  <a:lnTo>
                    <a:pt x="782427" y="106409"/>
                  </a:lnTo>
                  <a:lnTo>
                    <a:pt x="790252" y="106409"/>
                  </a:lnTo>
                  <a:lnTo>
                    <a:pt x="798076" y="106409"/>
                  </a:lnTo>
                  <a:lnTo>
                    <a:pt x="805900" y="106409"/>
                  </a:lnTo>
                  <a:lnTo>
                    <a:pt x="813725" y="106409"/>
                  </a:lnTo>
                  <a:lnTo>
                    <a:pt x="821549" y="106409"/>
                  </a:lnTo>
                  <a:lnTo>
                    <a:pt x="829373" y="106409"/>
                  </a:lnTo>
                  <a:lnTo>
                    <a:pt x="837197" y="106409"/>
                  </a:lnTo>
                  <a:lnTo>
                    <a:pt x="845022" y="106409"/>
                  </a:lnTo>
                  <a:lnTo>
                    <a:pt x="852846" y="106409"/>
                  </a:lnTo>
                  <a:lnTo>
                    <a:pt x="860670" y="106409"/>
                  </a:lnTo>
                  <a:lnTo>
                    <a:pt x="868495" y="106409"/>
                  </a:lnTo>
                  <a:lnTo>
                    <a:pt x="876319" y="106409"/>
                  </a:lnTo>
                  <a:lnTo>
                    <a:pt x="884143" y="106409"/>
                  </a:lnTo>
                  <a:lnTo>
                    <a:pt x="891967" y="106409"/>
                  </a:lnTo>
                  <a:lnTo>
                    <a:pt x="899792" y="106409"/>
                  </a:lnTo>
                  <a:lnTo>
                    <a:pt x="907616" y="106409"/>
                  </a:lnTo>
                  <a:lnTo>
                    <a:pt x="915440" y="106409"/>
                  </a:lnTo>
                  <a:lnTo>
                    <a:pt x="923264" y="106409"/>
                  </a:lnTo>
                  <a:lnTo>
                    <a:pt x="931089" y="106409"/>
                  </a:lnTo>
                  <a:lnTo>
                    <a:pt x="938913" y="106409"/>
                  </a:lnTo>
                  <a:lnTo>
                    <a:pt x="946737" y="106409"/>
                  </a:lnTo>
                  <a:lnTo>
                    <a:pt x="954562" y="106409"/>
                  </a:lnTo>
                  <a:lnTo>
                    <a:pt x="962386" y="106409"/>
                  </a:lnTo>
                  <a:lnTo>
                    <a:pt x="970210" y="106409"/>
                  </a:lnTo>
                  <a:lnTo>
                    <a:pt x="978034" y="106409"/>
                  </a:lnTo>
                  <a:lnTo>
                    <a:pt x="985859" y="106409"/>
                  </a:lnTo>
                  <a:lnTo>
                    <a:pt x="993683" y="106409"/>
                  </a:lnTo>
                  <a:lnTo>
                    <a:pt x="1001507" y="106409"/>
                  </a:lnTo>
                  <a:lnTo>
                    <a:pt x="1009332" y="106409"/>
                  </a:lnTo>
                  <a:lnTo>
                    <a:pt x="1017156" y="106409"/>
                  </a:lnTo>
                  <a:lnTo>
                    <a:pt x="1024980" y="106409"/>
                  </a:lnTo>
                  <a:lnTo>
                    <a:pt x="1032804" y="106409"/>
                  </a:lnTo>
                  <a:lnTo>
                    <a:pt x="1040629" y="106409"/>
                  </a:lnTo>
                  <a:lnTo>
                    <a:pt x="1048453" y="106409"/>
                  </a:lnTo>
                  <a:lnTo>
                    <a:pt x="1056277" y="106409"/>
                  </a:lnTo>
                  <a:lnTo>
                    <a:pt x="1064101" y="106409"/>
                  </a:lnTo>
                  <a:lnTo>
                    <a:pt x="1071926" y="106409"/>
                  </a:lnTo>
                  <a:lnTo>
                    <a:pt x="1079750" y="106409"/>
                  </a:lnTo>
                  <a:lnTo>
                    <a:pt x="1087574" y="106409"/>
                  </a:lnTo>
                  <a:lnTo>
                    <a:pt x="1095399" y="106409"/>
                  </a:lnTo>
                  <a:lnTo>
                    <a:pt x="1103223" y="106409"/>
                  </a:lnTo>
                  <a:lnTo>
                    <a:pt x="1111047" y="106409"/>
                  </a:lnTo>
                  <a:lnTo>
                    <a:pt x="1118871" y="106409"/>
                  </a:lnTo>
                  <a:lnTo>
                    <a:pt x="1126696" y="106409"/>
                  </a:lnTo>
                  <a:lnTo>
                    <a:pt x="1134520" y="106409"/>
                  </a:lnTo>
                  <a:lnTo>
                    <a:pt x="1142344" y="106409"/>
                  </a:lnTo>
                  <a:lnTo>
                    <a:pt x="1150169" y="106409"/>
                  </a:lnTo>
                  <a:lnTo>
                    <a:pt x="1157993" y="106409"/>
                  </a:lnTo>
                  <a:lnTo>
                    <a:pt x="1165817" y="106409"/>
                  </a:lnTo>
                  <a:lnTo>
                    <a:pt x="1173641" y="106409"/>
                  </a:lnTo>
                  <a:lnTo>
                    <a:pt x="1181466" y="106409"/>
                  </a:lnTo>
                  <a:lnTo>
                    <a:pt x="1189290" y="106409"/>
                  </a:lnTo>
                  <a:lnTo>
                    <a:pt x="1197114" y="106409"/>
                  </a:lnTo>
                  <a:lnTo>
                    <a:pt x="1204939" y="106409"/>
                  </a:lnTo>
                  <a:lnTo>
                    <a:pt x="1212763" y="106409"/>
                  </a:lnTo>
                  <a:lnTo>
                    <a:pt x="1220587" y="106409"/>
                  </a:lnTo>
                  <a:lnTo>
                    <a:pt x="1228411" y="106409"/>
                  </a:lnTo>
                  <a:lnTo>
                    <a:pt x="1236236" y="106409"/>
                  </a:lnTo>
                  <a:lnTo>
                    <a:pt x="1244060" y="106409"/>
                  </a:lnTo>
                  <a:lnTo>
                    <a:pt x="1251884" y="106409"/>
                  </a:lnTo>
                  <a:lnTo>
                    <a:pt x="1259708" y="106409"/>
                  </a:lnTo>
                  <a:lnTo>
                    <a:pt x="1267533" y="106409"/>
                  </a:lnTo>
                  <a:lnTo>
                    <a:pt x="1275357" y="106409"/>
                  </a:lnTo>
                  <a:lnTo>
                    <a:pt x="1283181" y="106409"/>
                  </a:lnTo>
                  <a:lnTo>
                    <a:pt x="1291006" y="106409"/>
                  </a:lnTo>
                  <a:lnTo>
                    <a:pt x="1298830" y="106409"/>
                  </a:lnTo>
                  <a:lnTo>
                    <a:pt x="1306654" y="106409"/>
                  </a:lnTo>
                  <a:lnTo>
                    <a:pt x="1314478" y="106409"/>
                  </a:lnTo>
                  <a:lnTo>
                    <a:pt x="1322303" y="106409"/>
                  </a:lnTo>
                  <a:lnTo>
                    <a:pt x="1330127" y="106409"/>
                  </a:lnTo>
                  <a:lnTo>
                    <a:pt x="1337951" y="106409"/>
                  </a:lnTo>
                  <a:lnTo>
                    <a:pt x="1345776" y="106409"/>
                  </a:lnTo>
                  <a:lnTo>
                    <a:pt x="1353600" y="106409"/>
                  </a:lnTo>
                  <a:lnTo>
                    <a:pt x="1361424" y="106409"/>
                  </a:lnTo>
                  <a:lnTo>
                    <a:pt x="1369248" y="106409"/>
                  </a:lnTo>
                  <a:lnTo>
                    <a:pt x="1377073" y="106409"/>
                  </a:lnTo>
                  <a:lnTo>
                    <a:pt x="1384897" y="106409"/>
                  </a:lnTo>
                  <a:lnTo>
                    <a:pt x="1392721" y="106409"/>
                  </a:lnTo>
                  <a:lnTo>
                    <a:pt x="1400545" y="106409"/>
                  </a:lnTo>
                  <a:lnTo>
                    <a:pt x="1408370" y="106409"/>
                  </a:lnTo>
                  <a:lnTo>
                    <a:pt x="1416194" y="106409"/>
                  </a:lnTo>
                  <a:lnTo>
                    <a:pt x="1424018" y="106409"/>
                  </a:lnTo>
                  <a:lnTo>
                    <a:pt x="1431843" y="106409"/>
                  </a:lnTo>
                  <a:lnTo>
                    <a:pt x="1439667" y="106409"/>
                  </a:lnTo>
                  <a:lnTo>
                    <a:pt x="1447491" y="106409"/>
                  </a:lnTo>
                  <a:lnTo>
                    <a:pt x="1455315" y="106409"/>
                  </a:lnTo>
                  <a:lnTo>
                    <a:pt x="1463140" y="106409"/>
                  </a:lnTo>
                  <a:lnTo>
                    <a:pt x="1470964" y="106409"/>
                  </a:lnTo>
                  <a:lnTo>
                    <a:pt x="1478788" y="106409"/>
                  </a:lnTo>
                  <a:lnTo>
                    <a:pt x="1486613" y="106409"/>
                  </a:lnTo>
                  <a:lnTo>
                    <a:pt x="1494437" y="106409"/>
                  </a:lnTo>
                  <a:lnTo>
                    <a:pt x="1502261" y="106409"/>
                  </a:lnTo>
                  <a:lnTo>
                    <a:pt x="1510085" y="106409"/>
                  </a:lnTo>
                  <a:lnTo>
                    <a:pt x="1517910" y="106409"/>
                  </a:lnTo>
                  <a:lnTo>
                    <a:pt x="1525734" y="106409"/>
                  </a:lnTo>
                  <a:lnTo>
                    <a:pt x="1533558" y="106409"/>
                  </a:lnTo>
                  <a:lnTo>
                    <a:pt x="1541383" y="106409"/>
                  </a:lnTo>
                  <a:lnTo>
                    <a:pt x="1549207" y="106409"/>
                  </a:lnTo>
                  <a:lnTo>
                    <a:pt x="1557031" y="106409"/>
                  </a:lnTo>
                  <a:lnTo>
                    <a:pt x="1564855" y="106409"/>
                  </a:lnTo>
                  <a:lnTo>
                    <a:pt x="1572680" y="106409"/>
                  </a:lnTo>
                  <a:lnTo>
                    <a:pt x="1580504" y="106409"/>
                  </a:lnTo>
                  <a:lnTo>
                    <a:pt x="1588328" y="106409"/>
                  </a:lnTo>
                  <a:lnTo>
                    <a:pt x="1596152" y="106409"/>
                  </a:lnTo>
                  <a:lnTo>
                    <a:pt x="1603977" y="106409"/>
                  </a:lnTo>
                  <a:lnTo>
                    <a:pt x="1611801" y="106409"/>
                  </a:lnTo>
                  <a:lnTo>
                    <a:pt x="1619625" y="106409"/>
                  </a:lnTo>
                  <a:lnTo>
                    <a:pt x="1627450" y="106409"/>
                  </a:lnTo>
                  <a:lnTo>
                    <a:pt x="1635274" y="106409"/>
                  </a:lnTo>
                  <a:lnTo>
                    <a:pt x="1643098" y="106409"/>
                  </a:lnTo>
                  <a:lnTo>
                    <a:pt x="1650922" y="106409"/>
                  </a:lnTo>
                  <a:lnTo>
                    <a:pt x="1658747" y="106409"/>
                  </a:lnTo>
                  <a:lnTo>
                    <a:pt x="1666571" y="106409"/>
                  </a:lnTo>
                  <a:lnTo>
                    <a:pt x="1674395" y="106409"/>
                  </a:lnTo>
                  <a:lnTo>
                    <a:pt x="1682220" y="106409"/>
                  </a:lnTo>
                  <a:lnTo>
                    <a:pt x="1690044" y="106409"/>
                  </a:lnTo>
                  <a:lnTo>
                    <a:pt x="1697868" y="106409"/>
                  </a:lnTo>
                  <a:lnTo>
                    <a:pt x="1705692" y="106408"/>
                  </a:lnTo>
                  <a:lnTo>
                    <a:pt x="1713517" y="106408"/>
                  </a:lnTo>
                  <a:lnTo>
                    <a:pt x="1721341" y="106408"/>
                  </a:lnTo>
                  <a:lnTo>
                    <a:pt x="1729165" y="106408"/>
                  </a:lnTo>
                  <a:lnTo>
                    <a:pt x="1736990" y="106408"/>
                  </a:lnTo>
                  <a:lnTo>
                    <a:pt x="1744814" y="106408"/>
                  </a:lnTo>
                  <a:lnTo>
                    <a:pt x="1752638" y="106407"/>
                  </a:lnTo>
                  <a:lnTo>
                    <a:pt x="1760462" y="106407"/>
                  </a:lnTo>
                  <a:lnTo>
                    <a:pt x="1768287" y="106406"/>
                  </a:lnTo>
                  <a:lnTo>
                    <a:pt x="1776111" y="106406"/>
                  </a:lnTo>
                  <a:lnTo>
                    <a:pt x="1783935" y="106405"/>
                  </a:lnTo>
                  <a:lnTo>
                    <a:pt x="1791759" y="106404"/>
                  </a:lnTo>
                  <a:lnTo>
                    <a:pt x="1799584" y="106402"/>
                  </a:lnTo>
                  <a:lnTo>
                    <a:pt x="1807408" y="106401"/>
                  </a:lnTo>
                  <a:lnTo>
                    <a:pt x="1815232" y="106398"/>
                  </a:lnTo>
                  <a:lnTo>
                    <a:pt x="1823057" y="106396"/>
                  </a:lnTo>
                  <a:lnTo>
                    <a:pt x="1830881" y="106392"/>
                  </a:lnTo>
                  <a:lnTo>
                    <a:pt x="1838705" y="106388"/>
                  </a:lnTo>
                  <a:lnTo>
                    <a:pt x="1846529" y="106382"/>
                  </a:lnTo>
                  <a:lnTo>
                    <a:pt x="1854354" y="106376"/>
                  </a:lnTo>
                  <a:lnTo>
                    <a:pt x="1862178" y="106368"/>
                  </a:lnTo>
                  <a:lnTo>
                    <a:pt x="1870002" y="106357"/>
                  </a:lnTo>
                  <a:lnTo>
                    <a:pt x="1877827" y="106345"/>
                  </a:lnTo>
                  <a:lnTo>
                    <a:pt x="1885651" y="106330"/>
                  </a:lnTo>
                  <a:lnTo>
                    <a:pt x="1893475" y="106312"/>
                  </a:lnTo>
                  <a:lnTo>
                    <a:pt x="1901299" y="106289"/>
                  </a:lnTo>
                  <a:lnTo>
                    <a:pt x="1909124" y="106262"/>
                  </a:lnTo>
                  <a:lnTo>
                    <a:pt x="1916948" y="106230"/>
                  </a:lnTo>
                  <a:lnTo>
                    <a:pt x="1924772" y="106191"/>
                  </a:lnTo>
                  <a:lnTo>
                    <a:pt x="1932596" y="106144"/>
                  </a:lnTo>
                  <a:lnTo>
                    <a:pt x="1940421" y="106088"/>
                  </a:lnTo>
                  <a:lnTo>
                    <a:pt x="1948245" y="106021"/>
                  </a:lnTo>
                  <a:lnTo>
                    <a:pt x="1956069" y="105944"/>
                  </a:lnTo>
                  <a:lnTo>
                    <a:pt x="1963894" y="105853"/>
                  </a:lnTo>
                  <a:lnTo>
                    <a:pt x="1971718" y="105742"/>
                  </a:lnTo>
                  <a:lnTo>
                    <a:pt x="1979542" y="105613"/>
                  </a:lnTo>
                  <a:lnTo>
                    <a:pt x="1987366" y="105463"/>
                  </a:lnTo>
                  <a:lnTo>
                    <a:pt x="1995191" y="105292"/>
                  </a:lnTo>
                  <a:lnTo>
                    <a:pt x="2003015" y="105091"/>
                  </a:lnTo>
                  <a:lnTo>
                    <a:pt x="2010839" y="104854"/>
                  </a:lnTo>
                  <a:lnTo>
                    <a:pt x="2018664" y="104584"/>
                  </a:lnTo>
                  <a:lnTo>
                    <a:pt x="2026488" y="104277"/>
                  </a:lnTo>
                  <a:lnTo>
                    <a:pt x="2034312" y="103930"/>
                  </a:lnTo>
                  <a:lnTo>
                    <a:pt x="2042136" y="103523"/>
                  </a:lnTo>
                  <a:lnTo>
                    <a:pt x="2049961" y="103061"/>
                  </a:lnTo>
                  <a:lnTo>
                    <a:pt x="2057785" y="102543"/>
                  </a:lnTo>
                  <a:lnTo>
                    <a:pt x="2065609" y="101964"/>
                  </a:lnTo>
                  <a:lnTo>
                    <a:pt x="2073434" y="101315"/>
                  </a:lnTo>
                  <a:lnTo>
                    <a:pt x="2081258" y="100570"/>
                  </a:lnTo>
                  <a:lnTo>
                    <a:pt x="2089082" y="99745"/>
                  </a:lnTo>
                  <a:lnTo>
                    <a:pt x="2096906" y="98835"/>
                  </a:lnTo>
                  <a:lnTo>
                    <a:pt x="2104731" y="97836"/>
                  </a:lnTo>
                  <a:lnTo>
                    <a:pt x="2112555" y="96720"/>
                  </a:lnTo>
                  <a:lnTo>
                    <a:pt x="2120379" y="95484"/>
                  </a:lnTo>
                  <a:lnTo>
                    <a:pt x="2128203" y="94139"/>
                  </a:lnTo>
                  <a:lnTo>
                    <a:pt x="2136028" y="92682"/>
                  </a:lnTo>
                  <a:lnTo>
                    <a:pt x="2143852" y="91107"/>
                  </a:lnTo>
                  <a:lnTo>
                    <a:pt x="2151676" y="89369"/>
                  </a:lnTo>
                  <a:lnTo>
                    <a:pt x="2159501" y="87501"/>
                  </a:lnTo>
                  <a:lnTo>
                    <a:pt x="2167325" y="85505"/>
                  </a:lnTo>
                  <a:lnTo>
                    <a:pt x="2175149" y="83379"/>
                  </a:lnTo>
                  <a:lnTo>
                    <a:pt x="2182973" y="81111"/>
                  </a:lnTo>
                  <a:lnTo>
                    <a:pt x="2190798" y="78678"/>
                  </a:lnTo>
                  <a:lnTo>
                    <a:pt x="2198622" y="76118"/>
                  </a:lnTo>
                  <a:lnTo>
                    <a:pt x="2206446" y="73434"/>
                  </a:lnTo>
                  <a:lnTo>
                    <a:pt x="2214271" y="70630"/>
                  </a:lnTo>
                  <a:lnTo>
                    <a:pt x="2222095" y="67685"/>
                  </a:lnTo>
                  <a:lnTo>
                    <a:pt x="2229919" y="64621"/>
                  </a:lnTo>
                  <a:lnTo>
                    <a:pt x="2237743" y="61463"/>
                  </a:lnTo>
                  <a:lnTo>
                    <a:pt x="2245568" y="58219"/>
                  </a:lnTo>
                  <a:lnTo>
                    <a:pt x="2253392" y="54899"/>
                  </a:lnTo>
                  <a:lnTo>
                    <a:pt x="2261216" y="51498"/>
                  </a:lnTo>
                  <a:lnTo>
                    <a:pt x="2269040" y="48057"/>
                  </a:lnTo>
                  <a:lnTo>
                    <a:pt x="2276865" y="44591"/>
                  </a:lnTo>
                  <a:lnTo>
                    <a:pt x="2284689" y="41112"/>
                  </a:lnTo>
                  <a:lnTo>
                    <a:pt x="2292513" y="37640"/>
                  </a:lnTo>
                  <a:lnTo>
                    <a:pt x="2300338" y="34206"/>
                  </a:lnTo>
                  <a:lnTo>
                    <a:pt x="2308162" y="30825"/>
                  </a:lnTo>
                  <a:lnTo>
                    <a:pt x="2315986" y="27514"/>
                  </a:lnTo>
                  <a:lnTo>
                    <a:pt x="2323810" y="24287"/>
                  </a:lnTo>
                  <a:lnTo>
                    <a:pt x="2331635" y="21198"/>
                  </a:lnTo>
                  <a:lnTo>
                    <a:pt x="2339459" y="18259"/>
                  </a:lnTo>
                  <a:lnTo>
                    <a:pt x="2347283" y="15471"/>
                  </a:lnTo>
                  <a:lnTo>
                    <a:pt x="2355108" y="12851"/>
                  </a:lnTo>
                  <a:lnTo>
                    <a:pt x="2362932" y="10416"/>
                  </a:lnTo>
                  <a:lnTo>
                    <a:pt x="2370756" y="8255"/>
                  </a:lnTo>
                  <a:lnTo>
                    <a:pt x="2378580" y="6314"/>
                  </a:lnTo>
                  <a:lnTo>
                    <a:pt x="2386405" y="4603"/>
                  </a:lnTo>
                  <a:lnTo>
                    <a:pt x="2394229" y="3130"/>
                  </a:lnTo>
                  <a:lnTo>
                    <a:pt x="2402053" y="1942"/>
                  </a:lnTo>
                  <a:lnTo>
                    <a:pt x="2409878" y="1067"/>
                  </a:lnTo>
                  <a:lnTo>
                    <a:pt x="2417702" y="451"/>
                  </a:lnTo>
                  <a:lnTo>
                    <a:pt x="2425526" y="95"/>
                  </a:lnTo>
                  <a:lnTo>
                    <a:pt x="2433350" y="0"/>
                  </a:lnTo>
                  <a:lnTo>
                    <a:pt x="2441175" y="235"/>
                  </a:lnTo>
                  <a:lnTo>
                    <a:pt x="2448999" y="743"/>
                  </a:lnTo>
                  <a:lnTo>
                    <a:pt x="2456823" y="1494"/>
                  </a:lnTo>
                  <a:lnTo>
                    <a:pt x="2464647" y="2480"/>
                  </a:lnTo>
                  <a:lnTo>
                    <a:pt x="2472472" y="3703"/>
                  </a:lnTo>
                  <a:lnTo>
                    <a:pt x="2480296" y="5204"/>
                  </a:lnTo>
                  <a:lnTo>
                    <a:pt x="2488120" y="6898"/>
                  </a:lnTo>
                  <a:lnTo>
                    <a:pt x="2495945" y="8769"/>
                  </a:lnTo>
                  <a:lnTo>
                    <a:pt x="2503769" y="10806"/>
                  </a:lnTo>
                  <a:lnTo>
                    <a:pt x="2511593" y="13015"/>
                  </a:lnTo>
                  <a:lnTo>
                    <a:pt x="2519417" y="15373"/>
                  </a:lnTo>
                  <a:lnTo>
                    <a:pt x="2527242" y="17835"/>
                  </a:lnTo>
                  <a:lnTo>
                    <a:pt x="2535066" y="20385"/>
                  </a:lnTo>
                  <a:lnTo>
                    <a:pt x="2542890" y="23008"/>
                  </a:lnTo>
                  <a:lnTo>
                    <a:pt x="2550715" y="25700"/>
                  </a:lnTo>
                  <a:lnTo>
                    <a:pt x="2558539" y="28422"/>
                  </a:lnTo>
                  <a:lnTo>
                    <a:pt x="2566363" y="31158"/>
                  </a:lnTo>
                  <a:lnTo>
                    <a:pt x="2574187" y="33894"/>
                  </a:lnTo>
                  <a:lnTo>
                    <a:pt x="2582012" y="36617"/>
                  </a:lnTo>
                  <a:lnTo>
                    <a:pt x="2589836" y="39299"/>
                  </a:lnTo>
                  <a:lnTo>
                    <a:pt x="2597660" y="41935"/>
                  </a:lnTo>
                  <a:lnTo>
                    <a:pt x="2605485" y="44516"/>
                  </a:lnTo>
                  <a:lnTo>
                    <a:pt x="2613309" y="47033"/>
                  </a:lnTo>
                  <a:lnTo>
                    <a:pt x="2621133" y="49461"/>
                  </a:lnTo>
                  <a:lnTo>
                    <a:pt x="2628957" y="51792"/>
                  </a:lnTo>
                  <a:lnTo>
                    <a:pt x="2636782" y="54034"/>
                  </a:lnTo>
                  <a:lnTo>
                    <a:pt x="2644606" y="56184"/>
                  </a:lnTo>
                  <a:lnTo>
                    <a:pt x="2652430" y="58237"/>
                  </a:lnTo>
                  <a:lnTo>
                    <a:pt x="2660254" y="60158"/>
                  </a:lnTo>
                  <a:lnTo>
                    <a:pt x="2668079" y="61973"/>
                  </a:lnTo>
                  <a:lnTo>
                    <a:pt x="2675903" y="63688"/>
                  </a:lnTo>
                  <a:lnTo>
                    <a:pt x="2683727" y="65303"/>
                  </a:lnTo>
                  <a:lnTo>
                    <a:pt x="2691552" y="66810"/>
                  </a:lnTo>
                  <a:lnTo>
                    <a:pt x="2699376" y="68194"/>
                  </a:lnTo>
                  <a:lnTo>
                    <a:pt x="2707200" y="69484"/>
                  </a:lnTo>
                  <a:lnTo>
                    <a:pt x="2715024" y="70685"/>
                  </a:lnTo>
                  <a:lnTo>
                    <a:pt x="2722849" y="71800"/>
                  </a:lnTo>
                  <a:lnTo>
                    <a:pt x="2730673" y="72813"/>
                  </a:lnTo>
                  <a:lnTo>
                    <a:pt x="2738497" y="73739"/>
                  </a:lnTo>
                  <a:lnTo>
                    <a:pt x="2746322" y="74594"/>
                  </a:lnTo>
                  <a:lnTo>
                    <a:pt x="2754146" y="75381"/>
                  </a:lnTo>
                  <a:lnTo>
                    <a:pt x="2761970" y="76104"/>
                  </a:lnTo>
                  <a:lnTo>
                    <a:pt x="2769794" y="76749"/>
                  </a:lnTo>
                  <a:lnTo>
                    <a:pt x="2777619" y="77343"/>
                  </a:lnTo>
                  <a:lnTo>
                    <a:pt x="2785443" y="77890"/>
                  </a:lnTo>
                  <a:lnTo>
                    <a:pt x="2793267" y="78393"/>
                  </a:lnTo>
                  <a:lnTo>
                    <a:pt x="2801091" y="78852"/>
                  </a:lnTo>
                  <a:lnTo>
                    <a:pt x="2808916" y="79270"/>
                  </a:lnTo>
                  <a:lnTo>
                    <a:pt x="2816740" y="79660"/>
                  </a:lnTo>
                  <a:lnTo>
                    <a:pt x="2824564" y="80024"/>
                  </a:lnTo>
                  <a:lnTo>
                    <a:pt x="2832389" y="80367"/>
                  </a:lnTo>
                  <a:lnTo>
                    <a:pt x="2840213" y="80687"/>
                  </a:lnTo>
                  <a:lnTo>
                    <a:pt x="2848037" y="80993"/>
                  </a:lnTo>
                  <a:lnTo>
                    <a:pt x="2855861" y="81289"/>
                  </a:lnTo>
                  <a:lnTo>
                    <a:pt x="2863686" y="81577"/>
                  </a:lnTo>
                  <a:lnTo>
                    <a:pt x="2871510" y="81860"/>
                  </a:lnTo>
                  <a:lnTo>
                    <a:pt x="2879334" y="82142"/>
                  </a:lnTo>
                  <a:lnTo>
                    <a:pt x="2887159" y="82427"/>
                  </a:lnTo>
                  <a:lnTo>
                    <a:pt x="2894983" y="82716"/>
                  </a:lnTo>
                  <a:lnTo>
                    <a:pt x="2902807" y="83011"/>
                  </a:lnTo>
                  <a:lnTo>
                    <a:pt x="2910631" y="83316"/>
                  </a:lnTo>
                  <a:lnTo>
                    <a:pt x="2918456" y="83634"/>
                  </a:lnTo>
                  <a:lnTo>
                    <a:pt x="2926280" y="83966"/>
                  </a:lnTo>
                  <a:lnTo>
                    <a:pt x="2934104" y="84312"/>
                  </a:lnTo>
                  <a:lnTo>
                    <a:pt x="2941929" y="84674"/>
                  </a:lnTo>
                  <a:lnTo>
                    <a:pt x="2949753" y="85058"/>
                  </a:lnTo>
                  <a:lnTo>
                    <a:pt x="2957577" y="85461"/>
                  </a:lnTo>
                  <a:lnTo>
                    <a:pt x="2965401" y="85883"/>
                  </a:lnTo>
                  <a:lnTo>
                    <a:pt x="2973226" y="86325"/>
                  </a:lnTo>
                  <a:lnTo>
                    <a:pt x="2981050" y="86786"/>
                  </a:lnTo>
                  <a:lnTo>
                    <a:pt x="2988874" y="87273"/>
                  </a:lnTo>
                  <a:lnTo>
                    <a:pt x="2996698" y="87779"/>
                  </a:lnTo>
                  <a:lnTo>
                    <a:pt x="3004523" y="88304"/>
                  </a:lnTo>
                  <a:lnTo>
                    <a:pt x="3012347" y="88846"/>
                  </a:lnTo>
                  <a:lnTo>
                    <a:pt x="3020171" y="89407"/>
                  </a:lnTo>
                  <a:lnTo>
                    <a:pt x="3027996" y="89986"/>
                  </a:lnTo>
                  <a:lnTo>
                    <a:pt x="3035820" y="90578"/>
                  </a:lnTo>
                  <a:lnTo>
                    <a:pt x="3043644" y="91181"/>
                  </a:lnTo>
                  <a:lnTo>
                    <a:pt x="3051468" y="91795"/>
                  </a:lnTo>
                  <a:lnTo>
                    <a:pt x="3059293" y="92418"/>
                  </a:lnTo>
                  <a:lnTo>
                    <a:pt x="3067117" y="93047"/>
                  </a:lnTo>
                  <a:lnTo>
                    <a:pt x="3074941" y="93678"/>
                  </a:lnTo>
                  <a:lnTo>
                    <a:pt x="3082766" y="94310"/>
                  </a:lnTo>
                  <a:lnTo>
                    <a:pt x="3090590" y="94941"/>
                  </a:lnTo>
                  <a:lnTo>
                    <a:pt x="3098414" y="95567"/>
                  </a:lnTo>
                  <a:lnTo>
                    <a:pt x="3106238" y="96185"/>
                  </a:lnTo>
                  <a:lnTo>
                    <a:pt x="3114063" y="96795"/>
                  </a:lnTo>
                  <a:lnTo>
                    <a:pt x="3121887" y="97394"/>
                  </a:lnTo>
                  <a:lnTo>
                    <a:pt x="3129711" y="97979"/>
                  </a:lnTo>
                  <a:lnTo>
                    <a:pt x="3137536" y="98546"/>
                  </a:lnTo>
                  <a:lnTo>
                    <a:pt x="3145360" y="99097"/>
                  </a:lnTo>
                  <a:lnTo>
                    <a:pt x="3153184" y="99630"/>
                  </a:lnTo>
                  <a:lnTo>
                    <a:pt x="3161008" y="100144"/>
                  </a:lnTo>
                  <a:lnTo>
                    <a:pt x="3168833" y="100632"/>
                  </a:lnTo>
                  <a:lnTo>
                    <a:pt x="3176657" y="101097"/>
                  </a:lnTo>
                  <a:lnTo>
                    <a:pt x="3184481" y="101542"/>
                  </a:lnTo>
                  <a:lnTo>
                    <a:pt x="3192305" y="101964"/>
                  </a:lnTo>
                  <a:lnTo>
                    <a:pt x="3200130" y="102362"/>
                  </a:lnTo>
                  <a:lnTo>
                    <a:pt x="3207954" y="102731"/>
                  </a:lnTo>
                  <a:lnTo>
                    <a:pt x="3215778" y="103078"/>
                  </a:lnTo>
                  <a:lnTo>
                    <a:pt x="3223603" y="103403"/>
                  </a:lnTo>
                  <a:lnTo>
                    <a:pt x="3231427" y="103707"/>
                  </a:lnTo>
                  <a:lnTo>
                    <a:pt x="3239251" y="103985"/>
                  </a:lnTo>
                  <a:lnTo>
                    <a:pt x="3247075" y="104239"/>
                  </a:lnTo>
                  <a:lnTo>
                    <a:pt x="3254900" y="104474"/>
                  </a:lnTo>
                  <a:lnTo>
                    <a:pt x="3262724" y="104691"/>
                  </a:lnTo>
                  <a:lnTo>
                    <a:pt x="3270548" y="104889"/>
                  </a:lnTo>
                  <a:lnTo>
                    <a:pt x="3278373" y="105065"/>
                  </a:lnTo>
                  <a:lnTo>
                    <a:pt x="3286197" y="105225"/>
                  </a:lnTo>
                  <a:lnTo>
                    <a:pt x="3294021" y="105370"/>
                  </a:lnTo>
                  <a:lnTo>
                    <a:pt x="3301845" y="105501"/>
                  </a:lnTo>
                  <a:lnTo>
                    <a:pt x="3309670" y="105618"/>
                  </a:lnTo>
                  <a:lnTo>
                    <a:pt x="3317494" y="105720"/>
                  </a:lnTo>
                  <a:lnTo>
                    <a:pt x="3325318" y="105812"/>
                  </a:lnTo>
                  <a:lnTo>
                    <a:pt x="3333142" y="105893"/>
                  </a:lnTo>
                  <a:lnTo>
                    <a:pt x="3340967" y="105966"/>
                  </a:lnTo>
                  <a:lnTo>
                    <a:pt x="3348791" y="106028"/>
                  </a:lnTo>
                  <a:lnTo>
                    <a:pt x="3356615" y="106083"/>
                  </a:lnTo>
                  <a:lnTo>
                    <a:pt x="3364440" y="106131"/>
                  </a:lnTo>
                  <a:lnTo>
                    <a:pt x="3372264" y="106173"/>
                  </a:lnTo>
                  <a:lnTo>
                    <a:pt x="3380088" y="106210"/>
                  </a:lnTo>
                  <a:lnTo>
                    <a:pt x="3387912" y="106240"/>
                  </a:lnTo>
                  <a:lnTo>
                    <a:pt x="3395737" y="106266"/>
                  </a:lnTo>
                  <a:lnTo>
                    <a:pt x="3403561" y="106289"/>
                  </a:lnTo>
                  <a:lnTo>
                    <a:pt x="3411385" y="106309"/>
                  </a:lnTo>
                  <a:lnTo>
                    <a:pt x="3419210" y="106326"/>
                  </a:lnTo>
                  <a:lnTo>
                    <a:pt x="3427034" y="106340"/>
                  </a:lnTo>
                  <a:lnTo>
                    <a:pt x="3434858" y="106351"/>
                  </a:lnTo>
                  <a:lnTo>
                    <a:pt x="3442682" y="106361"/>
                  </a:lnTo>
                  <a:lnTo>
                    <a:pt x="3450507" y="106370"/>
                  </a:lnTo>
                  <a:lnTo>
                    <a:pt x="3458331" y="106377"/>
                  </a:lnTo>
                  <a:lnTo>
                    <a:pt x="3466155" y="106383"/>
                  </a:lnTo>
                  <a:lnTo>
                    <a:pt x="3473980" y="106387"/>
                  </a:lnTo>
                  <a:lnTo>
                    <a:pt x="3481804" y="106391"/>
                  </a:lnTo>
                  <a:lnTo>
                    <a:pt x="3489628" y="106395"/>
                  </a:lnTo>
                  <a:lnTo>
                    <a:pt x="3497452" y="106397"/>
                  </a:lnTo>
                  <a:lnTo>
                    <a:pt x="3505277" y="106400"/>
                  </a:lnTo>
                  <a:lnTo>
                    <a:pt x="3513101" y="106401"/>
                  </a:lnTo>
                  <a:lnTo>
                    <a:pt x="3520925" y="106403"/>
                  </a:lnTo>
                  <a:lnTo>
                    <a:pt x="3528749" y="106404"/>
                  </a:lnTo>
                  <a:lnTo>
                    <a:pt x="3536574" y="106405"/>
                  </a:lnTo>
                  <a:lnTo>
                    <a:pt x="3544398" y="106406"/>
                  </a:lnTo>
                  <a:lnTo>
                    <a:pt x="3552222" y="106406"/>
                  </a:lnTo>
                  <a:lnTo>
                    <a:pt x="3560047" y="106407"/>
                  </a:lnTo>
                  <a:lnTo>
                    <a:pt x="3567871" y="106407"/>
                  </a:lnTo>
                  <a:lnTo>
                    <a:pt x="3575695" y="106408"/>
                  </a:lnTo>
                  <a:lnTo>
                    <a:pt x="3583519" y="106408"/>
                  </a:lnTo>
                  <a:lnTo>
                    <a:pt x="3591344" y="106408"/>
                  </a:lnTo>
                  <a:lnTo>
                    <a:pt x="3599168" y="106408"/>
                  </a:lnTo>
                  <a:lnTo>
                    <a:pt x="3606992" y="106408"/>
                  </a:lnTo>
                  <a:lnTo>
                    <a:pt x="3614817" y="106408"/>
                  </a:lnTo>
                  <a:lnTo>
                    <a:pt x="3622641" y="106409"/>
                  </a:lnTo>
                  <a:lnTo>
                    <a:pt x="3630465" y="106409"/>
                  </a:lnTo>
                  <a:lnTo>
                    <a:pt x="3638289" y="106409"/>
                  </a:lnTo>
                  <a:lnTo>
                    <a:pt x="3646114" y="106409"/>
                  </a:lnTo>
                  <a:lnTo>
                    <a:pt x="3653938" y="106409"/>
                  </a:lnTo>
                  <a:lnTo>
                    <a:pt x="3661762" y="106409"/>
                  </a:lnTo>
                  <a:lnTo>
                    <a:pt x="3669586" y="106409"/>
                  </a:lnTo>
                  <a:lnTo>
                    <a:pt x="3677411" y="106409"/>
                  </a:lnTo>
                  <a:lnTo>
                    <a:pt x="3685235" y="106409"/>
                  </a:lnTo>
                  <a:lnTo>
                    <a:pt x="3693059" y="106409"/>
                  </a:lnTo>
                  <a:lnTo>
                    <a:pt x="3700884" y="106409"/>
                  </a:lnTo>
                  <a:lnTo>
                    <a:pt x="3708708" y="106409"/>
                  </a:lnTo>
                  <a:lnTo>
                    <a:pt x="3716532" y="106409"/>
                  </a:lnTo>
                  <a:lnTo>
                    <a:pt x="3724356" y="106409"/>
                  </a:lnTo>
                  <a:lnTo>
                    <a:pt x="3732181" y="106409"/>
                  </a:lnTo>
                  <a:lnTo>
                    <a:pt x="3740005" y="106409"/>
                  </a:lnTo>
                  <a:lnTo>
                    <a:pt x="3747829" y="106409"/>
                  </a:lnTo>
                  <a:lnTo>
                    <a:pt x="3755654" y="106409"/>
                  </a:lnTo>
                  <a:lnTo>
                    <a:pt x="3763478" y="106409"/>
                  </a:lnTo>
                  <a:lnTo>
                    <a:pt x="3771302" y="106409"/>
                  </a:lnTo>
                  <a:lnTo>
                    <a:pt x="3779126" y="106409"/>
                  </a:lnTo>
                  <a:lnTo>
                    <a:pt x="3786951" y="106409"/>
                  </a:lnTo>
                  <a:lnTo>
                    <a:pt x="3794775" y="106409"/>
                  </a:lnTo>
                  <a:lnTo>
                    <a:pt x="3802599" y="106409"/>
                  </a:lnTo>
                  <a:lnTo>
                    <a:pt x="3810424" y="106409"/>
                  </a:lnTo>
                  <a:lnTo>
                    <a:pt x="3818248" y="106409"/>
                  </a:lnTo>
                  <a:lnTo>
                    <a:pt x="3826072" y="106409"/>
                  </a:lnTo>
                  <a:lnTo>
                    <a:pt x="3833896" y="106409"/>
                  </a:lnTo>
                  <a:lnTo>
                    <a:pt x="3841721" y="106409"/>
                  </a:lnTo>
                  <a:lnTo>
                    <a:pt x="3849545" y="106409"/>
                  </a:lnTo>
                  <a:lnTo>
                    <a:pt x="3857369" y="106409"/>
                  </a:lnTo>
                  <a:lnTo>
                    <a:pt x="3865193" y="106409"/>
                  </a:lnTo>
                  <a:lnTo>
                    <a:pt x="3873018" y="106409"/>
                  </a:lnTo>
                  <a:lnTo>
                    <a:pt x="3880842" y="106409"/>
                  </a:lnTo>
                  <a:lnTo>
                    <a:pt x="3888666" y="106409"/>
                  </a:lnTo>
                  <a:lnTo>
                    <a:pt x="3896491" y="106409"/>
                  </a:lnTo>
                  <a:lnTo>
                    <a:pt x="3904315" y="106409"/>
                  </a:lnTo>
                  <a:lnTo>
                    <a:pt x="3912139" y="106409"/>
                  </a:lnTo>
                  <a:lnTo>
                    <a:pt x="3919963" y="106409"/>
                  </a:lnTo>
                  <a:lnTo>
                    <a:pt x="3927788" y="106409"/>
                  </a:lnTo>
                  <a:lnTo>
                    <a:pt x="3935612" y="106409"/>
                  </a:lnTo>
                  <a:lnTo>
                    <a:pt x="3943436" y="106409"/>
                  </a:lnTo>
                  <a:lnTo>
                    <a:pt x="3951261" y="106409"/>
                  </a:lnTo>
                  <a:lnTo>
                    <a:pt x="3959085" y="106409"/>
                  </a:lnTo>
                  <a:lnTo>
                    <a:pt x="3966909" y="106409"/>
                  </a:lnTo>
                  <a:lnTo>
                    <a:pt x="3974733" y="106409"/>
                  </a:lnTo>
                  <a:lnTo>
                    <a:pt x="3982558" y="106409"/>
                  </a:lnTo>
                  <a:lnTo>
                    <a:pt x="3990382" y="106409"/>
                  </a:lnTo>
                  <a:lnTo>
                    <a:pt x="3998206" y="106409"/>
                  </a:lnTo>
                  <a:lnTo>
                    <a:pt x="3990382" y="106409"/>
                  </a:lnTo>
                  <a:lnTo>
                    <a:pt x="3982558" y="106409"/>
                  </a:lnTo>
                  <a:lnTo>
                    <a:pt x="3974733" y="106409"/>
                  </a:lnTo>
                  <a:lnTo>
                    <a:pt x="3966909" y="106409"/>
                  </a:lnTo>
                  <a:lnTo>
                    <a:pt x="3959085" y="106409"/>
                  </a:lnTo>
                  <a:lnTo>
                    <a:pt x="3951261" y="106409"/>
                  </a:lnTo>
                  <a:lnTo>
                    <a:pt x="3943436" y="106409"/>
                  </a:lnTo>
                  <a:lnTo>
                    <a:pt x="3935612" y="106409"/>
                  </a:lnTo>
                  <a:lnTo>
                    <a:pt x="3927788" y="106409"/>
                  </a:lnTo>
                  <a:lnTo>
                    <a:pt x="3919963" y="106409"/>
                  </a:lnTo>
                  <a:lnTo>
                    <a:pt x="3912139" y="106409"/>
                  </a:lnTo>
                  <a:lnTo>
                    <a:pt x="3904315" y="106409"/>
                  </a:lnTo>
                  <a:lnTo>
                    <a:pt x="3896491" y="106409"/>
                  </a:lnTo>
                  <a:lnTo>
                    <a:pt x="3888666" y="106409"/>
                  </a:lnTo>
                  <a:lnTo>
                    <a:pt x="3880842" y="106409"/>
                  </a:lnTo>
                  <a:lnTo>
                    <a:pt x="3873018" y="106409"/>
                  </a:lnTo>
                  <a:lnTo>
                    <a:pt x="3865193" y="106409"/>
                  </a:lnTo>
                  <a:lnTo>
                    <a:pt x="3857369" y="106409"/>
                  </a:lnTo>
                  <a:lnTo>
                    <a:pt x="3849545" y="106409"/>
                  </a:lnTo>
                  <a:lnTo>
                    <a:pt x="3841721" y="106409"/>
                  </a:lnTo>
                  <a:lnTo>
                    <a:pt x="3833896" y="106409"/>
                  </a:lnTo>
                  <a:lnTo>
                    <a:pt x="3826072" y="106409"/>
                  </a:lnTo>
                  <a:lnTo>
                    <a:pt x="3818248" y="106409"/>
                  </a:lnTo>
                  <a:lnTo>
                    <a:pt x="3810424" y="106409"/>
                  </a:lnTo>
                  <a:lnTo>
                    <a:pt x="3802599" y="106409"/>
                  </a:lnTo>
                  <a:lnTo>
                    <a:pt x="3794775" y="106409"/>
                  </a:lnTo>
                  <a:lnTo>
                    <a:pt x="3786951" y="106409"/>
                  </a:lnTo>
                  <a:lnTo>
                    <a:pt x="3779126" y="106409"/>
                  </a:lnTo>
                  <a:lnTo>
                    <a:pt x="3771302" y="106409"/>
                  </a:lnTo>
                  <a:lnTo>
                    <a:pt x="3763478" y="106409"/>
                  </a:lnTo>
                  <a:lnTo>
                    <a:pt x="3755654" y="106409"/>
                  </a:lnTo>
                  <a:lnTo>
                    <a:pt x="3747829" y="106409"/>
                  </a:lnTo>
                  <a:lnTo>
                    <a:pt x="3740005" y="106409"/>
                  </a:lnTo>
                  <a:lnTo>
                    <a:pt x="3732181" y="106409"/>
                  </a:lnTo>
                  <a:lnTo>
                    <a:pt x="3724356" y="106409"/>
                  </a:lnTo>
                  <a:lnTo>
                    <a:pt x="3716532" y="106409"/>
                  </a:lnTo>
                  <a:lnTo>
                    <a:pt x="3708708" y="106409"/>
                  </a:lnTo>
                  <a:lnTo>
                    <a:pt x="3700884" y="106409"/>
                  </a:lnTo>
                  <a:lnTo>
                    <a:pt x="3693059" y="106409"/>
                  </a:lnTo>
                  <a:lnTo>
                    <a:pt x="3685235" y="106409"/>
                  </a:lnTo>
                  <a:lnTo>
                    <a:pt x="3677411" y="106409"/>
                  </a:lnTo>
                  <a:lnTo>
                    <a:pt x="3669586" y="106409"/>
                  </a:lnTo>
                  <a:lnTo>
                    <a:pt x="3661762" y="106409"/>
                  </a:lnTo>
                  <a:lnTo>
                    <a:pt x="3653938" y="106409"/>
                  </a:lnTo>
                  <a:lnTo>
                    <a:pt x="3646114" y="106409"/>
                  </a:lnTo>
                  <a:lnTo>
                    <a:pt x="3638289" y="106409"/>
                  </a:lnTo>
                  <a:lnTo>
                    <a:pt x="3630465" y="106409"/>
                  </a:lnTo>
                  <a:lnTo>
                    <a:pt x="3622641" y="106409"/>
                  </a:lnTo>
                  <a:lnTo>
                    <a:pt x="3614817" y="106409"/>
                  </a:lnTo>
                  <a:lnTo>
                    <a:pt x="3606992" y="106409"/>
                  </a:lnTo>
                  <a:lnTo>
                    <a:pt x="3599168" y="106409"/>
                  </a:lnTo>
                  <a:lnTo>
                    <a:pt x="3591344" y="106409"/>
                  </a:lnTo>
                  <a:lnTo>
                    <a:pt x="3583519" y="106409"/>
                  </a:lnTo>
                  <a:lnTo>
                    <a:pt x="3575695" y="106409"/>
                  </a:lnTo>
                  <a:lnTo>
                    <a:pt x="3567871" y="106409"/>
                  </a:lnTo>
                  <a:lnTo>
                    <a:pt x="3560047" y="106409"/>
                  </a:lnTo>
                  <a:lnTo>
                    <a:pt x="3552222" y="106409"/>
                  </a:lnTo>
                  <a:lnTo>
                    <a:pt x="3544398" y="106409"/>
                  </a:lnTo>
                  <a:lnTo>
                    <a:pt x="3536574" y="106409"/>
                  </a:lnTo>
                  <a:lnTo>
                    <a:pt x="3528749" y="106409"/>
                  </a:lnTo>
                  <a:lnTo>
                    <a:pt x="3520925" y="106409"/>
                  </a:lnTo>
                  <a:lnTo>
                    <a:pt x="3513101" y="106409"/>
                  </a:lnTo>
                  <a:lnTo>
                    <a:pt x="3505277" y="106409"/>
                  </a:lnTo>
                  <a:lnTo>
                    <a:pt x="3497452" y="106409"/>
                  </a:lnTo>
                  <a:lnTo>
                    <a:pt x="3489628" y="106409"/>
                  </a:lnTo>
                  <a:lnTo>
                    <a:pt x="3481804" y="106409"/>
                  </a:lnTo>
                  <a:lnTo>
                    <a:pt x="3473980" y="106409"/>
                  </a:lnTo>
                  <a:lnTo>
                    <a:pt x="3466155" y="106409"/>
                  </a:lnTo>
                  <a:lnTo>
                    <a:pt x="3458331" y="106409"/>
                  </a:lnTo>
                  <a:lnTo>
                    <a:pt x="3450507" y="106409"/>
                  </a:lnTo>
                  <a:lnTo>
                    <a:pt x="3442682" y="106409"/>
                  </a:lnTo>
                  <a:lnTo>
                    <a:pt x="3434858" y="106409"/>
                  </a:lnTo>
                  <a:lnTo>
                    <a:pt x="3427034" y="106409"/>
                  </a:lnTo>
                  <a:lnTo>
                    <a:pt x="3419210" y="106409"/>
                  </a:lnTo>
                  <a:lnTo>
                    <a:pt x="3411385" y="106409"/>
                  </a:lnTo>
                  <a:lnTo>
                    <a:pt x="3403561" y="106409"/>
                  </a:lnTo>
                  <a:lnTo>
                    <a:pt x="3395737" y="106409"/>
                  </a:lnTo>
                  <a:lnTo>
                    <a:pt x="3387912" y="106409"/>
                  </a:lnTo>
                  <a:lnTo>
                    <a:pt x="3380088" y="106409"/>
                  </a:lnTo>
                  <a:lnTo>
                    <a:pt x="3372264" y="106409"/>
                  </a:lnTo>
                  <a:lnTo>
                    <a:pt x="3364440" y="106409"/>
                  </a:lnTo>
                  <a:lnTo>
                    <a:pt x="3356615" y="106409"/>
                  </a:lnTo>
                  <a:lnTo>
                    <a:pt x="3348791" y="106409"/>
                  </a:lnTo>
                  <a:lnTo>
                    <a:pt x="3340967" y="106409"/>
                  </a:lnTo>
                  <a:lnTo>
                    <a:pt x="3333142" y="106409"/>
                  </a:lnTo>
                  <a:lnTo>
                    <a:pt x="3325318" y="106409"/>
                  </a:lnTo>
                  <a:lnTo>
                    <a:pt x="3317494" y="106409"/>
                  </a:lnTo>
                  <a:lnTo>
                    <a:pt x="3309670" y="106409"/>
                  </a:lnTo>
                  <a:lnTo>
                    <a:pt x="3301845" y="106409"/>
                  </a:lnTo>
                  <a:lnTo>
                    <a:pt x="3294021" y="106409"/>
                  </a:lnTo>
                  <a:lnTo>
                    <a:pt x="3286197" y="106409"/>
                  </a:lnTo>
                  <a:lnTo>
                    <a:pt x="3278373" y="106409"/>
                  </a:lnTo>
                  <a:lnTo>
                    <a:pt x="3270548" y="106409"/>
                  </a:lnTo>
                  <a:lnTo>
                    <a:pt x="3262724" y="106409"/>
                  </a:lnTo>
                  <a:lnTo>
                    <a:pt x="3254900" y="106409"/>
                  </a:lnTo>
                  <a:lnTo>
                    <a:pt x="3247075" y="106409"/>
                  </a:lnTo>
                  <a:lnTo>
                    <a:pt x="3239251" y="106409"/>
                  </a:lnTo>
                  <a:lnTo>
                    <a:pt x="3231427" y="106409"/>
                  </a:lnTo>
                  <a:lnTo>
                    <a:pt x="3223603" y="106409"/>
                  </a:lnTo>
                  <a:lnTo>
                    <a:pt x="3215778" y="106409"/>
                  </a:lnTo>
                  <a:lnTo>
                    <a:pt x="3207954" y="106409"/>
                  </a:lnTo>
                  <a:lnTo>
                    <a:pt x="3200130" y="106409"/>
                  </a:lnTo>
                  <a:lnTo>
                    <a:pt x="3192305" y="106409"/>
                  </a:lnTo>
                  <a:lnTo>
                    <a:pt x="3184481" y="106409"/>
                  </a:lnTo>
                  <a:lnTo>
                    <a:pt x="3176657" y="106409"/>
                  </a:lnTo>
                  <a:lnTo>
                    <a:pt x="3168833" y="106409"/>
                  </a:lnTo>
                  <a:lnTo>
                    <a:pt x="3161008" y="106409"/>
                  </a:lnTo>
                  <a:lnTo>
                    <a:pt x="3153184" y="106409"/>
                  </a:lnTo>
                  <a:lnTo>
                    <a:pt x="3145360" y="106409"/>
                  </a:lnTo>
                  <a:lnTo>
                    <a:pt x="3137536" y="106409"/>
                  </a:lnTo>
                  <a:lnTo>
                    <a:pt x="3129711" y="106409"/>
                  </a:lnTo>
                  <a:lnTo>
                    <a:pt x="3121887" y="106409"/>
                  </a:lnTo>
                  <a:lnTo>
                    <a:pt x="3114063" y="106409"/>
                  </a:lnTo>
                  <a:lnTo>
                    <a:pt x="3106238" y="106409"/>
                  </a:lnTo>
                  <a:lnTo>
                    <a:pt x="3098414" y="106409"/>
                  </a:lnTo>
                  <a:lnTo>
                    <a:pt x="3090590" y="106409"/>
                  </a:lnTo>
                  <a:lnTo>
                    <a:pt x="3082766" y="106409"/>
                  </a:lnTo>
                  <a:lnTo>
                    <a:pt x="3074941" y="106409"/>
                  </a:lnTo>
                  <a:lnTo>
                    <a:pt x="3067117" y="106409"/>
                  </a:lnTo>
                  <a:lnTo>
                    <a:pt x="3059293" y="106409"/>
                  </a:lnTo>
                  <a:lnTo>
                    <a:pt x="3051468" y="106409"/>
                  </a:lnTo>
                  <a:lnTo>
                    <a:pt x="3043644" y="106409"/>
                  </a:lnTo>
                  <a:lnTo>
                    <a:pt x="3035820" y="106409"/>
                  </a:lnTo>
                  <a:lnTo>
                    <a:pt x="3027996" y="106409"/>
                  </a:lnTo>
                  <a:lnTo>
                    <a:pt x="3020171" y="106409"/>
                  </a:lnTo>
                  <a:lnTo>
                    <a:pt x="3012347" y="106409"/>
                  </a:lnTo>
                  <a:lnTo>
                    <a:pt x="3004523" y="106409"/>
                  </a:lnTo>
                  <a:lnTo>
                    <a:pt x="2996698" y="106409"/>
                  </a:lnTo>
                  <a:lnTo>
                    <a:pt x="2988874" y="106409"/>
                  </a:lnTo>
                  <a:lnTo>
                    <a:pt x="2981050" y="106409"/>
                  </a:lnTo>
                  <a:lnTo>
                    <a:pt x="2973226" y="106409"/>
                  </a:lnTo>
                  <a:lnTo>
                    <a:pt x="2965401" y="106409"/>
                  </a:lnTo>
                  <a:lnTo>
                    <a:pt x="2957577" y="106409"/>
                  </a:lnTo>
                  <a:lnTo>
                    <a:pt x="2949753" y="106409"/>
                  </a:lnTo>
                  <a:lnTo>
                    <a:pt x="2941929" y="106409"/>
                  </a:lnTo>
                  <a:lnTo>
                    <a:pt x="2934104" y="106409"/>
                  </a:lnTo>
                  <a:lnTo>
                    <a:pt x="2926280" y="106409"/>
                  </a:lnTo>
                  <a:lnTo>
                    <a:pt x="2918456" y="106409"/>
                  </a:lnTo>
                  <a:lnTo>
                    <a:pt x="2910631" y="106409"/>
                  </a:lnTo>
                  <a:lnTo>
                    <a:pt x="2902807" y="106409"/>
                  </a:lnTo>
                  <a:lnTo>
                    <a:pt x="2894983" y="106409"/>
                  </a:lnTo>
                  <a:lnTo>
                    <a:pt x="2887159" y="106409"/>
                  </a:lnTo>
                  <a:lnTo>
                    <a:pt x="2879334" y="106409"/>
                  </a:lnTo>
                  <a:lnTo>
                    <a:pt x="2871510" y="106409"/>
                  </a:lnTo>
                  <a:lnTo>
                    <a:pt x="2863686" y="106409"/>
                  </a:lnTo>
                  <a:lnTo>
                    <a:pt x="2855861" y="106409"/>
                  </a:lnTo>
                  <a:lnTo>
                    <a:pt x="2848037" y="106409"/>
                  </a:lnTo>
                  <a:lnTo>
                    <a:pt x="2840213" y="106409"/>
                  </a:lnTo>
                  <a:lnTo>
                    <a:pt x="2832389" y="106409"/>
                  </a:lnTo>
                  <a:lnTo>
                    <a:pt x="2824564" y="106409"/>
                  </a:lnTo>
                  <a:lnTo>
                    <a:pt x="2816740" y="106409"/>
                  </a:lnTo>
                  <a:lnTo>
                    <a:pt x="2808916" y="106409"/>
                  </a:lnTo>
                  <a:lnTo>
                    <a:pt x="2801091" y="106409"/>
                  </a:lnTo>
                  <a:lnTo>
                    <a:pt x="2793267" y="106409"/>
                  </a:lnTo>
                  <a:lnTo>
                    <a:pt x="2785443" y="106409"/>
                  </a:lnTo>
                  <a:lnTo>
                    <a:pt x="2777619" y="106409"/>
                  </a:lnTo>
                  <a:lnTo>
                    <a:pt x="2769794" y="106409"/>
                  </a:lnTo>
                  <a:lnTo>
                    <a:pt x="2761970" y="106409"/>
                  </a:lnTo>
                  <a:lnTo>
                    <a:pt x="2754146" y="106409"/>
                  </a:lnTo>
                  <a:lnTo>
                    <a:pt x="2746322" y="106409"/>
                  </a:lnTo>
                  <a:lnTo>
                    <a:pt x="2738497" y="106409"/>
                  </a:lnTo>
                  <a:lnTo>
                    <a:pt x="2730673" y="106409"/>
                  </a:lnTo>
                  <a:lnTo>
                    <a:pt x="2722849" y="106409"/>
                  </a:lnTo>
                  <a:lnTo>
                    <a:pt x="2715024" y="106409"/>
                  </a:lnTo>
                  <a:lnTo>
                    <a:pt x="2707200" y="106409"/>
                  </a:lnTo>
                  <a:lnTo>
                    <a:pt x="2699376" y="106409"/>
                  </a:lnTo>
                  <a:lnTo>
                    <a:pt x="2691552" y="106409"/>
                  </a:lnTo>
                  <a:lnTo>
                    <a:pt x="2683727" y="106409"/>
                  </a:lnTo>
                  <a:lnTo>
                    <a:pt x="2675903" y="106409"/>
                  </a:lnTo>
                  <a:lnTo>
                    <a:pt x="2668079" y="106409"/>
                  </a:lnTo>
                  <a:lnTo>
                    <a:pt x="2660254" y="106409"/>
                  </a:lnTo>
                  <a:lnTo>
                    <a:pt x="2652430" y="106409"/>
                  </a:lnTo>
                  <a:lnTo>
                    <a:pt x="2644606" y="106409"/>
                  </a:lnTo>
                  <a:lnTo>
                    <a:pt x="2636782" y="106409"/>
                  </a:lnTo>
                  <a:lnTo>
                    <a:pt x="2628957" y="106409"/>
                  </a:lnTo>
                  <a:lnTo>
                    <a:pt x="2621133" y="106409"/>
                  </a:lnTo>
                  <a:lnTo>
                    <a:pt x="2613309" y="106409"/>
                  </a:lnTo>
                  <a:lnTo>
                    <a:pt x="2605485" y="106409"/>
                  </a:lnTo>
                  <a:lnTo>
                    <a:pt x="2597660" y="106409"/>
                  </a:lnTo>
                  <a:lnTo>
                    <a:pt x="2589836" y="106409"/>
                  </a:lnTo>
                  <a:lnTo>
                    <a:pt x="2582012" y="106409"/>
                  </a:lnTo>
                  <a:lnTo>
                    <a:pt x="2574187" y="106409"/>
                  </a:lnTo>
                  <a:lnTo>
                    <a:pt x="2566363" y="106409"/>
                  </a:lnTo>
                  <a:lnTo>
                    <a:pt x="2558539" y="106409"/>
                  </a:lnTo>
                  <a:lnTo>
                    <a:pt x="2550715" y="106409"/>
                  </a:lnTo>
                  <a:lnTo>
                    <a:pt x="2542890" y="106409"/>
                  </a:lnTo>
                  <a:lnTo>
                    <a:pt x="2535066" y="106409"/>
                  </a:lnTo>
                  <a:lnTo>
                    <a:pt x="2527242" y="106409"/>
                  </a:lnTo>
                  <a:lnTo>
                    <a:pt x="2519417" y="106409"/>
                  </a:lnTo>
                  <a:lnTo>
                    <a:pt x="2511593" y="106409"/>
                  </a:lnTo>
                  <a:lnTo>
                    <a:pt x="2503769" y="106409"/>
                  </a:lnTo>
                  <a:lnTo>
                    <a:pt x="2495945" y="106409"/>
                  </a:lnTo>
                  <a:lnTo>
                    <a:pt x="2488120" y="106409"/>
                  </a:lnTo>
                  <a:lnTo>
                    <a:pt x="2480296" y="106409"/>
                  </a:lnTo>
                  <a:lnTo>
                    <a:pt x="2472472" y="106409"/>
                  </a:lnTo>
                  <a:lnTo>
                    <a:pt x="2464647" y="106409"/>
                  </a:lnTo>
                  <a:lnTo>
                    <a:pt x="2456823" y="106409"/>
                  </a:lnTo>
                  <a:lnTo>
                    <a:pt x="2448999" y="106409"/>
                  </a:lnTo>
                  <a:lnTo>
                    <a:pt x="2441175" y="106409"/>
                  </a:lnTo>
                  <a:lnTo>
                    <a:pt x="2433350" y="106409"/>
                  </a:lnTo>
                  <a:lnTo>
                    <a:pt x="2425526" y="106409"/>
                  </a:lnTo>
                  <a:lnTo>
                    <a:pt x="2417702" y="106409"/>
                  </a:lnTo>
                  <a:lnTo>
                    <a:pt x="2409878" y="106409"/>
                  </a:lnTo>
                  <a:lnTo>
                    <a:pt x="2402053" y="106409"/>
                  </a:lnTo>
                  <a:lnTo>
                    <a:pt x="2394229" y="106409"/>
                  </a:lnTo>
                  <a:lnTo>
                    <a:pt x="2386405" y="106409"/>
                  </a:lnTo>
                  <a:lnTo>
                    <a:pt x="2378580" y="106409"/>
                  </a:lnTo>
                  <a:lnTo>
                    <a:pt x="2370756" y="106409"/>
                  </a:lnTo>
                  <a:lnTo>
                    <a:pt x="2362932" y="106409"/>
                  </a:lnTo>
                  <a:lnTo>
                    <a:pt x="2355108" y="106409"/>
                  </a:lnTo>
                  <a:lnTo>
                    <a:pt x="2347283" y="106409"/>
                  </a:lnTo>
                  <a:lnTo>
                    <a:pt x="2339459" y="106409"/>
                  </a:lnTo>
                  <a:lnTo>
                    <a:pt x="2331635" y="106409"/>
                  </a:lnTo>
                  <a:lnTo>
                    <a:pt x="2323810" y="106409"/>
                  </a:lnTo>
                  <a:lnTo>
                    <a:pt x="2315986" y="106409"/>
                  </a:lnTo>
                  <a:lnTo>
                    <a:pt x="2308162" y="106409"/>
                  </a:lnTo>
                  <a:lnTo>
                    <a:pt x="2300338" y="106409"/>
                  </a:lnTo>
                  <a:lnTo>
                    <a:pt x="2292513" y="106409"/>
                  </a:lnTo>
                  <a:lnTo>
                    <a:pt x="2284689" y="106409"/>
                  </a:lnTo>
                  <a:lnTo>
                    <a:pt x="2276865" y="106409"/>
                  </a:lnTo>
                  <a:lnTo>
                    <a:pt x="2269040" y="106409"/>
                  </a:lnTo>
                  <a:lnTo>
                    <a:pt x="2261216" y="106409"/>
                  </a:lnTo>
                  <a:lnTo>
                    <a:pt x="2253392" y="106409"/>
                  </a:lnTo>
                  <a:lnTo>
                    <a:pt x="2245568" y="106409"/>
                  </a:lnTo>
                  <a:lnTo>
                    <a:pt x="2237743" y="106409"/>
                  </a:lnTo>
                  <a:lnTo>
                    <a:pt x="2229919" y="106409"/>
                  </a:lnTo>
                  <a:lnTo>
                    <a:pt x="2222095" y="106409"/>
                  </a:lnTo>
                  <a:lnTo>
                    <a:pt x="2214271" y="106409"/>
                  </a:lnTo>
                  <a:lnTo>
                    <a:pt x="2206446" y="106409"/>
                  </a:lnTo>
                  <a:lnTo>
                    <a:pt x="2198622" y="106409"/>
                  </a:lnTo>
                  <a:lnTo>
                    <a:pt x="2190798" y="106409"/>
                  </a:lnTo>
                  <a:lnTo>
                    <a:pt x="2182973" y="106409"/>
                  </a:lnTo>
                  <a:lnTo>
                    <a:pt x="2175149" y="106409"/>
                  </a:lnTo>
                  <a:lnTo>
                    <a:pt x="2167325" y="106409"/>
                  </a:lnTo>
                  <a:lnTo>
                    <a:pt x="2159501" y="106409"/>
                  </a:lnTo>
                  <a:lnTo>
                    <a:pt x="2151676" y="106409"/>
                  </a:lnTo>
                  <a:lnTo>
                    <a:pt x="2143852" y="106409"/>
                  </a:lnTo>
                  <a:lnTo>
                    <a:pt x="2136028" y="106409"/>
                  </a:lnTo>
                  <a:lnTo>
                    <a:pt x="2128203" y="106409"/>
                  </a:lnTo>
                  <a:lnTo>
                    <a:pt x="2120379" y="106409"/>
                  </a:lnTo>
                  <a:lnTo>
                    <a:pt x="2112555" y="106409"/>
                  </a:lnTo>
                  <a:lnTo>
                    <a:pt x="2104731" y="106409"/>
                  </a:lnTo>
                  <a:lnTo>
                    <a:pt x="2096906" y="106409"/>
                  </a:lnTo>
                  <a:lnTo>
                    <a:pt x="2089082" y="106409"/>
                  </a:lnTo>
                  <a:lnTo>
                    <a:pt x="2081258" y="106409"/>
                  </a:lnTo>
                  <a:lnTo>
                    <a:pt x="2073434" y="106409"/>
                  </a:lnTo>
                  <a:lnTo>
                    <a:pt x="2065609" y="106409"/>
                  </a:lnTo>
                  <a:lnTo>
                    <a:pt x="2057785" y="106409"/>
                  </a:lnTo>
                  <a:lnTo>
                    <a:pt x="2049961" y="106409"/>
                  </a:lnTo>
                  <a:lnTo>
                    <a:pt x="2042136" y="106409"/>
                  </a:lnTo>
                  <a:lnTo>
                    <a:pt x="2034312" y="106409"/>
                  </a:lnTo>
                  <a:lnTo>
                    <a:pt x="2026488" y="106409"/>
                  </a:lnTo>
                  <a:lnTo>
                    <a:pt x="2018664" y="106409"/>
                  </a:lnTo>
                  <a:lnTo>
                    <a:pt x="2010839" y="106409"/>
                  </a:lnTo>
                  <a:lnTo>
                    <a:pt x="2003015" y="106409"/>
                  </a:lnTo>
                  <a:lnTo>
                    <a:pt x="1995191" y="106409"/>
                  </a:lnTo>
                  <a:lnTo>
                    <a:pt x="1987366" y="106409"/>
                  </a:lnTo>
                  <a:lnTo>
                    <a:pt x="1979542" y="106409"/>
                  </a:lnTo>
                  <a:lnTo>
                    <a:pt x="1971718" y="106409"/>
                  </a:lnTo>
                  <a:lnTo>
                    <a:pt x="1963894" y="106409"/>
                  </a:lnTo>
                  <a:lnTo>
                    <a:pt x="1956069" y="106409"/>
                  </a:lnTo>
                  <a:lnTo>
                    <a:pt x="1948245" y="106409"/>
                  </a:lnTo>
                  <a:lnTo>
                    <a:pt x="1940421" y="106409"/>
                  </a:lnTo>
                  <a:lnTo>
                    <a:pt x="1932596" y="106409"/>
                  </a:lnTo>
                  <a:lnTo>
                    <a:pt x="1924772" y="106409"/>
                  </a:lnTo>
                  <a:lnTo>
                    <a:pt x="1916948" y="106409"/>
                  </a:lnTo>
                  <a:lnTo>
                    <a:pt x="1909124" y="106409"/>
                  </a:lnTo>
                  <a:lnTo>
                    <a:pt x="1901299" y="106409"/>
                  </a:lnTo>
                  <a:lnTo>
                    <a:pt x="1893475" y="106409"/>
                  </a:lnTo>
                  <a:lnTo>
                    <a:pt x="1885651" y="106409"/>
                  </a:lnTo>
                  <a:lnTo>
                    <a:pt x="1877827" y="106409"/>
                  </a:lnTo>
                  <a:lnTo>
                    <a:pt x="1870002" y="106409"/>
                  </a:lnTo>
                  <a:lnTo>
                    <a:pt x="1862178" y="106409"/>
                  </a:lnTo>
                  <a:lnTo>
                    <a:pt x="1854354" y="106409"/>
                  </a:lnTo>
                  <a:lnTo>
                    <a:pt x="1846529" y="106409"/>
                  </a:lnTo>
                  <a:lnTo>
                    <a:pt x="1838705" y="106409"/>
                  </a:lnTo>
                  <a:lnTo>
                    <a:pt x="1830881" y="106409"/>
                  </a:lnTo>
                  <a:lnTo>
                    <a:pt x="1823057" y="106409"/>
                  </a:lnTo>
                  <a:lnTo>
                    <a:pt x="1815232" y="106409"/>
                  </a:lnTo>
                  <a:lnTo>
                    <a:pt x="1807408" y="106409"/>
                  </a:lnTo>
                  <a:lnTo>
                    <a:pt x="1799584" y="106409"/>
                  </a:lnTo>
                  <a:lnTo>
                    <a:pt x="1791759" y="106409"/>
                  </a:lnTo>
                  <a:lnTo>
                    <a:pt x="1783935" y="106409"/>
                  </a:lnTo>
                  <a:lnTo>
                    <a:pt x="1776111" y="106409"/>
                  </a:lnTo>
                  <a:lnTo>
                    <a:pt x="1768287" y="106409"/>
                  </a:lnTo>
                  <a:lnTo>
                    <a:pt x="1760462" y="106409"/>
                  </a:lnTo>
                  <a:lnTo>
                    <a:pt x="1752638" y="106409"/>
                  </a:lnTo>
                  <a:lnTo>
                    <a:pt x="1744814" y="106409"/>
                  </a:lnTo>
                  <a:lnTo>
                    <a:pt x="1736990" y="106409"/>
                  </a:lnTo>
                  <a:lnTo>
                    <a:pt x="1729165" y="106409"/>
                  </a:lnTo>
                  <a:lnTo>
                    <a:pt x="1721341" y="106409"/>
                  </a:lnTo>
                  <a:lnTo>
                    <a:pt x="1713517" y="106409"/>
                  </a:lnTo>
                  <a:lnTo>
                    <a:pt x="1705692" y="106409"/>
                  </a:lnTo>
                  <a:lnTo>
                    <a:pt x="1697868" y="106409"/>
                  </a:lnTo>
                  <a:lnTo>
                    <a:pt x="1690044" y="106409"/>
                  </a:lnTo>
                  <a:lnTo>
                    <a:pt x="1682220" y="106409"/>
                  </a:lnTo>
                  <a:lnTo>
                    <a:pt x="1674395" y="106409"/>
                  </a:lnTo>
                  <a:lnTo>
                    <a:pt x="1666571" y="106409"/>
                  </a:lnTo>
                  <a:lnTo>
                    <a:pt x="1658747" y="106409"/>
                  </a:lnTo>
                  <a:lnTo>
                    <a:pt x="1650922" y="106409"/>
                  </a:lnTo>
                  <a:lnTo>
                    <a:pt x="1643098" y="106409"/>
                  </a:lnTo>
                  <a:lnTo>
                    <a:pt x="1635274" y="106409"/>
                  </a:lnTo>
                  <a:lnTo>
                    <a:pt x="1627450" y="106409"/>
                  </a:lnTo>
                  <a:lnTo>
                    <a:pt x="1619625" y="106409"/>
                  </a:lnTo>
                  <a:lnTo>
                    <a:pt x="1611801" y="106409"/>
                  </a:lnTo>
                  <a:lnTo>
                    <a:pt x="1603977" y="106409"/>
                  </a:lnTo>
                  <a:lnTo>
                    <a:pt x="1596152" y="106409"/>
                  </a:lnTo>
                  <a:lnTo>
                    <a:pt x="1588328" y="106409"/>
                  </a:lnTo>
                  <a:lnTo>
                    <a:pt x="1580504" y="106409"/>
                  </a:lnTo>
                  <a:lnTo>
                    <a:pt x="1572680" y="106409"/>
                  </a:lnTo>
                  <a:lnTo>
                    <a:pt x="1564855" y="106409"/>
                  </a:lnTo>
                  <a:lnTo>
                    <a:pt x="1557031" y="106409"/>
                  </a:lnTo>
                  <a:lnTo>
                    <a:pt x="1549207" y="106409"/>
                  </a:lnTo>
                  <a:lnTo>
                    <a:pt x="1541383" y="106409"/>
                  </a:lnTo>
                  <a:lnTo>
                    <a:pt x="1533558" y="106409"/>
                  </a:lnTo>
                  <a:lnTo>
                    <a:pt x="1525734" y="106409"/>
                  </a:lnTo>
                  <a:lnTo>
                    <a:pt x="1517910" y="106409"/>
                  </a:lnTo>
                  <a:lnTo>
                    <a:pt x="1510085" y="106409"/>
                  </a:lnTo>
                  <a:lnTo>
                    <a:pt x="1502261" y="106409"/>
                  </a:lnTo>
                  <a:lnTo>
                    <a:pt x="1494437" y="106409"/>
                  </a:lnTo>
                  <a:lnTo>
                    <a:pt x="1486613" y="106409"/>
                  </a:lnTo>
                  <a:lnTo>
                    <a:pt x="1478788" y="106409"/>
                  </a:lnTo>
                  <a:lnTo>
                    <a:pt x="1470964" y="106409"/>
                  </a:lnTo>
                  <a:lnTo>
                    <a:pt x="1463140" y="106409"/>
                  </a:lnTo>
                  <a:lnTo>
                    <a:pt x="1455315" y="106409"/>
                  </a:lnTo>
                  <a:lnTo>
                    <a:pt x="1447491" y="106409"/>
                  </a:lnTo>
                  <a:lnTo>
                    <a:pt x="1439667" y="106409"/>
                  </a:lnTo>
                  <a:lnTo>
                    <a:pt x="1431843" y="106409"/>
                  </a:lnTo>
                  <a:lnTo>
                    <a:pt x="1424018" y="106409"/>
                  </a:lnTo>
                  <a:lnTo>
                    <a:pt x="1416194" y="106409"/>
                  </a:lnTo>
                  <a:lnTo>
                    <a:pt x="1408370" y="106409"/>
                  </a:lnTo>
                  <a:lnTo>
                    <a:pt x="1400545" y="106409"/>
                  </a:lnTo>
                  <a:lnTo>
                    <a:pt x="1392721" y="106409"/>
                  </a:lnTo>
                  <a:lnTo>
                    <a:pt x="1384897" y="106409"/>
                  </a:lnTo>
                  <a:lnTo>
                    <a:pt x="1377073" y="106409"/>
                  </a:lnTo>
                  <a:lnTo>
                    <a:pt x="1369248" y="106409"/>
                  </a:lnTo>
                  <a:lnTo>
                    <a:pt x="1361424" y="106409"/>
                  </a:lnTo>
                  <a:lnTo>
                    <a:pt x="1353600" y="106409"/>
                  </a:lnTo>
                  <a:lnTo>
                    <a:pt x="1345776" y="106409"/>
                  </a:lnTo>
                  <a:lnTo>
                    <a:pt x="1337951" y="106409"/>
                  </a:lnTo>
                  <a:lnTo>
                    <a:pt x="1330127" y="106409"/>
                  </a:lnTo>
                  <a:lnTo>
                    <a:pt x="1322303" y="106409"/>
                  </a:lnTo>
                  <a:lnTo>
                    <a:pt x="1314478" y="106409"/>
                  </a:lnTo>
                  <a:lnTo>
                    <a:pt x="1306654" y="106409"/>
                  </a:lnTo>
                  <a:lnTo>
                    <a:pt x="1298830" y="106409"/>
                  </a:lnTo>
                  <a:lnTo>
                    <a:pt x="1291006" y="106409"/>
                  </a:lnTo>
                  <a:lnTo>
                    <a:pt x="1283181" y="106409"/>
                  </a:lnTo>
                  <a:lnTo>
                    <a:pt x="1275357" y="106409"/>
                  </a:lnTo>
                  <a:lnTo>
                    <a:pt x="1267533" y="106409"/>
                  </a:lnTo>
                  <a:lnTo>
                    <a:pt x="1259708" y="106409"/>
                  </a:lnTo>
                  <a:lnTo>
                    <a:pt x="1251884" y="106409"/>
                  </a:lnTo>
                  <a:lnTo>
                    <a:pt x="1244060" y="106409"/>
                  </a:lnTo>
                  <a:lnTo>
                    <a:pt x="1236236" y="106409"/>
                  </a:lnTo>
                  <a:lnTo>
                    <a:pt x="1228411" y="106409"/>
                  </a:lnTo>
                  <a:lnTo>
                    <a:pt x="1220587" y="106409"/>
                  </a:lnTo>
                  <a:lnTo>
                    <a:pt x="1212763" y="106409"/>
                  </a:lnTo>
                  <a:lnTo>
                    <a:pt x="1204939" y="106409"/>
                  </a:lnTo>
                  <a:lnTo>
                    <a:pt x="1197114" y="106409"/>
                  </a:lnTo>
                  <a:lnTo>
                    <a:pt x="1189290" y="106409"/>
                  </a:lnTo>
                  <a:lnTo>
                    <a:pt x="1181466" y="106409"/>
                  </a:lnTo>
                  <a:lnTo>
                    <a:pt x="1173641" y="106409"/>
                  </a:lnTo>
                  <a:lnTo>
                    <a:pt x="1165817" y="106409"/>
                  </a:lnTo>
                  <a:lnTo>
                    <a:pt x="1157993" y="106409"/>
                  </a:lnTo>
                  <a:lnTo>
                    <a:pt x="1150169" y="106409"/>
                  </a:lnTo>
                  <a:lnTo>
                    <a:pt x="1142344" y="106409"/>
                  </a:lnTo>
                  <a:lnTo>
                    <a:pt x="1134520" y="106409"/>
                  </a:lnTo>
                  <a:lnTo>
                    <a:pt x="1126696" y="106409"/>
                  </a:lnTo>
                  <a:lnTo>
                    <a:pt x="1118871" y="106409"/>
                  </a:lnTo>
                  <a:lnTo>
                    <a:pt x="1111047" y="106409"/>
                  </a:lnTo>
                  <a:lnTo>
                    <a:pt x="1103223" y="106409"/>
                  </a:lnTo>
                  <a:lnTo>
                    <a:pt x="1095399" y="106409"/>
                  </a:lnTo>
                  <a:lnTo>
                    <a:pt x="1087574" y="106409"/>
                  </a:lnTo>
                  <a:lnTo>
                    <a:pt x="1079750" y="106409"/>
                  </a:lnTo>
                  <a:lnTo>
                    <a:pt x="1071926" y="106409"/>
                  </a:lnTo>
                  <a:lnTo>
                    <a:pt x="1064101" y="106409"/>
                  </a:lnTo>
                  <a:lnTo>
                    <a:pt x="1056277" y="106409"/>
                  </a:lnTo>
                  <a:lnTo>
                    <a:pt x="1048453" y="106409"/>
                  </a:lnTo>
                  <a:lnTo>
                    <a:pt x="1040629" y="106409"/>
                  </a:lnTo>
                  <a:lnTo>
                    <a:pt x="1032804" y="106409"/>
                  </a:lnTo>
                  <a:lnTo>
                    <a:pt x="1024980" y="106409"/>
                  </a:lnTo>
                  <a:lnTo>
                    <a:pt x="1017156" y="106409"/>
                  </a:lnTo>
                  <a:lnTo>
                    <a:pt x="1009332" y="106409"/>
                  </a:lnTo>
                  <a:lnTo>
                    <a:pt x="1001507" y="106409"/>
                  </a:lnTo>
                  <a:lnTo>
                    <a:pt x="993683" y="106409"/>
                  </a:lnTo>
                  <a:lnTo>
                    <a:pt x="985859" y="106409"/>
                  </a:lnTo>
                  <a:lnTo>
                    <a:pt x="978034" y="106409"/>
                  </a:lnTo>
                  <a:lnTo>
                    <a:pt x="970210" y="106409"/>
                  </a:lnTo>
                  <a:lnTo>
                    <a:pt x="962386" y="106409"/>
                  </a:lnTo>
                  <a:lnTo>
                    <a:pt x="954562" y="106409"/>
                  </a:lnTo>
                  <a:lnTo>
                    <a:pt x="946737" y="106409"/>
                  </a:lnTo>
                  <a:lnTo>
                    <a:pt x="938913" y="106409"/>
                  </a:lnTo>
                  <a:lnTo>
                    <a:pt x="931089" y="106409"/>
                  </a:lnTo>
                  <a:lnTo>
                    <a:pt x="923264" y="106409"/>
                  </a:lnTo>
                  <a:lnTo>
                    <a:pt x="915440" y="106409"/>
                  </a:lnTo>
                  <a:lnTo>
                    <a:pt x="907616" y="106409"/>
                  </a:lnTo>
                  <a:lnTo>
                    <a:pt x="899792" y="106409"/>
                  </a:lnTo>
                  <a:lnTo>
                    <a:pt x="891967" y="106409"/>
                  </a:lnTo>
                  <a:lnTo>
                    <a:pt x="884143" y="106409"/>
                  </a:lnTo>
                  <a:lnTo>
                    <a:pt x="876319" y="106409"/>
                  </a:lnTo>
                  <a:lnTo>
                    <a:pt x="868495" y="106409"/>
                  </a:lnTo>
                  <a:lnTo>
                    <a:pt x="860670" y="106409"/>
                  </a:lnTo>
                  <a:lnTo>
                    <a:pt x="852846" y="106409"/>
                  </a:lnTo>
                  <a:lnTo>
                    <a:pt x="845022" y="106409"/>
                  </a:lnTo>
                  <a:lnTo>
                    <a:pt x="837197" y="106409"/>
                  </a:lnTo>
                  <a:lnTo>
                    <a:pt x="829373" y="106409"/>
                  </a:lnTo>
                  <a:lnTo>
                    <a:pt x="821549" y="106409"/>
                  </a:lnTo>
                  <a:lnTo>
                    <a:pt x="813725" y="106409"/>
                  </a:lnTo>
                  <a:lnTo>
                    <a:pt x="805900" y="106409"/>
                  </a:lnTo>
                  <a:lnTo>
                    <a:pt x="798076" y="106409"/>
                  </a:lnTo>
                  <a:lnTo>
                    <a:pt x="790252" y="106409"/>
                  </a:lnTo>
                  <a:lnTo>
                    <a:pt x="782427" y="106409"/>
                  </a:lnTo>
                  <a:lnTo>
                    <a:pt x="774603" y="106409"/>
                  </a:lnTo>
                  <a:lnTo>
                    <a:pt x="766779" y="106409"/>
                  </a:lnTo>
                  <a:lnTo>
                    <a:pt x="758955" y="106409"/>
                  </a:lnTo>
                  <a:lnTo>
                    <a:pt x="751130" y="106409"/>
                  </a:lnTo>
                  <a:lnTo>
                    <a:pt x="743306" y="106409"/>
                  </a:lnTo>
                  <a:lnTo>
                    <a:pt x="735482" y="106409"/>
                  </a:lnTo>
                  <a:lnTo>
                    <a:pt x="727657" y="106409"/>
                  </a:lnTo>
                  <a:lnTo>
                    <a:pt x="719833" y="106409"/>
                  </a:lnTo>
                  <a:lnTo>
                    <a:pt x="712009" y="106409"/>
                  </a:lnTo>
                  <a:lnTo>
                    <a:pt x="704185" y="106409"/>
                  </a:lnTo>
                  <a:lnTo>
                    <a:pt x="696360" y="106409"/>
                  </a:lnTo>
                  <a:lnTo>
                    <a:pt x="688536" y="106409"/>
                  </a:lnTo>
                  <a:lnTo>
                    <a:pt x="680712" y="106409"/>
                  </a:lnTo>
                  <a:lnTo>
                    <a:pt x="672888" y="106409"/>
                  </a:lnTo>
                  <a:lnTo>
                    <a:pt x="665063" y="106409"/>
                  </a:lnTo>
                  <a:lnTo>
                    <a:pt x="657239" y="106409"/>
                  </a:lnTo>
                  <a:lnTo>
                    <a:pt x="649415" y="106409"/>
                  </a:lnTo>
                  <a:lnTo>
                    <a:pt x="641590" y="106409"/>
                  </a:lnTo>
                  <a:lnTo>
                    <a:pt x="633766" y="106409"/>
                  </a:lnTo>
                  <a:lnTo>
                    <a:pt x="625942" y="106409"/>
                  </a:lnTo>
                  <a:lnTo>
                    <a:pt x="618118" y="106409"/>
                  </a:lnTo>
                  <a:lnTo>
                    <a:pt x="610293" y="106409"/>
                  </a:lnTo>
                  <a:lnTo>
                    <a:pt x="602469" y="106409"/>
                  </a:lnTo>
                  <a:lnTo>
                    <a:pt x="594645" y="106409"/>
                  </a:lnTo>
                  <a:lnTo>
                    <a:pt x="586820" y="106409"/>
                  </a:lnTo>
                  <a:lnTo>
                    <a:pt x="578996" y="106409"/>
                  </a:lnTo>
                  <a:lnTo>
                    <a:pt x="571172" y="106409"/>
                  </a:lnTo>
                  <a:lnTo>
                    <a:pt x="563348" y="106409"/>
                  </a:lnTo>
                  <a:lnTo>
                    <a:pt x="555523" y="106409"/>
                  </a:lnTo>
                  <a:lnTo>
                    <a:pt x="547699" y="106409"/>
                  </a:lnTo>
                  <a:lnTo>
                    <a:pt x="539875" y="106409"/>
                  </a:lnTo>
                  <a:lnTo>
                    <a:pt x="532050" y="106409"/>
                  </a:lnTo>
                  <a:lnTo>
                    <a:pt x="524226" y="106409"/>
                  </a:lnTo>
                  <a:lnTo>
                    <a:pt x="516402" y="106409"/>
                  </a:lnTo>
                  <a:lnTo>
                    <a:pt x="508578" y="106409"/>
                  </a:lnTo>
                  <a:lnTo>
                    <a:pt x="500753" y="106409"/>
                  </a:lnTo>
                  <a:lnTo>
                    <a:pt x="492929" y="106409"/>
                  </a:lnTo>
                  <a:lnTo>
                    <a:pt x="485105" y="106409"/>
                  </a:lnTo>
                  <a:lnTo>
                    <a:pt x="477281" y="106409"/>
                  </a:lnTo>
                  <a:lnTo>
                    <a:pt x="469456" y="106409"/>
                  </a:lnTo>
                  <a:lnTo>
                    <a:pt x="461632" y="106409"/>
                  </a:lnTo>
                  <a:lnTo>
                    <a:pt x="453808" y="106409"/>
                  </a:lnTo>
                  <a:lnTo>
                    <a:pt x="445983" y="106409"/>
                  </a:lnTo>
                  <a:lnTo>
                    <a:pt x="438159" y="106409"/>
                  </a:lnTo>
                  <a:lnTo>
                    <a:pt x="430335" y="106409"/>
                  </a:lnTo>
                  <a:lnTo>
                    <a:pt x="422511" y="106409"/>
                  </a:lnTo>
                  <a:lnTo>
                    <a:pt x="414686" y="106409"/>
                  </a:lnTo>
                  <a:lnTo>
                    <a:pt x="406862" y="106409"/>
                  </a:lnTo>
                  <a:lnTo>
                    <a:pt x="399038" y="106409"/>
                  </a:lnTo>
                  <a:lnTo>
                    <a:pt x="391213" y="106409"/>
                  </a:lnTo>
                  <a:lnTo>
                    <a:pt x="383389" y="106409"/>
                  </a:lnTo>
                  <a:lnTo>
                    <a:pt x="375565" y="106409"/>
                  </a:lnTo>
                  <a:lnTo>
                    <a:pt x="367741" y="106409"/>
                  </a:lnTo>
                  <a:lnTo>
                    <a:pt x="359916" y="106409"/>
                  </a:lnTo>
                  <a:lnTo>
                    <a:pt x="352092" y="106409"/>
                  </a:lnTo>
                  <a:lnTo>
                    <a:pt x="344268" y="106409"/>
                  </a:lnTo>
                  <a:lnTo>
                    <a:pt x="336444" y="106409"/>
                  </a:lnTo>
                  <a:lnTo>
                    <a:pt x="328619" y="106409"/>
                  </a:lnTo>
                  <a:lnTo>
                    <a:pt x="320795" y="106409"/>
                  </a:lnTo>
                  <a:lnTo>
                    <a:pt x="312971" y="106409"/>
                  </a:lnTo>
                  <a:lnTo>
                    <a:pt x="305146" y="106409"/>
                  </a:lnTo>
                  <a:lnTo>
                    <a:pt x="297322" y="106409"/>
                  </a:lnTo>
                  <a:lnTo>
                    <a:pt x="289498" y="106409"/>
                  </a:lnTo>
                  <a:lnTo>
                    <a:pt x="281674" y="106409"/>
                  </a:lnTo>
                  <a:lnTo>
                    <a:pt x="273849" y="106409"/>
                  </a:lnTo>
                  <a:lnTo>
                    <a:pt x="266025" y="106409"/>
                  </a:lnTo>
                  <a:lnTo>
                    <a:pt x="258201" y="106409"/>
                  </a:lnTo>
                  <a:lnTo>
                    <a:pt x="250376" y="106409"/>
                  </a:lnTo>
                  <a:lnTo>
                    <a:pt x="242552" y="106409"/>
                  </a:lnTo>
                  <a:lnTo>
                    <a:pt x="234728" y="106409"/>
                  </a:lnTo>
                  <a:lnTo>
                    <a:pt x="226904" y="106409"/>
                  </a:lnTo>
                  <a:lnTo>
                    <a:pt x="219079" y="106409"/>
                  </a:lnTo>
                  <a:lnTo>
                    <a:pt x="211255" y="106409"/>
                  </a:lnTo>
                  <a:lnTo>
                    <a:pt x="203431" y="106409"/>
                  </a:lnTo>
                  <a:lnTo>
                    <a:pt x="195606" y="106409"/>
                  </a:lnTo>
                  <a:lnTo>
                    <a:pt x="187782" y="106409"/>
                  </a:lnTo>
                  <a:lnTo>
                    <a:pt x="179958" y="106409"/>
                  </a:lnTo>
                  <a:lnTo>
                    <a:pt x="172134" y="106409"/>
                  </a:lnTo>
                  <a:lnTo>
                    <a:pt x="164309" y="106409"/>
                  </a:lnTo>
                  <a:lnTo>
                    <a:pt x="156485" y="106409"/>
                  </a:lnTo>
                  <a:lnTo>
                    <a:pt x="148661" y="106409"/>
                  </a:lnTo>
                  <a:lnTo>
                    <a:pt x="140837" y="106409"/>
                  </a:lnTo>
                  <a:lnTo>
                    <a:pt x="133012" y="106409"/>
                  </a:lnTo>
                  <a:lnTo>
                    <a:pt x="125188" y="106409"/>
                  </a:lnTo>
                  <a:lnTo>
                    <a:pt x="117364" y="106409"/>
                  </a:lnTo>
                  <a:lnTo>
                    <a:pt x="109539" y="106409"/>
                  </a:lnTo>
                  <a:lnTo>
                    <a:pt x="101715" y="106409"/>
                  </a:lnTo>
                  <a:lnTo>
                    <a:pt x="93891" y="106409"/>
                  </a:lnTo>
                  <a:lnTo>
                    <a:pt x="86067" y="106409"/>
                  </a:lnTo>
                  <a:lnTo>
                    <a:pt x="78242" y="106409"/>
                  </a:lnTo>
                  <a:lnTo>
                    <a:pt x="70418" y="106409"/>
                  </a:lnTo>
                  <a:lnTo>
                    <a:pt x="62594" y="106409"/>
                  </a:lnTo>
                  <a:lnTo>
                    <a:pt x="54769" y="106409"/>
                  </a:lnTo>
                  <a:lnTo>
                    <a:pt x="46945" y="106409"/>
                  </a:lnTo>
                  <a:lnTo>
                    <a:pt x="39121" y="106409"/>
                  </a:lnTo>
                  <a:lnTo>
                    <a:pt x="31297" y="106409"/>
                  </a:lnTo>
                  <a:lnTo>
                    <a:pt x="23472" y="106409"/>
                  </a:lnTo>
                  <a:lnTo>
                    <a:pt x="15648" y="106409"/>
                  </a:lnTo>
                  <a:lnTo>
                    <a:pt x="7824" y="1064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7848093" y="4688323"/>
              <a:ext cx="3998206" cy="106409"/>
            </a:xfrm>
            <a:custGeom>
              <a:avLst/>
              <a:pathLst>
                <a:path w="3998206" h="106409">
                  <a:moveTo>
                    <a:pt x="0" y="106409"/>
                  </a:moveTo>
                  <a:lnTo>
                    <a:pt x="7824" y="106409"/>
                  </a:lnTo>
                  <a:lnTo>
                    <a:pt x="15648" y="106409"/>
                  </a:lnTo>
                  <a:lnTo>
                    <a:pt x="23472" y="106409"/>
                  </a:lnTo>
                  <a:lnTo>
                    <a:pt x="31297" y="106409"/>
                  </a:lnTo>
                  <a:lnTo>
                    <a:pt x="39121" y="106409"/>
                  </a:lnTo>
                  <a:lnTo>
                    <a:pt x="46945" y="106409"/>
                  </a:lnTo>
                  <a:lnTo>
                    <a:pt x="54769" y="106409"/>
                  </a:lnTo>
                  <a:lnTo>
                    <a:pt x="62594" y="106409"/>
                  </a:lnTo>
                  <a:lnTo>
                    <a:pt x="70418" y="106409"/>
                  </a:lnTo>
                  <a:lnTo>
                    <a:pt x="78242" y="106409"/>
                  </a:lnTo>
                  <a:lnTo>
                    <a:pt x="86067" y="106409"/>
                  </a:lnTo>
                  <a:lnTo>
                    <a:pt x="93891" y="106409"/>
                  </a:lnTo>
                  <a:lnTo>
                    <a:pt x="101715" y="106409"/>
                  </a:lnTo>
                  <a:lnTo>
                    <a:pt x="109539" y="106409"/>
                  </a:lnTo>
                  <a:lnTo>
                    <a:pt x="117364" y="106409"/>
                  </a:lnTo>
                  <a:lnTo>
                    <a:pt x="125188" y="106409"/>
                  </a:lnTo>
                  <a:lnTo>
                    <a:pt x="133012" y="106409"/>
                  </a:lnTo>
                  <a:lnTo>
                    <a:pt x="140837" y="106409"/>
                  </a:lnTo>
                  <a:lnTo>
                    <a:pt x="148661" y="106409"/>
                  </a:lnTo>
                  <a:lnTo>
                    <a:pt x="156485" y="106409"/>
                  </a:lnTo>
                  <a:lnTo>
                    <a:pt x="164309" y="106409"/>
                  </a:lnTo>
                  <a:lnTo>
                    <a:pt x="172134" y="106409"/>
                  </a:lnTo>
                  <a:lnTo>
                    <a:pt x="179958" y="106409"/>
                  </a:lnTo>
                  <a:lnTo>
                    <a:pt x="187782" y="106409"/>
                  </a:lnTo>
                  <a:lnTo>
                    <a:pt x="195606" y="106409"/>
                  </a:lnTo>
                  <a:lnTo>
                    <a:pt x="203431" y="106409"/>
                  </a:lnTo>
                  <a:lnTo>
                    <a:pt x="211255" y="106409"/>
                  </a:lnTo>
                  <a:lnTo>
                    <a:pt x="219079" y="106409"/>
                  </a:lnTo>
                  <a:lnTo>
                    <a:pt x="226904" y="106409"/>
                  </a:lnTo>
                  <a:lnTo>
                    <a:pt x="234728" y="106409"/>
                  </a:lnTo>
                  <a:lnTo>
                    <a:pt x="242552" y="106409"/>
                  </a:lnTo>
                  <a:lnTo>
                    <a:pt x="250376" y="106409"/>
                  </a:lnTo>
                  <a:lnTo>
                    <a:pt x="258201" y="106409"/>
                  </a:lnTo>
                  <a:lnTo>
                    <a:pt x="266025" y="106409"/>
                  </a:lnTo>
                  <a:lnTo>
                    <a:pt x="273849" y="106409"/>
                  </a:lnTo>
                  <a:lnTo>
                    <a:pt x="281674" y="106409"/>
                  </a:lnTo>
                  <a:lnTo>
                    <a:pt x="289498" y="106409"/>
                  </a:lnTo>
                  <a:lnTo>
                    <a:pt x="297322" y="106409"/>
                  </a:lnTo>
                  <a:lnTo>
                    <a:pt x="305146" y="106409"/>
                  </a:lnTo>
                  <a:lnTo>
                    <a:pt x="312971" y="106409"/>
                  </a:lnTo>
                  <a:lnTo>
                    <a:pt x="320795" y="106409"/>
                  </a:lnTo>
                  <a:lnTo>
                    <a:pt x="328619" y="106409"/>
                  </a:lnTo>
                  <a:lnTo>
                    <a:pt x="336444" y="106409"/>
                  </a:lnTo>
                  <a:lnTo>
                    <a:pt x="344268" y="106409"/>
                  </a:lnTo>
                  <a:lnTo>
                    <a:pt x="352092" y="106409"/>
                  </a:lnTo>
                  <a:lnTo>
                    <a:pt x="359916" y="106409"/>
                  </a:lnTo>
                  <a:lnTo>
                    <a:pt x="367741" y="106409"/>
                  </a:lnTo>
                  <a:lnTo>
                    <a:pt x="375565" y="106409"/>
                  </a:lnTo>
                  <a:lnTo>
                    <a:pt x="383389" y="106409"/>
                  </a:lnTo>
                  <a:lnTo>
                    <a:pt x="391213" y="106409"/>
                  </a:lnTo>
                  <a:lnTo>
                    <a:pt x="399038" y="106409"/>
                  </a:lnTo>
                  <a:lnTo>
                    <a:pt x="406862" y="106409"/>
                  </a:lnTo>
                  <a:lnTo>
                    <a:pt x="414686" y="106409"/>
                  </a:lnTo>
                  <a:lnTo>
                    <a:pt x="422511" y="106409"/>
                  </a:lnTo>
                  <a:lnTo>
                    <a:pt x="430335" y="106409"/>
                  </a:lnTo>
                  <a:lnTo>
                    <a:pt x="438159" y="106409"/>
                  </a:lnTo>
                  <a:lnTo>
                    <a:pt x="445983" y="106409"/>
                  </a:lnTo>
                  <a:lnTo>
                    <a:pt x="453808" y="106409"/>
                  </a:lnTo>
                  <a:lnTo>
                    <a:pt x="461632" y="106409"/>
                  </a:lnTo>
                  <a:lnTo>
                    <a:pt x="469456" y="106409"/>
                  </a:lnTo>
                  <a:lnTo>
                    <a:pt x="477281" y="106409"/>
                  </a:lnTo>
                  <a:lnTo>
                    <a:pt x="485105" y="106409"/>
                  </a:lnTo>
                  <a:lnTo>
                    <a:pt x="492929" y="106409"/>
                  </a:lnTo>
                  <a:lnTo>
                    <a:pt x="500753" y="106409"/>
                  </a:lnTo>
                  <a:lnTo>
                    <a:pt x="508578" y="106409"/>
                  </a:lnTo>
                  <a:lnTo>
                    <a:pt x="516402" y="106409"/>
                  </a:lnTo>
                  <a:lnTo>
                    <a:pt x="524226" y="106409"/>
                  </a:lnTo>
                  <a:lnTo>
                    <a:pt x="532050" y="106409"/>
                  </a:lnTo>
                  <a:lnTo>
                    <a:pt x="539875" y="106409"/>
                  </a:lnTo>
                  <a:lnTo>
                    <a:pt x="547699" y="106409"/>
                  </a:lnTo>
                  <a:lnTo>
                    <a:pt x="555523" y="106409"/>
                  </a:lnTo>
                  <a:lnTo>
                    <a:pt x="563348" y="106409"/>
                  </a:lnTo>
                  <a:lnTo>
                    <a:pt x="571172" y="106409"/>
                  </a:lnTo>
                  <a:lnTo>
                    <a:pt x="578996" y="106409"/>
                  </a:lnTo>
                  <a:lnTo>
                    <a:pt x="586820" y="106409"/>
                  </a:lnTo>
                  <a:lnTo>
                    <a:pt x="594645" y="106409"/>
                  </a:lnTo>
                  <a:lnTo>
                    <a:pt x="602469" y="106409"/>
                  </a:lnTo>
                  <a:lnTo>
                    <a:pt x="610293" y="106409"/>
                  </a:lnTo>
                  <a:lnTo>
                    <a:pt x="618118" y="106409"/>
                  </a:lnTo>
                  <a:lnTo>
                    <a:pt x="625942" y="106409"/>
                  </a:lnTo>
                  <a:lnTo>
                    <a:pt x="633766" y="106409"/>
                  </a:lnTo>
                  <a:lnTo>
                    <a:pt x="641590" y="106409"/>
                  </a:lnTo>
                  <a:lnTo>
                    <a:pt x="649415" y="106409"/>
                  </a:lnTo>
                  <a:lnTo>
                    <a:pt x="657239" y="106409"/>
                  </a:lnTo>
                  <a:lnTo>
                    <a:pt x="665063" y="106409"/>
                  </a:lnTo>
                  <a:lnTo>
                    <a:pt x="672888" y="106409"/>
                  </a:lnTo>
                  <a:lnTo>
                    <a:pt x="680712" y="106409"/>
                  </a:lnTo>
                  <a:lnTo>
                    <a:pt x="688536" y="106409"/>
                  </a:lnTo>
                  <a:lnTo>
                    <a:pt x="696360" y="106409"/>
                  </a:lnTo>
                  <a:lnTo>
                    <a:pt x="704185" y="106409"/>
                  </a:lnTo>
                  <a:lnTo>
                    <a:pt x="712009" y="106409"/>
                  </a:lnTo>
                  <a:lnTo>
                    <a:pt x="719833" y="106409"/>
                  </a:lnTo>
                  <a:lnTo>
                    <a:pt x="727657" y="106409"/>
                  </a:lnTo>
                  <a:lnTo>
                    <a:pt x="735482" y="106409"/>
                  </a:lnTo>
                  <a:lnTo>
                    <a:pt x="743306" y="106409"/>
                  </a:lnTo>
                  <a:lnTo>
                    <a:pt x="751130" y="106409"/>
                  </a:lnTo>
                  <a:lnTo>
                    <a:pt x="758955" y="106409"/>
                  </a:lnTo>
                  <a:lnTo>
                    <a:pt x="766779" y="106409"/>
                  </a:lnTo>
                  <a:lnTo>
                    <a:pt x="774603" y="106409"/>
                  </a:lnTo>
                  <a:lnTo>
                    <a:pt x="782427" y="106409"/>
                  </a:lnTo>
                  <a:lnTo>
                    <a:pt x="790252" y="106409"/>
                  </a:lnTo>
                  <a:lnTo>
                    <a:pt x="798076" y="106409"/>
                  </a:lnTo>
                  <a:lnTo>
                    <a:pt x="805900" y="106409"/>
                  </a:lnTo>
                  <a:lnTo>
                    <a:pt x="813725" y="106409"/>
                  </a:lnTo>
                  <a:lnTo>
                    <a:pt x="821549" y="106409"/>
                  </a:lnTo>
                  <a:lnTo>
                    <a:pt x="829373" y="106409"/>
                  </a:lnTo>
                  <a:lnTo>
                    <a:pt x="837197" y="106409"/>
                  </a:lnTo>
                  <a:lnTo>
                    <a:pt x="845022" y="106409"/>
                  </a:lnTo>
                  <a:lnTo>
                    <a:pt x="852846" y="106409"/>
                  </a:lnTo>
                  <a:lnTo>
                    <a:pt x="860670" y="106409"/>
                  </a:lnTo>
                  <a:lnTo>
                    <a:pt x="868495" y="106409"/>
                  </a:lnTo>
                  <a:lnTo>
                    <a:pt x="876319" y="106409"/>
                  </a:lnTo>
                  <a:lnTo>
                    <a:pt x="884143" y="106409"/>
                  </a:lnTo>
                  <a:lnTo>
                    <a:pt x="891967" y="106409"/>
                  </a:lnTo>
                  <a:lnTo>
                    <a:pt x="899792" y="106409"/>
                  </a:lnTo>
                  <a:lnTo>
                    <a:pt x="907616" y="106409"/>
                  </a:lnTo>
                  <a:lnTo>
                    <a:pt x="915440" y="106409"/>
                  </a:lnTo>
                  <a:lnTo>
                    <a:pt x="923264" y="106409"/>
                  </a:lnTo>
                  <a:lnTo>
                    <a:pt x="931089" y="106409"/>
                  </a:lnTo>
                  <a:lnTo>
                    <a:pt x="938913" y="106409"/>
                  </a:lnTo>
                  <a:lnTo>
                    <a:pt x="946737" y="106409"/>
                  </a:lnTo>
                  <a:lnTo>
                    <a:pt x="954562" y="106409"/>
                  </a:lnTo>
                  <a:lnTo>
                    <a:pt x="962386" y="106409"/>
                  </a:lnTo>
                  <a:lnTo>
                    <a:pt x="970210" y="106409"/>
                  </a:lnTo>
                  <a:lnTo>
                    <a:pt x="978034" y="106409"/>
                  </a:lnTo>
                  <a:lnTo>
                    <a:pt x="985859" y="106409"/>
                  </a:lnTo>
                  <a:lnTo>
                    <a:pt x="993683" y="106409"/>
                  </a:lnTo>
                  <a:lnTo>
                    <a:pt x="1001507" y="106409"/>
                  </a:lnTo>
                  <a:lnTo>
                    <a:pt x="1009332" y="106409"/>
                  </a:lnTo>
                  <a:lnTo>
                    <a:pt x="1017156" y="106409"/>
                  </a:lnTo>
                  <a:lnTo>
                    <a:pt x="1024980" y="106409"/>
                  </a:lnTo>
                  <a:lnTo>
                    <a:pt x="1032804" y="106409"/>
                  </a:lnTo>
                  <a:lnTo>
                    <a:pt x="1040629" y="106409"/>
                  </a:lnTo>
                  <a:lnTo>
                    <a:pt x="1048453" y="106409"/>
                  </a:lnTo>
                  <a:lnTo>
                    <a:pt x="1056277" y="106409"/>
                  </a:lnTo>
                  <a:lnTo>
                    <a:pt x="1064101" y="106409"/>
                  </a:lnTo>
                  <a:lnTo>
                    <a:pt x="1071926" y="106409"/>
                  </a:lnTo>
                  <a:lnTo>
                    <a:pt x="1079750" y="106409"/>
                  </a:lnTo>
                  <a:lnTo>
                    <a:pt x="1087574" y="106409"/>
                  </a:lnTo>
                  <a:lnTo>
                    <a:pt x="1095399" y="106409"/>
                  </a:lnTo>
                  <a:lnTo>
                    <a:pt x="1103223" y="106409"/>
                  </a:lnTo>
                  <a:lnTo>
                    <a:pt x="1111047" y="106409"/>
                  </a:lnTo>
                  <a:lnTo>
                    <a:pt x="1118871" y="106409"/>
                  </a:lnTo>
                  <a:lnTo>
                    <a:pt x="1126696" y="106409"/>
                  </a:lnTo>
                  <a:lnTo>
                    <a:pt x="1134520" y="106409"/>
                  </a:lnTo>
                  <a:lnTo>
                    <a:pt x="1142344" y="106409"/>
                  </a:lnTo>
                  <a:lnTo>
                    <a:pt x="1150169" y="106409"/>
                  </a:lnTo>
                  <a:lnTo>
                    <a:pt x="1157993" y="106409"/>
                  </a:lnTo>
                  <a:lnTo>
                    <a:pt x="1165817" y="106409"/>
                  </a:lnTo>
                  <a:lnTo>
                    <a:pt x="1173641" y="106409"/>
                  </a:lnTo>
                  <a:lnTo>
                    <a:pt x="1181466" y="106409"/>
                  </a:lnTo>
                  <a:lnTo>
                    <a:pt x="1189290" y="106409"/>
                  </a:lnTo>
                  <a:lnTo>
                    <a:pt x="1197114" y="106409"/>
                  </a:lnTo>
                  <a:lnTo>
                    <a:pt x="1204939" y="106409"/>
                  </a:lnTo>
                  <a:lnTo>
                    <a:pt x="1212763" y="106409"/>
                  </a:lnTo>
                  <a:lnTo>
                    <a:pt x="1220587" y="106409"/>
                  </a:lnTo>
                  <a:lnTo>
                    <a:pt x="1228411" y="106409"/>
                  </a:lnTo>
                  <a:lnTo>
                    <a:pt x="1236236" y="106409"/>
                  </a:lnTo>
                  <a:lnTo>
                    <a:pt x="1244060" y="106409"/>
                  </a:lnTo>
                  <a:lnTo>
                    <a:pt x="1251884" y="106409"/>
                  </a:lnTo>
                  <a:lnTo>
                    <a:pt x="1259708" y="106409"/>
                  </a:lnTo>
                  <a:lnTo>
                    <a:pt x="1267533" y="106409"/>
                  </a:lnTo>
                  <a:lnTo>
                    <a:pt x="1275357" y="106409"/>
                  </a:lnTo>
                  <a:lnTo>
                    <a:pt x="1283181" y="106409"/>
                  </a:lnTo>
                  <a:lnTo>
                    <a:pt x="1291006" y="106409"/>
                  </a:lnTo>
                  <a:lnTo>
                    <a:pt x="1298830" y="106409"/>
                  </a:lnTo>
                  <a:lnTo>
                    <a:pt x="1306654" y="106409"/>
                  </a:lnTo>
                  <a:lnTo>
                    <a:pt x="1314478" y="106409"/>
                  </a:lnTo>
                  <a:lnTo>
                    <a:pt x="1322303" y="106409"/>
                  </a:lnTo>
                  <a:lnTo>
                    <a:pt x="1330127" y="106409"/>
                  </a:lnTo>
                  <a:lnTo>
                    <a:pt x="1337951" y="106409"/>
                  </a:lnTo>
                  <a:lnTo>
                    <a:pt x="1345776" y="106409"/>
                  </a:lnTo>
                  <a:lnTo>
                    <a:pt x="1353600" y="106409"/>
                  </a:lnTo>
                  <a:lnTo>
                    <a:pt x="1361424" y="106409"/>
                  </a:lnTo>
                  <a:lnTo>
                    <a:pt x="1369248" y="106409"/>
                  </a:lnTo>
                  <a:lnTo>
                    <a:pt x="1377073" y="106409"/>
                  </a:lnTo>
                  <a:lnTo>
                    <a:pt x="1384897" y="106409"/>
                  </a:lnTo>
                  <a:lnTo>
                    <a:pt x="1392721" y="106409"/>
                  </a:lnTo>
                  <a:lnTo>
                    <a:pt x="1400545" y="106409"/>
                  </a:lnTo>
                  <a:lnTo>
                    <a:pt x="1408370" y="106409"/>
                  </a:lnTo>
                  <a:lnTo>
                    <a:pt x="1416194" y="106409"/>
                  </a:lnTo>
                  <a:lnTo>
                    <a:pt x="1424018" y="106409"/>
                  </a:lnTo>
                  <a:lnTo>
                    <a:pt x="1431843" y="106409"/>
                  </a:lnTo>
                  <a:lnTo>
                    <a:pt x="1439667" y="106409"/>
                  </a:lnTo>
                  <a:lnTo>
                    <a:pt x="1447491" y="106409"/>
                  </a:lnTo>
                  <a:lnTo>
                    <a:pt x="1455315" y="106409"/>
                  </a:lnTo>
                  <a:lnTo>
                    <a:pt x="1463140" y="106409"/>
                  </a:lnTo>
                  <a:lnTo>
                    <a:pt x="1470964" y="106409"/>
                  </a:lnTo>
                  <a:lnTo>
                    <a:pt x="1478788" y="106409"/>
                  </a:lnTo>
                  <a:lnTo>
                    <a:pt x="1486613" y="106409"/>
                  </a:lnTo>
                  <a:lnTo>
                    <a:pt x="1494437" y="106409"/>
                  </a:lnTo>
                  <a:lnTo>
                    <a:pt x="1502261" y="106409"/>
                  </a:lnTo>
                  <a:lnTo>
                    <a:pt x="1510085" y="106409"/>
                  </a:lnTo>
                  <a:lnTo>
                    <a:pt x="1517910" y="106409"/>
                  </a:lnTo>
                  <a:lnTo>
                    <a:pt x="1525734" y="106409"/>
                  </a:lnTo>
                  <a:lnTo>
                    <a:pt x="1533558" y="106409"/>
                  </a:lnTo>
                  <a:lnTo>
                    <a:pt x="1541383" y="106409"/>
                  </a:lnTo>
                  <a:lnTo>
                    <a:pt x="1549207" y="106409"/>
                  </a:lnTo>
                  <a:lnTo>
                    <a:pt x="1557031" y="106409"/>
                  </a:lnTo>
                  <a:lnTo>
                    <a:pt x="1564855" y="106409"/>
                  </a:lnTo>
                  <a:lnTo>
                    <a:pt x="1572680" y="106409"/>
                  </a:lnTo>
                  <a:lnTo>
                    <a:pt x="1580504" y="106409"/>
                  </a:lnTo>
                  <a:lnTo>
                    <a:pt x="1588328" y="106409"/>
                  </a:lnTo>
                  <a:lnTo>
                    <a:pt x="1596152" y="106409"/>
                  </a:lnTo>
                  <a:lnTo>
                    <a:pt x="1603977" y="106409"/>
                  </a:lnTo>
                  <a:lnTo>
                    <a:pt x="1611801" y="106409"/>
                  </a:lnTo>
                  <a:lnTo>
                    <a:pt x="1619625" y="106409"/>
                  </a:lnTo>
                  <a:lnTo>
                    <a:pt x="1627450" y="106409"/>
                  </a:lnTo>
                  <a:lnTo>
                    <a:pt x="1635274" y="106409"/>
                  </a:lnTo>
                  <a:lnTo>
                    <a:pt x="1643098" y="106409"/>
                  </a:lnTo>
                  <a:lnTo>
                    <a:pt x="1650922" y="106409"/>
                  </a:lnTo>
                  <a:lnTo>
                    <a:pt x="1658747" y="106409"/>
                  </a:lnTo>
                  <a:lnTo>
                    <a:pt x="1666571" y="106409"/>
                  </a:lnTo>
                  <a:lnTo>
                    <a:pt x="1674395" y="106409"/>
                  </a:lnTo>
                  <a:lnTo>
                    <a:pt x="1682220" y="106409"/>
                  </a:lnTo>
                  <a:lnTo>
                    <a:pt x="1690044" y="106409"/>
                  </a:lnTo>
                  <a:lnTo>
                    <a:pt x="1697868" y="106409"/>
                  </a:lnTo>
                  <a:lnTo>
                    <a:pt x="1705692" y="106408"/>
                  </a:lnTo>
                  <a:lnTo>
                    <a:pt x="1713517" y="106408"/>
                  </a:lnTo>
                  <a:lnTo>
                    <a:pt x="1721341" y="106408"/>
                  </a:lnTo>
                  <a:lnTo>
                    <a:pt x="1729165" y="106408"/>
                  </a:lnTo>
                  <a:lnTo>
                    <a:pt x="1736990" y="106408"/>
                  </a:lnTo>
                  <a:lnTo>
                    <a:pt x="1744814" y="106408"/>
                  </a:lnTo>
                  <a:lnTo>
                    <a:pt x="1752638" y="106407"/>
                  </a:lnTo>
                  <a:lnTo>
                    <a:pt x="1760462" y="106407"/>
                  </a:lnTo>
                  <a:lnTo>
                    <a:pt x="1768287" y="106406"/>
                  </a:lnTo>
                  <a:lnTo>
                    <a:pt x="1776111" y="106406"/>
                  </a:lnTo>
                  <a:lnTo>
                    <a:pt x="1783935" y="106405"/>
                  </a:lnTo>
                  <a:lnTo>
                    <a:pt x="1791759" y="106404"/>
                  </a:lnTo>
                  <a:lnTo>
                    <a:pt x="1799584" y="106402"/>
                  </a:lnTo>
                  <a:lnTo>
                    <a:pt x="1807408" y="106401"/>
                  </a:lnTo>
                  <a:lnTo>
                    <a:pt x="1815232" y="106398"/>
                  </a:lnTo>
                  <a:lnTo>
                    <a:pt x="1823057" y="106396"/>
                  </a:lnTo>
                  <a:lnTo>
                    <a:pt x="1830881" y="106392"/>
                  </a:lnTo>
                  <a:lnTo>
                    <a:pt x="1838705" y="106388"/>
                  </a:lnTo>
                  <a:lnTo>
                    <a:pt x="1846529" y="106382"/>
                  </a:lnTo>
                  <a:lnTo>
                    <a:pt x="1854354" y="106376"/>
                  </a:lnTo>
                  <a:lnTo>
                    <a:pt x="1862178" y="106368"/>
                  </a:lnTo>
                  <a:lnTo>
                    <a:pt x="1870002" y="106357"/>
                  </a:lnTo>
                  <a:lnTo>
                    <a:pt x="1877827" y="106345"/>
                  </a:lnTo>
                  <a:lnTo>
                    <a:pt x="1885651" y="106330"/>
                  </a:lnTo>
                  <a:lnTo>
                    <a:pt x="1893475" y="106312"/>
                  </a:lnTo>
                  <a:lnTo>
                    <a:pt x="1901299" y="106289"/>
                  </a:lnTo>
                  <a:lnTo>
                    <a:pt x="1909124" y="106262"/>
                  </a:lnTo>
                  <a:lnTo>
                    <a:pt x="1916948" y="106230"/>
                  </a:lnTo>
                  <a:lnTo>
                    <a:pt x="1924772" y="106191"/>
                  </a:lnTo>
                  <a:lnTo>
                    <a:pt x="1932596" y="106144"/>
                  </a:lnTo>
                  <a:lnTo>
                    <a:pt x="1940421" y="106088"/>
                  </a:lnTo>
                  <a:lnTo>
                    <a:pt x="1948245" y="106021"/>
                  </a:lnTo>
                  <a:lnTo>
                    <a:pt x="1956069" y="105944"/>
                  </a:lnTo>
                  <a:lnTo>
                    <a:pt x="1963894" y="105853"/>
                  </a:lnTo>
                  <a:lnTo>
                    <a:pt x="1971718" y="105742"/>
                  </a:lnTo>
                  <a:lnTo>
                    <a:pt x="1979542" y="105613"/>
                  </a:lnTo>
                  <a:lnTo>
                    <a:pt x="1987366" y="105463"/>
                  </a:lnTo>
                  <a:lnTo>
                    <a:pt x="1995191" y="105292"/>
                  </a:lnTo>
                  <a:lnTo>
                    <a:pt x="2003015" y="105091"/>
                  </a:lnTo>
                  <a:lnTo>
                    <a:pt x="2010839" y="104854"/>
                  </a:lnTo>
                  <a:lnTo>
                    <a:pt x="2018664" y="104584"/>
                  </a:lnTo>
                  <a:lnTo>
                    <a:pt x="2026488" y="104277"/>
                  </a:lnTo>
                  <a:lnTo>
                    <a:pt x="2034312" y="103930"/>
                  </a:lnTo>
                  <a:lnTo>
                    <a:pt x="2042136" y="103523"/>
                  </a:lnTo>
                  <a:lnTo>
                    <a:pt x="2049961" y="103061"/>
                  </a:lnTo>
                  <a:lnTo>
                    <a:pt x="2057785" y="102543"/>
                  </a:lnTo>
                  <a:lnTo>
                    <a:pt x="2065609" y="101964"/>
                  </a:lnTo>
                  <a:lnTo>
                    <a:pt x="2073434" y="101315"/>
                  </a:lnTo>
                  <a:lnTo>
                    <a:pt x="2081258" y="100570"/>
                  </a:lnTo>
                  <a:lnTo>
                    <a:pt x="2089082" y="99745"/>
                  </a:lnTo>
                  <a:lnTo>
                    <a:pt x="2096906" y="98835"/>
                  </a:lnTo>
                  <a:lnTo>
                    <a:pt x="2104731" y="97836"/>
                  </a:lnTo>
                  <a:lnTo>
                    <a:pt x="2112555" y="96720"/>
                  </a:lnTo>
                  <a:lnTo>
                    <a:pt x="2120379" y="95484"/>
                  </a:lnTo>
                  <a:lnTo>
                    <a:pt x="2128203" y="94139"/>
                  </a:lnTo>
                  <a:lnTo>
                    <a:pt x="2136028" y="92682"/>
                  </a:lnTo>
                  <a:lnTo>
                    <a:pt x="2143852" y="91107"/>
                  </a:lnTo>
                  <a:lnTo>
                    <a:pt x="2151676" y="89369"/>
                  </a:lnTo>
                  <a:lnTo>
                    <a:pt x="2159501" y="87501"/>
                  </a:lnTo>
                  <a:lnTo>
                    <a:pt x="2167325" y="85505"/>
                  </a:lnTo>
                  <a:lnTo>
                    <a:pt x="2175149" y="83379"/>
                  </a:lnTo>
                  <a:lnTo>
                    <a:pt x="2182973" y="81111"/>
                  </a:lnTo>
                  <a:lnTo>
                    <a:pt x="2190798" y="78678"/>
                  </a:lnTo>
                  <a:lnTo>
                    <a:pt x="2198622" y="76118"/>
                  </a:lnTo>
                  <a:lnTo>
                    <a:pt x="2206446" y="73434"/>
                  </a:lnTo>
                  <a:lnTo>
                    <a:pt x="2214271" y="70630"/>
                  </a:lnTo>
                  <a:lnTo>
                    <a:pt x="2222095" y="67685"/>
                  </a:lnTo>
                  <a:lnTo>
                    <a:pt x="2229919" y="64621"/>
                  </a:lnTo>
                  <a:lnTo>
                    <a:pt x="2237743" y="61463"/>
                  </a:lnTo>
                  <a:lnTo>
                    <a:pt x="2245568" y="58219"/>
                  </a:lnTo>
                  <a:lnTo>
                    <a:pt x="2253392" y="54899"/>
                  </a:lnTo>
                  <a:lnTo>
                    <a:pt x="2261216" y="51498"/>
                  </a:lnTo>
                  <a:lnTo>
                    <a:pt x="2269040" y="48057"/>
                  </a:lnTo>
                  <a:lnTo>
                    <a:pt x="2276865" y="44591"/>
                  </a:lnTo>
                  <a:lnTo>
                    <a:pt x="2284689" y="41112"/>
                  </a:lnTo>
                  <a:lnTo>
                    <a:pt x="2292513" y="37640"/>
                  </a:lnTo>
                  <a:lnTo>
                    <a:pt x="2300338" y="34206"/>
                  </a:lnTo>
                  <a:lnTo>
                    <a:pt x="2308162" y="30825"/>
                  </a:lnTo>
                  <a:lnTo>
                    <a:pt x="2315986" y="27514"/>
                  </a:lnTo>
                  <a:lnTo>
                    <a:pt x="2323810" y="24287"/>
                  </a:lnTo>
                  <a:lnTo>
                    <a:pt x="2331635" y="21198"/>
                  </a:lnTo>
                  <a:lnTo>
                    <a:pt x="2339459" y="18259"/>
                  </a:lnTo>
                  <a:lnTo>
                    <a:pt x="2347283" y="15471"/>
                  </a:lnTo>
                  <a:lnTo>
                    <a:pt x="2355108" y="12851"/>
                  </a:lnTo>
                  <a:lnTo>
                    <a:pt x="2362932" y="10416"/>
                  </a:lnTo>
                  <a:lnTo>
                    <a:pt x="2370756" y="8255"/>
                  </a:lnTo>
                  <a:lnTo>
                    <a:pt x="2378580" y="6314"/>
                  </a:lnTo>
                  <a:lnTo>
                    <a:pt x="2386405" y="4603"/>
                  </a:lnTo>
                  <a:lnTo>
                    <a:pt x="2394229" y="3130"/>
                  </a:lnTo>
                  <a:lnTo>
                    <a:pt x="2402053" y="1942"/>
                  </a:lnTo>
                  <a:lnTo>
                    <a:pt x="2409878" y="1067"/>
                  </a:lnTo>
                  <a:lnTo>
                    <a:pt x="2417702" y="451"/>
                  </a:lnTo>
                  <a:lnTo>
                    <a:pt x="2425526" y="95"/>
                  </a:lnTo>
                  <a:lnTo>
                    <a:pt x="2433350" y="0"/>
                  </a:lnTo>
                  <a:lnTo>
                    <a:pt x="2441175" y="235"/>
                  </a:lnTo>
                  <a:lnTo>
                    <a:pt x="2448999" y="743"/>
                  </a:lnTo>
                  <a:lnTo>
                    <a:pt x="2456823" y="1494"/>
                  </a:lnTo>
                  <a:lnTo>
                    <a:pt x="2464647" y="2480"/>
                  </a:lnTo>
                  <a:lnTo>
                    <a:pt x="2472472" y="3703"/>
                  </a:lnTo>
                  <a:lnTo>
                    <a:pt x="2480296" y="5204"/>
                  </a:lnTo>
                  <a:lnTo>
                    <a:pt x="2488120" y="6898"/>
                  </a:lnTo>
                  <a:lnTo>
                    <a:pt x="2495945" y="8769"/>
                  </a:lnTo>
                  <a:lnTo>
                    <a:pt x="2503769" y="10806"/>
                  </a:lnTo>
                  <a:lnTo>
                    <a:pt x="2511593" y="13015"/>
                  </a:lnTo>
                  <a:lnTo>
                    <a:pt x="2519417" y="15373"/>
                  </a:lnTo>
                  <a:lnTo>
                    <a:pt x="2527242" y="17835"/>
                  </a:lnTo>
                  <a:lnTo>
                    <a:pt x="2535066" y="20385"/>
                  </a:lnTo>
                  <a:lnTo>
                    <a:pt x="2542890" y="23008"/>
                  </a:lnTo>
                  <a:lnTo>
                    <a:pt x="2550715" y="25700"/>
                  </a:lnTo>
                  <a:lnTo>
                    <a:pt x="2558539" y="28422"/>
                  </a:lnTo>
                  <a:lnTo>
                    <a:pt x="2566363" y="31158"/>
                  </a:lnTo>
                  <a:lnTo>
                    <a:pt x="2574187" y="33894"/>
                  </a:lnTo>
                  <a:lnTo>
                    <a:pt x="2582012" y="36617"/>
                  </a:lnTo>
                  <a:lnTo>
                    <a:pt x="2589836" y="39299"/>
                  </a:lnTo>
                  <a:lnTo>
                    <a:pt x="2597660" y="41935"/>
                  </a:lnTo>
                  <a:lnTo>
                    <a:pt x="2605485" y="44516"/>
                  </a:lnTo>
                  <a:lnTo>
                    <a:pt x="2613309" y="47033"/>
                  </a:lnTo>
                  <a:lnTo>
                    <a:pt x="2621133" y="49461"/>
                  </a:lnTo>
                  <a:lnTo>
                    <a:pt x="2628957" y="51792"/>
                  </a:lnTo>
                  <a:lnTo>
                    <a:pt x="2636782" y="54034"/>
                  </a:lnTo>
                  <a:lnTo>
                    <a:pt x="2644606" y="56184"/>
                  </a:lnTo>
                  <a:lnTo>
                    <a:pt x="2652430" y="58237"/>
                  </a:lnTo>
                  <a:lnTo>
                    <a:pt x="2660254" y="60158"/>
                  </a:lnTo>
                  <a:lnTo>
                    <a:pt x="2668079" y="61973"/>
                  </a:lnTo>
                  <a:lnTo>
                    <a:pt x="2675903" y="63688"/>
                  </a:lnTo>
                  <a:lnTo>
                    <a:pt x="2683727" y="65303"/>
                  </a:lnTo>
                  <a:lnTo>
                    <a:pt x="2691552" y="66810"/>
                  </a:lnTo>
                  <a:lnTo>
                    <a:pt x="2699376" y="68194"/>
                  </a:lnTo>
                  <a:lnTo>
                    <a:pt x="2707200" y="69484"/>
                  </a:lnTo>
                  <a:lnTo>
                    <a:pt x="2715024" y="70685"/>
                  </a:lnTo>
                  <a:lnTo>
                    <a:pt x="2722849" y="71800"/>
                  </a:lnTo>
                  <a:lnTo>
                    <a:pt x="2730673" y="72813"/>
                  </a:lnTo>
                  <a:lnTo>
                    <a:pt x="2738497" y="73739"/>
                  </a:lnTo>
                  <a:lnTo>
                    <a:pt x="2746322" y="74594"/>
                  </a:lnTo>
                  <a:lnTo>
                    <a:pt x="2754146" y="75381"/>
                  </a:lnTo>
                  <a:lnTo>
                    <a:pt x="2761970" y="76104"/>
                  </a:lnTo>
                  <a:lnTo>
                    <a:pt x="2769794" y="76749"/>
                  </a:lnTo>
                  <a:lnTo>
                    <a:pt x="2777619" y="77343"/>
                  </a:lnTo>
                  <a:lnTo>
                    <a:pt x="2785443" y="77890"/>
                  </a:lnTo>
                  <a:lnTo>
                    <a:pt x="2793267" y="78393"/>
                  </a:lnTo>
                  <a:lnTo>
                    <a:pt x="2801091" y="78852"/>
                  </a:lnTo>
                  <a:lnTo>
                    <a:pt x="2808916" y="79270"/>
                  </a:lnTo>
                  <a:lnTo>
                    <a:pt x="2816740" y="79660"/>
                  </a:lnTo>
                  <a:lnTo>
                    <a:pt x="2824564" y="80024"/>
                  </a:lnTo>
                  <a:lnTo>
                    <a:pt x="2832389" y="80367"/>
                  </a:lnTo>
                  <a:lnTo>
                    <a:pt x="2840213" y="80687"/>
                  </a:lnTo>
                  <a:lnTo>
                    <a:pt x="2848037" y="80993"/>
                  </a:lnTo>
                  <a:lnTo>
                    <a:pt x="2855861" y="81289"/>
                  </a:lnTo>
                  <a:lnTo>
                    <a:pt x="2863686" y="81577"/>
                  </a:lnTo>
                  <a:lnTo>
                    <a:pt x="2871510" y="81860"/>
                  </a:lnTo>
                  <a:lnTo>
                    <a:pt x="2879334" y="82142"/>
                  </a:lnTo>
                  <a:lnTo>
                    <a:pt x="2887159" y="82427"/>
                  </a:lnTo>
                  <a:lnTo>
                    <a:pt x="2894983" y="82716"/>
                  </a:lnTo>
                  <a:lnTo>
                    <a:pt x="2902807" y="83011"/>
                  </a:lnTo>
                  <a:lnTo>
                    <a:pt x="2910631" y="83316"/>
                  </a:lnTo>
                  <a:lnTo>
                    <a:pt x="2918456" y="83634"/>
                  </a:lnTo>
                  <a:lnTo>
                    <a:pt x="2926280" y="83966"/>
                  </a:lnTo>
                  <a:lnTo>
                    <a:pt x="2934104" y="84312"/>
                  </a:lnTo>
                  <a:lnTo>
                    <a:pt x="2941929" y="84674"/>
                  </a:lnTo>
                  <a:lnTo>
                    <a:pt x="2949753" y="85058"/>
                  </a:lnTo>
                  <a:lnTo>
                    <a:pt x="2957577" y="85461"/>
                  </a:lnTo>
                  <a:lnTo>
                    <a:pt x="2965401" y="85883"/>
                  </a:lnTo>
                  <a:lnTo>
                    <a:pt x="2973226" y="86325"/>
                  </a:lnTo>
                  <a:lnTo>
                    <a:pt x="2981050" y="86786"/>
                  </a:lnTo>
                  <a:lnTo>
                    <a:pt x="2988874" y="87273"/>
                  </a:lnTo>
                  <a:lnTo>
                    <a:pt x="2996698" y="87779"/>
                  </a:lnTo>
                  <a:lnTo>
                    <a:pt x="3004523" y="88304"/>
                  </a:lnTo>
                  <a:lnTo>
                    <a:pt x="3012347" y="88846"/>
                  </a:lnTo>
                  <a:lnTo>
                    <a:pt x="3020171" y="89407"/>
                  </a:lnTo>
                  <a:lnTo>
                    <a:pt x="3027996" y="89986"/>
                  </a:lnTo>
                  <a:lnTo>
                    <a:pt x="3035820" y="90578"/>
                  </a:lnTo>
                  <a:lnTo>
                    <a:pt x="3043644" y="91181"/>
                  </a:lnTo>
                  <a:lnTo>
                    <a:pt x="3051468" y="91795"/>
                  </a:lnTo>
                  <a:lnTo>
                    <a:pt x="3059293" y="92418"/>
                  </a:lnTo>
                  <a:lnTo>
                    <a:pt x="3067117" y="93047"/>
                  </a:lnTo>
                  <a:lnTo>
                    <a:pt x="3074941" y="93678"/>
                  </a:lnTo>
                  <a:lnTo>
                    <a:pt x="3082766" y="94310"/>
                  </a:lnTo>
                  <a:lnTo>
                    <a:pt x="3090590" y="94941"/>
                  </a:lnTo>
                  <a:lnTo>
                    <a:pt x="3098414" y="95567"/>
                  </a:lnTo>
                  <a:lnTo>
                    <a:pt x="3106238" y="96185"/>
                  </a:lnTo>
                  <a:lnTo>
                    <a:pt x="3114063" y="96795"/>
                  </a:lnTo>
                  <a:lnTo>
                    <a:pt x="3121887" y="97394"/>
                  </a:lnTo>
                  <a:lnTo>
                    <a:pt x="3129711" y="97979"/>
                  </a:lnTo>
                  <a:lnTo>
                    <a:pt x="3137536" y="98546"/>
                  </a:lnTo>
                  <a:lnTo>
                    <a:pt x="3145360" y="99097"/>
                  </a:lnTo>
                  <a:lnTo>
                    <a:pt x="3153184" y="99630"/>
                  </a:lnTo>
                  <a:lnTo>
                    <a:pt x="3161008" y="100144"/>
                  </a:lnTo>
                  <a:lnTo>
                    <a:pt x="3168833" y="100632"/>
                  </a:lnTo>
                  <a:lnTo>
                    <a:pt x="3176657" y="101097"/>
                  </a:lnTo>
                  <a:lnTo>
                    <a:pt x="3184481" y="101542"/>
                  </a:lnTo>
                  <a:lnTo>
                    <a:pt x="3192305" y="101964"/>
                  </a:lnTo>
                  <a:lnTo>
                    <a:pt x="3200130" y="102362"/>
                  </a:lnTo>
                  <a:lnTo>
                    <a:pt x="3207954" y="102731"/>
                  </a:lnTo>
                  <a:lnTo>
                    <a:pt x="3215778" y="103078"/>
                  </a:lnTo>
                  <a:lnTo>
                    <a:pt x="3223603" y="103403"/>
                  </a:lnTo>
                  <a:lnTo>
                    <a:pt x="3231427" y="103707"/>
                  </a:lnTo>
                  <a:lnTo>
                    <a:pt x="3239251" y="103985"/>
                  </a:lnTo>
                  <a:lnTo>
                    <a:pt x="3247075" y="104239"/>
                  </a:lnTo>
                  <a:lnTo>
                    <a:pt x="3254900" y="104474"/>
                  </a:lnTo>
                  <a:lnTo>
                    <a:pt x="3262724" y="104691"/>
                  </a:lnTo>
                  <a:lnTo>
                    <a:pt x="3270548" y="104889"/>
                  </a:lnTo>
                  <a:lnTo>
                    <a:pt x="3278373" y="105065"/>
                  </a:lnTo>
                  <a:lnTo>
                    <a:pt x="3286197" y="105225"/>
                  </a:lnTo>
                  <a:lnTo>
                    <a:pt x="3294021" y="105370"/>
                  </a:lnTo>
                  <a:lnTo>
                    <a:pt x="3301845" y="105501"/>
                  </a:lnTo>
                  <a:lnTo>
                    <a:pt x="3309670" y="105618"/>
                  </a:lnTo>
                  <a:lnTo>
                    <a:pt x="3317494" y="105720"/>
                  </a:lnTo>
                  <a:lnTo>
                    <a:pt x="3325318" y="105812"/>
                  </a:lnTo>
                  <a:lnTo>
                    <a:pt x="3333142" y="105893"/>
                  </a:lnTo>
                  <a:lnTo>
                    <a:pt x="3340967" y="105966"/>
                  </a:lnTo>
                  <a:lnTo>
                    <a:pt x="3348791" y="106028"/>
                  </a:lnTo>
                  <a:lnTo>
                    <a:pt x="3356615" y="106083"/>
                  </a:lnTo>
                  <a:lnTo>
                    <a:pt x="3364440" y="106131"/>
                  </a:lnTo>
                  <a:lnTo>
                    <a:pt x="3372264" y="106173"/>
                  </a:lnTo>
                  <a:lnTo>
                    <a:pt x="3380088" y="106210"/>
                  </a:lnTo>
                  <a:lnTo>
                    <a:pt x="3387912" y="106240"/>
                  </a:lnTo>
                  <a:lnTo>
                    <a:pt x="3395737" y="106266"/>
                  </a:lnTo>
                  <a:lnTo>
                    <a:pt x="3403561" y="106289"/>
                  </a:lnTo>
                  <a:lnTo>
                    <a:pt x="3411385" y="106309"/>
                  </a:lnTo>
                  <a:lnTo>
                    <a:pt x="3419210" y="106326"/>
                  </a:lnTo>
                  <a:lnTo>
                    <a:pt x="3427034" y="106340"/>
                  </a:lnTo>
                  <a:lnTo>
                    <a:pt x="3434858" y="106351"/>
                  </a:lnTo>
                  <a:lnTo>
                    <a:pt x="3442682" y="106361"/>
                  </a:lnTo>
                  <a:lnTo>
                    <a:pt x="3450507" y="106370"/>
                  </a:lnTo>
                  <a:lnTo>
                    <a:pt x="3458331" y="106377"/>
                  </a:lnTo>
                  <a:lnTo>
                    <a:pt x="3466155" y="106383"/>
                  </a:lnTo>
                  <a:lnTo>
                    <a:pt x="3473980" y="106387"/>
                  </a:lnTo>
                  <a:lnTo>
                    <a:pt x="3481804" y="106391"/>
                  </a:lnTo>
                  <a:lnTo>
                    <a:pt x="3489628" y="106395"/>
                  </a:lnTo>
                  <a:lnTo>
                    <a:pt x="3497452" y="106397"/>
                  </a:lnTo>
                  <a:lnTo>
                    <a:pt x="3505277" y="106400"/>
                  </a:lnTo>
                  <a:lnTo>
                    <a:pt x="3513101" y="106401"/>
                  </a:lnTo>
                  <a:lnTo>
                    <a:pt x="3520925" y="106403"/>
                  </a:lnTo>
                  <a:lnTo>
                    <a:pt x="3528749" y="106404"/>
                  </a:lnTo>
                  <a:lnTo>
                    <a:pt x="3536574" y="106405"/>
                  </a:lnTo>
                  <a:lnTo>
                    <a:pt x="3544398" y="106406"/>
                  </a:lnTo>
                  <a:lnTo>
                    <a:pt x="3552222" y="106406"/>
                  </a:lnTo>
                  <a:lnTo>
                    <a:pt x="3560047" y="106407"/>
                  </a:lnTo>
                  <a:lnTo>
                    <a:pt x="3567871" y="106407"/>
                  </a:lnTo>
                  <a:lnTo>
                    <a:pt x="3575695" y="106408"/>
                  </a:lnTo>
                  <a:lnTo>
                    <a:pt x="3583519" y="106408"/>
                  </a:lnTo>
                  <a:lnTo>
                    <a:pt x="3591344" y="106408"/>
                  </a:lnTo>
                  <a:lnTo>
                    <a:pt x="3599168" y="106408"/>
                  </a:lnTo>
                  <a:lnTo>
                    <a:pt x="3606992" y="106408"/>
                  </a:lnTo>
                  <a:lnTo>
                    <a:pt x="3614817" y="106408"/>
                  </a:lnTo>
                  <a:lnTo>
                    <a:pt x="3622641" y="106409"/>
                  </a:lnTo>
                  <a:lnTo>
                    <a:pt x="3630465" y="106409"/>
                  </a:lnTo>
                  <a:lnTo>
                    <a:pt x="3638289" y="106409"/>
                  </a:lnTo>
                  <a:lnTo>
                    <a:pt x="3646114" y="106409"/>
                  </a:lnTo>
                  <a:lnTo>
                    <a:pt x="3653938" y="106409"/>
                  </a:lnTo>
                  <a:lnTo>
                    <a:pt x="3661762" y="106409"/>
                  </a:lnTo>
                  <a:lnTo>
                    <a:pt x="3669586" y="106409"/>
                  </a:lnTo>
                  <a:lnTo>
                    <a:pt x="3677411" y="106409"/>
                  </a:lnTo>
                  <a:lnTo>
                    <a:pt x="3685235" y="106409"/>
                  </a:lnTo>
                  <a:lnTo>
                    <a:pt x="3693059" y="106409"/>
                  </a:lnTo>
                  <a:lnTo>
                    <a:pt x="3700884" y="106409"/>
                  </a:lnTo>
                  <a:lnTo>
                    <a:pt x="3708708" y="106409"/>
                  </a:lnTo>
                  <a:lnTo>
                    <a:pt x="3716532" y="106409"/>
                  </a:lnTo>
                  <a:lnTo>
                    <a:pt x="3724356" y="106409"/>
                  </a:lnTo>
                  <a:lnTo>
                    <a:pt x="3732181" y="106409"/>
                  </a:lnTo>
                  <a:lnTo>
                    <a:pt x="3740005" y="106409"/>
                  </a:lnTo>
                  <a:lnTo>
                    <a:pt x="3747829" y="106409"/>
                  </a:lnTo>
                  <a:lnTo>
                    <a:pt x="3755654" y="106409"/>
                  </a:lnTo>
                  <a:lnTo>
                    <a:pt x="3763478" y="106409"/>
                  </a:lnTo>
                  <a:lnTo>
                    <a:pt x="3771302" y="106409"/>
                  </a:lnTo>
                  <a:lnTo>
                    <a:pt x="3779126" y="106409"/>
                  </a:lnTo>
                  <a:lnTo>
                    <a:pt x="3786951" y="106409"/>
                  </a:lnTo>
                  <a:lnTo>
                    <a:pt x="3794775" y="106409"/>
                  </a:lnTo>
                  <a:lnTo>
                    <a:pt x="3802599" y="106409"/>
                  </a:lnTo>
                  <a:lnTo>
                    <a:pt x="3810424" y="106409"/>
                  </a:lnTo>
                  <a:lnTo>
                    <a:pt x="3818248" y="106409"/>
                  </a:lnTo>
                  <a:lnTo>
                    <a:pt x="3826072" y="106409"/>
                  </a:lnTo>
                  <a:lnTo>
                    <a:pt x="3833896" y="106409"/>
                  </a:lnTo>
                  <a:lnTo>
                    <a:pt x="3841721" y="106409"/>
                  </a:lnTo>
                  <a:lnTo>
                    <a:pt x="3849545" y="106409"/>
                  </a:lnTo>
                  <a:lnTo>
                    <a:pt x="3857369" y="106409"/>
                  </a:lnTo>
                  <a:lnTo>
                    <a:pt x="3865193" y="106409"/>
                  </a:lnTo>
                  <a:lnTo>
                    <a:pt x="3873018" y="106409"/>
                  </a:lnTo>
                  <a:lnTo>
                    <a:pt x="3880842" y="106409"/>
                  </a:lnTo>
                  <a:lnTo>
                    <a:pt x="3888666" y="106409"/>
                  </a:lnTo>
                  <a:lnTo>
                    <a:pt x="3896491" y="106409"/>
                  </a:lnTo>
                  <a:lnTo>
                    <a:pt x="3904315" y="106409"/>
                  </a:lnTo>
                  <a:lnTo>
                    <a:pt x="3912139" y="106409"/>
                  </a:lnTo>
                  <a:lnTo>
                    <a:pt x="3919963" y="106409"/>
                  </a:lnTo>
                  <a:lnTo>
                    <a:pt x="3927788" y="106409"/>
                  </a:lnTo>
                  <a:lnTo>
                    <a:pt x="3935612" y="106409"/>
                  </a:lnTo>
                  <a:lnTo>
                    <a:pt x="3943436" y="106409"/>
                  </a:lnTo>
                  <a:lnTo>
                    <a:pt x="3951261" y="106409"/>
                  </a:lnTo>
                  <a:lnTo>
                    <a:pt x="3959085" y="106409"/>
                  </a:lnTo>
                  <a:lnTo>
                    <a:pt x="3966909" y="106409"/>
                  </a:lnTo>
                  <a:lnTo>
                    <a:pt x="3974733" y="106409"/>
                  </a:lnTo>
                  <a:lnTo>
                    <a:pt x="3982558" y="106409"/>
                  </a:lnTo>
                  <a:lnTo>
                    <a:pt x="3990382" y="106409"/>
                  </a:lnTo>
                  <a:lnTo>
                    <a:pt x="3998206" y="10640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tx1105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06" name="tx1106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07" name="tx1107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8" name="tx1108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09" name="tx1109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10" name="tx1110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111" name="rc1111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467413" y="848560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467413" y="789500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3467413" y="730441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3467413" y="671381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3467413" y="612322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3467413" y="553262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353837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00788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7739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94690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54164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588593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3467413" y="8190304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3467413" y="7599709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3467413" y="7009114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3467413" y="6418519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3467413" y="5827924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377312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24263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71215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518166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565117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5221538" y="7157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937148" y="7753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4722737" y="68028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5527557" y="69915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4786121" y="6751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5438849" y="6793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846976" y="69959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488568" y="70843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5037998" y="6857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4615985" y="68298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5664853" y="79326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4587372" y="6764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4965042" y="72476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419717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856889" y="69169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5011776" y="7011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4448584" y="6810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4740886" y="7456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935014" y="71515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277125" y="6513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4645541" y="6786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5812530" y="7259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374298" y="6898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4513687" y="6759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826752" y="6679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635322" y="7157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596437" y="7142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379366" y="69062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195720" y="69200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507209" y="7161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5409862" y="70661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711209" y="64350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4786743" y="6775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273405" y="718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305097" y="69525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776518" y="7080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4349755" y="68375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591709" y="6903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4689110" y="65671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229332" y="7246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4844295" y="67697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5629617" y="69883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5282987" y="72590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5002878" y="66218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4250381" y="6663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4423936" y="68766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584456" y="82930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4570144" y="6929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692049" y="6899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5181161" y="69714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997574" y="6872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4510030" y="66797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4953660" y="74868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3607806" y="72547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526762" y="68192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913071" y="74314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718095" y="6940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427132" y="70213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4084467" y="7025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552253" y="6803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4763616" y="6737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4557473" y="6752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859150" y="6910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5077052" y="65802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989642" y="6973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254501" y="75938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501109" y="6850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806752" y="6852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4700220" y="67803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084647" y="6842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4528808" y="6723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651062" y="7492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706333" y="7369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4716043" y="6736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4942024" y="71327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611419" y="6660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4855185" y="6533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4718410" y="638069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123506" y="72723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4521721" y="61118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5243466" y="7435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5125171" y="69935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4485868" y="68014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177772" y="6681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4973860" y="6955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103074" y="70293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5262710" y="6888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629132" y="6891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669979" y="7941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238816" y="70887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4506932" y="70735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5027046" y="69811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864867" y="7061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788154" y="7364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000059" y="67428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107313" y="6715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009748" y="6779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4549330" y="67826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4132597" y="66951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4698274" y="682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4609067" y="67300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4281126" y="6850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277437" y="6696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012132" y="7028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815213" y="6962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4490943" y="67756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4641983" y="63942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304386" y="68052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4362430" y="6896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3826360" y="7064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4953791" y="6666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4971670" y="6837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5223827" y="7663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539534" y="65802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5398690" y="63615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192651" y="6926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4119623" y="6813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101892" y="6903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5312819" y="68926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5442296" y="7092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4967447" y="69243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4600592" y="699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063102" y="6637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208912" y="71111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4389512" y="67044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455786" y="66932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4866317" y="6828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4022559" y="6659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4372120" y="69939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5269609" y="7302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4182922" y="7050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4837685" y="6782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400083" y="7057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4549661" y="685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4907774" y="6933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4698816" y="63300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4562421" y="65551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4516421" y="69718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3555442" y="6543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213594" y="6823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704551" y="70169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029892" y="699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5011439" y="68152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4583239" y="6904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4750502" y="6774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4996162" y="68307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4107623" y="6770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4068082" y="63976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067223" y="81117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4712906" y="6787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4778377" y="70975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4382491" y="67770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205692" y="7183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294186" y="6920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4327557" y="68231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5412185" y="71198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120077" y="72384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4996878" y="7080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4011109" y="6972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059962" y="69445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032138" y="683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222384" y="7076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4922999" y="6782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4441804" y="6768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150925" y="6855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4975275" y="6900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4879663" y="6964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4281048" y="68376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5320764" y="70791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442355" y="6836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4436862" y="6755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016880" y="7077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125703" y="7600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154521" y="70219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468589" y="68613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930129" y="6981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4351549" y="67517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4948960" y="6568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168270" y="70009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5051687" y="6530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4574254" y="66076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4489212" y="62719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4815831" y="58355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930100" y="6916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4162297" y="6920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030100" y="71288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5796433" y="65835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122738" y="69552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4289473" y="65810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096799" y="6949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4856626" y="6799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4936074" y="7178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482620" y="7550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562336" y="68859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3838239" y="66838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003481" y="6617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4609256" y="67216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080937" y="6937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4799203" y="67618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4760000" y="70828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5342354" y="7386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4573319" y="66279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331167" y="6775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4410661" y="65954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4848110" y="7223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560539" y="75984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148541" y="69300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803531" y="6895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4670870" y="69787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218683" y="68428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353687" y="7208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331543" y="7563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866304" y="6929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4215735" y="6735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4784821" y="72677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589730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4596229" y="6986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5013666" y="7490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702601" y="74150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299384" y="6843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4746410" y="68393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4803268" y="66933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5410839" y="72883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4971883" y="6527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4577914" y="67611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4277010" y="70066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295346" y="7467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4865678" y="72022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078223" y="7017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4185308" y="7011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4157220" y="67444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4994688" y="6894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5025496" y="6582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214707" y="74302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337357" y="70324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803686" y="69085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5104708" y="6952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467413" y="6538780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3"/>
            <p:cNvSpPr/>
            <p:nvPr/>
          </p:nvSpPr>
          <p:spPr>
            <a:xfrm>
              <a:off x="3580268" y="6576127"/>
              <a:ext cx="2257088" cy="973944"/>
            </a:xfrm>
            <a:custGeom>
              <a:avLst/>
              <a:pathLst>
                <a:path w="2257088" h="973944">
                  <a:moveTo>
                    <a:pt x="0" y="0"/>
                  </a:moveTo>
                  <a:lnTo>
                    <a:pt x="28570" y="8180"/>
                  </a:lnTo>
                  <a:lnTo>
                    <a:pt x="57141" y="16231"/>
                  </a:lnTo>
                  <a:lnTo>
                    <a:pt x="85712" y="24133"/>
                  </a:lnTo>
                  <a:lnTo>
                    <a:pt x="114282" y="31863"/>
                  </a:lnTo>
                  <a:lnTo>
                    <a:pt x="142853" y="39401"/>
                  </a:lnTo>
                  <a:lnTo>
                    <a:pt x="171424" y="46724"/>
                  </a:lnTo>
                  <a:lnTo>
                    <a:pt x="199995" y="53811"/>
                  </a:lnTo>
                  <a:lnTo>
                    <a:pt x="228565" y="60642"/>
                  </a:lnTo>
                  <a:lnTo>
                    <a:pt x="257136" y="67199"/>
                  </a:lnTo>
                  <a:lnTo>
                    <a:pt x="285707" y="73463"/>
                  </a:lnTo>
                  <a:lnTo>
                    <a:pt x="314278" y="79420"/>
                  </a:lnTo>
                  <a:lnTo>
                    <a:pt x="342848" y="85058"/>
                  </a:lnTo>
                  <a:lnTo>
                    <a:pt x="371419" y="90372"/>
                  </a:lnTo>
                  <a:lnTo>
                    <a:pt x="399990" y="95360"/>
                  </a:lnTo>
                  <a:lnTo>
                    <a:pt x="428561" y="100030"/>
                  </a:lnTo>
                  <a:lnTo>
                    <a:pt x="457131" y="104396"/>
                  </a:lnTo>
                  <a:lnTo>
                    <a:pt x="485702" y="108483"/>
                  </a:lnTo>
                  <a:lnTo>
                    <a:pt x="514273" y="112325"/>
                  </a:lnTo>
                  <a:lnTo>
                    <a:pt x="542844" y="115969"/>
                  </a:lnTo>
                  <a:lnTo>
                    <a:pt x="571414" y="119467"/>
                  </a:lnTo>
                  <a:lnTo>
                    <a:pt x="599985" y="122883"/>
                  </a:lnTo>
                  <a:lnTo>
                    <a:pt x="628556" y="126283"/>
                  </a:lnTo>
                  <a:lnTo>
                    <a:pt x="657126" y="129737"/>
                  </a:lnTo>
                  <a:lnTo>
                    <a:pt x="685697" y="133311"/>
                  </a:lnTo>
                  <a:lnTo>
                    <a:pt x="714268" y="137063"/>
                  </a:lnTo>
                  <a:lnTo>
                    <a:pt x="742839" y="141039"/>
                  </a:lnTo>
                  <a:lnTo>
                    <a:pt x="771409" y="145264"/>
                  </a:lnTo>
                  <a:lnTo>
                    <a:pt x="799980" y="149734"/>
                  </a:lnTo>
                  <a:lnTo>
                    <a:pt x="828551" y="154404"/>
                  </a:lnTo>
                  <a:lnTo>
                    <a:pt x="857122" y="159216"/>
                  </a:lnTo>
                  <a:lnTo>
                    <a:pt x="885692" y="164158"/>
                  </a:lnTo>
                  <a:lnTo>
                    <a:pt x="914263" y="169290"/>
                  </a:lnTo>
                  <a:lnTo>
                    <a:pt x="942834" y="174744"/>
                  </a:lnTo>
                  <a:lnTo>
                    <a:pt x="971405" y="180700"/>
                  </a:lnTo>
                  <a:lnTo>
                    <a:pt x="999975" y="187344"/>
                  </a:lnTo>
                  <a:lnTo>
                    <a:pt x="1028546" y="194733"/>
                  </a:lnTo>
                  <a:lnTo>
                    <a:pt x="1057117" y="202716"/>
                  </a:lnTo>
                  <a:lnTo>
                    <a:pt x="1085688" y="211165"/>
                  </a:lnTo>
                  <a:lnTo>
                    <a:pt x="1114258" y="220060"/>
                  </a:lnTo>
                  <a:lnTo>
                    <a:pt x="1142829" y="229474"/>
                  </a:lnTo>
                  <a:lnTo>
                    <a:pt x="1171400" y="239463"/>
                  </a:lnTo>
                  <a:lnTo>
                    <a:pt x="1199971" y="249905"/>
                  </a:lnTo>
                  <a:lnTo>
                    <a:pt x="1228541" y="260663"/>
                  </a:lnTo>
                  <a:lnTo>
                    <a:pt x="1257112" y="271705"/>
                  </a:lnTo>
                  <a:lnTo>
                    <a:pt x="1285683" y="283100"/>
                  </a:lnTo>
                  <a:lnTo>
                    <a:pt x="1314253" y="294867"/>
                  </a:lnTo>
                  <a:lnTo>
                    <a:pt x="1342824" y="306864"/>
                  </a:lnTo>
                  <a:lnTo>
                    <a:pt x="1371395" y="318985"/>
                  </a:lnTo>
                  <a:lnTo>
                    <a:pt x="1399966" y="331247"/>
                  </a:lnTo>
                  <a:lnTo>
                    <a:pt x="1428536" y="343720"/>
                  </a:lnTo>
                  <a:lnTo>
                    <a:pt x="1457107" y="356333"/>
                  </a:lnTo>
                  <a:lnTo>
                    <a:pt x="1485678" y="368985"/>
                  </a:lnTo>
                  <a:lnTo>
                    <a:pt x="1514249" y="381743"/>
                  </a:lnTo>
                  <a:lnTo>
                    <a:pt x="1542819" y="394687"/>
                  </a:lnTo>
                  <a:lnTo>
                    <a:pt x="1571390" y="407711"/>
                  </a:lnTo>
                  <a:lnTo>
                    <a:pt x="1599961" y="420705"/>
                  </a:lnTo>
                  <a:lnTo>
                    <a:pt x="1628532" y="433643"/>
                  </a:lnTo>
                  <a:lnTo>
                    <a:pt x="1657102" y="446597"/>
                  </a:lnTo>
                  <a:lnTo>
                    <a:pt x="1685673" y="459639"/>
                  </a:lnTo>
                  <a:lnTo>
                    <a:pt x="1714244" y="472667"/>
                  </a:lnTo>
                  <a:lnTo>
                    <a:pt x="1742815" y="485511"/>
                  </a:lnTo>
                  <a:lnTo>
                    <a:pt x="1771385" y="498034"/>
                  </a:lnTo>
                  <a:lnTo>
                    <a:pt x="1799956" y="510174"/>
                  </a:lnTo>
                  <a:lnTo>
                    <a:pt x="1828527" y="521944"/>
                  </a:lnTo>
                  <a:lnTo>
                    <a:pt x="1857097" y="533405"/>
                  </a:lnTo>
                  <a:lnTo>
                    <a:pt x="1885668" y="544574"/>
                  </a:lnTo>
                  <a:lnTo>
                    <a:pt x="1914239" y="555400"/>
                  </a:lnTo>
                  <a:lnTo>
                    <a:pt x="1942810" y="565806"/>
                  </a:lnTo>
                  <a:lnTo>
                    <a:pt x="1971380" y="575704"/>
                  </a:lnTo>
                  <a:lnTo>
                    <a:pt x="1999951" y="585017"/>
                  </a:lnTo>
                  <a:lnTo>
                    <a:pt x="2028522" y="593685"/>
                  </a:lnTo>
                  <a:lnTo>
                    <a:pt x="2057093" y="601675"/>
                  </a:lnTo>
                  <a:lnTo>
                    <a:pt x="2085663" y="608980"/>
                  </a:lnTo>
                  <a:lnTo>
                    <a:pt x="2114234" y="615620"/>
                  </a:lnTo>
                  <a:lnTo>
                    <a:pt x="2142805" y="621635"/>
                  </a:lnTo>
                  <a:lnTo>
                    <a:pt x="2171376" y="627083"/>
                  </a:lnTo>
                  <a:lnTo>
                    <a:pt x="2199946" y="632034"/>
                  </a:lnTo>
                  <a:lnTo>
                    <a:pt x="2228517" y="636566"/>
                  </a:lnTo>
                  <a:lnTo>
                    <a:pt x="2257088" y="640763"/>
                  </a:lnTo>
                  <a:lnTo>
                    <a:pt x="2257088" y="973944"/>
                  </a:lnTo>
                  <a:lnTo>
                    <a:pt x="2228517" y="949485"/>
                  </a:lnTo>
                  <a:lnTo>
                    <a:pt x="2199946" y="925355"/>
                  </a:lnTo>
                  <a:lnTo>
                    <a:pt x="2171376" y="901636"/>
                  </a:lnTo>
                  <a:lnTo>
                    <a:pt x="2142805" y="878400"/>
                  </a:lnTo>
                  <a:lnTo>
                    <a:pt x="2114234" y="855715"/>
                  </a:lnTo>
                  <a:lnTo>
                    <a:pt x="2085663" y="833632"/>
                  </a:lnTo>
                  <a:lnTo>
                    <a:pt x="2057093" y="812189"/>
                  </a:lnTo>
                  <a:lnTo>
                    <a:pt x="2028522" y="791399"/>
                  </a:lnTo>
                  <a:lnTo>
                    <a:pt x="1999951" y="771252"/>
                  </a:lnTo>
                  <a:lnTo>
                    <a:pt x="1971380" y="751710"/>
                  </a:lnTo>
                  <a:lnTo>
                    <a:pt x="1942810" y="732709"/>
                  </a:lnTo>
                  <a:lnTo>
                    <a:pt x="1914239" y="714168"/>
                  </a:lnTo>
                  <a:lnTo>
                    <a:pt x="1885668" y="695996"/>
                  </a:lnTo>
                  <a:lnTo>
                    <a:pt x="1857097" y="678108"/>
                  </a:lnTo>
                  <a:lnTo>
                    <a:pt x="1828527" y="660451"/>
                  </a:lnTo>
                  <a:lnTo>
                    <a:pt x="1799956" y="643061"/>
                  </a:lnTo>
                  <a:lnTo>
                    <a:pt x="1771385" y="626047"/>
                  </a:lnTo>
                  <a:lnTo>
                    <a:pt x="1742815" y="609475"/>
                  </a:lnTo>
                  <a:lnTo>
                    <a:pt x="1714244" y="593335"/>
                  </a:lnTo>
                  <a:lnTo>
                    <a:pt x="1685673" y="577543"/>
                  </a:lnTo>
                  <a:lnTo>
                    <a:pt x="1657102" y="561981"/>
                  </a:lnTo>
                  <a:lnTo>
                    <a:pt x="1628532" y="546593"/>
                  </a:lnTo>
                  <a:lnTo>
                    <a:pt x="1599961" y="531490"/>
                  </a:lnTo>
                  <a:lnTo>
                    <a:pt x="1571390" y="516775"/>
                  </a:lnTo>
                  <a:lnTo>
                    <a:pt x="1542819" y="502457"/>
                  </a:lnTo>
                  <a:lnTo>
                    <a:pt x="1514249" y="488459"/>
                  </a:lnTo>
                  <a:lnTo>
                    <a:pt x="1485678" y="474706"/>
                  </a:lnTo>
                  <a:lnTo>
                    <a:pt x="1457107" y="461292"/>
                  </a:lnTo>
                  <a:lnTo>
                    <a:pt x="1428536" y="448285"/>
                  </a:lnTo>
                  <a:lnTo>
                    <a:pt x="1399966" y="435587"/>
                  </a:lnTo>
                  <a:lnTo>
                    <a:pt x="1371395" y="423152"/>
                  </a:lnTo>
                  <a:lnTo>
                    <a:pt x="1342824" y="411099"/>
                  </a:lnTo>
                  <a:lnTo>
                    <a:pt x="1314253" y="399495"/>
                  </a:lnTo>
                  <a:lnTo>
                    <a:pt x="1285683" y="388288"/>
                  </a:lnTo>
                  <a:lnTo>
                    <a:pt x="1257112" y="377386"/>
                  </a:lnTo>
                  <a:lnTo>
                    <a:pt x="1228541" y="366881"/>
                  </a:lnTo>
                  <a:lnTo>
                    <a:pt x="1199971" y="356923"/>
                  </a:lnTo>
                  <a:lnTo>
                    <a:pt x="1171400" y="347559"/>
                  </a:lnTo>
                  <a:lnTo>
                    <a:pt x="1142829" y="338732"/>
                  </a:lnTo>
                  <a:lnTo>
                    <a:pt x="1114258" y="330400"/>
                  </a:lnTo>
                  <a:lnTo>
                    <a:pt x="1085688" y="322701"/>
                  </a:lnTo>
                  <a:lnTo>
                    <a:pt x="1057117" y="315790"/>
                  </a:lnTo>
                  <a:lnTo>
                    <a:pt x="1028546" y="309730"/>
                  </a:lnTo>
                  <a:lnTo>
                    <a:pt x="999975" y="304475"/>
                  </a:lnTo>
                  <a:lnTo>
                    <a:pt x="971405" y="299937"/>
                  </a:lnTo>
                  <a:lnTo>
                    <a:pt x="942834" y="296115"/>
                  </a:lnTo>
                  <a:lnTo>
                    <a:pt x="914263" y="293085"/>
                  </a:lnTo>
                  <a:lnTo>
                    <a:pt x="885692" y="290921"/>
                  </a:lnTo>
                  <a:lnTo>
                    <a:pt x="857122" y="289647"/>
                  </a:lnTo>
                  <a:lnTo>
                    <a:pt x="828551" y="289213"/>
                  </a:lnTo>
                  <a:lnTo>
                    <a:pt x="799980" y="289500"/>
                  </a:lnTo>
                  <a:lnTo>
                    <a:pt x="771409" y="290352"/>
                  </a:lnTo>
                  <a:lnTo>
                    <a:pt x="742839" y="291683"/>
                  </a:lnTo>
                  <a:lnTo>
                    <a:pt x="714268" y="293462"/>
                  </a:lnTo>
                  <a:lnTo>
                    <a:pt x="685697" y="295687"/>
                  </a:lnTo>
                  <a:lnTo>
                    <a:pt x="657126" y="298376"/>
                  </a:lnTo>
                  <a:lnTo>
                    <a:pt x="628556" y="301562"/>
                  </a:lnTo>
                  <a:lnTo>
                    <a:pt x="599985" y="305284"/>
                  </a:lnTo>
                  <a:lnTo>
                    <a:pt x="571414" y="309584"/>
                  </a:lnTo>
                  <a:lnTo>
                    <a:pt x="542844" y="314502"/>
                  </a:lnTo>
                  <a:lnTo>
                    <a:pt x="514273" y="320075"/>
                  </a:lnTo>
                  <a:lnTo>
                    <a:pt x="485702" y="326329"/>
                  </a:lnTo>
                  <a:lnTo>
                    <a:pt x="457131" y="333283"/>
                  </a:lnTo>
                  <a:lnTo>
                    <a:pt x="428561" y="340945"/>
                  </a:lnTo>
                  <a:lnTo>
                    <a:pt x="399990" y="349312"/>
                  </a:lnTo>
                  <a:lnTo>
                    <a:pt x="371419" y="358373"/>
                  </a:lnTo>
                  <a:lnTo>
                    <a:pt x="342848" y="368108"/>
                  </a:lnTo>
                  <a:lnTo>
                    <a:pt x="314278" y="378489"/>
                  </a:lnTo>
                  <a:lnTo>
                    <a:pt x="285707" y="389483"/>
                  </a:lnTo>
                  <a:lnTo>
                    <a:pt x="257136" y="401052"/>
                  </a:lnTo>
                  <a:lnTo>
                    <a:pt x="228565" y="413155"/>
                  </a:lnTo>
                  <a:lnTo>
                    <a:pt x="199995" y="425748"/>
                  </a:lnTo>
                  <a:lnTo>
                    <a:pt x="171424" y="438783"/>
                  </a:lnTo>
                  <a:lnTo>
                    <a:pt x="142853" y="452216"/>
                  </a:lnTo>
                  <a:lnTo>
                    <a:pt x="114282" y="465996"/>
                  </a:lnTo>
                  <a:lnTo>
                    <a:pt x="85712" y="480077"/>
                  </a:lnTo>
                  <a:lnTo>
                    <a:pt x="57141" y="494409"/>
                  </a:lnTo>
                  <a:lnTo>
                    <a:pt x="28570" y="508945"/>
                  </a:lnTo>
                  <a:lnTo>
                    <a:pt x="0" y="52363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580268" y="6576127"/>
              <a:ext cx="2257088" cy="640763"/>
            </a:xfrm>
            <a:custGeom>
              <a:avLst/>
              <a:pathLst>
                <a:path w="2257088" h="640763">
                  <a:moveTo>
                    <a:pt x="0" y="0"/>
                  </a:moveTo>
                  <a:lnTo>
                    <a:pt x="28570" y="8180"/>
                  </a:lnTo>
                  <a:lnTo>
                    <a:pt x="57141" y="16231"/>
                  </a:lnTo>
                  <a:lnTo>
                    <a:pt x="85712" y="24133"/>
                  </a:lnTo>
                  <a:lnTo>
                    <a:pt x="114282" y="31863"/>
                  </a:lnTo>
                  <a:lnTo>
                    <a:pt x="142853" y="39401"/>
                  </a:lnTo>
                  <a:lnTo>
                    <a:pt x="171424" y="46724"/>
                  </a:lnTo>
                  <a:lnTo>
                    <a:pt x="199995" y="53811"/>
                  </a:lnTo>
                  <a:lnTo>
                    <a:pt x="228565" y="60642"/>
                  </a:lnTo>
                  <a:lnTo>
                    <a:pt x="257136" y="67199"/>
                  </a:lnTo>
                  <a:lnTo>
                    <a:pt x="285707" y="73463"/>
                  </a:lnTo>
                  <a:lnTo>
                    <a:pt x="314278" y="79420"/>
                  </a:lnTo>
                  <a:lnTo>
                    <a:pt x="342848" y="85058"/>
                  </a:lnTo>
                  <a:lnTo>
                    <a:pt x="371419" y="90372"/>
                  </a:lnTo>
                  <a:lnTo>
                    <a:pt x="399990" y="95360"/>
                  </a:lnTo>
                  <a:lnTo>
                    <a:pt x="428561" y="100030"/>
                  </a:lnTo>
                  <a:lnTo>
                    <a:pt x="457131" y="104396"/>
                  </a:lnTo>
                  <a:lnTo>
                    <a:pt x="485702" y="108483"/>
                  </a:lnTo>
                  <a:lnTo>
                    <a:pt x="514273" y="112325"/>
                  </a:lnTo>
                  <a:lnTo>
                    <a:pt x="542844" y="115969"/>
                  </a:lnTo>
                  <a:lnTo>
                    <a:pt x="571414" y="119467"/>
                  </a:lnTo>
                  <a:lnTo>
                    <a:pt x="599985" y="122883"/>
                  </a:lnTo>
                  <a:lnTo>
                    <a:pt x="628556" y="126283"/>
                  </a:lnTo>
                  <a:lnTo>
                    <a:pt x="657126" y="129737"/>
                  </a:lnTo>
                  <a:lnTo>
                    <a:pt x="685697" y="133311"/>
                  </a:lnTo>
                  <a:lnTo>
                    <a:pt x="714268" y="137063"/>
                  </a:lnTo>
                  <a:lnTo>
                    <a:pt x="742839" y="141039"/>
                  </a:lnTo>
                  <a:lnTo>
                    <a:pt x="771409" y="145264"/>
                  </a:lnTo>
                  <a:lnTo>
                    <a:pt x="799980" y="149734"/>
                  </a:lnTo>
                  <a:lnTo>
                    <a:pt x="828551" y="154404"/>
                  </a:lnTo>
                  <a:lnTo>
                    <a:pt x="857122" y="159216"/>
                  </a:lnTo>
                  <a:lnTo>
                    <a:pt x="885692" y="164158"/>
                  </a:lnTo>
                  <a:lnTo>
                    <a:pt x="914263" y="169290"/>
                  </a:lnTo>
                  <a:lnTo>
                    <a:pt x="942834" y="174744"/>
                  </a:lnTo>
                  <a:lnTo>
                    <a:pt x="971405" y="180700"/>
                  </a:lnTo>
                  <a:lnTo>
                    <a:pt x="999975" y="187344"/>
                  </a:lnTo>
                  <a:lnTo>
                    <a:pt x="1028546" y="194733"/>
                  </a:lnTo>
                  <a:lnTo>
                    <a:pt x="1057117" y="202716"/>
                  </a:lnTo>
                  <a:lnTo>
                    <a:pt x="1085688" y="211165"/>
                  </a:lnTo>
                  <a:lnTo>
                    <a:pt x="1114258" y="220060"/>
                  </a:lnTo>
                  <a:lnTo>
                    <a:pt x="1142829" y="229474"/>
                  </a:lnTo>
                  <a:lnTo>
                    <a:pt x="1171400" y="239463"/>
                  </a:lnTo>
                  <a:lnTo>
                    <a:pt x="1199971" y="249905"/>
                  </a:lnTo>
                  <a:lnTo>
                    <a:pt x="1228541" y="260663"/>
                  </a:lnTo>
                  <a:lnTo>
                    <a:pt x="1257112" y="271705"/>
                  </a:lnTo>
                  <a:lnTo>
                    <a:pt x="1285683" y="283100"/>
                  </a:lnTo>
                  <a:lnTo>
                    <a:pt x="1314253" y="294867"/>
                  </a:lnTo>
                  <a:lnTo>
                    <a:pt x="1342824" y="306864"/>
                  </a:lnTo>
                  <a:lnTo>
                    <a:pt x="1371395" y="318985"/>
                  </a:lnTo>
                  <a:lnTo>
                    <a:pt x="1399966" y="331247"/>
                  </a:lnTo>
                  <a:lnTo>
                    <a:pt x="1428536" y="343720"/>
                  </a:lnTo>
                  <a:lnTo>
                    <a:pt x="1457107" y="356333"/>
                  </a:lnTo>
                  <a:lnTo>
                    <a:pt x="1485678" y="368985"/>
                  </a:lnTo>
                  <a:lnTo>
                    <a:pt x="1514249" y="381743"/>
                  </a:lnTo>
                  <a:lnTo>
                    <a:pt x="1542819" y="394687"/>
                  </a:lnTo>
                  <a:lnTo>
                    <a:pt x="1571390" y="407711"/>
                  </a:lnTo>
                  <a:lnTo>
                    <a:pt x="1599961" y="420705"/>
                  </a:lnTo>
                  <a:lnTo>
                    <a:pt x="1628532" y="433643"/>
                  </a:lnTo>
                  <a:lnTo>
                    <a:pt x="1657102" y="446597"/>
                  </a:lnTo>
                  <a:lnTo>
                    <a:pt x="1685673" y="459639"/>
                  </a:lnTo>
                  <a:lnTo>
                    <a:pt x="1714244" y="472667"/>
                  </a:lnTo>
                  <a:lnTo>
                    <a:pt x="1742815" y="485511"/>
                  </a:lnTo>
                  <a:lnTo>
                    <a:pt x="1771385" y="498034"/>
                  </a:lnTo>
                  <a:lnTo>
                    <a:pt x="1799956" y="510174"/>
                  </a:lnTo>
                  <a:lnTo>
                    <a:pt x="1828527" y="521944"/>
                  </a:lnTo>
                  <a:lnTo>
                    <a:pt x="1857097" y="533405"/>
                  </a:lnTo>
                  <a:lnTo>
                    <a:pt x="1885668" y="544574"/>
                  </a:lnTo>
                  <a:lnTo>
                    <a:pt x="1914239" y="555400"/>
                  </a:lnTo>
                  <a:lnTo>
                    <a:pt x="1942810" y="565806"/>
                  </a:lnTo>
                  <a:lnTo>
                    <a:pt x="1971380" y="575704"/>
                  </a:lnTo>
                  <a:lnTo>
                    <a:pt x="1999951" y="585017"/>
                  </a:lnTo>
                  <a:lnTo>
                    <a:pt x="2028522" y="593685"/>
                  </a:lnTo>
                  <a:lnTo>
                    <a:pt x="2057093" y="601675"/>
                  </a:lnTo>
                  <a:lnTo>
                    <a:pt x="2085663" y="608980"/>
                  </a:lnTo>
                  <a:lnTo>
                    <a:pt x="2114234" y="615620"/>
                  </a:lnTo>
                  <a:lnTo>
                    <a:pt x="2142805" y="621635"/>
                  </a:lnTo>
                  <a:lnTo>
                    <a:pt x="2171376" y="627083"/>
                  </a:lnTo>
                  <a:lnTo>
                    <a:pt x="2199946" y="632034"/>
                  </a:lnTo>
                  <a:lnTo>
                    <a:pt x="2228517" y="636566"/>
                  </a:lnTo>
                  <a:lnTo>
                    <a:pt x="2257088" y="6407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580268" y="6865341"/>
              <a:ext cx="2257088" cy="684731"/>
            </a:xfrm>
            <a:custGeom>
              <a:avLst/>
              <a:pathLst>
                <a:path w="2257088" h="684731">
                  <a:moveTo>
                    <a:pt x="2257088" y="684731"/>
                  </a:moveTo>
                  <a:lnTo>
                    <a:pt x="2228517" y="660271"/>
                  </a:lnTo>
                  <a:lnTo>
                    <a:pt x="2199946" y="636142"/>
                  </a:lnTo>
                  <a:lnTo>
                    <a:pt x="2171376" y="612422"/>
                  </a:lnTo>
                  <a:lnTo>
                    <a:pt x="2142805" y="589187"/>
                  </a:lnTo>
                  <a:lnTo>
                    <a:pt x="2114234" y="566501"/>
                  </a:lnTo>
                  <a:lnTo>
                    <a:pt x="2085663" y="544419"/>
                  </a:lnTo>
                  <a:lnTo>
                    <a:pt x="2057093" y="522975"/>
                  </a:lnTo>
                  <a:lnTo>
                    <a:pt x="2028522" y="502185"/>
                  </a:lnTo>
                  <a:lnTo>
                    <a:pt x="1999951" y="482038"/>
                  </a:lnTo>
                  <a:lnTo>
                    <a:pt x="1971380" y="462496"/>
                  </a:lnTo>
                  <a:lnTo>
                    <a:pt x="1942810" y="443496"/>
                  </a:lnTo>
                  <a:lnTo>
                    <a:pt x="1914239" y="424955"/>
                  </a:lnTo>
                  <a:lnTo>
                    <a:pt x="1885668" y="406782"/>
                  </a:lnTo>
                  <a:lnTo>
                    <a:pt x="1857097" y="388894"/>
                  </a:lnTo>
                  <a:lnTo>
                    <a:pt x="1828527" y="371237"/>
                  </a:lnTo>
                  <a:lnTo>
                    <a:pt x="1799956" y="353847"/>
                  </a:lnTo>
                  <a:lnTo>
                    <a:pt x="1771385" y="336834"/>
                  </a:lnTo>
                  <a:lnTo>
                    <a:pt x="1742815" y="320262"/>
                  </a:lnTo>
                  <a:lnTo>
                    <a:pt x="1714244" y="304122"/>
                  </a:lnTo>
                  <a:lnTo>
                    <a:pt x="1685673" y="288330"/>
                  </a:lnTo>
                  <a:lnTo>
                    <a:pt x="1657102" y="272767"/>
                  </a:lnTo>
                  <a:lnTo>
                    <a:pt x="1628532" y="257379"/>
                  </a:lnTo>
                  <a:lnTo>
                    <a:pt x="1599961" y="242277"/>
                  </a:lnTo>
                  <a:lnTo>
                    <a:pt x="1571390" y="227562"/>
                  </a:lnTo>
                  <a:lnTo>
                    <a:pt x="1542819" y="213244"/>
                  </a:lnTo>
                  <a:lnTo>
                    <a:pt x="1514249" y="199245"/>
                  </a:lnTo>
                  <a:lnTo>
                    <a:pt x="1485678" y="185493"/>
                  </a:lnTo>
                  <a:lnTo>
                    <a:pt x="1457107" y="172078"/>
                  </a:lnTo>
                  <a:lnTo>
                    <a:pt x="1428536" y="159071"/>
                  </a:lnTo>
                  <a:lnTo>
                    <a:pt x="1399966" y="146373"/>
                  </a:lnTo>
                  <a:lnTo>
                    <a:pt x="1371395" y="133938"/>
                  </a:lnTo>
                  <a:lnTo>
                    <a:pt x="1342824" y="121886"/>
                  </a:lnTo>
                  <a:lnTo>
                    <a:pt x="1314253" y="110282"/>
                  </a:lnTo>
                  <a:lnTo>
                    <a:pt x="1285683" y="99074"/>
                  </a:lnTo>
                  <a:lnTo>
                    <a:pt x="1257112" y="88172"/>
                  </a:lnTo>
                  <a:lnTo>
                    <a:pt x="1228541" y="77668"/>
                  </a:lnTo>
                  <a:lnTo>
                    <a:pt x="1199971" y="67709"/>
                  </a:lnTo>
                  <a:lnTo>
                    <a:pt x="1171400" y="58345"/>
                  </a:lnTo>
                  <a:lnTo>
                    <a:pt x="1142829" y="49519"/>
                  </a:lnTo>
                  <a:lnTo>
                    <a:pt x="1114258" y="41187"/>
                  </a:lnTo>
                  <a:lnTo>
                    <a:pt x="1085688" y="33488"/>
                  </a:lnTo>
                  <a:lnTo>
                    <a:pt x="1057117" y="26577"/>
                  </a:lnTo>
                  <a:lnTo>
                    <a:pt x="1028546" y="20516"/>
                  </a:lnTo>
                  <a:lnTo>
                    <a:pt x="999975" y="15262"/>
                  </a:lnTo>
                  <a:lnTo>
                    <a:pt x="971405" y="10723"/>
                  </a:lnTo>
                  <a:lnTo>
                    <a:pt x="942834" y="6901"/>
                  </a:lnTo>
                  <a:lnTo>
                    <a:pt x="914263" y="3872"/>
                  </a:lnTo>
                  <a:lnTo>
                    <a:pt x="885692" y="1708"/>
                  </a:lnTo>
                  <a:lnTo>
                    <a:pt x="857122" y="433"/>
                  </a:lnTo>
                  <a:lnTo>
                    <a:pt x="828551" y="0"/>
                  </a:lnTo>
                  <a:lnTo>
                    <a:pt x="799980" y="286"/>
                  </a:lnTo>
                  <a:lnTo>
                    <a:pt x="771409" y="1138"/>
                  </a:lnTo>
                  <a:lnTo>
                    <a:pt x="742839" y="2469"/>
                  </a:lnTo>
                  <a:lnTo>
                    <a:pt x="714268" y="4248"/>
                  </a:lnTo>
                  <a:lnTo>
                    <a:pt x="685697" y="6474"/>
                  </a:lnTo>
                  <a:lnTo>
                    <a:pt x="657126" y="9163"/>
                  </a:lnTo>
                  <a:lnTo>
                    <a:pt x="628556" y="12349"/>
                  </a:lnTo>
                  <a:lnTo>
                    <a:pt x="599985" y="16070"/>
                  </a:lnTo>
                  <a:lnTo>
                    <a:pt x="571414" y="20370"/>
                  </a:lnTo>
                  <a:lnTo>
                    <a:pt x="542844" y="25289"/>
                  </a:lnTo>
                  <a:lnTo>
                    <a:pt x="514273" y="30861"/>
                  </a:lnTo>
                  <a:lnTo>
                    <a:pt x="485702" y="37116"/>
                  </a:lnTo>
                  <a:lnTo>
                    <a:pt x="457131" y="44069"/>
                  </a:lnTo>
                  <a:lnTo>
                    <a:pt x="428561" y="51731"/>
                  </a:lnTo>
                  <a:lnTo>
                    <a:pt x="399990" y="60098"/>
                  </a:lnTo>
                  <a:lnTo>
                    <a:pt x="371419" y="69159"/>
                  </a:lnTo>
                  <a:lnTo>
                    <a:pt x="342848" y="78894"/>
                  </a:lnTo>
                  <a:lnTo>
                    <a:pt x="314278" y="89275"/>
                  </a:lnTo>
                  <a:lnTo>
                    <a:pt x="285707" y="100270"/>
                  </a:lnTo>
                  <a:lnTo>
                    <a:pt x="257136" y="111839"/>
                  </a:lnTo>
                  <a:lnTo>
                    <a:pt x="228565" y="123942"/>
                  </a:lnTo>
                  <a:lnTo>
                    <a:pt x="199995" y="136534"/>
                  </a:lnTo>
                  <a:lnTo>
                    <a:pt x="171424" y="149570"/>
                  </a:lnTo>
                  <a:lnTo>
                    <a:pt x="142853" y="163002"/>
                  </a:lnTo>
                  <a:lnTo>
                    <a:pt x="114282" y="176783"/>
                  </a:lnTo>
                  <a:lnTo>
                    <a:pt x="85712" y="190863"/>
                  </a:lnTo>
                  <a:lnTo>
                    <a:pt x="57141" y="205196"/>
                  </a:lnTo>
                  <a:lnTo>
                    <a:pt x="28570" y="219732"/>
                  </a:lnTo>
                  <a:lnTo>
                    <a:pt x="0" y="2344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580268" y="6790050"/>
              <a:ext cx="2257088" cy="593430"/>
            </a:xfrm>
            <a:custGeom>
              <a:avLst/>
              <a:pathLst>
                <a:path w="2257088" h="593430">
                  <a:moveTo>
                    <a:pt x="0" y="47895"/>
                  </a:moveTo>
                  <a:lnTo>
                    <a:pt x="28570" y="44639"/>
                  </a:lnTo>
                  <a:lnTo>
                    <a:pt x="57141" y="41397"/>
                  </a:lnTo>
                  <a:lnTo>
                    <a:pt x="85712" y="38182"/>
                  </a:lnTo>
                  <a:lnTo>
                    <a:pt x="114282" y="35007"/>
                  </a:lnTo>
                  <a:lnTo>
                    <a:pt x="142853" y="31885"/>
                  </a:lnTo>
                  <a:lnTo>
                    <a:pt x="171424" y="28830"/>
                  </a:lnTo>
                  <a:lnTo>
                    <a:pt x="199995" y="25856"/>
                  </a:lnTo>
                  <a:lnTo>
                    <a:pt x="228565" y="22976"/>
                  </a:lnTo>
                  <a:lnTo>
                    <a:pt x="257136" y="20203"/>
                  </a:lnTo>
                  <a:lnTo>
                    <a:pt x="285707" y="17550"/>
                  </a:lnTo>
                  <a:lnTo>
                    <a:pt x="314278" y="15031"/>
                  </a:lnTo>
                  <a:lnTo>
                    <a:pt x="342848" y="12660"/>
                  </a:lnTo>
                  <a:lnTo>
                    <a:pt x="371419" y="10449"/>
                  </a:lnTo>
                  <a:lnTo>
                    <a:pt x="399990" y="8413"/>
                  </a:lnTo>
                  <a:lnTo>
                    <a:pt x="428561" y="6564"/>
                  </a:lnTo>
                  <a:lnTo>
                    <a:pt x="457131" y="4916"/>
                  </a:lnTo>
                  <a:lnTo>
                    <a:pt x="485702" y="3483"/>
                  </a:lnTo>
                  <a:lnTo>
                    <a:pt x="514273" y="2277"/>
                  </a:lnTo>
                  <a:lnTo>
                    <a:pt x="542844" y="1312"/>
                  </a:lnTo>
                  <a:lnTo>
                    <a:pt x="571414" y="602"/>
                  </a:lnTo>
                  <a:lnTo>
                    <a:pt x="599985" y="160"/>
                  </a:lnTo>
                  <a:lnTo>
                    <a:pt x="628556" y="0"/>
                  </a:lnTo>
                  <a:lnTo>
                    <a:pt x="657126" y="134"/>
                  </a:lnTo>
                  <a:lnTo>
                    <a:pt x="685697" y="576"/>
                  </a:lnTo>
                  <a:lnTo>
                    <a:pt x="714268" y="1339"/>
                  </a:lnTo>
                  <a:lnTo>
                    <a:pt x="742839" y="2438"/>
                  </a:lnTo>
                  <a:lnTo>
                    <a:pt x="771409" y="3885"/>
                  </a:lnTo>
                  <a:lnTo>
                    <a:pt x="799980" y="5694"/>
                  </a:lnTo>
                  <a:lnTo>
                    <a:pt x="828551" y="7885"/>
                  </a:lnTo>
                  <a:lnTo>
                    <a:pt x="857122" y="10508"/>
                  </a:lnTo>
                  <a:lnTo>
                    <a:pt x="885692" y="13617"/>
                  </a:lnTo>
                  <a:lnTo>
                    <a:pt x="914263" y="17265"/>
                  </a:lnTo>
                  <a:lnTo>
                    <a:pt x="942834" y="21506"/>
                  </a:lnTo>
                  <a:lnTo>
                    <a:pt x="971405" y="26395"/>
                  </a:lnTo>
                  <a:lnTo>
                    <a:pt x="999975" y="31986"/>
                  </a:lnTo>
                  <a:lnTo>
                    <a:pt x="1028546" y="38308"/>
                  </a:lnTo>
                  <a:lnTo>
                    <a:pt x="1057117" y="45330"/>
                  </a:lnTo>
                  <a:lnTo>
                    <a:pt x="1085688" y="53010"/>
                  </a:lnTo>
                  <a:lnTo>
                    <a:pt x="1114258" y="61307"/>
                  </a:lnTo>
                  <a:lnTo>
                    <a:pt x="1142829" y="70180"/>
                  </a:lnTo>
                  <a:lnTo>
                    <a:pt x="1171400" y="79588"/>
                  </a:lnTo>
                  <a:lnTo>
                    <a:pt x="1199971" y="89491"/>
                  </a:lnTo>
                  <a:lnTo>
                    <a:pt x="1228541" y="99849"/>
                  </a:lnTo>
                  <a:lnTo>
                    <a:pt x="1257112" y="110622"/>
                  </a:lnTo>
                  <a:lnTo>
                    <a:pt x="1285683" y="121771"/>
                  </a:lnTo>
                  <a:lnTo>
                    <a:pt x="1314253" y="133258"/>
                  </a:lnTo>
                  <a:lnTo>
                    <a:pt x="1342824" y="145058"/>
                  </a:lnTo>
                  <a:lnTo>
                    <a:pt x="1371395" y="157145"/>
                  </a:lnTo>
                  <a:lnTo>
                    <a:pt x="1399966" y="169494"/>
                  </a:lnTo>
                  <a:lnTo>
                    <a:pt x="1428536" y="182079"/>
                  </a:lnTo>
                  <a:lnTo>
                    <a:pt x="1457107" y="194889"/>
                  </a:lnTo>
                  <a:lnTo>
                    <a:pt x="1485678" y="207922"/>
                  </a:lnTo>
                  <a:lnTo>
                    <a:pt x="1514249" y="221178"/>
                  </a:lnTo>
                  <a:lnTo>
                    <a:pt x="1542819" y="234649"/>
                  </a:lnTo>
                  <a:lnTo>
                    <a:pt x="1571390" y="248320"/>
                  </a:lnTo>
                  <a:lnTo>
                    <a:pt x="1599961" y="262174"/>
                  </a:lnTo>
                  <a:lnTo>
                    <a:pt x="1628532" y="276195"/>
                  </a:lnTo>
                  <a:lnTo>
                    <a:pt x="1657102" y="290365"/>
                  </a:lnTo>
                  <a:lnTo>
                    <a:pt x="1685673" y="304668"/>
                  </a:lnTo>
                  <a:lnTo>
                    <a:pt x="1714244" y="319078"/>
                  </a:lnTo>
                  <a:lnTo>
                    <a:pt x="1742815" y="333570"/>
                  </a:lnTo>
                  <a:lnTo>
                    <a:pt x="1771385" y="348117"/>
                  </a:lnTo>
                  <a:lnTo>
                    <a:pt x="1799956" y="362694"/>
                  </a:lnTo>
                  <a:lnTo>
                    <a:pt x="1828527" y="377274"/>
                  </a:lnTo>
                  <a:lnTo>
                    <a:pt x="1857097" y="391833"/>
                  </a:lnTo>
                  <a:lnTo>
                    <a:pt x="1885668" y="406361"/>
                  </a:lnTo>
                  <a:lnTo>
                    <a:pt x="1914239" y="420861"/>
                  </a:lnTo>
                  <a:lnTo>
                    <a:pt x="1942810" y="435335"/>
                  </a:lnTo>
                  <a:lnTo>
                    <a:pt x="1971380" y="449784"/>
                  </a:lnTo>
                  <a:lnTo>
                    <a:pt x="1999951" y="464211"/>
                  </a:lnTo>
                  <a:lnTo>
                    <a:pt x="2028522" y="478619"/>
                  </a:lnTo>
                  <a:lnTo>
                    <a:pt x="2057093" y="493009"/>
                  </a:lnTo>
                  <a:lnTo>
                    <a:pt x="2085663" y="507383"/>
                  </a:lnTo>
                  <a:lnTo>
                    <a:pt x="2114234" y="521744"/>
                  </a:lnTo>
                  <a:lnTo>
                    <a:pt x="2142805" y="536095"/>
                  </a:lnTo>
                  <a:lnTo>
                    <a:pt x="2171376" y="550436"/>
                  </a:lnTo>
                  <a:lnTo>
                    <a:pt x="2199946" y="564771"/>
                  </a:lnTo>
                  <a:lnTo>
                    <a:pt x="2228517" y="579102"/>
                  </a:lnTo>
                  <a:lnTo>
                    <a:pt x="2257088" y="59343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rc1377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tx1378"/>
            <p:cNvSpPr/>
            <p:nvPr/>
          </p:nvSpPr>
          <p:spPr>
            <a:xfrm>
              <a:off x="3212205" y="8148612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379" name="tx1379"/>
            <p:cNvSpPr/>
            <p:nvPr/>
          </p:nvSpPr>
          <p:spPr>
            <a:xfrm>
              <a:off x="3212205" y="7558017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380" name="tx1380"/>
            <p:cNvSpPr/>
            <p:nvPr/>
          </p:nvSpPr>
          <p:spPr>
            <a:xfrm>
              <a:off x="3249421" y="696742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381" name="tx1381"/>
            <p:cNvSpPr/>
            <p:nvPr/>
          </p:nvSpPr>
          <p:spPr>
            <a:xfrm>
              <a:off x="3249421" y="6376827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382" name="tx1382"/>
            <p:cNvSpPr/>
            <p:nvPr/>
          </p:nvSpPr>
          <p:spPr>
            <a:xfrm>
              <a:off x="3249421" y="578623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383" name="pl1383"/>
            <p:cNvSpPr/>
            <p:nvPr/>
          </p:nvSpPr>
          <p:spPr>
            <a:xfrm>
              <a:off x="3432619" y="81903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432619" y="7599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432619" y="70091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432619" y="64185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432619" y="5827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77312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424263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471215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518166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565117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tx1393"/>
            <p:cNvSpPr/>
            <p:nvPr/>
          </p:nvSpPr>
          <p:spPr>
            <a:xfrm>
              <a:off x="3723440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394" name="tx1394"/>
            <p:cNvSpPr/>
            <p:nvPr/>
          </p:nvSpPr>
          <p:spPr>
            <a:xfrm>
              <a:off x="4192953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95" name="tx1395"/>
            <p:cNvSpPr/>
            <p:nvPr/>
          </p:nvSpPr>
          <p:spPr>
            <a:xfrm>
              <a:off x="4681074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96" name="tx1396"/>
            <p:cNvSpPr/>
            <p:nvPr/>
          </p:nvSpPr>
          <p:spPr>
            <a:xfrm>
              <a:off x="5150587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97" name="tx1397"/>
            <p:cNvSpPr/>
            <p:nvPr/>
          </p:nvSpPr>
          <p:spPr>
            <a:xfrm>
              <a:off x="5620099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98" name="tx1398"/>
            <p:cNvSpPr/>
            <p:nvPr/>
          </p:nvSpPr>
          <p:spPr>
            <a:xfrm>
              <a:off x="3637358" y="8777412"/>
              <a:ext cx="214290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CSF Alamar pTau181 (Z)</a:t>
              </a:r>
            </a:p>
          </p:txBody>
        </p:sp>
        <p:sp>
          <p:nvSpPr>
            <p:cNvPr id="1399" name="tx1399"/>
            <p:cNvSpPr/>
            <p:nvPr/>
          </p:nvSpPr>
          <p:spPr>
            <a:xfrm rot="-5400000">
              <a:off x="1969559" y="6942179"/>
              <a:ext cx="221255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CSF Alamar pTau181 (Z/year)</a:t>
              </a:r>
            </a:p>
          </p:txBody>
        </p:sp>
        <p:sp>
          <p:nvSpPr>
            <p:cNvPr id="1400" name="pl1400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95090"/>
                  </a:lnTo>
                  <a:lnTo>
                    <a:pt x="0" y="2085819"/>
                  </a:lnTo>
                  <a:lnTo>
                    <a:pt x="0" y="2076549"/>
                  </a:lnTo>
                  <a:lnTo>
                    <a:pt x="0" y="2067279"/>
                  </a:lnTo>
                  <a:lnTo>
                    <a:pt x="0" y="2058008"/>
                  </a:lnTo>
                  <a:lnTo>
                    <a:pt x="0" y="2048738"/>
                  </a:lnTo>
                  <a:lnTo>
                    <a:pt x="0" y="2039468"/>
                  </a:lnTo>
                  <a:lnTo>
                    <a:pt x="0" y="2030197"/>
                  </a:lnTo>
                  <a:lnTo>
                    <a:pt x="0" y="2020927"/>
                  </a:lnTo>
                  <a:lnTo>
                    <a:pt x="0" y="2011657"/>
                  </a:lnTo>
                  <a:lnTo>
                    <a:pt x="0" y="2002386"/>
                  </a:lnTo>
                  <a:lnTo>
                    <a:pt x="0" y="1993116"/>
                  </a:lnTo>
                  <a:lnTo>
                    <a:pt x="0" y="1983846"/>
                  </a:lnTo>
                  <a:lnTo>
                    <a:pt x="0" y="1974576"/>
                  </a:lnTo>
                  <a:lnTo>
                    <a:pt x="0" y="1965305"/>
                  </a:lnTo>
                  <a:lnTo>
                    <a:pt x="0" y="1956035"/>
                  </a:lnTo>
                  <a:lnTo>
                    <a:pt x="0" y="1946765"/>
                  </a:lnTo>
                  <a:lnTo>
                    <a:pt x="0" y="1937494"/>
                  </a:lnTo>
                  <a:lnTo>
                    <a:pt x="0" y="1928224"/>
                  </a:lnTo>
                  <a:lnTo>
                    <a:pt x="0" y="1918954"/>
                  </a:lnTo>
                  <a:lnTo>
                    <a:pt x="0" y="1909683"/>
                  </a:lnTo>
                  <a:lnTo>
                    <a:pt x="0" y="1900413"/>
                  </a:lnTo>
                  <a:lnTo>
                    <a:pt x="0" y="1891143"/>
                  </a:lnTo>
                  <a:lnTo>
                    <a:pt x="0" y="1881872"/>
                  </a:lnTo>
                  <a:lnTo>
                    <a:pt x="0" y="1872602"/>
                  </a:lnTo>
                  <a:lnTo>
                    <a:pt x="0" y="1863332"/>
                  </a:lnTo>
                  <a:lnTo>
                    <a:pt x="210436" y="1863332"/>
                  </a:lnTo>
                  <a:lnTo>
                    <a:pt x="210436" y="1854061"/>
                  </a:lnTo>
                  <a:lnTo>
                    <a:pt x="210436" y="1844791"/>
                  </a:lnTo>
                  <a:lnTo>
                    <a:pt x="210436" y="1835521"/>
                  </a:lnTo>
                  <a:lnTo>
                    <a:pt x="210436" y="1826251"/>
                  </a:lnTo>
                  <a:lnTo>
                    <a:pt x="210436" y="1816980"/>
                  </a:lnTo>
                  <a:lnTo>
                    <a:pt x="210436" y="1807710"/>
                  </a:lnTo>
                  <a:lnTo>
                    <a:pt x="210436" y="1798440"/>
                  </a:lnTo>
                  <a:lnTo>
                    <a:pt x="210436" y="1789169"/>
                  </a:lnTo>
                  <a:lnTo>
                    <a:pt x="210436" y="1779899"/>
                  </a:lnTo>
                  <a:lnTo>
                    <a:pt x="210436" y="1770629"/>
                  </a:lnTo>
                  <a:lnTo>
                    <a:pt x="210436" y="1761358"/>
                  </a:lnTo>
                  <a:lnTo>
                    <a:pt x="210436" y="1752088"/>
                  </a:lnTo>
                  <a:lnTo>
                    <a:pt x="210436" y="1742818"/>
                  </a:lnTo>
                  <a:lnTo>
                    <a:pt x="210436" y="1733547"/>
                  </a:lnTo>
                  <a:lnTo>
                    <a:pt x="210436" y="1724277"/>
                  </a:lnTo>
                  <a:lnTo>
                    <a:pt x="210436" y="1715007"/>
                  </a:lnTo>
                  <a:lnTo>
                    <a:pt x="210436" y="1705737"/>
                  </a:lnTo>
                  <a:lnTo>
                    <a:pt x="210436" y="1696466"/>
                  </a:lnTo>
                  <a:lnTo>
                    <a:pt x="210436" y="1687196"/>
                  </a:lnTo>
                  <a:lnTo>
                    <a:pt x="210436" y="1677926"/>
                  </a:lnTo>
                  <a:lnTo>
                    <a:pt x="210436" y="1668655"/>
                  </a:lnTo>
                  <a:lnTo>
                    <a:pt x="210436" y="1659385"/>
                  </a:lnTo>
                  <a:lnTo>
                    <a:pt x="210436" y="1650115"/>
                  </a:lnTo>
                  <a:lnTo>
                    <a:pt x="210436" y="1640844"/>
                  </a:lnTo>
                  <a:lnTo>
                    <a:pt x="210436" y="1631574"/>
                  </a:lnTo>
                  <a:lnTo>
                    <a:pt x="210436" y="1622304"/>
                  </a:lnTo>
                  <a:lnTo>
                    <a:pt x="210436" y="1613033"/>
                  </a:lnTo>
                  <a:lnTo>
                    <a:pt x="210436" y="1603763"/>
                  </a:lnTo>
                  <a:lnTo>
                    <a:pt x="210436" y="1594493"/>
                  </a:lnTo>
                  <a:lnTo>
                    <a:pt x="210436" y="1585222"/>
                  </a:lnTo>
                  <a:lnTo>
                    <a:pt x="210436" y="1575952"/>
                  </a:lnTo>
                  <a:lnTo>
                    <a:pt x="210436" y="1566682"/>
                  </a:lnTo>
                  <a:lnTo>
                    <a:pt x="210436" y="1557412"/>
                  </a:lnTo>
                  <a:lnTo>
                    <a:pt x="210436" y="1548141"/>
                  </a:lnTo>
                  <a:lnTo>
                    <a:pt x="210436" y="1538871"/>
                  </a:lnTo>
                  <a:lnTo>
                    <a:pt x="210436" y="1529601"/>
                  </a:lnTo>
                  <a:lnTo>
                    <a:pt x="210436" y="1520330"/>
                  </a:lnTo>
                  <a:lnTo>
                    <a:pt x="210436" y="1511060"/>
                  </a:lnTo>
                  <a:lnTo>
                    <a:pt x="210436" y="1501790"/>
                  </a:lnTo>
                  <a:lnTo>
                    <a:pt x="210436" y="1492519"/>
                  </a:lnTo>
                  <a:lnTo>
                    <a:pt x="210436" y="1483249"/>
                  </a:lnTo>
                  <a:lnTo>
                    <a:pt x="210436" y="1473979"/>
                  </a:lnTo>
                  <a:lnTo>
                    <a:pt x="210436" y="1464708"/>
                  </a:lnTo>
                  <a:lnTo>
                    <a:pt x="210436" y="1455438"/>
                  </a:lnTo>
                  <a:lnTo>
                    <a:pt x="210436" y="1446168"/>
                  </a:lnTo>
                  <a:lnTo>
                    <a:pt x="210436" y="1436898"/>
                  </a:lnTo>
                  <a:lnTo>
                    <a:pt x="210436" y="1427627"/>
                  </a:lnTo>
                  <a:lnTo>
                    <a:pt x="210436" y="1418357"/>
                  </a:lnTo>
                  <a:lnTo>
                    <a:pt x="210436" y="1409087"/>
                  </a:lnTo>
                  <a:lnTo>
                    <a:pt x="210436" y="1399816"/>
                  </a:lnTo>
                  <a:lnTo>
                    <a:pt x="210436" y="1390546"/>
                  </a:lnTo>
                  <a:lnTo>
                    <a:pt x="210436" y="1381276"/>
                  </a:lnTo>
                  <a:lnTo>
                    <a:pt x="210436" y="1372005"/>
                  </a:lnTo>
                  <a:lnTo>
                    <a:pt x="210436" y="1362735"/>
                  </a:lnTo>
                  <a:lnTo>
                    <a:pt x="210436" y="1353465"/>
                  </a:lnTo>
                  <a:lnTo>
                    <a:pt x="210436" y="1344194"/>
                  </a:lnTo>
                  <a:lnTo>
                    <a:pt x="210436" y="1334924"/>
                  </a:lnTo>
                  <a:lnTo>
                    <a:pt x="210436" y="1325654"/>
                  </a:lnTo>
                  <a:lnTo>
                    <a:pt x="210436" y="1316384"/>
                  </a:lnTo>
                  <a:lnTo>
                    <a:pt x="210436" y="1307113"/>
                  </a:lnTo>
                  <a:lnTo>
                    <a:pt x="210436" y="1297843"/>
                  </a:lnTo>
                  <a:lnTo>
                    <a:pt x="210436" y="1288573"/>
                  </a:lnTo>
                  <a:lnTo>
                    <a:pt x="210436" y="1279302"/>
                  </a:lnTo>
                  <a:lnTo>
                    <a:pt x="210436" y="1270032"/>
                  </a:lnTo>
                  <a:lnTo>
                    <a:pt x="210436" y="1260762"/>
                  </a:lnTo>
                  <a:lnTo>
                    <a:pt x="210436" y="1251491"/>
                  </a:lnTo>
                  <a:lnTo>
                    <a:pt x="210436" y="1242221"/>
                  </a:lnTo>
                  <a:lnTo>
                    <a:pt x="210436" y="1232951"/>
                  </a:lnTo>
                  <a:lnTo>
                    <a:pt x="210436" y="1223680"/>
                  </a:lnTo>
                  <a:lnTo>
                    <a:pt x="210436" y="1214410"/>
                  </a:lnTo>
                  <a:lnTo>
                    <a:pt x="210436" y="1205140"/>
                  </a:lnTo>
                  <a:lnTo>
                    <a:pt x="210436" y="1195869"/>
                  </a:lnTo>
                  <a:lnTo>
                    <a:pt x="210436" y="1186599"/>
                  </a:lnTo>
                  <a:lnTo>
                    <a:pt x="210436" y="1177329"/>
                  </a:lnTo>
                  <a:lnTo>
                    <a:pt x="210436" y="1168059"/>
                  </a:lnTo>
                  <a:lnTo>
                    <a:pt x="210436" y="1158788"/>
                  </a:lnTo>
                  <a:lnTo>
                    <a:pt x="210436" y="1149518"/>
                  </a:lnTo>
                  <a:lnTo>
                    <a:pt x="210436" y="1140248"/>
                  </a:lnTo>
                  <a:lnTo>
                    <a:pt x="210436" y="1130977"/>
                  </a:lnTo>
                  <a:lnTo>
                    <a:pt x="210436" y="1121707"/>
                  </a:lnTo>
                  <a:lnTo>
                    <a:pt x="210436" y="1112437"/>
                  </a:lnTo>
                  <a:lnTo>
                    <a:pt x="210436" y="1103166"/>
                  </a:lnTo>
                  <a:lnTo>
                    <a:pt x="210436" y="1093896"/>
                  </a:lnTo>
                  <a:lnTo>
                    <a:pt x="210436" y="1084626"/>
                  </a:lnTo>
                  <a:lnTo>
                    <a:pt x="210436" y="1075355"/>
                  </a:lnTo>
                  <a:lnTo>
                    <a:pt x="210436" y="1066085"/>
                  </a:lnTo>
                  <a:lnTo>
                    <a:pt x="210436" y="1056815"/>
                  </a:lnTo>
                  <a:lnTo>
                    <a:pt x="210436" y="1047545"/>
                  </a:lnTo>
                  <a:lnTo>
                    <a:pt x="210436" y="1038274"/>
                  </a:lnTo>
                  <a:lnTo>
                    <a:pt x="210436" y="1029004"/>
                  </a:lnTo>
                  <a:lnTo>
                    <a:pt x="210436" y="1019734"/>
                  </a:lnTo>
                  <a:lnTo>
                    <a:pt x="210436" y="1010463"/>
                  </a:lnTo>
                  <a:lnTo>
                    <a:pt x="210436" y="1001193"/>
                  </a:lnTo>
                  <a:lnTo>
                    <a:pt x="210436" y="991923"/>
                  </a:lnTo>
                  <a:lnTo>
                    <a:pt x="210436" y="982652"/>
                  </a:lnTo>
                  <a:lnTo>
                    <a:pt x="210436" y="973382"/>
                  </a:lnTo>
                  <a:lnTo>
                    <a:pt x="210436" y="964112"/>
                  </a:lnTo>
                  <a:lnTo>
                    <a:pt x="210436" y="954841"/>
                  </a:lnTo>
                  <a:lnTo>
                    <a:pt x="210436" y="945571"/>
                  </a:lnTo>
                  <a:lnTo>
                    <a:pt x="210436" y="936301"/>
                  </a:lnTo>
                  <a:lnTo>
                    <a:pt x="210436" y="927030"/>
                  </a:lnTo>
                  <a:lnTo>
                    <a:pt x="210436" y="917760"/>
                  </a:lnTo>
                  <a:lnTo>
                    <a:pt x="210436" y="908490"/>
                  </a:lnTo>
                  <a:lnTo>
                    <a:pt x="210436" y="899220"/>
                  </a:lnTo>
                  <a:lnTo>
                    <a:pt x="210436" y="889949"/>
                  </a:lnTo>
                  <a:lnTo>
                    <a:pt x="210436" y="880679"/>
                  </a:lnTo>
                  <a:lnTo>
                    <a:pt x="420872" y="880679"/>
                  </a:lnTo>
                  <a:lnTo>
                    <a:pt x="420872" y="871409"/>
                  </a:lnTo>
                  <a:lnTo>
                    <a:pt x="420872" y="862138"/>
                  </a:lnTo>
                  <a:lnTo>
                    <a:pt x="420872" y="852868"/>
                  </a:lnTo>
                  <a:lnTo>
                    <a:pt x="420872" y="843598"/>
                  </a:lnTo>
                  <a:lnTo>
                    <a:pt x="420872" y="834327"/>
                  </a:lnTo>
                  <a:lnTo>
                    <a:pt x="420872" y="825057"/>
                  </a:lnTo>
                  <a:lnTo>
                    <a:pt x="420872" y="815787"/>
                  </a:lnTo>
                  <a:lnTo>
                    <a:pt x="420872" y="806516"/>
                  </a:lnTo>
                  <a:lnTo>
                    <a:pt x="420872" y="797246"/>
                  </a:lnTo>
                  <a:lnTo>
                    <a:pt x="420872" y="787976"/>
                  </a:lnTo>
                  <a:lnTo>
                    <a:pt x="420872" y="778706"/>
                  </a:lnTo>
                  <a:lnTo>
                    <a:pt x="420872" y="769435"/>
                  </a:lnTo>
                  <a:lnTo>
                    <a:pt x="420872" y="760165"/>
                  </a:lnTo>
                  <a:lnTo>
                    <a:pt x="420872" y="750895"/>
                  </a:lnTo>
                  <a:lnTo>
                    <a:pt x="420872" y="741624"/>
                  </a:lnTo>
                  <a:lnTo>
                    <a:pt x="420872" y="732354"/>
                  </a:lnTo>
                  <a:lnTo>
                    <a:pt x="420872" y="723084"/>
                  </a:lnTo>
                  <a:lnTo>
                    <a:pt x="631308" y="723084"/>
                  </a:lnTo>
                  <a:lnTo>
                    <a:pt x="631308" y="713813"/>
                  </a:lnTo>
                  <a:lnTo>
                    <a:pt x="631308" y="704543"/>
                  </a:lnTo>
                  <a:lnTo>
                    <a:pt x="631308" y="695273"/>
                  </a:lnTo>
                  <a:lnTo>
                    <a:pt x="841744" y="695273"/>
                  </a:lnTo>
                  <a:lnTo>
                    <a:pt x="841744" y="686002"/>
                  </a:lnTo>
                  <a:lnTo>
                    <a:pt x="841744" y="676732"/>
                  </a:lnTo>
                  <a:lnTo>
                    <a:pt x="1052180" y="676732"/>
                  </a:lnTo>
                  <a:lnTo>
                    <a:pt x="1052180" y="667462"/>
                  </a:lnTo>
                  <a:lnTo>
                    <a:pt x="1052180" y="658192"/>
                  </a:lnTo>
                  <a:lnTo>
                    <a:pt x="1052180" y="648921"/>
                  </a:lnTo>
                  <a:lnTo>
                    <a:pt x="1052180" y="639651"/>
                  </a:lnTo>
                  <a:lnTo>
                    <a:pt x="1052180" y="630381"/>
                  </a:lnTo>
                  <a:lnTo>
                    <a:pt x="1262616" y="630381"/>
                  </a:lnTo>
                  <a:lnTo>
                    <a:pt x="1262616" y="621110"/>
                  </a:lnTo>
                  <a:lnTo>
                    <a:pt x="1262616" y="611840"/>
                  </a:lnTo>
                  <a:lnTo>
                    <a:pt x="1262616" y="602570"/>
                  </a:lnTo>
                  <a:lnTo>
                    <a:pt x="1262616" y="593299"/>
                  </a:lnTo>
                  <a:lnTo>
                    <a:pt x="1262616" y="584029"/>
                  </a:lnTo>
                  <a:lnTo>
                    <a:pt x="1262616" y="574759"/>
                  </a:lnTo>
                  <a:lnTo>
                    <a:pt x="1262616" y="565488"/>
                  </a:lnTo>
                  <a:lnTo>
                    <a:pt x="1262616" y="556218"/>
                  </a:lnTo>
                  <a:lnTo>
                    <a:pt x="1262616" y="546948"/>
                  </a:lnTo>
                  <a:lnTo>
                    <a:pt x="1262616" y="537677"/>
                  </a:lnTo>
                  <a:lnTo>
                    <a:pt x="1262616" y="528407"/>
                  </a:lnTo>
                  <a:lnTo>
                    <a:pt x="1262616" y="519137"/>
                  </a:lnTo>
                  <a:lnTo>
                    <a:pt x="1262616" y="509867"/>
                  </a:lnTo>
                  <a:lnTo>
                    <a:pt x="1262616" y="500596"/>
                  </a:lnTo>
                  <a:lnTo>
                    <a:pt x="1262616" y="491326"/>
                  </a:lnTo>
                  <a:lnTo>
                    <a:pt x="1262616" y="482056"/>
                  </a:lnTo>
                  <a:lnTo>
                    <a:pt x="1262616" y="472785"/>
                  </a:lnTo>
                  <a:lnTo>
                    <a:pt x="1262616" y="463515"/>
                  </a:lnTo>
                  <a:lnTo>
                    <a:pt x="1262616" y="454245"/>
                  </a:lnTo>
                  <a:lnTo>
                    <a:pt x="1262616" y="444974"/>
                  </a:lnTo>
                  <a:lnTo>
                    <a:pt x="1262616" y="435704"/>
                  </a:lnTo>
                  <a:lnTo>
                    <a:pt x="1262616" y="426434"/>
                  </a:lnTo>
                  <a:lnTo>
                    <a:pt x="1262616" y="417163"/>
                  </a:lnTo>
                  <a:lnTo>
                    <a:pt x="1262616" y="407893"/>
                  </a:lnTo>
                  <a:lnTo>
                    <a:pt x="1473052" y="407893"/>
                  </a:lnTo>
                  <a:lnTo>
                    <a:pt x="1473052" y="398623"/>
                  </a:lnTo>
                  <a:lnTo>
                    <a:pt x="1473052" y="389353"/>
                  </a:lnTo>
                  <a:lnTo>
                    <a:pt x="1473052" y="380082"/>
                  </a:lnTo>
                  <a:lnTo>
                    <a:pt x="1473052" y="370812"/>
                  </a:lnTo>
                  <a:lnTo>
                    <a:pt x="1473052" y="361542"/>
                  </a:lnTo>
                  <a:lnTo>
                    <a:pt x="1473052" y="352271"/>
                  </a:lnTo>
                  <a:lnTo>
                    <a:pt x="1683488" y="352271"/>
                  </a:lnTo>
                  <a:lnTo>
                    <a:pt x="1683488" y="343001"/>
                  </a:lnTo>
                  <a:lnTo>
                    <a:pt x="1683488" y="333731"/>
                  </a:lnTo>
                  <a:lnTo>
                    <a:pt x="1683488" y="324460"/>
                  </a:lnTo>
                  <a:lnTo>
                    <a:pt x="1683488" y="315190"/>
                  </a:lnTo>
                  <a:lnTo>
                    <a:pt x="1683488" y="305920"/>
                  </a:lnTo>
                  <a:lnTo>
                    <a:pt x="1683488" y="296649"/>
                  </a:lnTo>
                  <a:lnTo>
                    <a:pt x="1893924" y="296649"/>
                  </a:lnTo>
                  <a:lnTo>
                    <a:pt x="1893924" y="287379"/>
                  </a:lnTo>
                  <a:lnTo>
                    <a:pt x="1893924" y="278109"/>
                  </a:lnTo>
                  <a:lnTo>
                    <a:pt x="1893924" y="268838"/>
                  </a:lnTo>
                  <a:lnTo>
                    <a:pt x="1893924" y="259568"/>
                  </a:lnTo>
                  <a:lnTo>
                    <a:pt x="1893924" y="250298"/>
                  </a:lnTo>
                  <a:lnTo>
                    <a:pt x="1893924" y="241028"/>
                  </a:lnTo>
                  <a:lnTo>
                    <a:pt x="1893924" y="231757"/>
                  </a:lnTo>
                  <a:lnTo>
                    <a:pt x="1893924" y="222487"/>
                  </a:lnTo>
                  <a:lnTo>
                    <a:pt x="1893924" y="213217"/>
                  </a:lnTo>
                  <a:lnTo>
                    <a:pt x="1893924" y="203946"/>
                  </a:lnTo>
                  <a:lnTo>
                    <a:pt x="1893924" y="194676"/>
                  </a:lnTo>
                  <a:lnTo>
                    <a:pt x="1893924" y="185406"/>
                  </a:lnTo>
                  <a:lnTo>
                    <a:pt x="1893924" y="176135"/>
                  </a:lnTo>
                  <a:lnTo>
                    <a:pt x="1893924" y="166865"/>
                  </a:lnTo>
                  <a:lnTo>
                    <a:pt x="1893924" y="157595"/>
                  </a:lnTo>
                  <a:lnTo>
                    <a:pt x="1893924" y="148324"/>
                  </a:lnTo>
                  <a:lnTo>
                    <a:pt x="1893924" y="139054"/>
                  </a:lnTo>
                  <a:lnTo>
                    <a:pt x="1893924" y="129784"/>
                  </a:lnTo>
                  <a:lnTo>
                    <a:pt x="1893924" y="120514"/>
                  </a:lnTo>
                  <a:lnTo>
                    <a:pt x="1893924" y="111243"/>
                  </a:lnTo>
                  <a:lnTo>
                    <a:pt x="1893924" y="101973"/>
                  </a:lnTo>
                  <a:lnTo>
                    <a:pt x="1893924" y="92703"/>
                  </a:lnTo>
                  <a:lnTo>
                    <a:pt x="1893924" y="83432"/>
                  </a:lnTo>
                  <a:lnTo>
                    <a:pt x="1893924" y="74162"/>
                  </a:lnTo>
                  <a:lnTo>
                    <a:pt x="1893924" y="64892"/>
                  </a:lnTo>
                  <a:lnTo>
                    <a:pt x="1893924" y="55621"/>
                  </a:lnTo>
                  <a:lnTo>
                    <a:pt x="2104360" y="55621"/>
                  </a:lnTo>
                  <a:lnTo>
                    <a:pt x="2104360" y="46351"/>
                  </a:lnTo>
                  <a:lnTo>
                    <a:pt x="2104360" y="37081"/>
                  </a:lnTo>
                  <a:lnTo>
                    <a:pt x="2104360" y="27810"/>
                  </a:lnTo>
                  <a:lnTo>
                    <a:pt x="2104360" y="18540"/>
                  </a:lnTo>
                  <a:lnTo>
                    <a:pt x="2104360" y="927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20" name="pg1420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tx1421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0.30 [0.027, 0.334]</a:t>
              </a:r>
            </a:p>
          </p:txBody>
        </p:sp>
        <p:sp>
          <p:nvSpPr>
            <p:cNvPr id="1422" name="tx1422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0.687</a:t>
              </a:r>
            </a:p>
          </p:txBody>
        </p:sp>
        <p:sp>
          <p:nvSpPr>
            <p:cNvPr id="1423" name="tx1423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0.992</a:t>
              </a:r>
            </a:p>
          </p:txBody>
        </p:sp>
        <p:sp>
          <p:nvSpPr>
            <p:cNvPr id="1424" name="tx1424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0.581</a:t>
              </a:r>
            </a:p>
          </p:txBody>
        </p:sp>
        <p:sp>
          <p:nvSpPr>
            <p:cNvPr id="1425" name="tx1425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26" name="tx1426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27" name="tx1427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28" name="tx1428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9" name="tx1429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30" name="tx1430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31" name="tx1431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32" name="tx1432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33" name="tx1433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34" name="tx1434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35" name="tx1435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436" name="tx1436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437" name="rc1437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rc1438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9563413" y="848560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9563413" y="789500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9563413" y="730441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9563413" y="671381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9563413" y="612322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9563413" y="553262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959081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977213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995344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1013475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1031607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1049738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9563413" y="8190304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9563413" y="7599709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9563413" y="7009114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9563413" y="6418519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9563413" y="5827924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968147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986278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1004410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1022541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1040673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10225576" y="7157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10115751" y="7753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10032951" y="68028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10343753" y="69915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10057428" y="6751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10309496" y="6793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10080929" y="69959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10328696" y="70843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10154697" y="6857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9991726" y="68298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10396774" y="79326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9980676" y="6764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10126523" y="72476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9915932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10084757" y="69169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10144571" y="7011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9927079" y="6810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10039959" y="7456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10114927" y="71515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10247042" y="6513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10003139" y="67866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10453803" y="7259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9898392" y="6898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9952221" y="6759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10073119" y="6679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10385369" y="71576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9984177" y="7142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10286525" y="69062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10215605" y="69200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10335895" y="7161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10298302" y="70661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10028499" y="64350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10057668" y="6775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10245606" y="718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9871668" y="69525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10053720" y="7080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9888914" y="68375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9982351" y="6903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10019965" y="65671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10228586" y="7246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10079894" y="67697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10383166" y="69883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10249306" y="72590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10141134" y="66218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9850538" y="6663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9917561" y="68766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10365726" y="82930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9974023" y="6929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10021100" y="6899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10209983" y="69714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10139086" y="6872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9950808" y="66797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10122128" y="74868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9602391" y="72547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9957270" y="68192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10106453" y="74314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10031158" y="6940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10304971" y="70213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9786466" y="7025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9967114" y="6803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10048737" y="67378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9969130" y="6752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10085630" y="69100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10169779" y="65802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10136023" y="6973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10238305" y="75938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9947363" y="68507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10065395" y="6852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10024255" y="67803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10172712" y="6842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9958060" y="67239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10391448" y="7492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10026616" y="73697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10030365" y="6736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10117634" y="71327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9989962" y="6660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10084099" y="6533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10031280" y="638069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10187718" y="72723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9955323" y="61118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10234044" y="7435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10188361" y="69935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9941477" y="68014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9822498" y="6681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10129928" y="6955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10179828" y="70293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10241476" y="6888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9996803" y="68918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10398753" y="79411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10232248" y="70887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9949612" y="70735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10150468" y="69811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10087838" y="7061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10058213" y="7364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10140046" y="67428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10181465" y="6715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10143787" y="6779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9965985" y="67826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9805053" y="66951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10023504" y="682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9989054" y="67300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9862411" y="6850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10247163" y="6696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10144708" y="7028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10068663" y="6962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9943437" y="67756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10001765" y="639425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9871393" y="68052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9893809" y="6896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9686791" y="7064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10122178" y="66665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10129083" y="6837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10226460" y="7663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9962202" y="65802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10293988" y="63615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10214420" y="6926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9800042" y="6813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10179371" y="6903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10260826" y="68926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10310827" y="7092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10127452" y="69243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9985781" y="699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10164392" y="6637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10220700" y="71111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9904267" y="67044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10316037" y="66932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10088398" y="6828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9762559" y="6659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9897551" y="69939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10244140" y="7302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9824487" y="7050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10077341" y="6782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10294526" y="70578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9966113" y="685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10104407" y="6933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10023713" y="63300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9971040" y="65551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9953276" y="69718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9582169" y="6543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10222508" y="6823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10412104" y="70169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10151567" y="699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10144441" y="68152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9979080" y="6904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10043673" y="6774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10138541" y="68307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9795408" y="6770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9780138" y="63976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10165983" y="81117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10029154" y="6787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10054438" y="70975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9901556" y="67770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10219456" y="7183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10253630" y="6920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9880342" y="68231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10299199" y="71198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10186394" y="72384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10138818" y="7080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9758137" y="69727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0163179" y="69445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10152434" y="6836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10225902" y="7076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0110287" y="6782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9924461" y="6768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10198307" y="6855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10130475" y="6900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10093552" y="6964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9862381" y="68376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10263894" y="70791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10310850" y="6836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9922553" y="6755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0146542" y="7077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10188566" y="7600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10199695" y="70219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9934805" y="68613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10113041" y="6981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9889607" y="67517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10120313" y="6568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10205005" y="70009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10159983" y="6530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9975610" y="66076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9942769" y="62719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10068901" y="58355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10113029" y="6916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9816522" y="6920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10151647" y="71288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10447587" y="65835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10187421" y="69552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9865635" y="65810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0177404" y="6949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10084655" y="6799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10115336" y="7178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10326399" y="7550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9971008" y="68859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9691379" y="66838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10141367" y="66175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9989127" y="67216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10171279" y="6937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10062480" y="67618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10047341" y="70828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10272232" y="7386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9975249" y="66279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10267912" y="6775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9912435" y="65954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10081367" y="7223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10356490" y="75984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10197386" y="69300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10450327" y="6895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10012921" y="69787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10224473" y="68428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10276609" y="7208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10268057" y="7563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10088393" y="6929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9837159" y="6735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10056926" y="72677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10367763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9984096" y="6986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10145300" y="74903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10411351" y="74150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10255638" y="68431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10042093" y="68393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10064050" y="66933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10298679" y="72883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10129165" y="6527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9977024" y="67611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9860821" y="70066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10254079" y="7467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10088151" y="72022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10170231" y="7017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9825408" y="7011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9814561" y="67444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10137972" y="68949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10149869" y="6582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10222938" y="74302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10270302" y="70324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10064211" y="69085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10180459" y="6952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9563413" y="6538780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g1699"/>
            <p:cNvSpPr/>
            <p:nvPr/>
          </p:nvSpPr>
          <p:spPr>
            <a:xfrm>
              <a:off x="9606995" y="6576127"/>
              <a:ext cx="871633" cy="973944"/>
            </a:xfrm>
            <a:custGeom>
              <a:avLst/>
              <a:pathLst>
                <a:path w="871633" h="973944">
                  <a:moveTo>
                    <a:pt x="0" y="0"/>
                  </a:moveTo>
                  <a:lnTo>
                    <a:pt x="11033" y="8180"/>
                  </a:lnTo>
                  <a:lnTo>
                    <a:pt x="22066" y="16231"/>
                  </a:lnTo>
                  <a:lnTo>
                    <a:pt x="33100" y="24133"/>
                  </a:lnTo>
                  <a:lnTo>
                    <a:pt x="44133" y="31863"/>
                  </a:lnTo>
                  <a:lnTo>
                    <a:pt x="55166" y="39401"/>
                  </a:lnTo>
                  <a:lnTo>
                    <a:pt x="66200" y="46724"/>
                  </a:lnTo>
                  <a:lnTo>
                    <a:pt x="77233" y="53811"/>
                  </a:lnTo>
                  <a:lnTo>
                    <a:pt x="88266" y="60642"/>
                  </a:lnTo>
                  <a:lnTo>
                    <a:pt x="99300" y="67199"/>
                  </a:lnTo>
                  <a:lnTo>
                    <a:pt x="110333" y="73463"/>
                  </a:lnTo>
                  <a:lnTo>
                    <a:pt x="121366" y="79420"/>
                  </a:lnTo>
                  <a:lnTo>
                    <a:pt x="132400" y="85058"/>
                  </a:lnTo>
                  <a:lnTo>
                    <a:pt x="143433" y="90372"/>
                  </a:lnTo>
                  <a:lnTo>
                    <a:pt x="154466" y="95360"/>
                  </a:lnTo>
                  <a:lnTo>
                    <a:pt x="165500" y="100030"/>
                  </a:lnTo>
                  <a:lnTo>
                    <a:pt x="176533" y="104396"/>
                  </a:lnTo>
                  <a:lnTo>
                    <a:pt x="187566" y="108483"/>
                  </a:lnTo>
                  <a:lnTo>
                    <a:pt x="198600" y="112325"/>
                  </a:lnTo>
                  <a:lnTo>
                    <a:pt x="209633" y="115969"/>
                  </a:lnTo>
                  <a:lnTo>
                    <a:pt x="220666" y="119467"/>
                  </a:lnTo>
                  <a:lnTo>
                    <a:pt x="231700" y="122883"/>
                  </a:lnTo>
                  <a:lnTo>
                    <a:pt x="242733" y="126283"/>
                  </a:lnTo>
                  <a:lnTo>
                    <a:pt x="253766" y="129737"/>
                  </a:lnTo>
                  <a:lnTo>
                    <a:pt x="264800" y="133311"/>
                  </a:lnTo>
                  <a:lnTo>
                    <a:pt x="275833" y="137063"/>
                  </a:lnTo>
                  <a:lnTo>
                    <a:pt x="286866" y="141039"/>
                  </a:lnTo>
                  <a:lnTo>
                    <a:pt x="297900" y="145264"/>
                  </a:lnTo>
                  <a:lnTo>
                    <a:pt x="308933" y="149734"/>
                  </a:lnTo>
                  <a:lnTo>
                    <a:pt x="319966" y="154404"/>
                  </a:lnTo>
                  <a:lnTo>
                    <a:pt x="331000" y="159216"/>
                  </a:lnTo>
                  <a:lnTo>
                    <a:pt x="342033" y="164158"/>
                  </a:lnTo>
                  <a:lnTo>
                    <a:pt x="353066" y="169290"/>
                  </a:lnTo>
                  <a:lnTo>
                    <a:pt x="364100" y="174744"/>
                  </a:lnTo>
                  <a:lnTo>
                    <a:pt x="375133" y="180700"/>
                  </a:lnTo>
                  <a:lnTo>
                    <a:pt x="386166" y="187344"/>
                  </a:lnTo>
                  <a:lnTo>
                    <a:pt x="397200" y="194733"/>
                  </a:lnTo>
                  <a:lnTo>
                    <a:pt x="408233" y="202716"/>
                  </a:lnTo>
                  <a:lnTo>
                    <a:pt x="419266" y="211165"/>
                  </a:lnTo>
                  <a:lnTo>
                    <a:pt x="430300" y="220060"/>
                  </a:lnTo>
                  <a:lnTo>
                    <a:pt x="441333" y="229474"/>
                  </a:lnTo>
                  <a:lnTo>
                    <a:pt x="452366" y="239463"/>
                  </a:lnTo>
                  <a:lnTo>
                    <a:pt x="463400" y="249905"/>
                  </a:lnTo>
                  <a:lnTo>
                    <a:pt x="474433" y="260663"/>
                  </a:lnTo>
                  <a:lnTo>
                    <a:pt x="485466" y="271705"/>
                  </a:lnTo>
                  <a:lnTo>
                    <a:pt x="496500" y="283100"/>
                  </a:lnTo>
                  <a:lnTo>
                    <a:pt x="507533" y="294867"/>
                  </a:lnTo>
                  <a:lnTo>
                    <a:pt x="518566" y="306864"/>
                  </a:lnTo>
                  <a:lnTo>
                    <a:pt x="529600" y="318985"/>
                  </a:lnTo>
                  <a:lnTo>
                    <a:pt x="540633" y="331247"/>
                  </a:lnTo>
                  <a:lnTo>
                    <a:pt x="551666" y="343720"/>
                  </a:lnTo>
                  <a:lnTo>
                    <a:pt x="562700" y="356333"/>
                  </a:lnTo>
                  <a:lnTo>
                    <a:pt x="573733" y="368985"/>
                  </a:lnTo>
                  <a:lnTo>
                    <a:pt x="584766" y="381743"/>
                  </a:lnTo>
                  <a:lnTo>
                    <a:pt x="595800" y="394687"/>
                  </a:lnTo>
                  <a:lnTo>
                    <a:pt x="606833" y="407711"/>
                  </a:lnTo>
                  <a:lnTo>
                    <a:pt x="617866" y="420705"/>
                  </a:lnTo>
                  <a:lnTo>
                    <a:pt x="628900" y="433643"/>
                  </a:lnTo>
                  <a:lnTo>
                    <a:pt x="639933" y="446597"/>
                  </a:lnTo>
                  <a:lnTo>
                    <a:pt x="650967" y="459639"/>
                  </a:lnTo>
                  <a:lnTo>
                    <a:pt x="662000" y="472667"/>
                  </a:lnTo>
                  <a:lnTo>
                    <a:pt x="673033" y="485511"/>
                  </a:lnTo>
                  <a:lnTo>
                    <a:pt x="684067" y="498034"/>
                  </a:lnTo>
                  <a:lnTo>
                    <a:pt x="695100" y="510174"/>
                  </a:lnTo>
                  <a:lnTo>
                    <a:pt x="706133" y="521944"/>
                  </a:lnTo>
                  <a:lnTo>
                    <a:pt x="717167" y="533405"/>
                  </a:lnTo>
                  <a:lnTo>
                    <a:pt x="728200" y="544574"/>
                  </a:lnTo>
                  <a:lnTo>
                    <a:pt x="739233" y="555400"/>
                  </a:lnTo>
                  <a:lnTo>
                    <a:pt x="750267" y="565806"/>
                  </a:lnTo>
                  <a:lnTo>
                    <a:pt x="761300" y="575704"/>
                  </a:lnTo>
                  <a:lnTo>
                    <a:pt x="772333" y="585017"/>
                  </a:lnTo>
                  <a:lnTo>
                    <a:pt x="783367" y="593685"/>
                  </a:lnTo>
                  <a:lnTo>
                    <a:pt x="794400" y="601675"/>
                  </a:lnTo>
                  <a:lnTo>
                    <a:pt x="805433" y="608980"/>
                  </a:lnTo>
                  <a:lnTo>
                    <a:pt x="816467" y="615620"/>
                  </a:lnTo>
                  <a:lnTo>
                    <a:pt x="827500" y="621635"/>
                  </a:lnTo>
                  <a:lnTo>
                    <a:pt x="838533" y="627083"/>
                  </a:lnTo>
                  <a:lnTo>
                    <a:pt x="849567" y="632034"/>
                  </a:lnTo>
                  <a:lnTo>
                    <a:pt x="860600" y="636566"/>
                  </a:lnTo>
                  <a:lnTo>
                    <a:pt x="871633" y="640763"/>
                  </a:lnTo>
                  <a:lnTo>
                    <a:pt x="871633" y="973944"/>
                  </a:lnTo>
                  <a:lnTo>
                    <a:pt x="860600" y="949485"/>
                  </a:lnTo>
                  <a:lnTo>
                    <a:pt x="849567" y="925355"/>
                  </a:lnTo>
                  <a:lnTo>
                    <a:pt x="838533" y="901636"/>
                  </a:lnTo>
                  <a:lnTo>
                    <a:pt x="827500" y="878400"/>
                  </a:lnTo>
                  <a:lnTo>
                    <a:pt x="816467" y="855715"/>
                  </a:lnTo>
                  <a:lnTo>
                    <a:pt x="805433" y="833632"/>
                  </a:lnTo>
                  <a:lnTo>
                    <a:pt x="794400" y="812189"/>
                  </a:lnTo>
                  <a:lnTo>
                    <a:pt x="783367" y="791399"/>
                  </a:lnTo>
                  <a:lnTo>
                    <a:pt x="772333" y="771252"/>
                  </a:lnTo>
                  <a:lnTo>
                    <a:pt x="761300" y="751710"/>
                  </a:lnTo>
                  <a:lnTo>
                    <a:pt x="750267" y="732709"/>
                  </a:lnTo>
                  <a:lnTo>
                    <a:pt x="739233" y="714168"/>
                  </a:lnTo>
                  <a:lnTo>
                    <a:pt x="728200" y="695996"/>
                  </a:lnTo>
                  <a:lnTo>
                    <a:pt x="717167" y="678108"/>
                  </a:lnTo>
                  <a:lnTo>
                    <a:pt x="706133" y="660451"/>
                  </a:lnTo>
                  <a:lnTo>
                    <a:pt x="695100" y="643061"/>
                  </a:lnTo>
                  <a:lnTo>
                    <a:pt x="684067" y="626047"/>
                  </a:lnTo>
                  <a:lnTo>
                    <a:pt x="673033" y="609475"/>
                  </a:lnTo>
                  <a:lnTo>
                    <a:pt x="662000" y="593335"/>
                  </a:lnTo>
                  <a:lnTo>
                    <a:pt x="650967" y="577543"/>
                  </a:lnTo>
                  <a:lnTo>
                    <a:pt x="639933" y="561981"/>
                  </a:lnTo>
                  <a:lnTo>
                    <a:pt x="628900" y="546593"/>
                  </a:lnTo>
                  <a:lnTo>
                    <a:pt x="617866" y="531490"/>
                  </a:lnTo>
                  <a:lnTo>
                    <a:pt x="606833" y="516775"/>
                  </a:lnTo>
                  <a:lnTo>
                    <a:pt x="595800" y="502457"/>
                  </a:lnTo>
                  <a:lnTo>
                    <a:pt x="584766" y="488459"/>
                  </a:lnTo>
                  <a:lnTo>
                    <a:pt x="573733" y="474706"/>
                  </a:lnTo>
                  <a:lnTo>
                    <a:pt x="562700" y="461292"/>
                  </a:lnTo>
                  <a:lnTo>
                    <a:pt x="551666" y="448285"/>
                  </a:lnTo>
                  <a:lnTo>
                    <a:pt x="540633" y="435587"/>
                  </a:lnTo>
                  <a:lnTo>
                    <a:pt x="529600" y="423152"/>
                  </a:lnTo>
                  <a:lnTo>
                    <a:pt x="518566" y="411099"/>
                  </a:lnTo>
                  <a:lnTo>
                    <a:pt x="507533" y="399495"/>
                  </a:lnTo>
                  <a:lnTo>
                    <a:pt x="496500" y="388288"/>
                  </a:lnTo>
                  <a:lnTo>
                    <a:pt x="485466" y="377386"/>
                  </a:lnTo>
                  <a:lnTo>
                    <a:pt x="474433" y="366881"/>
                  </a:lnTo>
                  <a:lnTo>
                    <a:pt x="463400" y="356923"/>
                  </a:lnTo>
                  <a:lnTo>
                    <a:pt x="452366" y="347559"/>
                  </a:lnTo>
                  <a:lnTo>
                    <a:pt x="441333" y="338732"/>
                  </a:lnTo>
                  <a:lnTo>
                    <a:pt x="430300" y="330400"/>
                  </a:lnTo>
                  <a:lnTo>
                    <a:pt x="419266" y="322701"/>
                  </a:lnTo>
                  <a:lnTo>
                    <a:pt x="408233" y="315790"/>
                  </a:lnTo>
                  <a:lnTo>
                    <a:pt x="397200" y="309730"/>
                  </a:lnTo>
                  <a:lnTo>
                    <a:pt x="386166" y="304475"/>
                  </a:lnTo>
                  <a:lnTo>
                    <a:pt x="375133" y="299937"/>
                  </a:lnTo>
                  <a:lnTo>
                    <a:pt x="364100" y="296115"/>
                  </a:lnTo>
                  <a:lnTo>
                    <a:pt x="353066" y="293085"/>
                  </a:lnTo>
                  <a:lnTo>
                    <a:pt x="342033" y="290921"/>
                  </a:lnTo>
                  <a:lnTo>
                    <a:pt x="331000" y="289647"/>
                  </a:lnTo>
                  <a:lnTo>
                    <a:pt x="319966" y="289213"/>
                  </a:lnTo>
                  <a:lnTo>
                    <a:pt x="308933" y="289500"/>
                  </a:lnTo>
                  <a:lnTo>
                    <a:pt x="297900" y="290352"/>
                  </a:lnTo>
                  <a:lnTo>
                    <a:pt x="286866" y="291683"/>
                  </a:lnTo>
                  <a:lnTo>
                    <a:pt x="275833" y="293462"/>
                  </a:lnTo>
                  <a:lnTo>
                    <a:pt x="264800" y="295687"/>
                  </a:lnTo>
                  <a:lnTo>
                    <a:pt x="253766" y="298376"/>
                  </a:lnTo>
                  <a:lnTo>
                    <a:pt x="242733" y="301562"/>
                  </a:lnTo>
                  <a:lnTo>
                    <a:pt x="231700" y="305284"/>
                  </a:lnTo>
                  <a:lnTo>
                    <a:pt x="220666" y="309584"/>
                  </a:lnTo>
                  <a:lnTo>
                    <a:pt x="209633" y="314502"/>
                  </a:lnTo>
                  <a:lnTo>
                    <a:pt x="198600" y="320075"/>
                  </a:lnTo>
                  <a:lnTo>
                    <a:pt x="187566" y="326329"/>
                  </a:lnTo>
                  <a:lnTo>
                    <a:pt x="176533" y="333283"/>
                  </a:lnTo>
                  <a:lnTo>
                    <a:pt x="165500" y="340945"/>
                  </a:lnTo>
                  <a:lnTo>
                    <a:pt x="154466" y="349312"/>
                  </a:lnTo>
                  <a:lnTo>
                    <a:pt x="143433" y="358373"/>
                  </a:lnTo>
                  <a:lnTo>
                    <a:pt x="132400" y="368108"/>
                  </a:lnTo>
                  <a:lnTo>
                    <a:pt x="121366" y="378489"/>
                  </a:lnTo>
                  <a:lnTo>
                    <a:pt x="110333" y="389483"/>
                  </a:lnTo>
                  <a:lnTo>
                    <a:pt x="99300" y="401052"/>
                  </a:lnTo>
                  <a:lnTo>
                    <a:pt x="88266" y="413155"/>
                  </a:lnTo>
                  <a:lnTo>
                    <a:pt x="77233" y="425748"/>
                  </a:lnTo>
                  <a:lnTo>
                    <a:pt x="66200" y="438783"/>
                  </a:lnTo>
                  <a:lnTo>
                    <a:pt x="55166" y="452216"/>
                  </a:lnTo>
                  <a:lnTo>
                    <a:pt x="44133" y="465996"/>
                  </a:lnTo>
                  <a:lnTo>
                    <a:pt x="33100" y="480077"/>
                  </a:lnTo>
                  <a:lnTo>
                    <a:pt x="22066" y="494409"/>
                  </a:lnTo>
                  <a:lnTo>
                    <a:pt x="11033" y="508945"/>
                  </a:lnTo>
                  <a:lnTo>
                    <a:pt x="0" y="52363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9606995" y="6576127"/>
              <a:ext cx="871633" cy="640763"/>
            </a:xfrm>
            <a:custGeom>
              <a:avLst/>
              <a:pathLst>
                <a:path w="871633" h="640763">
                  <a:moveTo>
                    <a:pt x="0" y="0"/>
                  </a:moveTo>
                  <a:lnTo>
                    <a:pt x="11033" y="8180"/>
                  </a:lnTo>
                  <a:lnTo>
                    <a:pt x="22066" y="16231"/>
                  </a:lnTo>
                  <a:lnTo>
                    <a:pt x="33100" y="24133"/>
                  </a:lnTo>
                  <a:lnTo>
                    <a:pt x="44133" y="31863"/>
                  </a:lnTo>
                  <a:lnTo>
                    <a:pt x="55166" y="39401"/>
                  </a:lnTo>
                  <a:lnTo>
                    <a:pt x="66200" y="46724"/>
                  </a:lnTo>
                  <a:lnTo>
                    <a:pt x="77233" y="53811"/>
                  </a:lnTo>
                  <a:lnTo>
                    <a:pt x="88266" y="60642"/>
                  </a:lnTo>
                  <a:lnTo>
                    <a:pt x="99300" y="67199"/>
                  </a:lnTo>
                  <a:lnTo>
                    <a:pt x="110333" y="73463"/>
                  </a:lnTo>
                  <a:lnTo>
                    <a:pt x="121366" y="79420"/>
                  </a:lnTo>
                  <a:lnTo>
                    <a:pt x="132400" y="85058"/>
                  </a:lnTo>
                  <a:lnTo>
                    <a:pt x="143433" y="90372"/>
                  </a:lnTo>
                  <a:lnTo>
                    <a:pt x="154466" y="95360"/>
                  </a:lnTo>
                  <a:lnTo>
                    <a:pt x="165500" y="100030"/>
                  </a:lnTo>
                  <a:lnTo>
                    <a:pt x="176533" y="104396"/>
                  </a:lnTo>
                  <a:lnTo>
                    <a:pt x="187566" y="108483"/>
                  </a:lnTo>
                  <a:lnTo>
                    <a:pt x="198600" y="112325"/>
                  </a:lnTo>
                  <a:lnTo>
                    <a:pt x="209633" y="115969"/>
                  </a:lnTo>
                  <a:lnTo>
                    <a:pt x="220666" y="119467"/>
                  </a:lnTo>
                  <a:lnTo>
                    <a:pt x="231700" y="122883"/>
                  </a:lnTo>
                  <a:lnTo>
                    <a:pt x="242733" y="126283"/>
                  </a:lnTo>
                  <a:lnTo>
                    <a:pt x="253766" y="129737"/>
                  </a:lnTo>
                  <a:lnTo>
                    <a:pt x="264800" y="133311"/>
                  </a:lnTo>
                  <a:lnTo>
                    <a:pt x="275833" y="137063"/>
                  </a:lnTo>
                  <a:lnTo>
                    <a:pt x="286866" y="141039"/>
                  </a:lnTo>
                  <a:lnTo>
                    <a:pt x="297900" y="145264"/>
                  </a:lnTo>
                  <a:lnTo>
                    <a:pt x="308933" y="149734"/>
                  </a:lnTo>
                  <a:lnTo>
                    <a:pt x="319966" y="154404"/>
                  </a:lnTo>
                  <a:lnTo>
                    <a:pt x="331000" y="159216"/>
                  </a:lnTo>
                  <a:lnTo>
                    <a:pt x="342033" y="164158"/>
                  </a:lnTo>
                  <a:lnTo>
                    <a:pt x="353066" y="169290"/>
                  </a:lnTo>
                  <a:lnTo>
                    <a:pt x="364100" y="174744"/>
                  </a:lnTo>
                  <a:lnTo>
                    <a:pt x="375133" y="180700"/>
                  </a:lnTo>
                  <a:lnTo>
                    <a:pt x="386166" y="187344"/>
                  </a:lnTo>
                  <a:lnTo>
                    <a:pt x="397200" y="194733"/>
                  </a:lnTo>
                  <a:lnTo>
                    <a:pt x="408233" y="202716"/>
                  </a:lnTo>
                  <a:lnTo>
                    <a:pt x="419266" y="211165"/>
                  </a:lnTo>
                  <a:lnTo>
                    <a:pt x="430300" y="220060"/>
                  </a:lnTo>
                  <a:lnTo>
                    <a:pt x="441333" y="229474"/>
                  </a:lnTo>
                  <a:lnTo>
                    <a:pt x="452366" y="239463"/>
                  </a:lnTo>
                  <a:lnTo>
                    <a:pt x="463400" y="249905"/>
                  </a:lnTo>
                  <a:lnTo>
                    <a:pt x="474433" y="260663"/>
                  </a:lnTo>
                  <a:lnTo>
                    <a:pt x="485466" y="271705"/>
                  </a:lnTo>
                  <a:lnTo>
                    <a:pt x="496500" y="283100"/>
                  </a:lnTo>
                  <a:lnTo>
                    <a:pt x="507533" y="294867"/>
                  </a:lnTo>
                  <a:lnTo>
                    <a:pt x="518566" y="306864"/>
                  </a:lnTo>
                  <a:lnTo>
                    <a:pt x="529600" y="318985"/>
                  </a:lnTo>
                  <a:lnTo>
                    <a:pt x="540633" y="331247"/>
                  </a:lnTo>
                  <a:lnTo>
                    <a:pt x="551666" y="343720"/>
                  </a:lnTo>
                  <a:lnTo>
                    <a:pt x="562700" y="356333"/>
                  </a:lnTo>
                  <a:lnTo>
                    <a:pt x="573733" y="368985"/>
                  </a:lnTo>
                  <a:lnTo>
                    <a:pt x="584766" y="381743"/>
                  </a:lnTo>
                  <a:lnTo>
                    <a:pt x="595800" y="394687"/>
                  </a:lnTo>
                  <a:lnTo>
                    <a:pt x="606833" y="407711"/>
                  </a:lnTo>
                  <a:lnTo>
                    <a:pt x="617866" y="420705"/>
                  </a:lnTo>
                  <a:lnTo>
                    <a:pt x="628900" y="433643"/>
                  </a:lnTo>
                  <a:lnTo>
                    <a:pt x="639933" y="446597"/>
                  </a:lnTo>
                  <a:lnTo>
                    <a:pt x="650967" y="459639"/>
                  </a:lnTo>
                  <a:lnTo>
                    <a:pt x="662000" y="472667"/>
                  </a:lnTo>
                  <a:lnTo>
                    <a:pt x="673033" y="485511"/>
                  </a:lnTo>
                  <a:lnTo>
                    <a:pt x="684067" y="498034"/>
                  </a:lnTo>
                  <a:lnTo>
                    <a:pt x="695100" y="510174"/>
                  </a:lnTo>
                  <a:lnTo>
                    <a:pt x="706133" y="521944"/>
                  </a:lnTo>
                  <a:lnTo>
                    <a:pt x="717167" y="533405"/>
                  </a:lnTo>
                  <a:lnTo>
                    <a:pt x="728200" y="544574"/>
                  </a:lnTo>
                  <a:lnTo>
                    <a:pt x="739233" y="555400"/>
                  </a:lnTo>
                  <a:lnTo>
                    <a:pt x="750267" y="565806"/>
                  </a:lnTo>
                  <a:lnTo>
                    <a:pt x="761300" y="575704"/>
                  </a:lnTo>
                  <a:lnTo>
                    <a:pt x="772333" y="585017"/>
                  </a:lnTo>
                  <a:lnTo>
                    <a:pt x="783367" y="593685"/>
                  </a:lnTo>
                  <a:lnTo>
                    <a:pt x="794400" y="601675"/>
                  </a:lnTo>
                  <a:lnTo>
                    <a:pt x="805433" y="608980"/>
                  </a:lnTo>
                  <a:lnTo>
                    <a:pt x="816467" y="615620"/>
                  </a:lnTo>
                  <a:lnTo>
                    <a:pt x="827500" y="621635"/>
                  </a:lnTo>
                  <a:lnTo>
                    <a:pt x="838533" y="627083"/>
                  </a:lnTo>
                  <a:lnTo>
                    <a:pt x="849567" y="632034"/>
                  </a:lnTo>
                  <a:lnTo>
                    <a:pt x="860600" y="636566"/>
                  </a:lnTo>
                  <a:lnTo>
                    <a:pt x="871633" y="6407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9606995" y="6865341"/>
              <a:ext cx="871633" cy="684731"/>
            </a:xfrm>
            <a:custGeom>
              <a:avLst/>
              <a:pathLst>
                <a:path w="871633" h="684731">
                  <a:moveTo>
                    <a:pt x="871633" y="684731"/>
                  </a:moveTo>
                  <a:lnTo>
                    <a:pt x="860600" y="660271"/>
                  </a:lnTo>
                  <a:lnTo>
                    <a:pt x="849567" y="636142"/>
                  </a:lnTo>
                  <a:lnTo>
                    <a:pt x="838533" y="612422"/>
                  </a:lnTo>
                  <a:lnTo>
                    <a:pt x="827500" y="589187"/>
                  </a:lnTo>
                  <a:lnTo>
                    <a:pt x="816467" y="566501"/>
                  </a:lnTo>
                  <a:lnTo>
                    <a:pt x="805433" y="544419"/>
                  </a:lnTo>
                  <a:lnTo>
                    <a:pt x="794400" y="522975"/>
                  </a:lnTo>
                  <a:lnTo>
                    <a:pt x="783367" y="502185"/>
                  </a:lnTo>
                  <a:lnTo>
                    <a:pt x="772333" y="482038"/>
                  </a:lnTo>
                  <a:lnTo>
                    <a:pt x="761300" y="462496"/>
                  </a:lnTo>
                  <a:lnTo>
                    <a:pt x="750267" y="443496"/>
                  </a:lnTo>
                  <a:lnTo>
                    <a:pt x="739233" y="424955"/>
                  </a:lnTo>
                  <a:lnTo>
                    <a:pt x="728200" y="406782"/>
                  </a:lnTo>
                  <a:lnTo>
                    <a:pt x="717167" y="388894"/>
                  </a:lnTo>
                  <a:lnTo>
                    <a:pt x="706133" y="371237"/>
                  </a:lnTo>
                  <a:lnTo>
                    <a:pt x="695100" y="353847"/>
                  </a:lnTo>
                  <a:lnTo>
                    <a:pt x="684067" y="336834"/>
                  </a:lnTo>
                  <a:lnTo>
                    <a:pt x="673033" y="320262"/>
                  </a:lnTo>
                  <a:lnTo>
                    <a:pt x="662000" y="304122"/>
                  </a:lnTo>
                  <a:lnTo>
                    <a:pt x="650967" y="288330"/>
                  </a:lnTo>
                  <a:lnTo>
                    <a:pt x="639933" y="272767"/>
                  </a:lnTo>
                  <a:lnTo>
                    <a:pt x="628900" y="257379"/>
                  </a:lnTo>
                  <a:lnTo>
                    <a:pt x="617866" y="242277"/>
                  </a:lnTo>
                  <a:lnTo>
                    <a:pt x="606833" y="227562"/>
                  </a:lnTo>
                  <a:lnTo>
                    <a:pt x="595800" y="213244"/>
                  </a:lnTo>
                  <a:lnTo>
                    <a:pt x="584766" y="199245"/>
                  </a:lnTo>
                  <a:lnTo>
                    <a:pt x="573733" y="185493"/>
                  </a:lnTo>
                  <a:lnTo>
                    <a:pt x="562700" y="172078"/>
                  </a:lnTo>
                  <a:lnTo>
                    <a:pt x="551666" y="159071"/>
                  </a:lnTo>
                  <a:lnTo>
                    <a:pt x="540633" y="146373"/>
                  </a:lnTo>
                  <a:lnTo>
                    <a:pt x="529600" y="133938"/>
                  </a:lnTo>
                  <a:lnTo>
                    <a:pt x="518566" y="121886"/>
                  </a:lnTo>
                  <a:lnTo>
                    <a:pt x="507533" y="110282"/>
                  </a:lnTo>
                  <a:lnTo>
                    <a:pt x="496500" y="99074"/>
                  </a:lnTo>
                  <a:lnTo>
                    <a:pt x="485466" y="88172"/>
                  </a:lnTo>
                  <a:lnTo>
                    <a:pt x="474433" y="77668"/>
                  </a:lnTo>
                  <a:lnTo>
                    <a:pt x="463400" y="67709"/>
                  </a:lnTo>
                  <a:lnTo>
                    <a:pt x="452366" y="58345"/>
                  </a:lnTo>
                  <a:lnTo>
                    <a:pt x="441333" y="49519"/>
                  </a:lnTo>
                  <a:lnTo>
                    <a:pt x="430300" y="41187"/>
                  </a:lnTo>
                  <a:lnTo>
                    <a:pt x="419266" y="33488"/>
                  </a:lnTo>
                  <a:lnTo>
                    <a:pt x="408233" y="26577"/>
                  </a:lnTo>
                  <a:lnTo>
                    <a:pt x="397200" y="20516"/>
                  </a:lnTo>
                  <a:lnTo>
                    <a:pt x="386166" y="15262"/>
                  </a:lnTo>
                  <a:lnTo>
                    <a:pt x="375133" y="10723"/>
                  </a:lnTo>
                  <a:lnTo>
                    <a:pt x="364100" y="6901"/>
                  </a:lnTo>
                  <a:lnTo>
                    <a:pt x="353066" y="3872"/>
                  </a:lnTo>
                  <a:lnTo>
                    <a:pt x="342033" y="1708"/>
                  </a:lnTo>
                  <a:lnTo>
                    <a:pt x="331000" y="433"/>
                  </a:lnTo>
                  <a:lnTo>
                    <a:pt x="319966" y="0"/>
                  </a:lnTo>
                  <a:lnTo>
                    <a:pt x="308933" y="286"/>
                  </a:lnTo>
                  <a:lnTo>
                    <a:pt x="297900" y="1138"/>
                  </a:lnTo>
                  <a:lnTo>
                    <a:pt x="286866" y="2469"/>
                  </a:lnTo>
                  <a:lnTo>
                    <a:pt x="275833" y="4248"/>
                  </a:lnTo>
                  <a:lnTo>
                    <a:pt x="264800" y="6474"/>
                  </a:lnTo>
                  <a:lnTo>
                    <a:pt x="253766" y="9163"/>
                  </a:lnTo>
                  <a:lnTo>
                    <a:pt x="242733" y="12349"/>
                  </a:lnTo>
                  <a:lnTo>
                    <a:pt x="231700" y="16070"/>
                  </a:lnTo>
                  <a:lnTo>
                    <a:pt x="220666" y="20370"/>
                  </a:lnTo>
                  <a:lnTo>
                    <a:pt x="209633" y="25289"/>
                  </a:lnTo>
                  <a:lnTo>
                    <a:pt x="198600" y="30861"/>
                  </a:lnTo>
                  <a:lnTo>
                    <a:pt x="187566" y="37116"/>
                  </a:lnTo>
                  <a:lnTo>
                    <a:pt x="176533" y="44069"/>
                  </a:lnTo>
                  <a:lnTo>
                    <a:pt x="165500" y="51731"/>
                  </a:lnTo>
                  <a:lnTo>
                    <a:pt x="154466" y="60098"/>
                  </a:lnTo>
                  <a:lnTo>
                    <a:pt x="143433" y="69159"/>
                  </a:lnTo>
                  <a:lnTo>
                    <a:pt x="132400" y="78894"/>
                  </a:lnTo>
                  <a:lnTo>
                    <a:pt x="121366" y="89275"/>
                  </a:lnTo>
                  <a:lnTo>
                    <a:pt x="110333" y="100270"/>
                  </a:lnTo>
                  <a:lnTo>
                    <a:pt x="99300" y="111839"/>
                  </a:lnTo>
                  <a:lnTo>
                    <a:pt x="88266" y="123942"/>
                  </a:lnTo>
                  <a:lnTo>
                    <a:pt x="77233" y="136534"/>
                  </a:lnTo>
                  <a:lnTo>
                    <a:pt x="66200" y="149570"/>
                  </a:lnTo>
                  <a:lnTo>
                    <a:pt x="55166" y="163002"/>
                  </a:lnTo>
                  <a:lnTo>
                    <a:pt x="44133" y="176783"/>
                  </a:lnTo>
                  <a:lnTo>
                    <a:pt x="33100" y="190863"/>
                  </a:lnTo>
                  <a:lnTo>
                    <a:pt x="22066" y="205196"/>
                  </a:lnTo>
                  <a:lnTo>
                    <a:pt x="11033" y="219732"/>
                  </a:lnTo>
                  <a:lnTo>
                    <a:pt x="0" y="2344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9606995" y="6790050"/>
              <a:ext cx="871633" cy="593430"/>
            </a:xfrm>
            <a:custGeom>
              <a:avLst/>
              <a:pathLst>
                <a:path w="871633" h="593430">
                  <a:moveTo>
                    <a:pt x="0" y="47895"/>
                  </a:moveTo>
                  <a:lnTo>
                    <a:pt x="11033" y="44639"/>
                  </a:lnTo>
                  <a:lnTo>
                    <a:pt x="22066" y="41397"/>
                  </a:lnTo>
                  <a:lnTo>
                    <a:pt x="33100" y="38182"/>
                  </a:lnTo>
                  <a:lnTo>
                    <a:pt x="44133" y="35007"/>
                  </a:lnTo>
                  <a:lnTo>
                    <a:pt x="55166" y="31885"/>
                  </a:lnTo>
                  <a:lnTo>
                    <a:pt x="66200" y="28830"/>
                  </a:lnTo>
                  <a:lnTo>
                    <a:pt x="77233" y="25856"/>
                  </a:lnTo>
                  <a:lnTo>
                    <a:pt x="88266" y="22976"/>
                  </a:lnTo>
                  <a:lnTo>
                    <a:pt x="99300" y="20203"/>
                  </a:lnTo>
                  <a:lnTo>
                    <a:pt x="110333" y="17550"/>
                  </a:lnTo>
                  <a:lnTo>
                    <a:pt x="121366" y="15031"/>
                  </a:lnTo>
                  <a:lnTo>
                    <a:pt x="132400" y="12660"/>
                  </a:lnTo>
                  <a:lnTo>
                    <a:pt x="143433" y="10449"/>
                  </a:lnTo>
                  <a:lnTo>
                    <a:pt x="154466" y="8413"/>
                  </a:lnTo>
                  <a:lnTo>
                    <a:pt x="165500" y="6564"/>
                  </a:lnTo>
                  <a:lnTo>
                    <a:pt x="176533" y="4916"/>
                  </a:lnTo>
                  <a:lnTo>
                    <a:pt x="187566" y="3483"/>
                  </a:lnTo>
                  <a:lnTo>
                    <a:pt x="198600" y="2277"/>
                  </a:lnTo>
                  <a:lnTo>
                    <a:pt x="209633" y="1312"/>
                  </a:lnTo>
                  <a:lnTo>
                    <a:pt x="220666" y="602"/>
                  </a:lnTo>
                  <a:lnTo>
                    <a:pt x="231700" y="160"/>
                  </a:lnTo>
                  <a:lnTo>
                    <a:pt x="242733" y="0"/>
                  </a:lnTo>
                  <a:lnTo>
                    <a:pt x="253766" y="134"/>
                  </a:lnTo>
                  <a:lnTo>
                    <a:pt x="264800" y="576"/>
                  </a:lnTo>
                  <a:lnTo>
                    <a:pt x="275833" y="1339"/>
                  </a:lnTo>
                  <a:lnTo>
                    <a:pt x="286866" y="2438"/>
                  </a:lnTo>
                  <a:lnTo>
                    <a:pt x="297900" y="3885"/>
                  </a:lnTo>
                  <a:lnTo>
                    <a:pt x="308933" y="5694"/>
                  </a:lnTo>
                  <a:lnTo>
                    <a:pt x="319966" y="7885"/>
                  </a:lnTo>
                  <a:lnTo>
                    <a:pt x="331000" y="10508"/>
                  </a:lnTo>
                  <a:lnTo>
                    <a:pt x="342033" y="13617"/>
                  </a:lnTo>
                  <a:lnTo>
                    <a:pt x="353066" y="17265"/>
                  </a:lnTo>
                  <a:lnTo>
                    <a:pt x="364100" y="21506"/>
                  </a:lnTo>
                  <a:lnTo>
                    <a:pt x="375133" y="26395"/>
                  </a:lnTo>
                  <a:lnTo>
                    <a:pt x="386166" y="31986"/>
                  </a:lnTo>
                  <a:lnTo>
                    <a:pt x="397200" y="38308"/>
                  </a:lnTo>
                  <a:lnTo>
                    <a:pt x="408233" y="45330"/>
                  </a:lnTo>
                  <a:lnTo>
                    <a:pt x="419266" y="53010"/>
                  </a:lnTo>
                  <a:lnTo>
                    <a:pt x="430300" y="61307"/>
                  </a:lnTo>
                  <a:lnTo>
                    <a:pt x="441333" y="70180"/>
                  </a:lnTo>
                  <a:lnTo>
                    <a:pt x="452366" y="79588"/>
                  </a:lnTo>
                  <a:lnTo>
                    <a:pt x="463400" y="89491"/>
                  </a:lnTo>
                  <a:lnTo>
                    <a:pt x="474433" y="99849"/>
                  </a:lnTo>
                  <a:lnTo>
                    <a:pt x="485466" y="110622"/>
                  </a:lnTo>
                  <a:lnTo>
                    <a:pt x="496500" y="121771"/>
                  </a:lnTo>
                  <a:lnTo>
                    <a:pt x="507533" y="133258"/>
                  </a:lnTo>
                  <a:lnTo>
                    <a:pt x="518566" y="145058"/>
                  </a:lnTo>
                  <a:lnTo>
                    <a:pt x="529600" y="157145"/>
                  </a:lnTo>
                  <a:lnTo>
                    <a:pt x="540633" y="169494"/>
                  </a:lnTo>
                  <a:lnTo>
                    <a:pt x="551666" y="182079"/>
                  </a:lnTo>
                  <a:lnTo>
                    <a:pt x="562700" y="194889"/>
                  </a:lnTo>
                  <a:lnTo>
                    <a:pt x="573733" y="207922"/>
                  </a:lnTo>
                  <a:lnTo>
                    <a:pt x="584766" y="221178"/>
                  </a:lnTo>
                  <a:lnTo>
                    <a:pt x="595800" y="234649"/>
                  </a:lnTo>
                  <a:lnTo>
                    <a:pt x="606833" y="248320"/>
                  </a:lnTo>
                  <a:lnTo>
                    <a:pt x="617866" y="262174"/>
                  </a:lnTo>
                  <a:lnTo>
                    <a:pt x="628900" y="276195"/>
                  </a:lnTo>
                  <a:lnTo>
                    <a:pt x="639933" y="290365"/>
                  </a:lnTo>
                  <a:lnTo>
                    <a:pt x="650967" y="304668"/>
                  </a:lnTo>
                  <a:lnTo>
                    <a:pt x="662000" y="319078"/>
                  </a:lnTo>
                  <a:lnTo>
                    <a:pt x="673033" y="333570"/>
                  </a:lnTo>
                  <a:lnTo>
                    <a:pt x="684067" y="348117"/>
                  </a:lnTo>
                  <a:lnTo>
                    <a:pt x="695100" y="362694"/>
                  </a:lnTo>
                  <a:lnTo>
                    <a:pt x="706133" y="377274"/>
                  </a:lnTo>
                  <a:lnTo>
                    <a:pt x="717167" y="391833"/>
                  </a:lnTo>
                  <a:lnTo>
                    <a:pt x="728200" y="406361"/>
                  </a:lnTo>
                  <a:lnTo>
                    <a:pt x="739233" y="420861"/>
                  </a:lnTo>
                  <a:lnTo>
                    <a:pt x="750267" y="435335"/>
                  </a:lnTo>
                  <a:lnTo>
                    <a:pt x="761300" y="449784"/>
                  </a:lnTo>
                  <a:lnTo>
                    <a:pt x="772333" y="464211"/>
                  </a:lnTo>
                  <a:lnTo>
                    <a:pt x="783367" y="478619"/>
                  </a:lnTo>
                  <a:lnTo>
                    <a:pt x="794400" y="493009"/>
                  </a:lnTo>
                  <a:lnTo>
                    <a:pt x="805433" y="507383"/>
                  </a:lnTo>
                  <a:lnTo>
                    <a:pt x="816467" y="521744"/>
                  </a:lnTo>
                  <a:lnTo>
                    <a:pt x="827500" y="536095"/>
                  </a:lnTo>
                  <a:lnTo>
                    <a:pt x="838533" y="550436"/>
                  </a:lnTo>
                  <a:lnTo>
                    <a:pt x="849567" y="564771"/>
                  </a:lnTo>
                  <a:lnTo>
                    <a:pt x="860600" y="579102"/>
                  </a:lnTo>
                  <a:lnTo>
                    <a:pt x="871633" y="59343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1008719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04" name="rc1704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tx1705"/>
            <p:cNvSpPr/>
            <p:nvPr/>
          </p:nvSpPr>
          <p:spPr>
            <a:xfrm>
              <a:off x="9308205" y="8148612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706" name="tx1706"/>
            <p:cNvSpPr/>
            <p:nvPr/>
          </p:nvSpPr>
          <p:spPr>
            <a:xfrm>
              <a:off x="9308205" y="7558017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707" name="tx1707"/>
            <p:cNvSpPr/>
            <p:nvPr/>
          </p:nvSpPr>
          <p:spPr>
            <a:xfrm>
              <a:off x="9345421" y="696742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708" name="tx1708"/>
            <p:cNvSpPr/>
            <p:nvPr/>
          </p:nvSpPr>
          <p:spPr>
            <a:xfrm>
              <a:off x="9345421" y="6376827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709" name="tx1709"/>
            <p:cNvSpPr/>
            <p:nvPr/>
          </p:nvSpPr>
          <p:spPr>
            <a:xfrm>
              <a:off x="9345421" y="578623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710" name="pl1710"/>
            <p:cNvSpPr/>
            <p:nvPr/>
          </p:nvSpPr>
          <p:spPr>
            <a:xfrm>
              <a:off x="9528619" y="81903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9528619" y="75997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9528619" y="70091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9528619" y="64185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9528619" y="5827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968147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986278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1004410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1022541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1040673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tx1720"/>
            <p:cNvSpPr/>
            <p:nvPr/>
          </p:nvSpPr>
          <p:spPr>
            <a:xfrm>
              <a:off x="9631786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721" name="tx1721"/>
            <p:cNvSpPr/>
            <p:nvPr/>
          </p:nvSpPr>
          <p:spPr>
            <a:xfrm>
              <a:off x="9813101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22" name="tx1722"/>
            <p:cNvSpPr/>
            <p:nvPr/>
          </p:nvSpPr>
          <p:spPr>
            <a:xfrm>
              <a:off x="10013024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23" name="tx1723"/>
            <p:cNvSpPr/>
            <p:nvPr/>
          </p:nvSpPr>
          <p:spPr>
            <a:xfrm>
              <a:off x="10194338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24" name="tx1724"/>
            <p:cNvSpPr/>
            <p:nvPr/>
          </p:nvSpPr>
          <p:spPr>
            <a:xfrm>
              <a:off x="10375653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25" name="tx1725"/>
            <p:cNvSpPr/>
            <p:nvPr/>
          </p:nvSpPr>
          <p:spPr>
            <a:xfrm>
              <a:off x="9285751" y="8779049"/>
              <a:ext cx="1514121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AlamarCSF_pTau181_Z</a:t>
              </a:r>
            </a:p>
          </p:txBody>
        </p:sp>
        <p:sp>
          <p:nvSpPr>
            <p:cNvPr id="1726" name="tx1726"/>
            <p:cNvSpPr/>
            <p:nvPr/>
          </p:nvSpPr>
          <p:spPr>
            <a:xfrm rot="-5400000">
              <a:off x="8334148" y="6942997"/>
              <a:ext cx="167701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RofC_AlamarCSFpT181_Z</a:t>
              </a:r>
            </a:p>
          </p:txBody>
        </p:sp>
        <p:sp>
          <p:nvSpPr>
            <p:cNvPr id="1727" name="rc1727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rc1728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10992163" y="664195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10992163" y="642155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10992163" y="620116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10992163" y="598076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10992163" y="576037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10992163" y="553997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1120998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11549818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1188964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10992163" y="675215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10992163" y="653175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10992163" y="631136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10992163" y="609096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10992163" y="587057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10992163" y="565017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10992163" y="542978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110400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11379904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1171973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11015249" y="614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11237022" y="6488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11633086" y="6258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11015249" y="6049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11093357" y="5985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11153042" y="58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11293815" y="5911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11015249" y="6019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11150531" y="5933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11240687" y="609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11427140" y="5911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11580203" y="5963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11015249" y="6113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11158751" y="598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11223738" y="599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11015249" y="6308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11358120" y="6052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11356818" y="6191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11491074" y="5658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11015249" y="617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11154532" y="6081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11292698" y="6046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11161108" y="6040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11336888" y="626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11015249" y="6085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11226036" y="5971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11015249" y="6213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11223615" y="6060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11355226" y="610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11490637" y="6056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11706451" y="6012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11825066" y="599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11015249" y="6147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11163983" y="605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11015249" y="6059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11383466" y="6046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11708921" y="618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11015249" y="6066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11224070" y="610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11358139" y="6119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11627396" y="6274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11015249" y="6302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11015249" y="6054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11219705" y="5746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11355242" y="6019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11490801" y="5941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11015249" y="6245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11146885" y="6234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11015249" y="602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11084005" y="6042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11361363" y="6224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11496922" y="6201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11666185" y="6104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11015249" y="611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11094988" y="6026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11167566" y="598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11236650" y="6073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11015249" y="6065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11156100" y="5904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11015249" y="6187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11015249" y="6271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11295119" y="6024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11015249" y="6189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11155684" y="614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11015249" y="6121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11162539" y="6098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11015249" y="6063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11331712" y="5990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11015249" y="6149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11107608" y="6072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11015249" y="6572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11161963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11015249" y="6141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11153204" y="6079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11015249" y="6051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11083257" y="6017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11153228" y="6053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11356420" y="5986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11421554" y="5928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11485423" y="5928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11558416" y="5969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11626055" y="5884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11700307" y="5950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11765479" y="603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11015249" y="6349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11151925" y="6349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11303097" y="6366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11435519" y="6396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11015249" y="6129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11447701" y="5914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1015249" y="603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11099973" y="600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11219705" y="5895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11163497" y="612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11294933" y="6095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11430347" y="6019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11559720" y="5870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11015249" y="625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11015249" y="609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11015249" y="6153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11237953" y="6071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11015249" y="6010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11084704" y="5984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11150622" y="6060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11286181" y="5980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11458050" y="5887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11015249" y="614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11158104" y="6010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11293629" y="5942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11015249" y="6057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11088209" y="6134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11015249" y="605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11145465" y="593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11219705" y="591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11015249" y="6285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11179670" y="6101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11296795" y="6128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11441106" y="587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11015249" y="6051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11154160" y="5821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11015249" y="6143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11093338" y="595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11153238" y="6160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11295283" y="6117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11435529" y="6018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11165332" y="630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11294374" y="6311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11428257" y="6088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11175479" y="6093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11405631" y="6035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11015249" y="61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11108702" y="6173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11167579" y="6018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11287483" y="6000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11434787" y="628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11015249" y="6010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11015249" y="611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11015249" y="6130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11097339" y="6085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11015249" y="6326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11094633" y="612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11158442" y="622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11015249" y="6061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11083959" y="6056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11154267" y="6067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11212815" y="6006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11288788" y="5933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11015249" y="6102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11088428" y="608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11156061" y="6003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11146806" y="6256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11310881" y="6196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11015249" y="600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11086921" y="6005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11161218" y="597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11234188" y="600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11015249" y="6158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11146849" y="6115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11326167" y="5983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11015249" y="6087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11151739" y="5866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11015249" y="6245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11163758" y="6186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11327807" y="612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11441207" y="6026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11015249" y="6218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11155826" y="6249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11433275" y="613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11015249" y="647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11392748" y="655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11015249" y="6135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11223697" y="612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11364284" y="567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11490719" y="5688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11015249" y="6183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11287670" y="633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11499575" y="6233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11015249" y="6334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11015249" y="6106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11364083" y="6117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11502182" y="612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11369229" y="6205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11500878" y="6104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11015249" y="6025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11015249" y="637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11097366" y="64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11233033" y="629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11368112" y="6077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11015249" y="6214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11288415" y="6221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11015249" y="630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11152199" y="6340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11288783" y="6352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11015249" y="6130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11316533" y="6021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11015249" y="6060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11162353" y="5796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11015249" y="6124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11169056" y="5943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11015249" y="6146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11152856" y="6141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11015249" y="6597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11154718" y="6515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11287298" y="626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11015249" y="6159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11015249" y="6172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11198941" y="6115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11290091" y="6108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11425650" y="607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11555809" y="6039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11015249" y="6036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11226694" y="591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11015249" y="6105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11015249" y="6255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11355505" y="6338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11492313" y="6306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11696396" y="6144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11015249" y="6356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11232739" y="600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11015249" y="6220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11294001" y="6054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11438685" y="6063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11588023" y="5896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11015249" y="6023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11159560" y="606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11015249" y="620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11169056" y="6121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11015249" y="6235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11090290" y="6144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11150808" y="6342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11232181" y="6146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11297726" y="6138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11491767" y="6003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11622286" y="600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11705692" y="5956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11105145" y="6316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11015249" y="6176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11015249" y="6383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11429374" y="6370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11183208" y="6181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11443732" y="60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11115056" y="6183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11015249" y="625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11144477" y="6020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11290464" y="6257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11425650" y="6282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11561209" y="584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11015249" y="626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11015249" y="618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11221176" y="6054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11015249" y="6168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11159458" y="6120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11015249" y="622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11178047" y="6119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11827486" y="6093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11015249" y="6031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11015249" y="6119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11174102" y="5954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11700865" y="6159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11836052" y="5894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11015249" y="6005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11091809" y="576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11015249" y="6312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11488078" y="6229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11015249" y="6076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11015249" y="625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11140380" y="6114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11186932" y="6124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11299215" y="6011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11433471" y="606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11565865" y="594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11696210" y="5982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11015249" y="646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11165146" y="637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11323609" y="621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11155851" y="6102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11332979" y="5965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11438514" y="5900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11015249" y="6081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11015249" y="6013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11084153" y="596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11151933" y="5930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11015249" y="6083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11198941" y="603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11287484" y="608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11438679" y="5904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11572754" y="6208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11015249" y="611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11151902" y="5985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11015249" y="6248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11015249" y="6196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11249684" y="5945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11015249" y="6073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11220449" y="595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11628989" y="6040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11355264" y="6287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11515418" y="6171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11638858" y="6094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11015249" y="6020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11162519" y="6190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11297912" y="6238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11015249" y="6108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11084217" y="6044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11151925" y="6083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11221008" y="6097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11015249" y="614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11015249" y="603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11153671" y="5860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11279663" y="5937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11015249" y="6011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11297539" y="5786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11015249" y="6117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11376977" y="5895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11015249" y="6258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11159560" y="6267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11356896" y="6301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11492456" y="6539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11630063" y="6323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11015249" y="6314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11162353" y="6473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11370719" y="610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11015249" y="601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11230132" y="5966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11040075" y="5911721"/>
              <a:ext cx="137793" cy="162622"/>
            </a:xfrm>
            <a:custGeom>
              <a:avLst/>
              <a:pathLst>
                <a:path w="137793" h="162622">
                  <a:moveTo>
                    <a:pt x="0" y="162622"/>
                  </a:moveTo>
                  <a:lnTo>
                    <a:pt x="78108" y="98512"/>
                  </a:lnTo>
                  <a:lnTo>
                    <a:pt x="1377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11040075" y="5958000"/>
              <a:ext cx="135282" cy="86590"/>
            </a:xfrm>
            <a:custGeom>
              <a:avLst/>
              <a:pathLst>
                <a:path w="135282" h="86590">
                  <a:moveTo>
                    <a:pt x="0" y="86590"/>
                  </a:moveTo>
                  <a:lnTo>
                    <a:pt x="135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11265512" y="5935902"/>
              <a:ext cx="339516" cy="188551"/>
            </a:xfrm>
            <a:custGeom>
              <a:avLst/>
              <a:pathLst>
                <a:path w="339516" h="188551">
                  <a:moveTo>
                    <a:pt x="0" y="188551"/>
                  </a:moveTo>
                  <a:lnTo>
                    <a:pt x="186453" y="0"/>
                  </a:lnTo>
                  <a:lnTo>
                    <a:pt x="339516" y="520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11040075" y="6013623"/>
              <a:ext cx="208488" cy="124262"/>
            </a:xfrm>
            <a:custGeom>
              <a:avLst/>
              <a:pathLst>
                <a:path w="208488" h="124262">
                  <a:moveTo>
                    <a:pt x="0" y="124262"/>
                  </a:moveTo>
                  <a:lnTo>
                    <a:pt x="143502" y="0"/>
                  </a:lnTo>
                  <a:lnTo>
                    <a:pt x="208488" y="91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11381644" y="5683634"/>
              <a:ext cx="134255" cy="532950"/>
            </a:xfrm>
            <a:custGeom>
              <a:avLst/>
              <a:pathLst>
                <a:path w="134255" h="532950">
                  <a:moveTo>
                    <a:pt x="0" y="532950"/>
                  </a:moveTo>
                  <a:lnTo>
                    <a:pt x="1342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11040075" y="6070958"/>
              <a:ext cx="277449" cy="132075"/>
            </a:xfrm>
            <a:custGeom>
              <a:avLst/>
              <a:pathLst>
                <a:path w="277449" h="132075">
                  <a:moveTo>
                    <a:pt x="0" y="132075"/>
                  </a:moveTo>
                  <a:lnTo>
                    <a:pt x="139283" y="35579"/>
                  </a:lnTo>
                  <a:lnTo>
                    <a:pt x="2774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11185934" y="6065824"/>
              <a:ext cx="175780" cy="227664"/>
            </a:xfrm>
            <a:custGeom>
              <a:avLst/>
              <a:pathLst>
                <a:path w="175780" h="227664">
                  <a:moveTo>
                    <a:pt x="0" y="0"/>
                  </a:moveTo>
                  <a:lnTo>
                    <a:pt x="175780" y="2276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11040075" y="5996214"/>
              <a:ext cx="210787" cy="114365"/>
            </a:xfrm>
            <a:custGeom>
              <a:avLst/>
              <a:pathLst>
                <a:path w="210787" h="114365">
                  <a:moveTo>
                    <a:pt x="0" y="114365"/>
                  </a:moveTo>
                  <a:lnTo>
                    <a:pt x="2107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11040075" y="6017165"/>
              <a:ext cx="809817" cy="220739"/>
            </a:xfrm>
            <a:custGeom>
              <a:avLst/>
              <a:pathLst>
                <a:path w="809817" h="220739">
                  <a:moveTo>
                    <a:pt x="0" y="220739"/>
                  </a:moveTo>
                  <a:lnTo>
                    <a:pt x="208366" y="68206"/>
                  </a:lnTo>
                  <a:lnTo>
                    <a:pt x="339977" y="108376"/>
                  </a:lnTo>
                  <a:lnTo>
                    <a:pt x="475388" y="63818"/>
                  </a:lnTo>
                  <a:lnTo>
                    <a:pt x="691202" y="20489"/>
                  </a:lnTo>
                  <a:lnTo>
                    <a:pt x="8098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11040075" y="6080585"/>
              <a:ext cx="148734" cy="91888"/>
            </a:xfrm>
            <a:custGeom>
              <a:avLst/>
              <a:pathLst>
                <a:path w="148734" h="91888">
                  <a:moveTo>
                    <a:pt x="0" y="91888"/>
                  </a:moveTo>
                  <a:lnTo>
                    <a:pt x="1487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11248896" y="6133630"/>
              <a:ext cx="134069" cy="10367"/>
            </a:xfrm>
            <a:custGeom>
              <a:avLst/>
              <a:pathLst>
                <a:path w="134069" h="10367">
                  <a:moveTo>
                    <a:pt x="0" y="0"/>
                  </a:moveTo>
                  <a:lnTo>
                    <a:pt x="134069" y="10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11040075" y="5771456"/>
              <a:ext cx="204456" cy="308298"/>
            </a:xfrm>
            <a:custGeom>
              <a:avLst/>
              <a:pathLst>
                <a:path w="204456" h="308298">
                  <a:moveTo>
                    <a:pt x="0" y="308298"/>
                  </a:moveTo>
                  <a:lnTo>
                    <a:pt x="2044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11380068" y="5966549"/>
              <a:ext cx="135559" cy="77748"/>
            </a:xfrm>
            <a:custGeom>
              <a:avLst/>
              <a:pathLst>
                <a:path w="135559" h="77748">
                  <a:moveTo>
                    <a:pt x="0" y="77748"/>
                  </a:moveTo>
                  <a:lnTo>
                    <a:pt x="1355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11040075" y="6258919"/>
              <a:ext cx="131636" cy="11469"/>
            </a:xfrm>
            <a:custGeom>
              <a:avLst/>
              <a:pathLst>
                <a:path w="131636" h="11469">
                  <a:moveTo>
                    <a:pt x="0" y="11469"/>
                  </a:moveTo>
                  <a:lnTo>
                    <a:pt x="1316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11040075" y="6049098"/>
              <a:ext cx="68756" cy="18213"/>
            </a:xfrm>
            <a:custGeom>
              <a:avLst/>
              <a:pathLst>
                <a:path w="68756" h="18213">
                  <a:moveTo>
                    <a:pt x="0" y="0"/>
                  </a:moveTo>
                  <a:lnTo>
                    <a:pt x="68756" y="182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11386189" y="6128862"/>
              <a:ext cx="304821" cy="120563"/>
            </a:xfrm>
            <a:custGeom>
              <a:avLst/>
              <a:pathLst>
                <a:path w="304821" h="120563">
                  <a:moveTo>
                    <a:pt x="0" y="120563"/>
                  </a:moveTo>
                  <a:lnTo>
                    <a:pt x="135559" y="97298"/>
                  </a:lnTo>
                  <a:lnTo>
                    <a:pt x="3048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11040075" y="6011449"/>
              <a:ext cx="221400" cy="124400"/>
            </a:xfrm>
            <a:custGeom>
              <a:avLst/>
              <a:pathLst>
                <a:path w="221400" h="124400">
                  <a:moveTo>
                    <a:pt x="0" y="124400"/>
                  </a:moveTo>
                  <a:lnTo>
                    <a:pt x="79739" y="40017"/>
                  </a:lnTo>
                  <a:lnTo>
                    <a:pt x="152317" y="0"/>
                  </a:lnTo>
                  <a:lnTo>
                    <a:pt x="221400" y="870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11040075" y="5928835"/>
              <a:ext cx="140851" cy="161293"/>
            </a:xfrm>
            <a:custGeom>
              <a:avLst/>
              <a:pathLst>
                <a:path w="140851" h="161293">
                  <a:moveTo>
                    <a:pt x="0" y="161293"/>
                  </a:moveTo>
                  <a:lnTo>
                    <a:pt x="1408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11040075" y="6049289"/>
              <a:ext cx="279870" cy="246783"/>
            </a:xfrm>
            <a:custGeom>
              <a:avLst/>
              <a:pathLst>
                <a:path w="279870" h="246783">
                  <a:moveTo>
                    <a:pt x="0" y="246783"/>
                  </a:moveTo>
                  <a:lnTo>
                    <a:pt x="2798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11040075" y="6173100"/>
              <a:ext cx="140435" cy="41504"/>
            </a:xfrm>
            <a:custGeom>
              <a:avLst/>
              <a:pathLst>
                <a:path w="140435" h="41504">
                  <a:moveTo>
                    <a:pt x="0" y="41504"/>
                  </a:moveTo>
                  <a:lnTo>
                    <a:pt x="140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11040075" y="6123810"/>
              <a:ext cx="147290" cy="22162"/>
            </a:xfrm>
            <a:custGeom>
              <a:avLst/>
              <a:pathLst>
                <a:path w="147290" h="22162">
                  <a:moveTo>
                    <a:pt x="0" y="22162"/>
                  </a:moveTo>
                  <a:lnTo>
                    <a:pt x="147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11040075" y="6015353"/>
              <a:ext cx="316463" cy="73395"/>
            </a:xfrm>
            <a:custGeom>
              <a:avLst/>
              <a:pathLst>
                <a:path w="316463" h="73395">
                  <a:moveTo>
                    <a:pt x="0" y="73395"/>
                  </a:moveTo>
                  <a:lnTo>
                    <a:pt x="316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11040075" y="6096963"/>
              <a:ext cx="92359" cy="77227"/>
            </a:xfrm>
            <a:custGeom>
              <a:avLst/>
              <a:pathLst>
                <a:path w="92359" h="77227">
                  <a:moveTo>
                    <a:pt x="0" y="77227"/>
                  </a:moveTo>
                  <a:lnTo>
                    <a:pt x="923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11040075" y="6597705"/>
              <a:ext cx="146714" cy="108954"/>
            </a:xfrm>
            <a:custGeom>
              <a:avLst/>
              <a:pathLst>
                <a:path w="146714" h="108954">
                  <a:moveTo>
                    <a:pt x="0" y="0"/>
                  </a:moveTo>
                  <a:lnTo>
                    <a:pt x="146714" y="1089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11040075" y="6103840"/>
              <a:ext cx="137955" cy="62496"/>
            </a:xfrm>
            <a:custGeom>
              <a:avLst/>
              <a:pathLst>
                <a:path w="137955" h="62496">
                  <a:moveTo>
                    <a:pt x="0" y="62496"/>
                  </a:moveTo>
                  <a:lnTo>
                    <a:pt x="1379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11040075" y="5909382"/>
              <a:ext cx="750230" cy="169269"/>
            </a:xfrm>
            <a:custGeom>
              <a:avLst/>
              <a:pathLst>
                <a:path w="750230" h="169269">
                  <a:moveTo>
                    <a:pt x="0" y="167141"/>
                  </a:moveTo>
                  <a:lnTo>
                    <a:pt x="68008" y="133108"/>
                  </a:lnTo>
                  <a:lnTo>
                    <a:pt x="137979" y="169269"/>
                  </a:lnTo>
                  <a:lnTo>
                    <a:pt x="341171" y="101934"/>
                  </a:lnTo>
                  <a:lnTo>
                    <a:pt x="406305" y="43562"/>
                  </a:lnTo>
                  <a:lnTo>
                    <a:pt x="470174" y="43461"/>
                  </a:lnTo>
                  <a:lnTo>
                    <a:pt x="543167" y="85013"/>
                  </a:lnTo>
                  <a:lnTo>
                    <a:pt x="610805" y="0"/>
                  </a:lnTo>
                  <a:lnTo>
                    <a:pt x="685058" y="65553"/>
                  </a:lnTo>
                  <a:lnTo>
                    <a:pt x="750230" y="1529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11040075" y="6373954"/>
              <a:ext cx="420270" cy="47552"/>
            </a:xfrm>
            <a:custGeom>
              <a:avLst/>
              <a:pathLst>
                <a:path w="420270" h="47552">
                  <a:moveTo>
                    <a:pt x="0" y="0"/>
                  </a:moveTo>
                  <a:lnTo>
                    <a:pt x="136676" y="861"/>
                  </a:lnTo>
                  <a:lnTo>
                    <a:pt x="287848" y="17457"/>
                  </a:lnTo>
                  <a:lnTo>
                    <a:pt x="420270" y="475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11040075" y="6031483"/>
              <a:ext cx="84724" cy="23671"/>
            </a:xfrm>
            <a:custGeom>
              <a:avLst/>
              <a:pathLst>
                <a:path w="84724" h="23671">
                  <a:moveTo>
                    <a:pt x="0" y="23671"/>
                  </a:moveTo>
                  <a:lnTo>
                    <a:pt x="847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11188323" y="5895658"/>
              <a:ext cx="396222" cy="256262"/>
            </a:xfrm>
            <a:custGeom>
              <a:avLst/>
              <a:pathLst>
                <a:path w="396222" h="256262">
                  <a:moveTo>
                    <a:pt x="0" y="256262"/>
                  </a:moveTo>
                  <a:lnTo>
                    <a:pt x="131435" y="224222"/>
                  </a:lnTo>
                  <a:lnTo>
                    <a:pt x="266849" y="148766"/>
                  </a:lnTo>
                  <a:lnTo>
                    <a:pt x="3962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11040075" y="6096752"/>
              <a:ext cx="222704" cy="81625"/>
            </a:xfrm>
            <a:custGeom>
              <a:avLst/>
              <a:pathLst>
                <a:path w="222704" h="81625">
                  <a:moveTo>
                    <a:pt x="0" y="81625"/>
                  </a:moveTo>
                  <a:lnTo>
                    <a:pt x="222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11040075" y="6009793"/>
              <a:ext cx="69455" cy="25112"/>
            </a:xfrm>
            <a:custGeom>
              <a:avLst/>
              <a:pathLst>
                <a:path w="69455" h="25112">
                  <a:moveTo>
                    <a:pt x="0" y="25112"/>
                  </a:moveTo>
                  <a:lnTo>
                    <a:pt x="694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11175448" y="5912522"/>
              <a:ext cx="307428" cy="172391"/>
            </a:xfrm>
            <a:custGeom>
              <a:avLst/>
              <a:pathLst>
                <a:path w="307428" h="172391">
                  <a:moveTo>
                    <a:pt x="0" y="172391"/>
                  </a:moveTo>
                  <a:lnTo>
                    <a:pt x="135559" y="92446"/>
                  </a:lnTo>
                  <a:lnTo>
                    <a:pt x="3074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11040075" y="5966927"/>
              <a:ext cx="278380" cy="198448"/>
            </a:xfrm>
            <a:custGeom>
              <a:avLst/>
              <a:pathLst>
                <a:path w="278380" h="198448">
                  <a:moveTo>
                    <a:pt x="0" y="198448"/>
                  </a:moveTo>
                  <a:lnTo>
                    <a:pt x="142855" y="68844"/>
                  </a:lnTo>
                  <a:lnTo>
                    <a:pt x="278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11040075" y="6082043"/>
              <a:ext cx="72960" cy="77214"/>
            </a:xfrm>
            <a:custGeom>
              <a:avLst/>
              <a:pathLst>
                <a:path w="72960" h="77214">
                  <a:moveTo>
                    <a:pt x="0" y="0"/>
                  </a:moveTo>
                  <a:lnTo>
                    <a:pt x="72960" y="772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11040075" y="5944011"/>
              <a:ext cx="204456" cy="133474"/>
            </a:xfrm>
            <a:custGeom>
              <a:avLst/>
              <a:pathLst>
                <a:path w="204456" h="133474">
                  <a:moveTo>
                    <a:pt x="0" y="133474"/>
                  </a:moveTo>
                  <a:lnTo>
                    <a:pt x="130216" y="16701"/>
                  </a:lnTo>
                  <a:lnTo>
                    <a:pt x="2044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11204496" y="5903015"/>
              <a:ext cx="261435" cy="249916"/>
            </a:xfrm>
            <a:custGeom>
              <a:avLst/>
              <a:pathLst>
                <a:path w="261435" h="249916">
                  <a:moveTo>
                    <a:pt x="0" y="223582"/>
                  </a:moveTo>
                  <a:lnTo>
                    <a:pt x="117124" y="249916"/>
                  </a:lnTo>
                  <a:lnTo>
                    <a:pt x="261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11040075" y="5846192"/>
              <a:ext cx="138910" cy="230182"/>
            </a:xfrm>
            <a:custGeom>
              <a:avLst/>
              <a:pathLst>
                <a:path w="138910" h="230182">
                  <a:moveTo>
                    <a:pt x="0" y="230182"/>
                  </a:moveTo>
                  <a:lnTo>
                    <a:pt x="1389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11040075" y="5981679"/>
              <a:ext cx="78089" cy="187023"/>
            </a:xfrm>
            <a:custGeom>
              <a:avLst/>
              <a:pathLst>
                <a:path w="78089" h="187023">
                  <a:moveTo>
                    <a:pt x="0" y="187023"/>
                  </a:moveTo>
                  <a:lnTo>
                    <a:pt x="780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11178064" y="6043707"/>
              <a:ext cx="282290" cy="141825"/>
            </a:xfrm>
            <a:custGeom>
              <a:avLst/>
              <a:pathLst>
                <a:path w="282290" h="141825">
                  <a:moveTo>
                    <a:pt x="0" y="141825"/>
                  </a:moveTo>
                  <a:lnTo>
                    <a:pt x="142044" y="98269"/>
                  </a:lnTo>
                  <a:lnTo>
                    <a:pt x="282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11190158" y="6112896"/>
              <a:ext cx="262925" cy="223075"/>
            </a:xfrm>
            <a:custGeom>
              <a:avLst/>
              <a:pathLst>
                <a:path w="262925" h="223075">
                  <a:moveTo>
                    <a:pt x="0" y="217259"/>
                  </a:moveTo>
                  <a:lnTo>
                    <a:pt x="129041" y="223075"/>
                  </a:lnTo>
                  <a:lnTo>
                    <a:pt x="2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11200305" y="6059890"/>
              <a:ext cx="230152" cy="58392"/>
            </a:xfrm>
            <a:custGeom>
              <a:avLst/>
              <a:pathLst>
                <a:path w="230152" h="58392">
                  <a:moveTo>
                    <a:pt x="0" y="58392"/>
                  </a:moveTo>
                  <a:lnTo>
                    <a:pt x="230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11040075" y="6175645"/>
              <a:ext cx="93453" cy="22892"/>
            </a:xfrm>
            <a:custGeom>
              <a:avLst/>
              <a:pathLst>
                <a:path w="93453" h="22892">
                  <a:moveTo>
                    <a:pt x="0" y="0"/>
                  </a:moveTo>
                  <a:lnTo>
                    <a:pt x="93453" y="228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11192405" y="6025793"/>
              <a:ext cx="267208" cy="287078"/>
            </a:xfrm>
            <a:custGeom>
              <a:avLst/>
              <a:pathLst>
                <a:path w="267208" h="287078">
                  <a:moveTo>
                    <a:pt x="0" y="17842"/>
                  </a:moveTo>
                  <a:lnTo>
                    <a:pt x="119904" y="0"/>
                  </a:lnTo>
                  <a:lnTo>
                    <a:pt x="267208" y="2870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11040075" y="6110304"/>
              <a:ext cx="82090" cy="45439"/>
            </a:xfrm>
            <a:custGeom>
              <a:avLst/>
              <a:pathLst>
                <a:path w="82090" h="45439">
                  <a:moveTo>
                    <a:pt x="0" y="45439"/>
                  </a:moveTo>
                  <a:lnTo>
                    <a:pt x="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11040075" y="6148861"/>
              <a:ext cx="143193" cy="202500"/>
            </a:xfrm>
            <a:custGeom>
              <a:avLst/>
              <a:pathLst>
                <a:path w="143193" h="202500">
                  <a:moveTo>
                    <a:pt x="0" y="202500"/>
                  </a:moveTo>
                  <a:lnTo>
                    <a:pt x="79384" y="0"/>
                  </a:lnTo>
                  <a:lnTo>
                    <a:pt x="143193" y="993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11040075" y="5958638"/>
              <a:ext cx="273539" cy="133377"/>
            </a:xfrm>
            <a:custGeom>
              <a:avLst/>
              <a:pathLst>
                <a:path w="273539" h="133377">
                  <a:moveTo>
                    <a:pt x="0" y="127188"/>
                  </a:moveTo>
                  <a:lnTo>
                    <a:pt x="68710" y="122913"/>
                  </a:lnTo>
                  <a:lnTo>
                    <a:pt x="139018" y="133377"/>
                  </a:lnTo>
                  <a:lnTo>
                    <a:pt x="197566" y="72704"/>
                  </a:lnTo>
                  <a:lnTo>
                    <a:pt x="2735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11040075" y="6028433"/>
              <a:ext cx="140812" cy="99268"/>
            </a:xfrm>
            <a:custGeom>
              <a:avLst/>
              <a:pathLst>
                <a:path w="140812" h="99268">
                  <a:moveTo>
                    <a:pt x="0" y="99268"/>
                  </a:moveTo>
                  <a:lnTo>
                    <a:pt x="73179" y="85756"/>
                  </a:lnTo>
                  <a:lnTo>
                    <a:pt x="140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11171632" y="6221413"/>
              <a:ext cx="164074" cy="60227"/>
            </a:xfrm>
            <a:custGeom>
              <a:avLst/>
              <a:pathLst>
                <a:path w="164074" h="60227">
                  <a:moveTo>
                    <a:pt x="0" y="60227"/>
                  </a:moveTo>
                  <a:lnTo>
                    <a:pt x="1640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11040075" y="5997576"/>
              <a:ext cx="218939" cy="33358"/>
            </a:xfrm>
            <a:custGeom>
              <a:avLst/>
              <a:pathLst>
                <a:path w="218939" h="33358">
                  <a:moveTo>
                    <a:pt x="0" y="33358"/>
                  </a:moveTo>
                  <a:lnTo>
                    <a:pt x="71672" y="32999"/>
                  </a:lnTo>
                  <a:lnTo>
                    <a:pt x="145969" y="0"/>
                  </a:lnTo>
                  <a:lnTo>
                    <a:pt x="218939" y="301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11040075" y="6008245"/>
              <a:ext cx="310918" cy="174905"/>
            </a:xfrm>
            <a:custGeom>
              <a:avLst/>
              <a:pathLst>
                <a:path w="310918" h="174905">
                  <a:moveTo>
                    <a:pt x="0" y="174905"/>
                  </a:moveTo>
                  <a:lnTo>
                    <a:pt x="131600" y="132240"/>
                  </a:lnTo>
                  <a:lnTo>
                    <a:pt x="3109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11040075" y="5891161"/>
              <a:ext cx="136490" cy="221089"/>
            </a:xfrm>
            <a:custGeom>
              <a:avLst/>
              <a:pathLst>
                <a:path w="136490" h="221089">
                  <a:moveTo>
                    <a:pt x="0" y="221089"/>
                  </a:moveTo>
                  <a:lnTo>
                    <a:pt x="1364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11040075" y="6051230"/>
              <a:ext cx="425958" cy="219491"/>
            </a:xfrm>
            <a:custGeom>
              <a:avLst/>
              <a:pathLst>
                <a:path w="425958" h="219491">
                  <a:moveTo>
                    <a:pt x="0" y="219491"/>
                  </a:moveTo>
                  <a:lnTo>
                    <a:pt x="148509" y="159743"/>
                  </a:lnTo>
                  <a:lnTo>
                    <a:pt x="312558" y="99294"/>
                  </a:lnTo>
                  <a:lnTo>
                    <a:pt x="4259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11040075" y="6155784"/>
              <a:ext cx="418026" cy="118727"/>
            </a:xfrm>
            <a:custGeom>
              <a:avLst/>
              <a:pathLst>
                <a:path w="418026" h="118727">
                  <a:moveTo>
                    <a:pt x="0" y="87691"/>
                  </a:moveTo>
                  <a:lnTo>
                    <a:pt x="140577" y="118727"/>
                  </a:lnTo>
                  <a:lnTo>
                    <a:pt x="418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11040075" y="6495113"/>
              <a:ext cx="377499" cy="83212"/>
            </a:xfrm>
            <a:custGeom>
              <a:avLst/>
              <a:pathLst>
                <a:path w="377499" h="83212">
                  <a:moveTo>
                    <a:pt x="0" y="0"/>
                  </a:moveTo>
                  <a:lnTo>
                    <a:pt x="377499" y="832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11040075" y="5701404"/>
              <a:ext cx="475470" cy="458936"/>
            </a:xfrm>
            <a:custGeom>
              <a:avLst/>
              <a:pathLst>
                <a:path w="475470" h="458936">
                  <a:moveTo>
                    <a:pt x="0" y="458936"/>
                  </a:moveTo>
                  <a:lnTo>
                    <a:pt x="208448" y="448910"/>
                  </a:lnTo>
                  <a:lnTo>
                    <a:pt x="349035" y="0"/>
                  </a:lnTo>
                  <a:lnTo>
                    <a:pt x="475470" y="12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11312496" y="6258358"/>
              <a:ext cx="211904" cy="99093"/>
            </a:xfrm>
            <a:custGeom>
              <a:avLst/>
              <a:pathLst>
                <a:path w="211904" h="99093">
                  <a:moveTo>
                    <a:pt x="0" y="99093"/>
                  </a:moveTo>
                  <a:lnTo>
                    <a:pt x="2119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11388909" y="6142263"/>
              <a:ext cx="138098" cy="4602"/>
            </a:xfrm>
            <a:custGeom>
              <a:avLst/>
              <a:pathLst>
                <a:path w="138098" h="4602">
                  <a:moveTo>
                    <a:pt x="0" y="0"/>
                  </a:moveTo>
                  <a:lnTo>
                    <a:pt x="138098" y="46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11394055" y="6129634"/>
              <a:ext cx="131648" cy="101129"/>
            </a:xfrm>
            <a:custGeom>
              <a:avLst/>
              <a:pathLst>
                <a:path w="131648" h="101129">
                  <a:moveTo>
                    <a:pt x="0" y="101129"/>
                  </a:moveTo>
                  <a:lnTo>
                    <a:pt x="1316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11040075" y="6101898"/>
              <a:ext cx="352863" cy="334679"/>
            </a:xfrm>
            <a:custGeom>
              <a:avLst/>
              <a:pathLst>
                <a:path w="352863" h="334679">
                  <a:moveTo>
                    <a:pt x="0" y="301116"/>
                  </a:moveTo>
                  <a:lnTo>
                    <a:pt x="82117" y="334679"/>
                  </a:lnTo>
                  <a:lnTo>
                    <a:pt x="217784" y="218753"/>
                  </a:lnTo>
                  <a:lnTo>
                    <a:pt x="352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11040075" y="6238927"/>
              <a:ext cx="273166" cy="7278"/>
            </a:xfrm>
            <a:custGeom>
              <a:avLst/>
              <a:pathLst>
                <a:path w="273166" h="7278">
                  <a:moveTo>
                    <a:pt x="0" y="0"/>
                  </a:moveTo>
                  <a:lnTo>
                    <a:pt x="273166" y="72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11040075" y="6327739"/>
              <a:ext cx="273534" cy="49715"/>
            </a:xfrm>
            <a:custGeom>
              <a:avLst/>
              <a:pathLst>
                <a:path w="273534" h="49715">
                  <a:moveTo>
                    <a:pt x="0" y="0"/>
                  </a:moveTo>
                  <a:lnTo>
                    <a:pt x="136950" y="37365"/>
                  </a:lnTo>
                  <a:lnTo>
                    <a:pt x="273534" y="497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11040075" y="6046438"/>
              <a:ext cx="301284" cy="109149"/>
            </a:xfrm>
            <a:custGeom>
              <a:avLst/>
              <a:pathLst>
                <a:path w="301284" h="109149">
                  <a:moveTo>
                    <a:pt x="0" y="109149"/>
                  </a:moveTo>
                  <a:lnTo>
                    <a:pt x="301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11040075" y="5821355"/>
              <a:ext cx="147104" cy="264217"/>
            </a:xfrm>
            <a:custGeom>
              <a:avLst/>
              <a:pathLst>
                <a:path w="147104" h="264217">
                  <a:moveTo>
                    <a:pt x="0" y="264217"/>
                  </a:moveTo>
                  <a:lnTo>
                    <a:pt x="1471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11040075" y="5968413"/>
              <a:ext cx="153807" cy="181184"/>
            </a:xfrm>
            <a:custGeom>
              <a:avLst/>
              <a:pathLst>
                <a:path w="153807" h="181184">
                  <a:moveTo>
                    <a:pt x="0" y="181184"/>
                  </a:move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11040075" y="6166484"/>
              <a:ext cx="137607" cy="4706"/>
            </a:xfrm>
            <a:custGeom>
              <a:avLst/>
              <a:pathLst>
                <a:path w="137607" h="4706">
                  <a:moveTo>
                    <a:pt x="0" y="4706"/>
                  </a:moveTo>
                  <a:lnTo>
                    <a:pt x="1376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11040075" y="6291319"/>
              <a:ext cx="272049" cy="330966"/>
            </a:xfrm>
            <a:custGeom>
              <a:avLst/>
              <a:pathLst>
                <a:path w="272049" h="330966">
                  <a:moveTo>
                    <a:pt x="0" y="330966"/>
                  </a:moveTo>
                  <a:lnTo>
                    <a:pt x="139469" y="249280"/>
                  </a:lnTo>
                  <a:lnTo>
                    <a:pt x="2720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11223767" y="6064306"/>
              <a:ext cx="356868" cy="75519"/>
            </a:xfrm>
            <a:custGeom>
              <a:avLst/>
              <a:pathLst>
                <a:path w="356868" h="75519">
                  <a:moveTo>
                    <a:pt x="0" y="75519"/>
                  </a:moveTo>
                  <a:lnTo>
                    <a:pt x="91149" y="69082"/>
                  </a:lnTo>
                  <a:lnTo>
                    <a:pt x="226708" y="34282"/>
                  </a:lnTo>
                  <a:lnTo>
                    <a:pt x="3568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11040075" y="5939729"/>
              <a:ext cx="211444" cy="121581"/>
            </a:xfrm>
            <a:custGeom>
              <a:avLst/>
              <a:pathLst>
                <a:path w="211444" h="121581">
                  <a:moveTo>
                    <a:pt x="0" y="121581"/>
                  </a:moveTo>
                  <a:lnTo>
                    <a:pt x="211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11380331" y="6169155"/>
              <a:ext cx="340890" cy="193929"/>
            </a:xfrm>
            <a:custGeom>
              <a:avLst/>
              <a:pathLst>
                <a:path w="340890" h="193929">
                  <a:moveTo>
                    <a:pt x="0" y="193929"/>
                  </a:moveTo>
                  <a:lnTo>
                    <a:pt x="136807" y="162207"/>
                  </a:lnTo>
                  <a:lnTo>
                    <a:pt x="3408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11040075" y="6031352"/>
              <a:ext cx="217490" cy="350293"/>
            </a:xfrm>
            <a:custGeom>
              <a:avLst/>
              <a:pathLst>
                <a:path w="217490" h="350293">
                  <a:moveTo>
                    <a:pt x="0" y="350293"/>
                  </a:moveTo>
                  <a:lnTo>
                    <a:pt x="2174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11318827" y="5921135"/>
              <a:ext cx="294021" cy="166911"/>
            </a:xfrm>
            <a:custGeom>
              <a:avLst/>
              <a:pathLst>
                <a:path w="294021" h="166911">
                  <a:moveTo>
                    <a:pt x="0" y="157823"/>
                  </a:moveTo>
                  <a:lnTo>
                    <a:pt x="144683" y="166911"/>
                  </a:lnTo>
                  <a:lnTo>
                    <a:pt x="2940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11040075" y="6048225"/>
              <a:ext cx="144310" cy="44878"/>
            </a:xfrm>
            <a:custGeom>
              <a:avLst/>
              <a:pathLst>
                <a:path w="144310" h="44878">
                  <a:moveTo>
                    <a:pt x="0" y="0"/>
                  </a:moveTo>
                  <a:lnTo>
                    <a:pt x="144310" y="44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11040075" y="6146552"/>
              <a:ext cx="153807" cy="87506"/>
            </a:xfrm>
            <a:custGeom>
              <a:avLst/>
              <a:pathLst>
                <a:path w="153807" h="87506">
                  <a:moveTo>
                    <a:pt x="0" y="87506"/>
                  </a:move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11040075" y="5981489"/>
              <a:ext cx="690443" cy="385823"/>
            </a:xfrm>
            <a:custGeom>
              <a:avLst/>
              <a:pathLst>
                <a:path w="690443" h="385823">
                  <a:moveTo>
                    <a:pt x="0" y="278356"/>
                  </a:moveTo>
                  <a:lnTo>
                    <a:pt x="75041" y="188218"/>
                  </a:lnTo>
                  <a:lnTo>
                    <a:pt x="135559" y="385823"/>
                  </a:lnTo>
                  <a:lnTo>
                    <a:pt x="216931" y="190253"/>
                  </a:lnTo>
                  <a:lnTo>
                    <a:pt x="282477" y="181742"/>
                  </a:lnTo>
                  <a:lnTo>
                    <a:pt x="476518" y="47125"/>
                  </a:lnTo>
                  <a:lnTo>
                    <a:pt x="607037" y="45210"/>
                  </a:lnTo>
                  <a:lnTo>
                    <a:pt x="6904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11040075" y="5868234"/>
              <a:ext cx="545960" cy="438690"/>
            </a:xfrm>
            <a:custGeom>
              <a:avLst/>
              <a:pathLst>
                <a:path w="545960" h="438690">
                  <a:moveTo>
                    <a:pt x="0" y="413443"/>
                  </a:moveTo>
                  <a:lnTo>
                    <a:pt x="129228" y="177048"/>
                  </a:lnTo>
                  <a:lnTo>
                    <a:pt x="275214" y="414360"/>
                  </a:lnTo>
                  <a:lnTo>
                    <a:pt x="410401" y="438690"/>
                  </a:lnTo>
                  <a:lnTo>
                    <a:pt x="5459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11040075" y="6079464"/>
              <a:ext cx="205927" cy="129072"/>
            </a:xfrm>
            <a:custGeom>
              <a:avLst/>
              <a:pathLst>
                <a:path w="205927" h="129072">
                  <a:moveTo>
                    <a:pt x="0" y="129072"/>
                  </a:moveTo>
                  <a:lnTo>
                    <a:pt x="205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11040075" y="6144978"/>
              <a:ext cx="144209" cy="48665"/>
            </a:xfrm>
            <a:custGeom>
              <a:avLst/>
              <a:pathLst>
                <a:path w="144209" h="48665">
                  <a:moveTo>
                    <a:pt x="0" y="48665"/>
                  </a:moveTo>
                  <a:lnTo>
                    <a:pt x="1442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11040075" y="6144645"/>
              <a:ext cx="162797" cy="103937"/>
            </a:xfrm>
            <a:custGeom>
              <a:avLst/>
              <a:pathLst>
                <a:path w="162797" h="103937">
                  <a:moveTo>
                    <a:pt x="0" y="103937"/>
                  </a:moveTo>
                  <a:lnTo>
                    <a:pt x="1627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11040075" y="5979791"/>
              <a:ext cx="158853" cy="164251"/>
            </a:xfrm>
            <a:custGeom>
              <a:avLst/>
              <a:pathLst>
                <a:path w="158853" h="164251">
                  <a:moveTo>
                    <a:pt x="0" y="164251"/>
                  </a:moveTo>
                  <a:lnTo>
                    <a:pt x="1588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11725691" y="5919588"/>
              <a:ext cx="135186" cy="264374"/>
            </a:xfrm>
            <a:custGeom>
              <a:avLst/>
              <a:pathLst>
                <a:path w="135186" h="264374">
                  <a:moveTo>
                    <a:pt x="0" y="264374"/>
                  </a:moveTo>
                  <a:lnTo>
                    <a:pt x="1351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11040075" y="5789193"/>
              <a:ext cx="76560" cy="241451"/>
            </a:xfrm>
            <a:custGeom>
              <a:avLst/>
              <a:pathLst>
                <a:path w="76560" h="241451">
                  <a:moveTo>
                    <a:pt x="0" y="241451"/>
                  </a:moveTo>
                  <a:lnTo>
                    <a:pt x="765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11040075" y="6139217"/>
              <a:ext cx="125131" cy="138505"/>
            </a:xfrm>
            <a:custGeom>
              <a:avLst/>
              <a:pathLst>
                <a:path w="125131" h="138505">
                  <a:moveTo>
                    <a:pt x="0" y="138505"/>
                  </a:moveTo>
                  <a:lnTo>
                    <a:pt x="125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11211758" y="5969540"/>
              <a:ext cx="509277" cy="180097"/>
            </a:xfrm>
            <a:custGeom>
              <a:avLst/>
              <a:pathLst>
                <a:path w="509277" h="180097">
                  <a:moveTo>
                    <a:pt x="0" y="180097"/>
                  </a:moveTo>
                  <a:lnTo>
                    <a:pt x="112283" y="66988"/>
                  </a:lnTo>
                  <a:lnTo>
                    <a:pt x="246538" y="121393"/>
                  </a:lnTo>
                  <a:lnTo>
                    <a:pt x="378932" y="0"/>
                  </a:lnTo>
                  <a:lnTo>
                    <a:pt x="509277" y="377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11040075" y="6235856"/>
              <a:ext cx="308359" cy="253680"/>
            </a:xfrm>
            <a:custGeom>
              <a:avLst/>
              <a:pathLst>
                <a:path w="308359" h="253680">
                  <a:moveTo>
                    <a:pt x="0" y="253680"/>
                  </a:moveTo>
                  <a:lnTo>
                    <a:pt x="149897" y="164335"/>
                  </a:lnTo>
                  <a:lnTo>
                    <a:pt x="3083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11180677" y="5925557"/>
              <a:ext cx="282663" cy="202055"/>
            </a:xfrm>
            <a:custGeom>
              <a:avLst/>
              <a:pathLst>
                <a:path w="282663" h="202055">
                  <a:moveTo>
                    <a:pt x="0" y="202055"/>
                  </a:moveTo>
                  <a:lnTo>
                    <a:pt x="177128" y="64749"/>
                  </a:lnTo>
                  <a:lnTo>
                    <a:pt x="282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11040075" y="5955002"/>
              <a:ext cx="136684" cy="83447"/>
            </a:xfrm>
            <a:custGeom>
              <a:avLst/>
              <a:pathLst>
                <a:path w="136684" h="83447">
                  <a:moveTo>
                    <a:pt x="0" y="83447"/>
                  </a:moveTo>
                  <a:lnTo>
                    <a:pt x="68904" y="34461"/>
                  </a:lnTo>
                  <a:lnTo>
                    <a:pt x="136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11223767" y="5929601"/>
              <a:ext cx="373812" cy="303609"/>
            </a:xfrm>
            <a:custGeom>
              <a:avLst/>
              <a:pathLst>
                <a:path w="373812" h="303609">
                  <a:moveTo>
                    <a:pt x="0" y="127250"/>
                  </a:moveTo>
                  <a:lnTo>
                    <a:pt x="88542" y="180725"/>
                  </a:lnTo>
                  <a:lnTo>
                    <a:pt x="239737" y="0"/>
                  </a:lnTo>
                  <a:lnTo>
                    <a:pt x="373812" y="3036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11040075" y="6010806"/>
              <a:ext cx="136653" cy="133676"/>
            </a:xfrm>
            <a:custGeom>
              <a:avLst/>
              <a:pathLst>
                <a:path w="136653" h="133676">
                  <a:moveTo>
                    <a:pt x="0" y="133676"/>
                  </a:moveTo>
                  <a:lnTo>
                    <a:pt x="1366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11040075" y="5970553"/>
              <a:ext cx="234435" cy="250282"/>
            </a:xfrm>
            <a:custGeom>
              <a:avLst/>
              <a:pathLst>
                <a:path w="234435" h="250282">
                  <a:moveTo>
                    <a:pt x="0" y="250282"/>
                  </a:moveTo>
                  <a:lnTo>
                    <a:pt x="234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11040075" y="5976107"/>
              <a:ext cx="205200" cy="122582"/>
            </a:xfrm>
            <a:custGeom>
              <a:avLst/>
              <a:pathLst>
                <a:path w="205200" h="122582">
                  <a:moveTo>
                    <a:pt x="0" y="122582"/>
                  </a:moveTo>
                  <a:lnTo>
                    <a:pt x="205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11380090" y="6119182"/>
              <a:ext cx="283594" cy="193153"/>
            </a:xfrm>
            <a:custGeom>
              <a:avLst/>
              <a:pathLst>
                <a:path w="283594" h="193153">
                  <a:moveTo>
                    <a:pt x="0" y="193153"/>
                  </a:moveTo>
                  <a:lnTo>
                    <a:pt x="160153" y="77137"/>
                  </a:lnTo>
                  <a:lnTo>
                    <a:pt x="283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11040075" y="6045200"/>
              <a:ext cx="282663" cy="218359"/>
            </a:xfrm>
            <a:custGeom>
              <a:avLst/>
              <a:pathLst>
                <a:path w="282663" h="218359">
                  <a:moveTo>
                    <a:pt x="0" y="0"/>
                  </a:moveTo>
                  <a:lnTo>
                    <a:pt x="147269" y="170341"/>
                  </a:lnTo>
                  <a:lnTo>
                    <a:pt x="282663" y="2183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11040075" y="6069072"/>
              <a:ext cx="205759" cy="64655"/>
            </a:xfrm>
            <a:custGeom>
              <a:avLst/>
              <a:pathLst>
                <a:path w="205759" h="64655">
                  <a:moveTo>
                    <a:pt x="0" y="64655"/>
                  </a:moveTo>
                  <a:lnTo>
                    <a:pt x="68968" y="0"/>
                  </a:lnTo>
                  <a:lnTo>
                    <a:pt x="136676" y="38786"/>
                  </a:lnTo>
                  <a:lnTo>
                    <a:pt x="205759" y="533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11040075" y="5885046"/>
              <a:ext cx="264414" cy="178184"/>
            </a:xfrm>
            <a:custGeom>
              <a:avLst/>
              <a:pathLst>
                <a:path w="264414" h="178184">
                  <a:moveTo>
                    <a:pt x="0" y="178184"/>
                  </a:moveTo>
                  <a:lnTo>
                    <a:pt x="138422" y="0"/>
                  </a:lnTo>
                  <a:lnTo>
                    <a:pt x="264414" y="768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11040075" y="5811041"/>
              <a:ext cx="282290" cy="225499"/>
            </a:xfrm>
            <a:custGeom>
              <a:avLst/>
              <a:pathLst>
                <a:path w="282290" h="225499">
                  <a:moveTo>
                    <a:pt x="0" y="225499"/>
                  </a:moveTo>
                  <a:lnTo>
                    <a:pt x="282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11040075" y="5920773"/>
              <a:ext cx="361728" cy="221551"/>
            </a:xfrm>
            <a:custGeom>
              <a:avLst/>
              <a:pathLst>
                <a:path w="361728" h="221551">
                  <a:moveTo>
                    <a:pt x="0" y="221551"/>
                  </a:moveTo>
                  <a:lnTo>
                    <a:pt x="361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11040075" y="6283573"/>
              <a:ext cx="144310" cy="8869"/>
            </a:xfrm>
            <a:custGeom>
              <a:avLst/>
              <a:pathLst>
                <a:path w="144310" h="8869">
                  <a:moveTo>
                    <a:pt x="0" y="0"/>
                  </a:moveTo>
                  <a:lnTo>
                    <a:pt x="144310" y="88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11381722" y="6326619"/>
              <a:ext cx="273166" cy="237405"/>
            </a:xfrm>
            <a:custGeom>
              <a:avLst/>
              <a:pathLst>
                <a:path w="273166" h="237405">
                  <a:moveTo>
                    <a:pt x="0" y="0"/>
                  </a:moveTo>
                  <a:lnTo>
                    <a:pt x="135559" y="237405"/>
                  </a:lnTo>
                  <a:lnTo>
                    <a:pt x="273166" y="214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11040075" y="6133588"/>
              <a:ext cx="355470" cy="365132"/>
            </a:xfrm>
            <a:custGeom>
              <a:avLst/>
              <a:pathLst>
                <a:path w="355470" h="365132">
                  <a:moveTo>
                    <a:pt x="0" y="206215"/>
                  </a:moveTo>
                  <a:lnTo>
                    <a:pt x="147104" y="365132"/>
                  </a:lnTo>
                  <a:lnTo>
                    <a:pt x="3554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11040075" y="5991665"/>
              <a:ext cx="214883" cy="44680"/>
            </a:xfrm>
            <a:custGeom>
              <a:avLst/>
              <a:pathLst>
                <a:path w="214883" h="44680">
                  <a:moveTo>
                    <a:pt x="0" y="44680"/>
                  </a:moveTo>
                  <a:lnTo>
                    <a:pt x="2148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11040075" y="5928684"/>
              <a:ext cx="958224" cy="262174"/>
            </a:xfrm>
            <a:custGeom>
              <a:avLst/>
              <a:pathLst>
                <a:path w="958224" h="262174">
                  <a:moveTo>
                    <a:pt x="0" y="262174"/>
                  </a:moveTo>
                  <a:lnTo>
                    <a:pt x="9679" y="259526"/>
                  </a:lnTo>
                  <a:lnTo>
                    <a:pt x="19358" y="256878"/>
                  </a:lnTo>
                  <a:lnTo>
                    <a:pt x="29037" y="254230"/>
                  </a:lnTo>
                  <a:lnTo>
                    <a:pt x="38716" y="251582"/>
                  </a:lnTo>
                  <a:lnTo>
                    <a:pt x="48395" y="248933"/>
                  </a:lnTo>
                  <a:lnTo>
                    <a:pt x="58074" y="246285"/>
                  </a:lnTo>
                  <a:lnTo>
                    <a:pt x="67753" y="243637"/>
                  </a:lnTo>
                  <a:lnTo>
                    <a:pt x="77432" y="240989"/>
                  </a:lnTo>
                  <a:lnTo>
                    <a:pt x="87111" y="238340"/>
                  </a:lnTo>
                  <a:lnTo>
                    <a:pt x="96790" y="235692"/>
                  </a:lnTo>
                  <a:lnTo>
                    <a:pt x="106469" y="233044"/>
                  </a:lnTo>
                  <a:lnTo>
                    <a:pt x="116148" y="230396"/>
                  </a:lnTo>
                  <a:lnTo>
                    <a:pt x="125827" y="227747"/>
                  </a:lnTo>
                  <a:lnTo>
                    <a:pt x="135506" y="225099"/>
                  </a:lnTo>
                  <a:lnTo>
                    <a:pt x="145185" y="222451"/>
                  </a:lnTo>
                  <a:lnTo>
                    <a:pt x="154864" y="219803"/>
                  </a:lnTo>
                  <a:lnTo>
                    <a:pt x="164543" y="217155"/>
                  </a:lnTo>
                  <a:lnTo>
                    <a:pt x="174222" y="214506"/>
                  </a:lnTo>
                  <a:lnTo>
                    <a:pt x="183901" y="211858"/>
                  </a:lnTo>
                  <a:lnTo>
                    <a:pt x="193580" y="209210"/>
                  </a:lnTo>
                  <a:lnTo>
                    <a:pt x="203259" y="206562"/>
                  </a:lnTo>
                  <a:lnTo>
                    <a:pt x="212938" y="203913"/>
                  </a:lnTo>
                  <a:lnTo>
                    <a:pt x="222617" y="201265"/>
                  </a:lnTo>
                  <a:lnTo>
                    <a:pt x="232296" y="198617"/>
                  </a:lnTo>
                  <a:lnTo>
                    <a:pt x="241975" y="195969"/>
                  </a:lnTo>
                  <a:lnTo>
                    <a:pt x="251654" y="193320"/>
                  </a:lnTo>
                  <a:lnTo>
                    <a:pt x="261334" y="190672"/>
                  </a:lnTo>
                  <a:lnTo>
                    <a:pt x="271013" y="188024"/>
                  </a:lnTo>
                  <a:lnTo>
                    <a:pt x="280692" y="185376"/>
                  </a:lnTo>
                  <a:lnTo>
                    <a:pt x="290371" y="182728"/>
                  </a:lnTo>
                  <a:lnTo>
                    <a:pt x="300050" y="180079"/>
                  </a:lnTo>
                  <a:lnTo>
                    <a:pt x="309729" y="177431"/>
                  </a:lnTo>
                  <a:lnTo>
                    <a:pt x="319408" y="174783"/>
                  </a:lnTo>
                  <a:lnTo>
                    <a:pt x="329087" y="172135"/>
                  </a:lnTo>
                  <a:lnTo>
                    <a:pt x="338766" y="169486"/>
                  </a:lnTo>
                  <a:lnTo>
                    <a:pt x="348445" y="166838"/>
                  </a:lnTo>
                  <a:lnTo>
                    <a:pt x="358124" y="164190"/>
                  </a:lnTo>
                  <a:lnTo>
                    <a:pt x="367803" y="161542"/>
                  </a:lnTo>
                  <a:lnTo>
                    <a:pt x="377482" y="158893"/>
                  </a:lnTo>
                  <a:lnTo>
                    <a:pt x="387161" y="156245"/>
                  </a:lnTo>
                  <a:lnTo>
                    <a:pt x="396840" y="153597"/>
                  </a:lnTo>
                  <a:lnTo>
                    <a:pt x="406519" y="150949"/>
                  </a:lnTo>
                  <a:lnTo>
                    <a:pt x="416198" y="148301"/>
                  </a:lnTo>
                  <a:lnTo>
                    <a:pt x="425877" y="145652"/>
                  </a:lnTo>
                  <a:lnTo>
                    <a:pt x="435556" y="143004"/>
                  </a:lnTo>
                  <a:lnTo>
                    <a:pt x="445235" y="140356"/>
                  </a:lnTo>
                  <a:lnTo>
                    <a:pt x="454914" y="137708"/>
                  </a:lnTo>
                  <a:lnTo>
                    <a:pt x="464593" y="135059"/>
                  </a:lnTo>
                  <a:lnTo>
                    <a:pt x="474272" y="132411"/>
                  </a:lnTo>
                  <a:lnTo>
                    <a:pt x="483951" y="129763"/>
                  </a:lnTo>
                  <a:lnTo>
                    <a:pt x="493630" y="127115"/>
                  </a:lnTo>
                  <a:lnTo>
                    <a:pt x="503309" y="124466"/>
                  </a:lnTo>
                  <a:lnTo>
                    <a:pt x="512988" y="121818"/>
                  </a:lnTo>
                  <a:lnTo>
                    <a:pt x="522668" y="119170"/>
                  </a:lnTo>
                  <a:lnTo>
                    <a:pt x="532347" y="116522"/>
                  </a:lnTo>
                  <a:lnTo>
                    <a:pt x="542026" y="113873"/>
                  </a:lnTo>
                  <a:lnTo>
                    <a:pt x="551705" y="111225"/>
                  </a:lnTo>
                  <a:lnTo>
                    <a:pt x="561384" y="108577"/>
                  </a:lnTo>
                  <a:lnTo>
                    <a:pt x="571063" y="105929"/>
                  </a:lnTo>
                  <a:lnTo>
                    <a:pt x="580742" y="103281"/>
                  </a:lnTo>
                  <a:lnTo>
                    <a:pt x="590421" y="100632"/>
                  </a:lnTo>
                  <a:lnTo>
                    <a:pt x="600100" y="97984"/>
                  </a:lnTo>
                  <a:lnTo>
                    <a:pt x="609779" y="95336"/>
                  </a:lnTo>
                  <a:lnTo>
                    <a:pt x="619458" y="92688"/>
                  </a:lnTo>
                  <a:lnTo>
                    <a:pt x="629137" y="90039"/>
                  </a:lnTo>
                  <a:lnTo>
                    <a:pt x="638816" y="87391"/>
                  </a:lnTo>
                  <a:lnTo>
                    <a:pt x="648495" y="84743"/>
                  </a:lnTo>
                  <a:lnTo>
                    <a:pt x="658174" y="82095"/>
                  </a:lnTo>
                  <a:lnTo>
                    <a:pt x="667853" y="79446"/>
                  </a:lnTo>
                  <a:lnTo>
                    <a:pt x="677532" y="76798"/>
                  </a:lnTo>
                  <a:lnTo>
                    <a:pt x="687211" y="74150"/>
                  </a:lnTo>
                  <a:lnTo>
                    <a:pt x="696890" y="71502"/>
                  </a:lnTo>
                  <a:lnTo>
                    <a:pt x="706569" y="68854"/>
                  </a:lnTo>
                  <a:lnTo>
                    <a:pt x="716248" y="66205"/>
                  </a:lnTo>
                  <a:lnTo>
                    <a:pt x="725927" y="63557"/>
                  </a:lnTo>
                  <a:lnTo>
                    <a:pt x="735606" y="60909"/>
                  </a:lnTo>
                  <a:lnTo>
                    <a:pt x="745285" y="58261"/>
                  </a:lnTo>
                  <a:lnTo>
                    <a:pt x="754964" y="55612"/>
                  </a:lnTo>
                  <a:lnTo>
                    <a:pt x="764643" y="52964"/>
                  </a:lnTo>
                  <a:lnTo>
                    <a:pt x="774322" y="50316"/>
                  </a:lnTo>
                  <a:lnTo>
                    <a:pt x="784002" y="47668"/>
                  </a:lnTo>
                  <a:lnTo>
                    <a:pt x="793681" y="45019"/>
                  </a:lnTo>
                  <a:lnTo>
                    <a:pt x="803360" y="42371"/>
                  </a:lnTo>
                  <a:lnTo>
                    <a:pt x="813039" y="39723"/>
                  </a:lnTo>
                  <a:lnTo>
                    <a:pt x="822718" y="37075"/>
                  </a:lnTo>
                  <a:lnTo>
                    <a:pt x="832397" y="34427"/>
                  </a:lnTo>
                  <a:lnTo>
                    <a:pt x="842076" y="31778"/>
                  </a:lnTo>
                  <a:lnTo>
                    <a:pt x="851755" y="29130"/>
                  </a:lnTo>
                  <a:lnTo>
                    <a:pt x="861434" y="26482"/>
                  </a:lnTo>
                  <a:lnTo>
                    <a:pt x="871113" y="23834"/>
                  </a:lnTo>
                  <a:lnTo>
                    <a:pt x="880792" y="21185"/>
                  </a:lnTo>
                  <a:lnTo>
                    <a:pt x="890471" y="18537"/>
                  </a:lnTo>
                  <a:lnTo>
                    <a:pt x="900150" y="15889"/>
                  </a:lnTo>
                  <a:lnTo>
                    <a:pt x="909829" y="13241"/>
                  </a:lnTo>
                  <a:lnTo>
                    <a:pt x="919508" y="10592"/>
                  </a:lnTo>
                  <a:lnTo>
                    <a:pt x="929187" y="7944"/>
                  </a:lnTo>
                  <a:lnTo>
                    <a:pt x="938866" y="5296"/>
                  </a:lnTo>
                  <a:lnTo>
                    <a:pt x="948545" y="2648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72" name="tx2172"/>
            <p:cNvSpPr/>
            <p:nvPr/>
          </p:nvSpPr>
          <p:spPr>
            <a:xfrm>
              <a:off x="10983943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0.084 Z/year</a:t>
              </a:r>
            </a:p>
          </p:txBody>
        </p:sp>
        <p:sp>
          <p:nvSpPr>
            <p:cNvPr id="2173" name="rc2173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tx2174"/>
            <p:cNvSpPr/>
            <p:nvPr/>
          </p:nvSpPr>
          <p:spPr>
            <a:xfrm>
              <a:off x="10830161" y="6710403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175" name="tx2175"/>
            <p:cNvSpPr/>
            <p:nvPr/>
          </p:nvSpPr>
          <p:spPr>
            <a:xfrm>
              <a:off x="10830161" y="6491428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176" name="tx2176"/>
            <p:cNvSpPr/>
            <p:nvPr/>
          </p:nvSpPr>
          <p:spPr>
            <a:xfrm>
              <a:off x="10830161" y="627103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177" name="tx2177"/>
            <p:cNvSpPr/>
            <p:nvPr/>
          </p:nvSpPr>
          <p:spPr>
            <a:xfrm>
              <a:off x="10867378" y="60492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78" name="tx2178"/>
            <p:cNvSpPr/>
            <p:nvPr/>
          </p:nvSpPr>
          <p:spPr>
            <a:xfrm>
              <a:off x="10867378" y="5830244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179" name="tx2179"/>
            <p:cNvSpPr/>
            <p:nvPr/>
          </p:nvSpPr>
          <p:spPr>
            <a:xfrm>
              <a:off x="10867378" y="560984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180" name="tx2180"/>
            <p:cNvSpPr/>
            <p:nvPr/>
          </p:nvSpPr>
          <p:spPr>
            <a:xfrm>
              <a:off x="10867378" y="5388036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181" name="pl2181"/>
            <p:cNvSpPr/>
            <p:nvPr/>
          </p:nvSpPr>
          <p:spPr>
            <a:xfrm>
              <a:off x="10957369" y="67521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10957369" y="65317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10957369" y="63113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10957369" y="6090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10957369" y="58705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10957369" y="56501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10957369" y="54297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1104007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11379904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1171973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tx2191"/>
            <p:cNvSpPr/>
            <p:nvPr/>
          </p:nvSpPr>
          <p:spPr>
            <a:xfrm>
              <a:off x="11008997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92" name="tx2192"/>
            <p:cNvSpPr/>
            <p:nvPr/>
          </p:nvSpPr>
          <p:spPr>
            <a:xfrm>
              <a:off x="11348826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93" name="tx2193"/>
            <p:cNvSpPr/>
            <p:nvPr/>
          </p:nvSpPr>
          <p:spPr>
            <a:xfrm>
              <a:off x="11657577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94" name="tx2194"/>
            <p:cNvSpPr/>
            <p:nvPr/>
          </p:nvSpPr>
          <p:spPr>
            <a:xfrm>
              <a:off x="10898006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195" name="tx2195"/>
            <p:cNvSpPr/>
            <p:nvPr/>
          </p:nvSpPr>
          <p:spPr>
            <a:xfrm rot="-5400000">
              <a:off x="9911729" y="60277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pTau181 (Z)</a:t>
              </a:r>
            </a:p>
          </p:txBody>
        </p:sp>
        <p:sp>
          <p:nvSpPr>
            <p:cNvPr id="2196" name="rc2196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10992163" y="836685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10992163" y="804350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10992163" y="772015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10992163" y="739679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1120998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11549818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1188964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10992163" y="852853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10992163" y="820517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10992163" y="788182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10992163" y="755847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110400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11379904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1171973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11015249" y="781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11197546" y="7939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11015249" y="8008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11085478" y="8460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11159746" y="8460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11015249" y="7601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11198755" y="764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11287298" y="753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11425464" y="764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11015249" y="766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11160969" y="7550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11015249" y="7852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11015249" y="7392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11015249" y="8070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11146452" y="8076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11015249" y="7628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11096063" y="7864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11257740" y="7766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11015249" y="793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11150531" y="786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11015249" y="7507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11093413" y="7805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11015249" y="7989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11179856" y="816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11015249" y="8063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11505161" y="810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11634203" y="805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11770693" y="7757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11093403" y="795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11166769" y="7965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11015249" y="800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11158611" y="838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11436061" y="8347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11015249" y="7774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11153042" y="7513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11015249" y="7405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11252291" y="7668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11015249" y="7678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11015249" y="8052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11015249" y="8084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11161219" y="827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11300519" y="7728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11015249" y="752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11087125" y="7577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11015249" y="770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11088242" y="7680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11015249" y="7830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11157069" y="7927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11438428" y="774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11015249" y="7615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11087253" y="7666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11015249" y="768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11064780" y="7699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11015249" y="7776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11128463" y="78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11015249" y="7619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11015249" y="780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11096435" y="7892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11015249" y="807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11100650" y="7964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11163470" y="7947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11015249" y="7531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11290464" y="7535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1015249" y="777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11078513" y="776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11163983" y="7941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11226549" y="7972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11015249" y="7963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11084182" y="7862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11015249" y="7965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11361819" y="7562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11497154" y="8275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1015249" y="7840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11153133" y="783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11015249" y="7966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11098516" y="7926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11168870" y="786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11239443" y="7845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11359237" y="7815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11015249" y="7973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11015249" y="799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11084332" y="8136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11015249" y="7692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11015249" y="8024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11088242" y="8156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11015249" y="767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11145594" y="7591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1286181" y="7717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11355264" y="7524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11423043" y="7797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11015249" y="8062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11143359" y="8006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11297912" y="7976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11015249" y="7911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11086194" y="7792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11152587" y="7688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11015249" y="797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11497526" y="8088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11831955" y="7920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11015249" y="7789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11223243" y="8300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11152019" y="7901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11163470" y="7906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11294188" y="7814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11435706" y="7750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11015249" y="806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11015249" y="7516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11159932" y="752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11294933" y="8158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11433099" y="8256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11080421" y="8004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11147828" y="8045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11015249" y="7939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11015249" y="8064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11180601" y="7764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11214491" y="7879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11361704" y="8093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11564934" y="8290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11015249" y="779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11152227" y="804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11015249" y="7878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11097739" y="7881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11015249" y="793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11015249" y="7983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11085635" y="7968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11154975" y="778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11222684" y="7988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11311319" y="7928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11015249" y="7894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11219332" y="7915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11355947" y="7958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11015249" y="7784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11253967" y="769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11015249" y="7503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11084268" y="7769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11015249" y="7800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11155194" y="7859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11015249" y="794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1235346" y="7867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11308339" y="795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11355183" y="7941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11162423" y="8058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11291767" y="8098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11015249" y="796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1362799" y="796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11498358" y="7833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11015249" y="789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11085821" y="7830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11169056" y="7725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11015249" y="7958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11294933" y="7728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11375084" y="777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11489788" y="7916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11666499" y="7473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11015249" y="795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11162353" y="783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11229387" y="763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11364388" y="806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11155920" y="7824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11015249" y="7996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11158097" y="7664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11287112" y="7654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11158461" y="7984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11226222" y="7944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11015249" y="7998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11015249" y="781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11094752" y="8028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11015249" y="8035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11015249" y="7690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11093145" y="749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11152002" y="7832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11358693" y="7784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11486803" y="7894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11619196" y="7851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11015249" y="7749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11084478" y="7721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11152670" y="775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11395523" y="761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11015249" y="7660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11209277" y="777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11292698" y="78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11355264" y="7797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11229946" y="798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1450416" y="7934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11291395" y="7921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11454310" y="780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11561023" y="752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11015249" y="7821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11093412" y="7832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11161191" y="7897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11219771" y="803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11015249" y="7651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11089359" y="7641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1159617" y="7480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11015249" y="8057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11075480" y="8110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11167839" y="806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11371177" y="7803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11503944" y="7838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11015249" y="7779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11088614" y="7873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11015249" y="8076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11155973" y="8084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11319650" y="783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11015249" y="7689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11093452" y="7682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11182091" y="7755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11299215" y="7599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11434774" y="7780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11620424" y="7812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11707010" y="7917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11361055" y="802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1501083" y="8003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11677049" y="7968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11768291" y="794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11015249" y="7817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11088614" y="783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11153601" y="7725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11287484" y="747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11424347" y="7497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11015249" y="7944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11100718" y="7946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11015249" y="795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11254712" y="7794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11015249" y="8018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11153287" y="7967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11292683" y="8015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11425523" y="7797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11292512" y="7918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11422851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11015249" y="7823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11089702" y="7929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11159932" y="7938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11015249" y="7762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11083028" y="7725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11153318" y="746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11223801" y="7618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1301822" y="7717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11015249" y="7681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11085635" y="7661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11174123" y="760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11242050" y="775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11312250" y="7845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11015249" y="7882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11170330" y="7734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11277057" y="7888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11424347" y="8349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11559720" y="8268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11015249" y="7967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11221046" y="8044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11347108" y="7951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11497005" y="770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11642434" y="8329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11766634" y="8258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11015249" y="7923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11085399" y="7912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11015249" y="7709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11015249" y="7942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11146430" y="786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11361595" y="7811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11628617" y="7911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11624326" y="7442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11015249" y="801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11146452" y="7911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11015249" y="7861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11085771" y="782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11287484" y="7747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11015249" y="7982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11084518" y="7924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11162529" y="7930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11015249" y="8037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11015249" y="7974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11015249" y="804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11234229" y="7981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11361701" y="8002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11494733" y="8040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11632822" y="796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11015249" y="7744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11096970" y="7775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11015249" y="7660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11086008" y="7730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11155091" y="7576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11015249" y="795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11077026" y="7957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11161937" y="800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11015249" y="7878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11222125" y="839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11175573" y="7858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11299215" y="7849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11369602" y="7893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11015249" y="8013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11153228" y="8011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11015249" y="7813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11015249" y="783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11015249" y="8000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11092152" y="7882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11217715" y="7662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11015249" y="7849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11160960" y="7955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11289897" y="7939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11366906" y="786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11015249" y="7978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11015249" y="792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1083297" y="7436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11155277" y="7666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1161054" y="801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11295283" y="8038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11476304" y="7932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11015249" y="7944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11092050" y="7989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11015249" y="7416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11097366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11015249" y="7880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11095819" y="7926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1172966" y="7959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11304615" y="7848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1165332" y="7898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11363175" y="7870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11157369" y="8063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11296422" y="7939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11432946" y="781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11573872" y="7759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11015249" y="8009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11256574" y="8194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11489706" y="8379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11287484" y="763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11434761" y="7705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11631410" y="8393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11015249" y="7962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11152516" y="7759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1015249" y="7909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11279663" y="7859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11015249" y="7729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11083906" y="7840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11015249" y="77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11218239" y="7565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11015249" y="7852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11015249" y="8069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11150655" y="836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11320071" y="8375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11353897" y="7578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11486849" y="7392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11623153" y="8240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11015249" y="786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11498830" y="7757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11015249" y="7411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11235346" y="7332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11015249" y="7814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11152428" y="7687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11221380" y="7524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11294001" y="7616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11355636" y="764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11015249" y="7721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11152062" y="8240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11293983" y="823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11433422" y="8146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11015249" y="77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11088242" y="790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11015249" y="805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11099973" y="834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11410195" y="8066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11367699" y="7558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11501251" y="8335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11155835" y="795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11288788" y="786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11429002" y="8506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11015249" y="7900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11015249" y="8025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11015249" y="748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11219382" y="743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11428493" y="8194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11015249" y="775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11096053" y="7754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11180601" y="766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11155501" y="7713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11236091" y="7682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11446133" y="7939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1015249" y="798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11163798" y="771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11015249" y="8065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11015249" y="7761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11157697" y="8332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11300705" y="831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11015249" y="8057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11157266" y="8182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11151809" y="7911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11293629" y="796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11574989" y="7973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11015249" y="7968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152087" y="80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1309619" y="7860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437544" y="785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015249" y="7940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165332" y="794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300519" y="7730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456747" y="747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366830" y="7817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484120" y="7499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661203" y="8278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015249" y="7732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067897" y="7584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231622" y="7722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364458" y="7734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015249" y="7892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081675" y="7993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157276" y="7865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1241058" y="7859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333242" y="790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231063" y="7731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015249" y="8030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11040075" y="7837268"/>
              <a:ext cx="182297" cy="127453"/>
            </a:xfrm>
            <a:custGeom>
              <a:avLst/>
              <a:pathLst>
                <a:path w="182297" h="127453">
                  <a:moveTo>
                    <a:pt x="0" y="0"/>
                  </a:moveTo>
                  <a:lnTo>
                    <a:pt x="182297" y="1274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11040075" y="8033127"/>
              <a:ext cx="144497" cy="452340"/>
            </a:xfrm>
            <a:custGeom>
              <a:avLst/>
              <a:pathLst>
                <a:path w="144497" h="452340">
                  <a:moveTo>
                    <a:pt x="0" y="0"/>
                  </a:moveTo>
                  <a:lnTo>
                    <a:pt x="70229" y="452340"/>
                  </a:lnTo>
                  <a:lnTo>
                    <a:pt x="144497" y="452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11040075" y="7559529"/>
              <a:ext cx="410215" cy="106346"/>
            </a:xfrm>
            <a:custGeom>
              <a:avLst/>
              <a:pathLst>
                <a:path w="410215" h="106346">
                  <a:moveTo>
                    <a:pt x="0" y="66984"/>
                  </a:moveTo>
                  <a:lnTo>
                    <a:pt x="183506" y="106293"/>
                  </a:lnTo>
                  <a:lnTo>
                    <a:pt x="272049" y="0"/>
                  </a:lnTo>
                  <a:lnTo>
                    <a:pt x="410215" y="1063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11040075" y="7575502"/>
              <a:ext cx="145720" cy="112104"/>
            </a:xfrm>
            <a:custGeom>
              <a:avLst/>
              <a:pathLst>
                <a:path w="145720" h="112104">
                  <a:moveTo>
                    <a:pt x="0" y="112104"/>
                  </a:moveTo>
                  <a:lnTo>
                    <a:pt x="1457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11040075" y="8095228"/>
              <a:ext cx="131203" cy="6187"/>
            </a:xfrm>
            <a:custGeom>
              <a:avLst/>
              <a:pathLst>
                <a:path w="131203" h="6187">
                  <a:moveTo>
                    <a:pt x="0" y="0"/>
                  </a:moveTo>
                  <a:lnTo>
                    <a:pt x="131203" y="61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11040075" y="7653365"/>
              <a:ext cx="242491" cy="236049"/>
            </a:xfrm>
            <a:custGeom>
              <a:avLst/>
              <a:pathLst>
                <a:path w="242491" h="236049">
                  <a:moveTo>
                    <a:pt x="0" y="0"/>
                  </a:moveTo>
                  <a:lnTo>
                    <a:pt x="80814" y="236049"/>
                  </a:lnTo>
                  <a:lnTo>
                    <a:pt x="242491" y="1384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11040075" y="7894518"/>
              <a:ext cx="135282" cy="69153"/>
            </a:xfrm>
            <a:custGeom>
              <a:avLst/>
              <a:pathLst>
                <a:path w="135282" h="69153">
                  <a:moveTo>
                    <a:pt x="0" y="69153"/>
                  </a:moveTo>
                  <a:lnTo>
                    <a:pt x="135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11040075" y="7531958"/>
              <a:ext cx="78163" cy="298560"/>
            </a:xfrm>
            <a:custGeom>
              <a:avLst/>
              <a:pathLst>
                <a:path w="78163" h="298560">
                  <a:moveTo>
                    <a:pt x="0" y="0"/>
                  </a:moveTo>
                  <a:lnTo>
                    <a:pt x="78163" y="2985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11040075" y="8013917"/>
              <a:ext cx="164607" cy="174608"/>
            </a:xfrm>
            <a:custGeom>
              <a:avLst/>
              <a:pathLst>
                <a:path w="164607" h="174608">
                  <a:moveTo>
                    <a:pt x="0" y="0"/>
                  </a:moveTo>
                  <a:lnTo>
                    <a:pt x="164607" y="1746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11529987" y="7782553"/>
              <a:ext cx="265532" cy="348497"/>
            </a:xfrm>
            <a:custGeom>
              <a:avLst/>
              <a:pathLst>
                <a:path w="265532" h="348497">
                  <a:moveTo>
                    <a:pt x="0" y="348497"/>
                  </a:moveTo>
                  <a:lnTo>
                    <a:pt x="129041" y="301644"/>
                  </a:lnTo>
                  <a:lnTo>
                    <a:pt x="2655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11118229" y="7981731"/>
              <a:ext cx="73365" cy="8131"/>
            </a:xfrm>
            <a:custGeom>
              <a:avLst/>
              <a:pathLst>
                <a:path w="73365" h="8131">
                  <a:moveTo>
                    <a:pt x="0" y="0"/>
                  </a:moveTo>
                  <a:lnTo>
                    <a:pt x="73365" y="81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11040075" y="8034596"/>
              <a:ext cx="143362" cy="376969"/>
            </a:xfrm>
            <a:custGeom>
              <a:avLst/>
              <a:pathLst>
                <a:path w="143362" h="376969">
                  <a:moveTo>
                    <a:pt x="0" y="0"/>
                  </a:moveTo>
                  <a:lnTo>
                    <a:pt x="143362" y="3769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11040075" y="7537949"/>
              <a:ext cx="137793" cy="261036"/>
            </a:xfrm>
            <a:custGeom>
              <a:avLst/>
              <a:pathLst>
                <a:path w="137793" h="261036">
                  <a:moveTo>
                    <a:pt x="0" y="261036"/>
                  </a:moveTo>
                  <a:lnTo>
                    <a:pt x="1377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11040075" y="7430253"/>
              <a:ext cx="237042" cy="263032"/>
            </a:xfrm>
            <a:custGeom>
              <a:avLst/>
              <a:pathLst>
                <a:path w="237042" h="263032">
                  <a:moveTo>
                    <a:pt x="0" y="0"/>
                  </a:moveTo>
                  <a:lnTo>
                    <a:pt x="237042" y="2630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11040075" y="7752896"/>
              <a:ext cx="285270" cy="545341"/>
            </a:xfrm>
            <a:custGeom>
              <a:avLst/>
              <a:pathLst>
                <a:path w="285270" h="545341">
                  <a:moveTo>
                    <a:pt x="0" y="356261"/>
                  </a:moveTo>
                  <a:lnTo>
                    <a:pt x="145970" y="545341"/>
                  </a:lnTo>
                  <a:lnTo>
                    <a:pt x="285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11040075" y="7552296"/>
              <a:ext cx="71876" cy="50197"/>
            </a:xfrm>
            <a:custGeom>
              <a:avLst/>
              <a:pathLst>
                <a:path w="71876" h="50197">
                  <a:moveTo>
                    <a:pt x="0" y="0"/>
                  </a:moveTo>
                  <a:lnTo>
                    <a:pt x="71876" y="501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11040075" y="7705643"/>
              <a:ext cx="72993" cy="22929"/>
            </a:xfrm>
            <a:custGeom>
              <a:avLst/>
              <a:pathLst>
                <a:path w="72993" h="22929">
                  <a:moveTo>
                    <a:pt x="0" y="22929"/>
                  </a:moveTo>
                  <a:lnTo>
                    <a:pt x="729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11040075" y="7772088"/>
              <a:ext cx="423179" cy="180206"/>
            </a:xfrm>
            <a:custGeom>
              <a:avLst/>
              <a:pathLst>
                <a:path w="423179" h="180206">
                  <a:moveTo>
                    <a:pt x="0" y="82960"/>
                  </a:moveTo>
                  <a:lnTo>
                    <a:pt x="141820" y="180206"/>
                  </a:lnTo>
                  <a:lnTo>
                    <a:pt x="4231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11040075" y="7640527"/>
              <a:ext cx="72004" cy="51283"/>
            </a:xfrm>
            <a:custGeom>
              <a:avLst/>
              <a:pathLst>
                <a:path w="72004" h="51283">
                  <a:moveTo>
                    <a:pt x="0" y="0"/>
                  </a:moveTo>
                  <a:lnTo>
                    <a:pt x="72004" y="512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11040075" y="7707570"/>
              <a:ext cx="49531" cy="16331"/>
            </a:xfrm>
            <a:custGeom>
              <a:avLst/>
              <a:pathLst>
                <a:path w="49531" h="16331">
                  <a:moveTo>
                    <a:pt x="0" y="0"/>
                  </a:moveTo>
                  <a:lnTo>
                    <a:pt x="49531" y="163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11040075" y="7801547"/>
              <a:ext cx="113214" cy="91793"/>
            </a:xfrm>
            <a:custGeom>
              <a:avLst/>
              <a:pathLst>
                <a:path w="113214" h="91793">
                  <a:moveTo>
                    <a:pt x="0" y="0"/>
                  </a:moveTo>
                  <a:lnTo>
                    <a:pt x="113214" y="917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11040075" y="7831900"/>
              <a:ext cx="81186" cy="85592"/>
            </a:xfrm>
            <a:custGeom>
              <a:avLst/>
              <a:pathLst>
                <a:path w="81186" h="85592">
                  <a:moveTo>
                    <a:pt x="0" y="0"/>
                  </a:moveTo>
                  <a:lnTo>
                    <a:pt x="81186" y="855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11040075" y="7972672"/>
              <a:ext cx="148221" cy="124402"/>
            </a:xfrm>
            <a:custGeom>
              <a:avLst/>
              <a:pathLst>
                <a:path w="148221" h="124402">
                  <a:moveTo>
                    <a:pt x="0" y="124402"/>
                  </a:moveTo>
                  <a:lnTo>
                    <a:pt x="85401" y="16395"/>
                  </a:lnTo>
                  <a:lnTo>
                    <a:pt x="1482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11040075" y="7556225"/>
              <a:ext cx="275214" cy="4496"/>
            </a:xfrm>
            <a:custGeom>
              <a:avLst/>
              <a:pathLst>
                <a:path w="275214" h="4496">
                  <a:moveTo>
                    <a:pt x="0" y="0"/>
                  </a:moveTo>
                  <a:lnTo>
                    <a:pt x="275214" y="44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11040075" y="7794762"/>
              <a:ext cx="211299" cy="202810"/>
            </a:xfrm>
            <a:custGeom>
              <a:avLst/>
              <a:pathLst>
                <a:path w="211299" h="202810">
                  <a:moveTo>
                    <a:pt x="0" y="186"/>
                  </a:moveTo>
                  <a:lnTo>
                    <a:pt x="63264" y="0"/>
                  </a:lnTo>
                  <a:lnTo>
                    <a:pt x="148734" y="171838"/>
                  </a:lnTo>
                  <a:lnTo>
                    <a:pt x="211299" y="2028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11040075" y="7887220"/>
              <a:ext cx="68932" cy="100639"/>
            </a:xfrm>
            <a:custGeom>
              <a:avLst/>
              <a:pathLst>
                <a:path w="68932" h="100639">
                  <a:moveTo>
                    <a:pt x="0" y="100639"/>
                  </a:moveTo>
                  <a:lnTo>
                    <a:pt x="689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11386645" y="7587327"/>
              <a:ext cx="135334" cy="713418"/>
            </a:xfrm>
            <a:custGeom>
              <a:avLst/>
              <a:pathLst>
                <a:path w="135334" h="713418">
                  <a:moveTo>
                    <a:pt x="0" y="0"/>
                  </a:moveTo>
                  <a:lnTo>
                    <a:pt x="135334" y="7134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11040075" y="7840612"/>
              <a:ext cx="343988" cy="150899"/>
            </a:xfrm>
            <a:custGeom>
              <a:avLst/>
              <a:pathLst>
                <a:path w="343988" h="150899">
                  <a:moveTo>
                    <a:pt x="0" y="150899"/>
                  </a:moveTo>
                  <a:lnTo>
                    <a:pt x="83267" y="110441"/>
                  </a:lnTo>
                  <a:lnTo>
                    <a:pt x="153621" y="53299"/>
                  </a:lnTo>
                  <a:lnTo>
                    <a:pt x="224194" y="29966"/>
                  </a:lnTo>
                  <a:lnTo>
                    <a:pt x="3439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11040075" y="8021755"/>
              <a:ext cx="69083" cy="139851"/>
            </a:xfrm>
            <a:custGeom>
              <a:avLst/>
              <a:pathLst>
                <a:path w="69083" h="139851">
                  <a:moveTo>
                    <a:pt x="0" y="0"/>
                  </a:moveTo>
                  <a:lnTo>
                    <a:pt x="69083" y="1398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11040075" y="8049709"/>
              <a:ext cx="72993" cy="131457"/>
            </a:xfrm>
            <a:custGeom>
              <a:avLst/>
              <a:pathLst>
                <a:path w="72993" h="131457">
                  <a:moveTo>
                    <a:pt x="0" y="0"/>
                  </a:moveTo>
                  <a:lnTo>
                    <a:pt x="72993" y="1314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11040075" y="7549575"/>
              <a:ext cx="407794" cy="272370"/>
            </a:xfrm>
            <a:custGeom>
              <a:avLst/>
              <a:pathLst>
                <a:path w="407794" h="272370">
                  <a:moveTo>
                    <a:pt x="0" y="146101"/>
                  </a:moveTo>
                  <a:lnTo>
                    <a:pt x="130345" y="66961"/>
                  </a:lnTo>
                  <a:lnTo>
                    <a:pt x="270932" y="193007"/>
                  </a:lnTo>
                  <a:lnTo>
                    <a:pt x="340015" y="0"/>
                  </a:lnTo>
                  <a:lnTo>
                    <a:pt x="407794" y="2723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11040075" y="8001326"/>
              <a:ext cx="282663" cy="85518"/>
            </a:xfrm>
            <a:custGeom>
              <a:avLst/>
              <a:pathLst>
                <a:path w="282663" h="85518">
                  <a:moveTo>
                    <a:pt x="0" y="85518"/>
                  </a:moveTo>
                  <a:lnTo>
                    <a:pt x="128110" y="29919"/>
                  </a:lnTo>
                  <a:lnTo>
                    <a:pt x="282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11040075" y="7713362"/>
              <a:ext cx="137338" cy="223413"/>
            </a:xfrm>
            <a:custGeom>
              <a:avLst/>
              <a:pathLst>
                <a:path w="137338" h="223413">
                  <a:moveTo>
                    <a:pt x="0" y="223413"/>
                  </a:moveTo>
                  <a:lnTo>
                    <a:pt x="70945" y="103465"/>
                  </a:lnTo>
                  <a:lnTo>
                    <a:pt x="1373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11040075" y="7814566"/>
              <a:ext cx="207993" cy="510632"/>
            </a:xfrm>
            <a:custGeom>
              <a:avLst/>
              <a:pathLst>
                <a:path w="207993" h="510632">
                  <a:moveTo>
                    <a:pt x="0" y="0"/>
                  </a:moveTo>
                  <a:lnTo>
                    <a:pt x="207993" y="5106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11188296" y="7775679"/>
              <a:ext cx="272235" cy="155865"/>
            </a:xfrm>
            <a:custGeom>
              <a:avLst/>
              <a:pathLst>
                <a:path w="272235" h="155865">
                  <a:moveTo>
                    <a:pt x="0" y="155865"/>
                  </a:moveTo>
                  <a:lnTo>
                    <a:pt x="130717" y="63999"/>
                  </a:lnTo>
                  <a:lnTo>
                    <a:pt x="2722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11040075" y="7541456"/>
              <a:ext cx="417850" cy="739944"/>
            </a:xfrm>
            <a:custGeom>
              <a:avLst/>
              <a:pathLst>
                <a:path w="417850" h="739944">
                  <a:moveTo>
                    <a:pt x="0" y="0"/>
                  </a:moveTo>
                  <a:lnTo>
                    <a:pt x="144683" y="5445"/>
                  </a:lnTo>
                  <a:lnTo>
                    <a:pt x="279683" y="641468"/>
                  </a:lnTo>
                  <a:lnTo>
                    <a:pt x="417850" y="7399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11105247" y="8029769"/>
              <a:ext cx="67407" cy="40318"/>
            </a:xfrm>
            <a:custGeom>
              <a:avLst/>
              <a:pathLst>
                <a:path w="67407" h="40318">
                  <a:moveTo>
                    <a:pt x="0" y="0"/>
                  </a:moveTo>
                  <a:lnTo>
                    <a:pt x="67407" y="403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11040075" y="7789130"/>
              <a:ext cx="165352" cy="300444"/>
            </a:xfrm>
            <a:custGeom>
              <a:avLst/>
              <a:pathLst>
                <a:path w="165352" h="300444">
                  <a:moveTo>
                    <a:pt x="0" y="300444"/>
                  </a:moveTo>
                  <a:lnTo>
                    <a:pt x="165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11239317" y="7904783"/>
              <a:ext cx="350442" cy="410895"/>
            </a:xfrm>
            <a:custGeom>
              <a:avLst/>
              <a:pathLst>
                <a:path w="350442" h="410895">
                  <a:moveTo>
                    <a:pt x="0" y="0"/>
                  </a:moveTo>
                  <a:lnTo>
                    <a:pt x="147212" y="213725"/>
                  </a:lnTo>
                  <a:lnTo>
                    <a:pt x="350442" y="410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11040075" y="7822166"/>
              <a:ext cx="136978" cy="248939"/>
            </a:xfrm>
            <a:custGeom>
              <a:avLst/>
              <a:pathLst>
                <a:path w="136978" h="248939">
                  <a:moveTo>
                    <a:pt x="0" y="0"/>
                  </a:moveTo>
                  <a:lnTo>
                    <a:pt x="136978" y="2489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11040075" y="7903636"/>
              <a:ext cx="82489" cy="3074"/>
            </a:xfrm>
            <a:custGeom>
              <a:avLst/>
              <a:pathLst>
                <a:path w="82489" h="3074">
                  <a:moveTo>
                    <a:pt x="0" y="0"/>
                  </a:moveTo>
                  <a:lnTo>
                    <a:pt x="82489" y="30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11040075" y="7807811"/>
              <a:ext cx="296070" cy="205752"/>
            </a:xfrm>
            <a:custGeom>
              <a:avLst/>
              <a:pathLst>
                <a:path w="296070" h="205752">
                  <a:moveTo>
                    <a:pt x="0" y="200032"/>
                  </a:moveTo>
                  <a:lnTo>
                    <a:pt x="70386" y="185074"/>
                  </a:lnTo>
                  <a:lnTo>
                    <a:pt x="139726" y="0"/>
                  </a:lnTo>
                  <a:lnTo>
                    <a:pt x="207435" y="205752"/>
                  </a:lnTo>
                  <a:lnTo>
                    <a:pt x="296070" y="1457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11040075" y="7918854"/>
              <a:ext cx="340697" cy="63983"/>
            </a:xfrm>
            <a:custGeom>
              <a:avLst/>
              <a:pathLst>
                <a:path w="340697" h="63983">
                  <a:moveTo>
                    <a:pt x="0" y="0"/>
                  </a:moveTo>
                  <a:lnTo>
                    <a:pt x="204083" y="21783"/>
                  </a:lnTo>
                  <a:lnTo>
                    <a:pt x="340697" y="639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11040075" y="7716985"/>
              <a:ext cx="238718" cy="91927"/>
            </a:xfrm>
            <a:custGeom>
              <a:avLst/>
              <a:pathLst>
                <a:path w="238718" h="91927">
                  <a:moveTo>
                    <a:pt x="0" y="91927"/>
                  </a:moveTo>
                  <a:lnTo>
                    <a:pt x="2387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11040075" y="7528427"/>
              <a:ext cx="69019" cy="266007"/>
            </a:xfrm>
            <a:custGeom>
              <a:avLst/>
              <a:pathLst>
                <a:path w="69019" h="266007">
                  <a:moveTo>
                    <a:pt x="0" y="0"/>
                  </a:moveTo>
                  <a:lnTo>
                    <a:pt x="69019" y="2660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11040075" y="7825369"/>
              <a:ext cx="139945" cy="58908"/>
            </a:xfrm>
            <a:custGeom>
              <a:avLst/>
              <a:pathLst>
                <a:path w="139945" h="58908">
                  <a:moveTo>
                    <a:pt x="0" y="0"/>
                  </a:moveTo>
                  <a:lnTo>
                    <a:pt x="139945" y="589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11040075" y="7892006"/>
              <a:ext cx="339934" cy="83217"/>
            </a:xfrm>
            <a:custGeom>
              <a:avLst/>
              <a:pathLst>
                <a:path w="339934" h="83217">
                  <a:moveTo>
                    <a:pt x="0" y="79208"/>
                  </a:moveTo>
                  <a:lnTo>
                    <a:pt x="220097" y="0"/>
                  </a:lnTo>
                  <a:lnTo>
                    <a:pt x="293090" y="83217"/>
                  </a:lnTo>
                  <a:lnTo>
                    <a:pt x="339934" y="740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11187249" y="8082907"/>
              <a:ext cx="129344" cy="39997"/>
            </a:xfrm>
            <a:custGeom>
              <a:avLst/>
              <a:pathLst>
                <a:path w="129344" h="39997">
                  <a:moveTo>
                    <a:pt x="0" y="0"/>
                  </a:moveTo>
                  <a:lnTo>
                    <a:pt x="129344" y="399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11387625" y="7857966"/>
              <a:ext cx="135559" cy="131833"/>
            </a:xfrm>
            <a:custGeom>
              <a:avLst/>
              <a:pathLst>
                <a:path w="135559" h="131833">
                  <a:moveTo>
                    <a:pt x="0" y="131833"/>
                  </a:moveTo>
                  <a:lnTo>
                    <a:pt x="1355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11040075" y="7750002"/>
              <a:ext cx="153807" cy="165932"/>
            </a:xfrm>
            <a:custGeom>
              <a:avLst/>
              <a:pathLst>
                <a:path w="153807" h="165932">
                  <a:moveTo>
                    <a:pt x="0" y="165932"/>
                  </a:moveTo>
                  <a:lnTo>
                    <a:pt x="70572" y="104824"/>
                  </a:ln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11399910" y="7497906"/>
              <a:ext cx="291415" cy="442994"/>
            </a:xfrm>
            <a:custGeom>
              <a:avLst/>
              <a:pathLst>
                <a:path w="291415" h="442994">
                  <a:moveTo>
                    <a:pt x="0" y="300864"/>
                  </a:moveTo>
                  <a:lnTo>
                    <a:pt x="114703" y="442994"/>
                  </a:lnTo>
                  <a:lnTo>
                    <a:pt x="291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11040075" y="7656852"/>
              <a:ext cx="349139" cy="437912"/>
            </a:xfrm>
            <a:custGeom>
              <a:avLst/>
              <a:pathLst>
                <a:path w="349139" h="437912">
                  <a:moveTo>
                    <a:pt x="0" y="324633"/>
                  </a:moveTo>
                  <a:lnTo>
                    <a:pt x="147104" y="199538"/>
                  </a:lnTo>
                  <a:lnTo>
                    <a:pt x="214138" y="0"/>
                  </a:lnTo>
                  <a:lnTo>
                    <a:pt x="349139" y="4379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11040075" y="7678962"/>
              <a:ext cx="271863" cy="342702"/>
            </a:xfrm>
            <a:custGeom>
              <a:avLst/>
              <a:pathLst>
                <a:path w="271863" h="342702">
                  <a:moveTo>
                    <a:pt x="0" y="342702"/>
                  </a:moveTo>
                  <a:lnTo>
                    <a:pt x="142848" y="10005"/>
                  </a:lnTo>
                  <a:lnTo>
                    <a:pt x="271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11183287" y="7969295"/>
              <a:ext cx="67761" cy="40056"/>
            </a:xfrm>
            <a:custGeom>
              <a:avLst/>
              <a:pathLst>
                <a:path w="67761" h="40056">
                  <a:moveTo>
                    <a:pt x="0" y="40056"/>
                  </a:moveTo>
                  <a:lnTo>
                    <a:pt x="67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11040075" y="7835692"/>
              <a:ext cx="79503" cy="217381"/>
            </a:xfrm>
            <a:custGeom>
              <a:avLst/>
              <a:pathLst>
                <a:path w="79503" h="217381">
                  <a:moveTo>
                    <a:pt x="0" y="0"/>
                  </a:moveTo>
                  <a:lnTo>
                    <a:pt x="79503" y="217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11040075" y="7519882"/>
              <a:ext cx="77896" cy="195381"/>
            </a:xfrm>
            <a:custGeom>
              <a:avLst/>
              <a:pathLst>
                <a:path w="77896" h="195381">
                  <a:moveTo>
                    <a:pt x="0" y="195381"/>
                  </a:moveTo>
                  <a:lnTo>
                    <a:pt x="778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11176828" y="7808884"/>
              <a:ext cx="206690" cy="48278"/>
            </a:xfrm>
            <a:custGeom>
              <a:avLst/>
              <a:pathLst>
                <a:path w="206690" h="48278">
                  <a:moveTo>
                    <a:pt x="0" y="48278"/>
                  </a:moveTo>
                  <a:lnTo>
                    <a:pt x="2066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11511629" y="7876721"/>
              <a:ext cx="132393" cy="42947"/>
            </a:xfrm>
            <a:custGeom>
              <a:avLst/>
              <a:pathLst>
                <a:path w="132393" h="42947">
                  <a:moveTo>
                    <a:pt x="0" y="42947"/>
                  </a:moveTo>
                  <a:lnTo>
                    <a:pt x="1323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11040075" y="7635311"/>
              <a:ext cx="380274" cy="144682"/>
            </a:xfrm>
            <a:custGeom>
              <a:avLst/>
              <a:pathLst>
                <a:path w="380274" h="144682">
                  <a:moveTo>
                    <a:pt x="0" y="139092"/>
                  </a:moveTo>
                  <a:lnTo>
                    <a:pt x="69229" y="110698"/>
                  </a:lnTo>
                  <a:lnTo>
                    <a:pt x="137421" y="144682"/>
                  </a:lnTo>
                  <a:lnTo>
                    <a:pt x="3802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11234103" y="7804193"/>
              <a:ext cx="145986" cy="27389"/>
            </a:xfrm>
            <a:custGeom>
              <a:avLst/>
              <a:pathLst>
                <a:path w="145986" h="27389">
                  <a:moveTo>
                    <a:pt x="0" y="0"/>
                  </a:moveTo>
                  <a:lnTo>
                    <a:pt x="83421" y="27389"/>
                  </a:lnTo>
                  <a:lnTo>
                    <a:pt x="145986" y="180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11254772" y="7958997"/>
              <a:ext cx="220469" cy="53263"/>
            </a:xfrm>
            <a:custGeom>
              <a:avLst/>
              <a:pathLst>
                <a:path w="220469" h="53263">
                  <a:moveTo>
                    <a:pt x="0" y="53263"/>
                  </a:moveTo>
                  <a:lnTo>
                    <a:pt x="2204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11316221" y="7553234"/>
              <a:ext cx="269628" cy="393148"/>
            </a:xfrm>
            <a:custGeom>
              <a:avLst/>
              <a:pathLst>
                <a:path w="269628" h="393148">
                  <a:moveTo>
                    <a:pt x="0" y="393148"/>
                  </a:moveTo>
                  <a:lnTo>
                    <a:pt x="162914" y="279319"/>
                  </a:lnTo>
                  <a:lnTo>
                    <a:pt x="2696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11040075" y="7845964"/>
              <a:ext cx="145942" cy="75919"/>
            </a:xfrm>
            <a:custGeom>
              <a:avLst/>
              <a:pathLst>
                <a:path w="145942" h="75919">
                  <a:moveTo>
                    <a:pt x="0" y="0"/>
                  </a:moveTo>
                  <a:lnTo>
                    <a:pt x="78162" y="11608"/>
                  </a:lnTo>
                  <a:lnTo>
                    <a:pt x="145942" y="759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11040075" y="7505323"/>
              <a:ext cx="144367" cy="170618"/>
            </a:xfrm>
            <a:custGeom>
              <a:avLst/>
              <a:pathLst>
                <a:path w="144367" h="170618">
                  <a:moveTo>
                    <a:pt x="0" y="170618"/>
                  </a:moveTo>
                  <a:lnTo>
                    <a:pt x="74110" y="161304"/>
                  </a:lnTo>
                  <a:lnTo>
                    <a:pt x="144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11040075" y="7827885"/>
              <a:ext cx="488694" cy="307460"/>
            </a:xfrm>
            <a:custGeom>
              <a:avLst/>
              <a:pathLst>
                <a:path w="488694" h="307460">
                  <a:moveTo>
                    <a:pt x="0" y="254022"/>
                  </a:moveTo>
                  <a:lnTo>
                    <a:pt x="60231" y="307460"/>
                  </a:lnTo>
                  <a:lnTo>
                    <a:pt x="152590" y="265326"/>
                  </a:lnTo>
                  <a:lnTo>
                    <a:pt x="355928" y="0"/>
                  </a:lnTo>
                  <a:lnTo>
                    <a:pt x="488694" y="35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11040075" y="7804162"/>
              <a:ext cx="73365" cy="94099"/>
            </a:xfrm>
            <a:custGeom>
              <a:avLst/>
              <a:pathLst>
                <a:path w="73365" h="94099">
                  <a:moveTo>
                    <a:pt x="0" y="0"/>
                  </a:moveTo>
                  <a:lnTo>
                    <a:pt x="73365" y="940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11040075" y="7860084"/>
              <a:ext cx="304401" cy="249261"/>
            </a:xfrm>
            <a:custGeom>
              <a:avLst/>
              <a:pathLst>
                <a:path w="304401" h="249261">
                  <a:moveTo>
                    <a:pt x="0" y="241543"/>
                  </a:moveTo>
                  <a:lnTo>
                    <a:pt x="140724" y="249261"/>
                  </a:lnTo>
                  <a:lnTo>
                    <a:pt x="3044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11040075" y="7624820"/>
              <a:ext cx="691761" cy="317125"/>
            </a:xfrm>
            <a:custGeom>
              <a:avLst/>
              <a:pathLst>
                <a:path w="691761" h="317125">
                  <a:moveTo>
                    <a:pt x="0" y="89484"/>
                  </a:moveTo>
                  <a:lnTo>
                    <a:pt x="78203" y="82890"/>
                  </a:lnTo>
                  <a:lnTo>
                    <a:pt x="166842" y="155754"/>
                  </a:lnTo>
                  <a:lnTo>
                    <a:pt x="283966" y="0"/>
                  </a:lnTo>
                  <a:lnTo>
                    <a:pt x="419525" y="180495"/>
                  </a:lnTo>
                  <a:lnTo>
                    <a:pt x="605174" y="212083"/>
                  </a:lnTo>
                  <a:lnTo>
                    <a:pt x="691761" y="3171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11385880" y="7968942"/>
              <a:ext cx="407236" cy="84415"/>
            </a:xfrm>
            <a:custGeom>
              <a:avLst/>
              <a:pathLst>
                <a:path w="407236" h="84415">
                  <a:moveTo>
                    <a:pt x="0" y="84415"/>
                  </a:moveTo>
                  <a:lnTo>
                    <a:pt x="140028" y="59772"/>
                  </a:lnTo>
                  <a:lnTo>
                    <a:pt x="315994" y="24451"/>
                  </a:lnTo>
                  <a:lnTo>
                    <a:pt x="4072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11040075" y="7750614"/>
              <a:ext cx="138352" cy="104703"/>
            </a:xfrm>
            <a:custGeom>
              <a:avLst/>
              <a:pathLst>
                <a:path w="138352" h="104703">
                  <a:moveTo>
                    <a:pt x="0" y="92125"/>
                  </a:moveTo>
                  <a:lnTo>
                    <a:pt x="73365" y="104703"/>
                  </a:lnTo>
                  <a:lnTo>
                    <a:pt x="138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11312310" y="7504618"/>
              <a:ext cx="136862" cy="18017"/>
            </a:xfrm>
            <a:custGeom>
              <a:avLst/>
              <a:pathLst>
                <a:path w="136862" h="18017">
                  <a:moveTo>
                    <a:pt x="0" y="0"/>
                  </a:moveTo>
                  <a:lnTo>
                    <a:pt x="136862" y="180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11040075" y="7969255"/>
              <a:ext cx="85469" cy="2558"/>
            </a:xfrm>
            <a:custGeom>
              <a:avLst/>
              <a:pathLst>
                <a:path w="85469" h="2558">
                  <a:moveTo>
                    <a:pt x="0" y="0"/>
                  </a:moveTo>
                  <a:lnTo>
                    <a:pt x="85469" y="25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11040075" y="7818943"/>
              <a:ext cx="239463" cy="163019"/>
            </a:xfrm>
            <a:custGeom>
              <a:avLst/>
              <a:pathLst>
                <a:path w="239463" h="163019">
                  <a:moveTo>
                    <a:pt x="0" y="163019"/>
                  </a:moveTo>
                  <a:lnTo>
                    <a:pt x="239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11178113" y="7821980"/>
              <a:ext cx="272235" cy="218049"/>
            </a:xfrm>
            <a:custGeom>
              <a:avLst/>
              <a:pathLst>
                <a:path w="272235" h="218049">
                  <a:moveTo>
                    <a:pt x="0" y="170503"/>
                  </a:moveTo>
                  <a:lnTo>
                    <a:pt x="139395" y="218049"/>
                  </a:lnTo>
                  <a:lnTo>
                    <a:pt x="2722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11317338" y="7943544"/>
              <a:ext cx="130339" cy="591915"/>
            </a:xfrm>
            <a:custGeom>
              <a:avLst/>
              <a:pathLst>
                <a:path w="130339" h="591915">
                  <a:moveTo>
                    <a:pt x="0" y="0"/>
                  </a:moveTo>
                  <a:lnTo>
                    <a:pt x="130339" y="5919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11040075" y="7848181"/>
              <a:ext cx="144683" cy="115314"/>
            </a:xfrm>
            <a:custGeom>
              <a:avLst/>
              <a:pathLst>
                <a:path w="144683" h="115314">
                  <a:moveTo>
                    <a:pt x="0" y="0"/>
                  </a:moveTo>
                  <a:lnTo>
                    <a:pt x="74453" y="105701"/>
                  </a:lnTo>
                  <a:lnTo>
                    <a:pt x="144683" y="1153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11040075" y="7493305"/>
              <a:ext cx="286573" cy="293931"/>
            </a:xfrm>
            <a:custGeom>
              <a:avLst/>
              <a:pathLst>
                <a:path w="286573" h="293931">
                  <a:moveTo>
                    <a:pt x="0" y="293931"/>
                  </a:moveTo>
                  <a:lnTo>
                    <a:pt x="67779" y="257277"/>
                  </a:lnTo>
                  <a:lnTo>
                    <a:pt x="138069" y="0"/>
                  </a:lnTo>
                  <a:lnTo>
                    <a:pt x="208552" y="150033"/>
                  </a:lnTo>
                  <a:lnTo>
                    <a:pt x="286573" y="2485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11040075" y="7629833"/>
              <a:ext cx="297001" cy="240098"/>
            </a:xfrm>
            <a:custGeom>
              <a:avLst/>
              <a:pathLst>
                <a:path w="297001" h="240098">
                  <a:moveTo>
                    <a:pt x="0" y="76137"/>
                  </a:moveTo>
                  <a:lnTo>
                    <a:pt x="70386" y="56550"/>
                  </a:lnTo>
                  <a:lnTo>
                    <a:pt x="158874" y="0"/>
                  </a:lnTo>
                  <a:lnTo>
                    <a:pt x="226800" y="153219"/>
                  </a:lnTo>
                  <a:lnTo>
                    <a:pt x="297001" y="2400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11040075" y="7759395"/>
              <a:ext cx="544471" cy="615137"/>
            </a:xfrm>
            <a:custGeom>
              <a:avLst/>
              <a:pathLst>
                <a:path w="544471" h="615137">
                  <a:moveTo>
                    <a:pt x="0" y="147748"/>
                  </a:moveTo>
                  <a:lnTo>
                    <a:pt x="155080" y="0"/>
                  </a:lnTo>
                  <a:lnTo>
                    <a:pt x="261807" y="153517"/>
                  </a:lnTo>
                  <a:lnTo>
                    <a:pt x="409098" y="615137"/>
                  </a:lnTo>
                  <a:lnTo>
                    <a:pt x="544471" y="5339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11040075" y="7727412"/>
              <a:ext cx="751385" cy="626900"/>
            </a:xfrm>
            <a:custGeom>
              <a:avLst/>
              <a:pathLst>
                <a:path w="751385" h="626900">
                  <a:moveTo>
                    <a:pt x="0" y="264579"/>
                  </a:moveTo>
                  <a:lnTo>
                    <a:pt x="205797" y="341478"/>
                  </a:lnTo>
                  <a:lnTo>
                    <a:pt x="331859" y="249121"/>
                  </a:lnTo>
                  <a:lnTo>
                    <a:pt x="481756" y="0"/>
                  </a:lnTo>
                  <a:lnTo>
                    <a:pt x="627185" y="626900"/>
                  </a:lnTo>
                  <a:lnTo>
                    <a:pt x="751385" y="5560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11040075" y="7937313"/>
              <a:ext cx="70149" cy="11231"/>
            </a:xfrm>
            <a:custGeom>
              <a:avLst/>
              <a:pathLst>
                <a:path w="70149" h="11231">
                  <a:moveTo>
                    <a:pt x="0" y="11231"/>
                  </a:moveTo>
                  <a:lnTo>
                    <a:pt x="701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11040075" y="7889365"/>
              <a:ext cx="131181" cy="78342"/>
            </a:xfrm>
            <a:custGeom>
              <a:avLst/>
              <a:pathLst>
                <a:path w="131181" h="78342">
                  <a:moveTo>
                    <a:pt x="0" y="78342"/>
                  </a:moveTo>
                  <a:lnTo>
                    <a:pt x="1311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11040075" y="7936052"/>
              <a:ext cx="131203" cy="106819"/>
            </a:xfrm>
            <a:custGeom>
              <a:avLst/>
              <a:pathLst>
                <a:path w="131203" h="106819">
                  <a:moveTo>
                    <a:pt x="0" y="106819"/>
                  </a:moveTo>
                  <a:lnTo>
                    <a:pt x="131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11040075" y="7849353"/>
              <a:ext cx="70522" cy="36545"/>
            </a:xfrm>
            <a:custGeom>
              <a:avLst/>
              <a:pathLst>
                <a:path w="70522" h="36545">
                  <a:moveTo>
                    <a:pt x="0" y="36545"/>
                  </a:moveTo>
                  <a:lnTo>
                    <a:pt x="70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11040075" y="7949798"/>
              <a:ext cx="147280" cy="57071"/>
            </a:xfrm>
            <a:custGeom>
              <a:avLst/>
              <a:pathLst>
                <a:path w="147280" h="57071">
                  <a:moveTo>
                    <a:pt x="0" y="57071"/>
                  </a:moveTo>
                  <a:lnTo>
                    <a:pt x="69269" y="0"/>
                  </a:lnTo>
                  <a:lnTo>
                    <a:pt x="147280" y="5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11040075" y="7989043"/>
              <a:ext cx="617573" cy="83673"/>
            </a:xfrm>
            <a:custGeom>
              <a:avLst/>
              <a:pathLst>
                <a:path w="617573" h="83673">
                  <a:moveTo>
                    <a:pt x="0" y="83673"/>
                  </a:moveTo>
                  <a:lnTo>
                    <a:pt x="218980" y="17775"/>
                  </a:lnTo>
                  <a:lnTo>
                    <a:pt x="346452" y="38435"/>
                  </a:lnTo>
                  <a:lnTo>
                    <a:pt x="479484" y="76137"/>
                  </a:lnTo>
                  <a:lnTo>
                    <a:pt x="617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11040075" y="7768932"/>
              <a:ext cx="81721" cy="31237"/>
            </a:xfrm>
            <a:custGeom>
              <a:avLst/>
              <a:pathLst>
                <a:path w="81721" h="31237">
                  <a:moveTo>
                    <a:pt x="0" y="0"/>
                  </a:moveTo>
                  <a:lnTo>
                    <a:pt x="81721" y="312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11040075" y="7600937"/>
              <a:ext cx="139841" cy="154266"/>
            </a:xfrm>
            <a:custGeom>
              <a:avLst/>
              <a:pathLst>
                <a:path w="139841" h="154266">
                  <a:moveTo>
                    <a:pt x="0" y="84254"/>
                  </a:moveTo>
                  <a:lnTo>
                    <a:pt x="70758" y="154266"/>
                  </a:lnTo>
                  <a:lnTo>
                    <a:pt x="139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11040075" y="7978216"/>
              <a:ext cx="146688" cy="53151"/>
            </a:xfrm>
            <a:custGeom>
              <a:avLst/>
              <a:pathLst>
                <a:path w="146688" h="53151">
                  <a:moveTo>
                    <a:pt x="0" y="0"/>
                  </a:moveTo>
                  <a:lnTo>
                    <a:pt x="61777" y="3784"/>
                  </a:lnTo>
                  <a:lnTo>
                    <a:pt x="146688" y="531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11040075" y="7903270"/>
              <a:ext cx="206876" cy="513338"/>
            </a:xfrm>
            <a:custGeom>
              <a:avLst/>
              <a:pathLst>
                <a:path w="206876" h="513338">
                  <a:moveTo>
                    <a:pt x="0" y="0"/>
                  </a:moveTo>
                  <a:lnTo>
                    <a:pt x="206876" y="5133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11200399" y="7873974"/>
              <a:ext cx="194028" cy="44518"/>
            </a:xfrm>
            <a:custGeom>
              <a:avLst/>
              <a:pathLst>
                <a:path w="194028" h="44518">
                  <a:moveTo>
                    <a:pt x="0" y="9449"/>
                  </a:moveTo>
                  <a:lnTo>
                    <a:pt x="123641" y="0"/>
                  </a:lnTo>
                  <a:lnTo>
                    <a:pt x="194028" y="445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11040075" y="8036624"/>
              <a:ext cx="137979" cy="1337"/>
            </a:xfrm>
            <a:custGeom>
              <a:avLst/>
              <a:pathLst>
                <a:path w="137979" h="1337">
                  <a:moveTo>
                    <a:pt x="0" y="1337"/>
                  </a:moveTo>
                  <a:lnTo>
                    <a:pt x="1379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11040075" y="7687386"/>
              <a:ext cx="202466" cy="337606"/>
            </a:xfrm>
            <a:custGeom>
              <a:avLst/>
              <a:pathLst>
                <a:path w="202466" h="337606">
                  <a:moveTo>
                    <a:pt x="0" y="337606"/>
                  </a:moveTo>
                  <a:lnTo>
                    <a:pt x="76903" y="220068"/>
                  </a:lnTo>
                  <a:lnTo>
                    <a:pt x="2024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11185786" y="7889205"/>
              <a:ext cx="205945" cy="91079"/>
            </a:xfrm>
            <a:custGeom>
              <a:avLst/>
              <a:pathLst>
                <a:path w="205945" h="91079">
                  <a:moveTo>
                    <a:pt x="0" y="91079"/>
                  </a:moveTo>
                  <a:lnTo>
                    <a:pt x="128937" y="75476"/>
                  </a:lnTo>
                  <a:lnTo>
                    <a:pt x="205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11040075" y="7460886"/>
              <a:ext cx="140028" cy="493358"/>
            </a:xfrm>
            <a:custGeom>
              <a:avLst/>
              <a:pathLst>
                <a:path w="140028" h="493358">
                  <a:moveTo>
                    <a:pt x="0" y="493358"/>
                  </a:moveTo>
                  <a:lnTo>
                    <a:pt x="68048" y="0"/>
                  </a:lnTo>
                  <a:lnTo>
                    <a:pt x="140028" y="2307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11185880" y="7957192"/>
              <a:ext cx="315249" cy="105723"/>
            </a:xfrm>
            <a:custGeom>
              <a:avLst/>
              <a:pathLst>
                <a:path w="315249" h="105723">
                  <a:moveTo>
                    <a:pt x="0" y="80789"/>
                  </a:moveTo>
                  <a:lnTo>
                    <a:pt x="134228" y="105723"/>
                  </a:lnTo>
                  <a:lnTo>
                    <a:pt x="3152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11040075" y="7969111"/>
              <a:ext cx="76801" cy="44723"/>
            </a:xfrm>
            <a:custGeom>
              <a:avLst/>
              <a:pathLst>
                <a:path w="76801" h="44723">
                  <a:moveTo>
                    <a:pt x="0" y="0"/>
                  </a:moveTo>
                  <a:lnTo>
                    <a:pt x="76801" y="447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11040075" y="7308803"/>
              <a:ext cx="82117" cy="132536"/>
            </a:xfrm>
            <a:custGeom>
              <a:avLst/>
              <a:pathLst>
                <a:path w="82117" h="132536">
                  <a:moveTo>
                    <a:pt x="0" y="132536"/>
                  </a:moveTo>
                  <a:lnTo>
                    <a:pt x="821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11040075" y="7873641"/>
              <a:ext cx="289366" cy="110571"/>
            </a:xfrm>
            <a:custGeom>
              <a:avLst/>
              <a:pathLst>
                <a:path w="289366" h="110571">
                  <a:moveTo>
                    <a:pt x="0" y="31670"/>
                  </a:moveTo>
                  <a:lnTo>
                    <a:pt x="80570" y="77988"/>
                  </a:lnTo>
                  <a:lnTo>
                    <a:pt x="157717" y="110571"/>
                  </a:lnTo>
                  <a:lnTo>
                    <a:pt x="2893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11190158" y="7895461"/>
              <a:ext cx="197843" cy="27714"/>
            </a:xfrm>
            <a:custGeom>
              <a:avLst/>
              <a:pathLst>
                <a:path w="197843" h="27714">
                  <a:moveTo>
                    <a:pt x="0" y="27714"/>
                  </a:moveTo>
                  <a:lnTo>
                    <a:pt x="1978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11182195" y="7784695"/>
              <a:ext cx="416502" cy="303887"/>
            </a:xfrm>
            <a:custGeom>
              <a:avLst/>
              <a:pathLst>
                <a:path w="416502" h="303887">
                  <a:moveTo>
                    <a:pt x="0" y="303887"/>
                  </a:moveTo>
                  <a:lnTo>
                    <a:pt x="139052" y="179882"/>
                  </a:lnTo>
                  <a:lnTo>
                    <a:pt x="275577" y="56461"/>
                  </a:lnTo>
                  <a:lnTo>
                    <a:pt x="416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11040075" y="8033867"/>
              <a:ext cx="474457" cy="370890"/>
            </a:xfrm>
            <a:custGeom>
              <a:avLst/>
              <a:pathLst>
                <a:path w="474457" h="370890">
                  <a:moveTo>
                    <a:pt x="0" y="0"/>
                  </a:moveTo>
                  <a:lnTo>
                    <a:pt x="241325" y="185495"/>
                  </a:lnTo>
                  <a:lnTo>
                    <a:pt x="474457" y="3708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11312310" y="7657461"/>
              <a:ext cx="343925" cy="760853"/>
            </a:xfrm>
            <a:custGeom>
              <a:avLst/>
              <a:pathLst>
                <a:path w="343925" h="760853">
                  <a:moveTo>
                    <a:pt x="0" y="0"/>
                  </a:moveTo>
                  <a:lnTo>
                    <a:pt x="147277" y="72566"/>
                  </a:lnTo>
                  <a:lnTo>
                    <a:pt x="343925" y="7608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11040075" y="7884205"/>
              <a:ext cx="264414" cy="49894"/>
            </a:xfrm>
            <a:custGeom>
              <a:avLst/>
              <a:pathLst>
                <a:path w="264414" h="49894">
                  <a:moveTo>
                    <a:pt x="0" y="49894"/>
                  </a:moveTo>
                  <a:lnTo>
                    <a:pt x="264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11040075" y="7754063"/>
              <a:ext cx="68657" cy="111221"/>
            </a:xfrm>
            <a:custGeom>
              <a:avLst/>
              <a:pathLst>
                <a:path w="68657" h="111221">
                  <a:moveTo>
                    <a:pt x="0" y="0"/>
                  </a:moveTo>
                  <a:lnTo>
                    <a:pt x="68657" y="1112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11040075" y="7590761"/>
              <a:ext cx="202990" cy="171005"/>
            </a:xfrm>
            <a:custGeom>
              <a:avLst/>
              <a:pathLst>
                <a:path w="202990" h="171005">
                  <a:moveTo>
                    <a:pt x="0" y="171005"/>
                  </a:moveTo>
                  <a:lnTo>
                    <a:pt x="2029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11040075" y="8094447"/>
              <a:ext cx="304821" cy="305644"/>
            </a:xfrm>
            <a:custGeom>
              <a:avLst/>
              <a:pathLst>
                <a:path w="304821" h="305644">
                  <a:moveTo>
                    <a:pt x="0" y="0"/>
                  </a:moveTo>
                  <a:lnTo>
                    <a:pt x="135406" y="296497"/>
                  </a:lnTo>
                  <a:lnTo>
                    <a:pt x="304821" y="3056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11378723" y="7416868"/>
              <a:ext cx="269256" cy="848749"/>
            </a:xfrm>
            <a:custGeom>
              <a:avLst/>
              <a:pathLst>
                <a:path w="269256" h="848749">
                  <a:moveTo>
                    <a:pt x="0" y="186930"/>
                  </a:moveTo>
                  <a:lnTo>
                    <a:pt x="132952" y="0"/>
                  </a:lnTo>
                  <a:lnTo>
                    <a:pt x="269256" y="8487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11040075" y="7781993"/>
              <a:ext cx="483581" cy="105548"/>
            </a:xfrm>
            <a:custGeom>
              <a:avLst/>
              <a:pathLst>
                <a:path w="483581" h="105548">
                  <a:moveTo>
                    <a:pt x="0" y="105548"/>
                  </a:moveTo>
                  <a:lnTo>
                    <a:pt x="4835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11040075" y="7357651"/>
              <a:ext cx="220097" cy="78800"/>
            </a:xfrm>
            <a:custGeom>
              <a:avLst/>
              <a:pathLst>
                <a:path w="220097" h="78800">
                  <a:moveTo>
                    <a:pt x="0" y="78800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11040075" y="7548917"/>
              <a:ext cx="340387" cy="290317"/>
            </a:xfrm>
            <a:custGeom>
              <a:avLst/>
              <a:pathLst>
                <a:path w="340387" h="290317">
                  <a:moveTo>
                    <a:pt x="0" y="290317"/>
                  </a:moveTo>
                  <a:lnTo>
                    <a:pt x="137179" y="163250"/>
                  </a:lnTo>
                  <a:lnTo>
                    <a:pt x="206131" y="0"/>
                  </a:lnTo>
                  <a:lnTo>
                    <a:pt x="278752" y="92154"/>
                  </a:lnTo>
                  <a:lnTo>
                    <a:pt x="340387" y="1169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11040075" y="7746257"/>
              <a:ext cx="418173" cy="519198"/>
            </a:xfrm>
            <a:custGeom>
              <a:avLst/>
              <a:pathLst>
                <a:path w="418173" h="519198">
                  <a:moveTo>
                    <a:pt x="0" y="0"/>
                  </a:moveTo>
                  <a:lnTo>
                    <a:pt x="136813" y="519198"/>
                  </a:lnTo>
                  <a:lnTo>
                    <a:pt x="278734" y="510618"/>
                  </a:lnTo>
                  <a:lnTo>
                    <a:pt x="418173" y="425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11040075" y="7761508"/>
              <a:ext cx="72993" cy="170254"/>
            </a:xfrm>
            <a:custGeom>
              <a:avLst/>
              <a:pathLst>
                <a:path w="72993" h="170254">
                  <a:moveTo>
                    <a:pt x="0" y="0"/>
                  </a:moveTo>
                  <a:lnTo>
                    <a:pt x="72993" y="1702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11040075" y="8081917"/>
              <a:ext cx="394946" cy="285388"/>
            </a:xfrm>
            <a:custGeom>
              <a:avLst/>
              <a:pathLst>
                <a:path w="394946" h="285388">
                  <a:moveTo>
                    <a:pt x="0" y="0"/>
                  </a:moveTo>
                  <a:lnTo>
                    <a:pt x="84724" y="285388"/>
                  </a:lnTo>
                  <a:lnTo>
                    <a:pt x="394946" y="93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11392525" y="7583695"/>
              <a:ext cx="133551" cy="776331"/>
            </a:xfrm>
            <a:custGeom>
              <a:avLst/>
              <a:pathLst>
                <a:path w="133551" h="776331">
                  <a:moveTo>
                    <a:pt x="0" y="0"/>
                  </a:moveTo>
                  <a:lnTo>
                    <a:pt x="133551" y="7763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11180661" y="7894679"/>
              <a:ext cx="273166" cy="636304"/>
            </a:xfrm>
            <a:custGeom>
              <a:avLst/>
              <a:pathLst>
                <a:path w="273166" h="636304">
                  <a:moveTo>
                    <a:pt x="0" y="85750"/>
                  </a:moveTo>
                  <a:lnTo>
                    <a:pt x="132952" y="0"/>
                  </a:lnTo>
                  <a:lnTo>
                    <a:pt x="273166" y="6363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11040075" y="7458212"/>
              <a:ext cx="413244" cy="761523"/>
            </a:xfrm>
            <a:custGeom>
              <a:avLst/>
              <a:pathLst>
                <a:path w="413244" h="761523">
                  <a:moveTo>
                    <a:pt x="0" y="47749"/>
                  </a:moveTo>
                  <a:lnTo>
                    <a:pt x="204132" y="0"/>
                  </a:lnTo>
                  <a:lnTo>
                    <a:pt x="413244" y="7615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11040075" y="7690319"/>
              <a:ext cx="165352" cy="93337"/>
            </a:xfrm>
            <a:custGeom>
              <a:avLst/>
              <a:pathLst>
                <a:path w="165352" h="93337">
                  <a:moveTo>
                    <a:pt x="0" y="93337"/>
                  </a:moveTo>
                  <a:lnTo>
                    <a:pt x="80804" y="89467"/>
                  </a:lnTo>
                  <a:lnTo>
                    <a:pt x="165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11260917" y="7706897"/>
              <a:ext cx="210042" cy="257225"/>
            </a:xfrm>
            <a:custGeom>
              <a:avLst/>
              <a:pathLst>
                <a:path w="210042" h="257225">
                  <a:moveTo>
                    <a:pt x="0" y="0"/>
                  </a:moveTo>
                  <a:lnTo>
                    <a:pt x="210042" y="2572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11040075" y="7735856"/>
              <a:ext cx="148548" cy="273348"/>
            </a:xfrm>
            <a:custGeom>
              <a:avLst/>
              <a:pathLst>
                <a:path w="148548" h="273348">
                  <a:moveTo>
                    <a:pt x="0" y="273348"/>
                  </a:moveTo>
                  <a:lnTo>
                    <a:pt x="1485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11040075" y="7786437"/>
              <a:ext cx="285456" cy="570708"/>
            </a:xfrm>
            <a:custGeom>
              <a:avLst/>
              <a:pathLst>
                <a:path w="285456" h="570708">
                  <a:moveTo>
                    <a:pt x="0" y="0"/>
                  </a:moveTo>
                  <a:lnTo>
                    <a:pt x="142448" y="570708"/>
                  </a:lnTo>
                  <a:lnTo>
                    <a:pt x="285456" y="5556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11040075" y="8082348"/>
              <a:ext cx="142017" cy="124689"/>
            </a:xfrm>
            <a:custGeom>
              <a:avLst/>
              <a:pathLst>
                <a:path w="142017" h="124689">
                  <a:moveTo>
                    <a:pt x="0" y="0"/>
                  </a:moveTo>
                  <a:lnTo>
                    <a:pt x="142017" y="1246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11176635" y="7935969"/>
              <a:ext cx="423179" cy="62490"/>
            </a:xfrm>
            <a:custGeom>
              <a:avLst/>
              <a:pathLst>
                <a:path w="423179" h="62490">
                  <a:moveTo>
                    <a:pt x="0" y="0"/>
                  </a:moveTo>
                  <a:lnTo>
                    <a:pt x="141820" y="52466"/>
                  </a:lnTo>
                  <a:lnTo>
                    <a:pt x="423179" y="624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11040075" y="7878127"/>
              <a:ext cx="422295" cy="163129"/>
            </a:xfrm>
            <a:custGeom>
              <a:avLst/>
              <a:pathLst>
                <a:path w="422295" h="163129">
                  <a:moveTo>
                    <a:pt x="0" y="115372"/>
                  </a:moveTo>
                  <a:lnTo>
                    <a:pt x="136838" y="163129"/>
                  </a:lnTo>
                  <a:lnTo>
                    <a:pt x="294370" y="6920"/>
                  </a:lnTo>
                  <a:lnTo>
                    <a:pt x="4222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11190158" y="7500771"/>
              <a:ext cx="291415" cy="471511"/>
            </a:xfrm>
            <a:custGeom>
              <a:avLst/>
              <a:pathLst>
                <a:path w="291415" h="471511">
                  <a:moveTo>
                    <a:pt x="0" y="471511"/>
                  </a:moveTo>
                  <a:lnTo>
                    <a:pt x="135186" y="254705"/>
                  </a:lnTo>
                  <a:lnTo>
                    <a:pt x="291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11391655" y="7523879"/>
              <a:ext cx="294373" cy="779800"/>
            </a:xfrm>
            <a:custGeom>
              <a:avLst/>
              <a:pathLst>
                <a:path w="294373" h="779800">
                  <a:moveTo>
                    <a:pt x="0" y="318093"/>
                  </a:moveTo>
                  <a:lnTo>
                    <a:pt x="117289" y="0"/>
                  </a:lnTo>
                  <a:lnTo>
                    <a:pt x="294373" y="7798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11040075" y="7609629"/>
              <a:ext cx="349209" cy="149475"/>
            </a:xfrm>
            <a:custGeom>
              <a:avLst/>
              <a:pathLst>
                <a:path w="349209" h="149475">
                  <a:moveTo>
                    <a:pt x="0" y="147874"/>
                  </a:moveTo>
                  <a:lnTo>
                    <a:pt x="52648" y="0"/>
                  </a:lnTo>
                  <a:lnTo>
                    <a:pt x="216373" y="137514"/>
                  </a:lnTo>
                  <a:lnTo>
                    <a:pt x="349209" y="1494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11040075" y="7884050"/>
              <a:ext cx="317993" cy="134339"/>
            </a:xfrm>
            <a:custGeom>
              <a:avLst/>
              <a:pathLst>
                <a:path w="317993" h="134339">
                  <a:moveTo>
                    <a:pt x="0" y="33679"/>
                  </a:moveTo>
                  <a:lnTo>
                    <a:pt x="66426" y="134339"/>
                  </a:lnTo>
                  <a:lnTo>
                    <a:pt x="142027" y="6151"/>
                  </a:lnTo>
                  <a:lnTo>
                    <a:pt x="225809" y="0"/>
                  </a:lnTo>
                  <a:lnTo>
                    <a:pt x="317993" y="496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11040075" y="7872420"/>
              <a:ext cx="958224" cy="131013"/>
            </a:xfrm>
            <a:custGeom>
              <a:avLst/>
              <a:pathLst>
                <a:path w="958224" h="131013">
                  <a:moveTo>
                    <a:pt x="0" y="0"/>
                  </a:moveTo>
                  <a:lnTo>
                    <a:pt x="9679" y="1323"/>
                  </a:lnTo>
                  <a:lnTo>
                    <a:pt x="19358" y="2646"/>
                  </a:lnTo>
                  <a:lnTo>
                    <a:pt x="29037" y="3970"/>
                  </a:lnTo>
                  <a:lnTo>
                    <a:pt x="38716" y="5293"/>
                  </a:lnTo>
                  <a:lnTo>
                    <a:pt x="48395" y="6616"/>
                  </a:lnTo>
                  <a:lnTo>
                    <a:pt x="58074" y="7940"/>
                  </a:lnTo>
                  <a:lnTo>
                    <a:pt x="67753" y="9263"/>
                  </a:lnTo>
                  <a:lnTo>
                    <a:pt x="77432" y="10586"/>
                  </a:lnTo>
                  <a:lnTo>
                    <a:pt x="87111" y="11910"/>
                  </a:lnTo>
                  <a:lnTo>
                    <a:pt x="96790" y="13233"/>
                  </a:lnTo>
                  <a:lnTo>
                    <a:pt x="106469" y="14557"/>
                  </a:lnTo>
                  <a:lnTo>
                    <a:pt x="116148" y="15880"/>
                  </a:lnTo>
                  <a:lnTo>
                    <a:pt x="125827" y="17203"/>
                  </a:lnTo>
                  <a:lnTo>
                    <a:pt x="135506" y="18527"/>
                  </a:lnTo>
                  <a:lnTo>
                    <a:pt x="145185" y="19850"/>
                  </a:lnTo>
                  <a:lnTo>
                    <a:pt x="154864" y="21173"/>
                  </a:lnTo>
                  <a:lnTo>
                    <a:pt x="164543" y="22497"/>
                  </a:lnTo>
                  <a:lnTo>
                    <a:pt x="174222" y="23820"/>
                  </a:lnTo>
                  <a:lnTo>
                    <a:pt x="183901" y="25143"/>
                  </a:lnTo>
                  <a:lnTo>
                    <a:pt x="193580" y="26467"/>
                  </a:lnTo>
                  <a:lnTo>
                    <a:pt x="203259" y="27790"/>
                  </a:lnTo>
                  <a:lnTo>
                    <a:pt x="212938" y="29114"/>
                  </a:lnTo>
                  <a:lnTo>
                    <a:pt x="222617" y="30437"/>
                  </a:lnTo>
                  <a:lnTo>
                    <a:pt x="232296" y="31760"/>
                  </a:lnTo>
                  <a:lnTo>
                    <a:pt x="241975" y="33084"/>
                  </a:lnTo>
                  <a:lnTo>
                    <a:pt x="251654" y="34407"/>
                  </a:lnTo>
                  <a:lnTo>
                    <a:pt x="261334" y="35730"/>
                  </a:lnTo>
                  <a:lnTo>
                    <a:pt x="271013" y="37054"/>
                  </a:lnTo>
                  <a:lnTo>
                    <a:pt x="280692" y="38377"/>
                  </a:lnTo>
                  <a:lnTo>
                    <a:pt x="290371" y="39700"/>
                  </a:lnTo>
                  <a:lnTo>
                    <a:pt x="300050" y="41024"/>
                  </a:lnTo>
                  <a:lnTo>
                    <a:pt x="309729" y="42347"/>
                  </a:lnTo>
                  <a:lnTo>
                    <a:pt x="319408" y="43671"/>
                  </a:lnTo>
                  <a:lnTo>
                    <a:pt x="329087" y="44994"/>
                  </a:lnTo>
                  <a:lnTo>
                    <a:pt x="338766" y="46317"/>
                  </a:lnTo>
                  <a:lnTo>
                    <a:pt x="348445" y="47641"/>
                  </a:lnTo>
                  <a:lnTo>
                    <a:pt x="358124" y="48964"/>
                  </a:lnTo>
                  <a:lnTo>
                    <a:pt x="367803" y="50287"/>
                  </a:lnTo>
                  <a:lnTo>
                    <a:pt x="377482" y="51611"/>
                  </a:lnTo>
                  <a:lnTo>
                    <a:pt x="387161" y="52934"/>
                  </a:lnTo>
                  <a:lnTo>
                    <a:pt x="396840" y="54257"/>
                  </a:lnTo>
                  <a:lnTo>
                    <a:pt x="406519" y="55581"/>
                  </a:lnTo>
                  <a:lnTo>
                    <a:pt x="416198" y="56904"/>
                  </a:lnTo>
                  <a:lnTo>
                    <a:pt x="425877" y="58228"/>
                  </a:lnTo>
                  <a:lnTo>
                    <a:pt x="435556" y="59551"/>
                  </a:lnTo>
                  <a:lnTo>
                    <a:pt x="445235" y="60874"/>
                  </a:lnTo>
                  <a:lnTo>
                    <a:pt x="454914" y="62198"/>
                  </a:lnTo>
                  <a:lnTo>
                    <a:pt x="464593" y="63521"/>
                  </a:lnTo>
                  <a:lnTo>
                    <a:pt x="474272" y="64844"/>
                  </a:lnTo>
                  <a:lnTo>
                    <a:pt x="483951" y="66168"/>
                  </a:lnTo>
                  <a:lnTo>
                    <a:pt x="493630" y="67491"/>
                  </a:lnTo>
                  <a:lnTo>
                    <a:pt x="503309" y="68814"/>
                  </a:lnTo>
                  <a:lnTo>
                    <a:pt x="512988" y="70138"/>
                  </a:lnTo>
                  <a:lnTo>
                    <a:pt x="522668" y="71461"/>
                  </a:lnTo>
                  <a:lnTo>
                    <a:pt x="532347" y="72785"/>
                  </a:lnTo>
                  <a:lnTo>
                    <a:pt x="542026" y="74108"/>
                  </a:lnTo>
                  <a:lnTo>
                    <a:pt x="551705" y="75431"/>
                  </a:lnTo>
                  <a:lnTo>
                    <a:pt x="561384" y="76755"/>
                  </a:lnTo>
                  <a:lnTo>
                    <a:pt x="571063" y="78078"/>
                  </a:lnTo>
                  <a:lnTo>
                    <a:pt x="580742" y="79401"/>
                  </a:lnTo>
                  <a:lnTo>
                    <a:pt x="590421" y="80725"/>
                  </a:lnTo>
                  <a:lnTo>
                    <a:pt x="600100" y="82048"/>
                  </a:lnTo>
                  <a:lnTo>
                    <a:pt x="609779" y="83371"/>
                  </a:lnTo>
                  <a:lnTo>
                    <a:pt x="619458" y="84695"/>
                  </a:lnTo>
                  <a:lnTo>
                    <a:pt x="629137" y="86018"/>
                  </a:lnTo>
                  <a:lnTo>
                    <a:pt x="638816" y="87342"/>
                  </a:lnTo>
                  <a:lnTo>
                    <a:pt x="648495" y="88665"/>
                  </a:lnTo>
                  <a:lnTo>
                    <a:pt x="658174" y="89988"/>
                  </a:lnTo>
                  <a:lnTo>
                    <a:pt x="667853" y="91312"/>
                  </a:lnTo>
                  <a:lnTo>
                    <a:pt x="677532" y="92635"/>
                  </a:lnTo>
                  <a:lnTo>
                    <a:pt x="687211" y="93958"/>
                  </a:lnTo>
                  <a:lnTo>
                    <a:pt x="696890" y="95282"/>
                  </a:lnTo>
                  <a:lnTo>
                    <a:pt x="706569" y="96605"/>
                  </a:lnTo>
                  <a:lnTo>
                    <a:pt x="716248" y="97928"/>
                  </a:lnTo>
                  <a:lnTo>
                    <a:pt x="725927" y="99252"/>
                  </a:lnTo>
                  <a:lnTo>
                    <a:pt x="735606" y="100575"/>
                  </a:lnTo>
                  <a:lnTo>
                    <a:pt x="745285" y="101899"/>
                  </a:lnTo>
                  <a:lnTo>
                    <a:pt x="754964" y="103222"/>
                  </a:lnTo>
                  <a:lnTo>
                    <a:pt x="764643" y="104545"/>
                  </a:lnTo>
                  <a:lnTo>
                    <a:pt x="774322" y="105869"/>
                  </a:lnTo>
                  <a:lnTo>
                    <a:pt x="784002" y="107192"/>
                  </a:lnTo>
                  <a:lnTo>
                    <a:pt x="793681" y="108515"/>
                  </a:lnTo>
                  <a:lnTo>
                    <a:pt x="803360" y="109839"/>
                  </a:lnTo>
                  <a:lnTo>
                    <a:pt x="813039" y="111162"/>
                  </a:lnTo>
                  <a:lnTo>
                    <a:pt x="822718" y="112485"/>
                  </a:lnTo>
                  <a:lnTo>
                    <a:pt x="832397" y="113809"/>
                  </a:lnTo>
                  <a:lnTo>
                    <a:pt x="842076" y="115132"/>
                  </a:lnTo>
                  <a:lnTo>
                    <a:pt x="851755" y="116456"/>
                  </a:lnTo>
                  <a:lnTo>
                    <a:pt x="861434" y="117779"/>
                  </a:lnTo>
                  <a:lnTo>
                    <a:pt x="871113" y="119102"/>
                  </a:lnTo>
                  <a:lnTo>
                    <a:pt x="880792" y="120426"/>
                  </a:lnTo>
                  <a:lnTo>
                    <a:pt x="890471" y="121749"/>
                  </a:lnTo>
                  <a:lnTo>
                    <a:pt x="900150" y="123072"/>
                  </a:lnTo>
                  <a:lnTo>
                    <a:pt x="909829" y="124396"/>
                  </a:lnTo>
                  <a:lnTo>
                    <a:pt x="919508" y="125719"/>
                  </a:lnTo>
                  <a:lnTo>
                    <a:pt x="929187" y="127042"/>
                  </a:lnTo>
                  <a:lnTo>
                    <a:pt x="938866" y="128366"/>
                  </a:lnTo>
                  <a:lnTo>
                    <a:pt x="948545" y="129689"/>
                  </a:lnTo>
                  <a:lnTo>
                    <a:pt x="958224" y="131013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51" name="tx2751"/>
            <p:cNvSpPr/>
            <p:nvPr/>
          </p:nvSpPr>
          <p:spPr>
            <a:xfrm>
              <a:off x="10923777" y="7268574"/>
              <a:ext cx="1074522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-0.029 Z/year</a:t>
              </a:r>
            </a:p>
          </p:txBody>
        </p:sp>
        <p:sp>
          <p:nvSpPr>
            <p:cNvPr id="2752" name="rc2752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tx2753"/>
            <p:cNvSpPr/>
            <p:nvPr/>
          </p:nvSpPr>
          <p:spPr>
            <a:xfrm>
              <a:off x="10830161" y="8488204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754" name="tx2754"/>
            <p:cNvSpPr/>
            <p:nvPr/>
          </p:nvSpPr>
          <p:spPr>
            <a:xfrm>
              <a:off x="10867378" y="816348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55" name="tx2755"/>
            <p:cNvSpPr/>
            <p:nvPr/>
          </p:nvSpPr>
          <p:spPr>
            <a:xfrm>
              <a:off x="10867378" y="784149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56" name="tx2756"/>
            <p:cNvSpPr/>
            <p:nvPr/>
          </p:nvSpPr>
          <p:spPr>
            <a:xfrm>
              <a:off x="10867378" y="751814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57" name="pl2757"/>
            <p:cNvSpPr/>
            <p:nvPr/>
          </p:nvSpPr>
          <p:spPr>
            <a:xfrm>
              <a:off x="10957369" y="85285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10957369" y="82051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10957369" y="78818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10957369" y="75584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110400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1137990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1171973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tx2764"/>
            <p:cNvSpPr/>
            <p:nvPr/>
          </p:nvSpPr>
          <p:spPr>
            <a:xfrm>
              <a:off x="1100899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65" name="tx2765"/>
            <p:cNvSpPr/>
            <p:nvPr/>
          </p:nvSpPr>
          <p:spPr>
            <a:xfrm>
              <a:off x="11348826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66" name="tx2766"/>
            <p:cNvSpPr/>
            <p:nvPr/>
          </p:nvSpPr>
          <p:spPr>
            <a:xfrm>
              <a:off x="1165757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67" name="tx2767"/>
            <p:cNvSpPr/>
            <p:nvPr/>
          </p:nvSpPr>
          <p:spPr>
            <a:xfrm>
              <a:off x="10898006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768" name="tx2768"/>
            <p:cNvSpPr/>
            <p:nvPr/>
          </p:nvSpPr>
          <p:spPr>
            <a:xfrm rot="-5400000">
              <a:off x="9911729" y="78565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pTau181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2026-02-17T12:00:42Z</dcterms:modified>
</cp:coreProperties>
</file>