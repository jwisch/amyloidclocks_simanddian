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800600" y="1691481"/>
            <a:ext cx="5486400" cy="7315200"/>
            <a:chOff x="4800600" y="1691481"/>
            <a:chExt cx="5486400" cy="7315200"/>
          </a:xfrm>
        </p:grpSpPr>
        <p:sp>
          <p:nvSpPr>
            <p:cNvPr id="3" name="rc3"/>
            <p:cNvSpPr/>
            <p:nvPr/>
          </p:nvSpPr>
          <p:spPr>
            <a:xfrm>
              <a:off x="4800600" y="1691481"/>
              <a:ext cx="54864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800600" y="1691481"/>
              <a:ext cx="54864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515413" y="1761070"/>
              <a:ext cx="3701997" cy="633790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51209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060887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70565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80242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515413" y="8021688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15413" y="7892869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15413" y="776405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515413" y="763523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15413" y="750641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515413" y="7377592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515413" y="7248773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515413" y="7119953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515413" y="6991134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5413" y="6862315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5413" y="6733495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5413" y="6604676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5413" y="6475857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5413" y="6347037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5413" y="6218218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15413" y="6089399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5413" y="596058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15413" y="583176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5413" y="570294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5413" y="5574122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5413" y="5445302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5413" y="5316483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15413" y="5187664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15413" y="5058844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515413" y="4930025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515413" y="4801206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515413" y="4672386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515413" y="4543567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515413" y="4414748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515413" y="4285928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515413" y="4157109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515413" y="402829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15413" y="389947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515413" y="377065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515413" y="3641832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515413" y="3513013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515413" y="3384193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515413" y="3255374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515413" y="3126555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515413" y="2997735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515413" y="2868916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515413" y="2740097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515413" y="2611277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515413" y="2482458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515413" y="2353639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515413" y="222482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515413" y="2096000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515413" y="1967181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515413" y="1838362"/>
              <a:ext cx="3701997" cy="0"/>
            </a:xfrm>
            <a:custGeom>
              <a:avLst/>
              <a:pathLst>
                <a:path w="3701997" h="0">
                  <a:moveTo>
                    <a:pt x="0" y="0"/>
                  </a:moveTo>
                  <a:lnTo>
                    <a:pt x="3701997" y="0"/>
                  </a:lnTo>
                  <a:lnTo>
                    <a:pt x="3701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46370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556048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565726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575404" y="1761070"/>
              <a:ext cx="0" cy="6337909"/>
            </a:xfrm>
            <a:custGeom>
              <a:avLst/>
              <a:pathLst>
                <a:path w="0" h="6337909">
                  <a:moveTo>
                    <a:pt x="0" y="63379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9030351" y="4647560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9546394" y="2844090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211909" y="6451031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831447" y="7095127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619272" y="5549296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801462" y="4905199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9299985" y="4003464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263127" y="6064573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9065142" y="4518741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8861670" y="4776380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8790552" y="5162838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8203709" y="6579850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338680" y="5935754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765619" y="7996863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830770" y="7739224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075389" y="748158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788404" y="7868043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224395" y="6322212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731491" y="5420476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907695" y="761040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797828" y="5034018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9468218" y="3359367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7161018" y="7352766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9156581" y="4389922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9606323" y="2328813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759825" y="7223947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9462092" y="3488187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9681284" y="194235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954216" y="6966308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9565676" y="2715271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9631238" y="2071174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8050975" y="6837489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9608828" y="2199994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9445031" y="374582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132241" y="6708669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9597408" y="2457632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9271011" y="4132283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9368951" y="387464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9243485" y="4261103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8740845" y="5291657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9776061" y="1813536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9445176" y="3617006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8569528" y="5678115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9592685" y="2586452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9498466" y="2972909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401595" y="5806934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9484471" y="3101729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9478576" y="3230548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233617" y="6193392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9518691" y="461441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512582" y="4672386"/>
              <a:ext cx="1006109" cy="0"/>
            </a:xfrm>
            <a:custGeom>
              <a:avLst/>
              <a:pathLst>
                <a:path w="1006109" h="0">
                  <a:moveTo>
                    <a:pt x="10061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512582" y="461441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0049138" y="281094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949318" y="2868916"/>
              <a:ext cx="1099819" cy="0"/>
            </a:xfrm>
            <a:custGeom>
              <a:avLst/>
              <a:pathLst>
                <a:path w="1099819" h="0">
                  <a:moveTo>
                    <a:pt x="109981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949318" y="281094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812468" y="641788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708174" y="6475857"/>
              <a:ext cx="1104293" cy="0"/>
            </a:xfrm>
            <a:custGeom>
              <a:avLst/>
              <a:pathLst>
                <a:path w="1104293" h="0">
                  <a:moveTo>
                    <a:pt x="110429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708174" y="641788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419567" y="706198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364551" y="7119953"/>
              <a:ext cx="1055015" cy="0"/>
            </a:xfrm>
            <a:custGeom>
              <a:avLst/>
              <a:pathLst>
                <a:path w="1055015" h="0">
                  <a:moveTo>
                    <a:pt x="105501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7364551" y="706198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9652410" y="551615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570982" y="5574122"/>
              <a:ext cx="2081428" cy="0"/>
            </a:xfrm>
            <a:custGeom>
              <a:avLst/>
              <a:pathLst>
                <a:path w="2081428" h="0">
                  <a:moveTo>
                    <a:pt x="208142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0982" y="551615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9787436" y="487205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718541" y="4930025"/>
              <a:ext cx="2068894" cy="0"/>
            </a:xfrm>
            <a:custGeom>
              <a:avLst/>
              <a:pathLst>
                <a:path w="2068894" h="0">
                  <a:moveTo>
                    <a:pt x="206889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718541" y="487205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9584633" y="397032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9024376" y="4028290"/>
              <a:ext cx="560256" cy="0"/>
            </a:xfrm>
            <a:custGeom>
              <a:avLst/>
              <a:pathLst>
                <a:path w="560256" h="0">
                  <a:moveTo>
                    <a:pt x="56025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9024376" y="397032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671802" y="603143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941844" y="6089399"/>
              <a:ext cx="729957" cy="0"/>
            </a:xfrm>
            <a:custGeom>
              <a:avLst/>
              <a:pathLst>
                <a:path w="729957" h="0">
                  <a:moveTo>
                    <a:pt x="72995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941844" y="603143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9477324" y="448559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649337" y="4543567"/>
              <a:ext cx="827986" cy="0"/>
            </a:xfrm>
            <a:custGeom>
              <a:avLst/>
              <a:pathLst>
                <a:path w="827986" h="0">
                  <a:moveTo>
                    <a:pt x="82798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649337" y="448559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194275" y="474323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545793" y="4801206"/>
              <a:ext cx="648482" cy="0"/>
            </a:xfrm>
            <a:custGeom>
              <a:avLst/>
              <a:pathLst>
                <a:path w="648482" h="0">
                  <a:moveTo>
                    <a:pt x="64848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545793" y="474323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9121473" y="512969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501552" y="5187664"/>
              <a:ext cx="619921" cy="0"/>
            </a:xfrm>
            <a:custGeom>
              <a:avLst/>
              <a:pathLst>
                <a:path w="619921" h="0">
                  <a:moveTo>
                    <a:pt x="61992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501552" y="512969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9217002" y="654670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299167" y="6604676"/>
              <a:ext cx="1917835" cy="0"/>
            </a:xfrm>
            <a:custGeom>
              <a:avLst/>
              <a:pathLst>
                <a:path w="1917835" h="0">
                  <a:moveTo>
                    <a:pt x="191783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299167" y="654670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9445615" y="590261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459247" y="5960580"/>
              <a:ext cx="1986367" cy="0"/>
            </a:xfrm>
            <a:custGeom>
              <a:avLst/>
              <a:pathLst>
                <a:path w="1986367" h="0">
                  <a:moveTo>
                    <a:pt x="198636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459247" y="590261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897204" y="796372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6683686" y="8021688"/>
              <a:ext cx="213517" cy="0"/>
            </a:xfrm>
            <a:custGeom>
              <a:avLst/>
              <a:pathLst>
                <a:path w="213517" h="0">
                  <a:moveTo>
                    <a:pt x="21351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683686" y="796372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952999" y="770608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6758192" y="7764050"/>
              <a:ext cx="194807" cy="0"/>
            </a:xfrm>
            <a:custGeom>
              <a:avLst/>
              <a:pathLst>
                <a:path w="194807" h="0">
                  <a:moveTo>
                    <a:pt x="19480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758192" y="770608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202635" y="744844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997795" y="7506411"/>
              <a:ext cx="204839" cy="0"/>
            </a:xfrm>
            <a:custGeom>
              <a:avLst/>
              <a:pathLst>
                <a:path w="204839" h="0">
                  <a:moveTo>
                    <a:pt x="20483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997795" y="744844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926771" y="783490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699689" y="7892869"/>
              <a:ext cx="227082" cy="0"/>
            </a:xfrm>
            <a:custGeom>
              <a:avLst/>
              <a:pathLst>
                <a:path w="227082" h="0">
                  <a:moveTo>
                    <a:pt x="22708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699689" y="783490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410095" y="628906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088346" y="6347037"/>
              <a:ext cx="321748" cy="0"/>
            </a:xfrm>
            <a:custGeom>
              <a:avLst/>
              <a:pathLst>
                <a:path w="321748" h="0">
                  <a:moveTo>
                    <a:pt x="32174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088346" y="628906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904096" y="538733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608539" y="5445302"/>
              <a:ext cx="295556" cy="0"/>
            </a:xfrm>
            <a:custGeom>
              <a:avLst/>
              <a:pathLst>
                <a:path w="295556" h="0">
                  <a:moveTo>
                    <a:pt x="29555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608539" y="538733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059929" y="757726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6805113" y="7635231"/>
              <a:ext cx="254816" cy="0"/>
            </a:xfrm>
            <a:custGeom>
              <a:avLst/>
              <a:pathLst>
                <a:path w="254816" h="0">
                  <a:moveTo>
                    <a:pt x="25481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6805113" y="757726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995297" y="500087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650012" y="5058844"/>
              <a:ext cx="345284" cy="0"/>
            </a:xfrm>
            <a:custGeom>
              <a:avLst/>
              <a:pathLst>
                <a:path w="345284" h="0">
                  <a:moveTo>
                    <a:pt x="34528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650012" y="500087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670127" y="332622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315961" y="3384193"/>
              <a:ext cx="354166" cy="0"/>
            </a:xfrm>
            <a:custGeom>
              <a:avLst/>
              <a:pathLst>
                <a:path w="354166" h="0">
                  <a:moveTo>
                    <a:pt x="3541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315961" y="332622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338045" y="731962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033643" y="7377592"/>
              <a:ext cx="304401" cy="0"/>
            </a:xfrm>
            <a:custGeom>
              <a:avLst/>
              <a:pathLst>
                <a:path w="304401" h="0">
                  <a:moveTo>
                    <a:pt x="30440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033643" y="731962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363484" y="435677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999330" y="4414748"/>
              <a:ext cx="364154" cy="0"/>
            </a:xfrm>
            <a:custGeom>
              <a:avLst/>
              <a:pathLst>
                <a:path w="364154" h="0">
                  <a:moveTo>
                    <a:pt x="36415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999330" y="435677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825556" y="229567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436742" y="2353639"/>
              <a:ext cx="388813" cy="0"/>
            </a:xfrm>
            <a:custGeom>
              <a:avLst/>
              <a:pathLst>
                <a:path w="388813" h="0">
                  <a:moveTo>
                    <a:pt x="38881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9436742" y="229567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875321" y="719080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693980" y="7248773"/>
              <a:ext cx="181341" cy="0"/>
            </a:xfrm>
            <a:custGeom>
              <a:avLst/>
              <a:pathLst>
                <a:path w="181341" h="0">
                  <a:moveTo>
                    <a:pt x="18134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693980" y="719080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9660459" y="345504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313378" y="3513013"/>
              <a:ext cx="347080" cy="0"/>
            </a:xfrm>
            <a:custGeom>
              <a:avLst/>
              <a:pathLst>
                <a:path w="347080" h="0">
                  <a:moveTo>
                    <a:pt x="34708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9313378" y="345504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937440" y="190921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9474781" y="1967181"/>
              <a:ext cx="462659" cy="0"/>
            </a:xfrm>
            <a:custGeom>
              <a:avLst/>
              <a:pathLst>
                <a:path w="462659" h="0">
                  <a:moveTo>
                    <a:pt x="46265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9474781" y="190921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114822" y="693316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843261" y="6991134"/>
              <a:ext cx="271560" cy="0"/>
            </a:xfrm>
            <a:custGeom>
              <a:avLst/>
              <a:pathLst>
                <a:path w="271560" h="0">
                  <a:moveTo>
                    <a:pt x="27156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843261" y="693316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9780706" y="268212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9400297" y="2740097"/>
              <a:ext cx="380409" cy="0"/>
            </a:xfrm>
            <a:custGeom>
              <a:avLst/>
              <a:pathLst>
                <a:path w="380409" h="0">
                  <a:moveTo>
                    <a:pt x="3804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9400297" y="2682128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9902631" y="203803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9409497" y="2096000"/>
              <a:ext cx="493133" cy="0"/>
            </a:xfrm>
            <a:custGeom>
              <a:avLst/>
              <a:pathLst>
                <a:path w="493133" h="0">
                  <a:moveTo>
                    <a:pt x="49313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9409497" y="203803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8221049" y="680434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7930552" y="6862315"/>
              <a:ext cx="290496" cy="0"/>
            </a:xfrm>
            <a:custGeom>
              <a:avLst/>
              <a:pathLst>
                <a:path w="290496" h="0">
                  <a:moveTo>
                    <a:pt x="29049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7930552" y="680434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9830231" y="216685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9437076" y="2224820"/>
              <a:ext cx="393154" cy="0"/>
            </a:xfrm>
            <a:custGeom>
              <a:avLst/>
              <a:pathLst>
                <a:path w="393154" h="0">
                  <a:moveTo>
                    <a:pt x="39315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9437076" y="2166851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9713162" y="371268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9226552" y="3770651"/>
              <a:ext cx="486609" cy="0"/>
            </a:xfrm>
            <a:custGeom>
              <a:avLst/>
              <a:pathLst>
                <a:path w="486609" h="0">
                  <a:moveTo>
                    <a:pt x="4866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9226552" y="371268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8309145" y="667552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004990" y="6733495"/>
              <a:ext cx="304155" cy="0"/>
            </a:xfrm>
            <a:custGeom>
              <a:avLst/>
              <a:pathLst>
                <a:path w="304155" h="0">
                  <a:moveTo>
                    <a:pt x="30415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8004990" y="667552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819428" y="242448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9425040" y="2482458"/>
              <a:ext cx="394388" cy="0"/>
            </a:xfrm>
            <a:custGeom>
              <a:avLst/>
              <a:pathLst>
                <a:path w="394388" h="0">
                  <a:moveTo>
                    <a:pt x="39438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425040" y="242448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519084" y="409914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9072590" y="4157109"/>
              <a:ext cx="446494" cy="0"/>
            </a:xfrm>
            <a:custGeom>
              <a:avLst/>
              <a:pathLst>
                <a:path w="446494" h="0">
                  <a:moveTo>
                    <a:pt x="44649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9072590" y="409914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9661470" y="384150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126083" y="3899471"/>
              <a:ext cx="535387" cy="0"/>
            </a:xfrm>
            <a:custGeom>
              <a:avLst/>
              <a:pathLst>
                <a:path w="535387" h="0">
                  <a:moveTo>
                    <a:pt x="53538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126083" y="384150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9538216" y="422796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8998406" y="4285928"/>
              <a:ext cx="539809" cy="0"/>
            </a:xfrm>
            <a:custGeom>
              <a:avLst/>
              <a:pathLst>
                <a:path w="539809" h="0">
                  <a:moveTo>
                    <a:pt x="53980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8998406" y="4227960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9040611" y="525851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8490731" y="5316483"/>
              <a:ext cx="549879" cy="0"/>
            </a:xfrm>
            <a:custGeom>
              <a:avLst/>
              <a:pathLst>
                <a:path w="549879" h="0">
                  <a:moveTo>
                    <a:pt x="54987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8490731" y="5258514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0039932" y="178039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9561842" y="1838362"/>
              <a:ext cx="478089" cy="0"/>
            </a:xfrm>
            <a:custGeom>
              <a:avLst/>
              <a:pathLst>
                <a:path w="478089" h="0">
                  <a:moveTo>
                    <a:pt x="47808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9561842" y="178039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9703689" y="358386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9236315" y="3641832"/>
              <a:ext cx="467373" cy="0"/>
            </a:xfrm>
            <a:custGeom>
              <a:avLst/>
              <a:pathLst>
                <a:path w="467373" h="0">
                  <a:moveTo>
                    <a:pt x="46737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9236315" y="3583863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847223" y="564497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341484" y="5702941"/>
              <a:ext cx="505738" cy="0"/>
            </a:xfrm>
            <a:custGeom>
              <a:avLst/>
              <a:pathLst>
                <a:path w="505738" h="0">
                  <a:moveTo>
                    <a:pt x="50573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341484" y="564497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9810401" y="255330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9424622" y="2611277"/>
              <a:ext cx="385778" cy="0"/>
            </a:xfrm>
            <a:custGeom>
              <a:avLst/>
              <a:pathLst>
                <a:path w="385778" h="0">
                  <a:moveTo>
                    <a:pt x="38577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9424622" y="255330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9732215" y="293976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9314369" y="2997735"/>
              <a:ext cx="417846" cy="0"/>
            </a:xfrm>
            <a:custGeom>
              <a:avLst/>
              <a:pathLst>
                <a:path w="417846" h="0">
                  <a:moveTo>
                    <a:pt x="41784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9314369" y="2939767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8652431" y="577379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8200412" y="5831760"/>
              <a:ext cx="452018" cy="0"/>
            </a:xfrm>
            <a:custGeom>
              <a:avLst/>
              <a:pathLst>
                <a:path w="452018" h="0">
                  <a:moveTo>
                    <a:pt x="45201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8200412" y="5773792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9694680" y="306858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9323914" y="3126555"/>
              <a:ext cx="370766" cy="0"/>
            </a:xfrm>
            <a:custGeom>
              <a:avLst/>
              <a:pathLst>
                <a:path w="370766" h="0">
                  <a:moveTo>
                    <a:pt x="3707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9323914" y="3068586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9701685" y="319740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9305119" y="3255374"/>
              <a:ext cx="396566" cy="0"/>
            </a:xfrm>
            <a:custGeom>
              <a:avLst/>
              <a:pathLst>
                <a:path w="396566" h="0">
                  <a:moveTo>
                    <a:pt x="3965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9305119" y="3197405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460736" y="616024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8056149" y="6218218"/>
              <a:ext cx="404586" cy="0"/>
            </a:xfrm>
            <a:custGeom>
              <a:avLst/>
              <a:pathLst>
                <a:path w="404586" h="0">
                  <a:moveTo>
                    <a:pt x="40458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8056149" y="6160249"/>
              <a:ext cx="0" cy="115937"/>
            </a:xfrm>
            <a:custGeom>
              <a:avLst/>
              <a:pathLst>
                <a:path w="0" h="115937">
                  <a:moveTo>
                    <a:pt x="0" y="115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6515413" y="1761070"/>
              <a:ext cx="3701997" cy="633790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tx260"/>
            <p:cNvSpPr/>
            <p:nvPr/>
          </p:nvSpPr>
          <p:spPr>
            <a:xfrm>
              <a:off x="5402796" y="7957841"/>
              <a:ext cx="104998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xi-1omega0.5alpha-2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5496002" y="7829022"/>
              <a:ext cx="956781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xi-1omega1alpha-2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440013" y="7700203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xi-1omega0.5alpha0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402796" y="7571383"/>
              <a:ext cx="104998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xi-1omega1.5alpha-2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5440013" y="7442564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xi-1omega0.5alpha2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496002" y="7313745"/>
              <a:ext cx="956781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xi-1omega2alpha-2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440013" y="7184925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xi0omega0.5alpha-2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595429" y="7057416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Alamar_pTau217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5533219" y="6927287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xi0omega1alpha-2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5440013" y="6798467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xi0omega1.5alpha-2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5533219" y="6669648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xi0omega2alpha-2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5365579" y="6542138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plasmapTau181_Nico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5595429" y="6413319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Alamar_pTau181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5533219" y="6283190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xi-1omega1alpha0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5570436" y="6154371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xi1omega2alpha2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5098621" y="6025824"/>
              <a:ext cx="1354162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CSFpT181_Nico_corrected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5365579" y="5898042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plasmapTau217_Nico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5477230" y="5767913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xi1omega1.5alpha2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5570436" y="5639094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xi1omega1alpha2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5371909" y="5510547"/>
              <a:ext cx="1080874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AlamarCSF_pTau181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5533219" y="5381455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xi-1omega1alpha2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5477230" y="5252636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xi1omega0.5alpha2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5291036" y="5123816"/>
              <a:ext cx="11617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plasmapTau181_jucker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5440013" y="4994997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xi-1omega1.5alpha0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5794229" y="4867487"/>
              <a:ext cx="6585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BD.pTau.217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5216711" y="4737631"/>
              <a:ext cx="1236072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LUMIPULSE_CSF_pTau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5980750" y="4608812"/>
              <a:ext cx="472033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CL_ADNI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5098621" y="4479993"/>
              <a:ext cx="1354162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CSFpT217_Nico_corrected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5533219" y="4350901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xi-1omega2alpha0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5477230" y="4222081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xi1omega0.5alpha0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5570436" y="4093262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xi0omega2alpha2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5980750" y="3964715"/>
              <a:ext cx="472033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CL_DIAN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5440013" y="3835623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xi1omega0.5alpha-2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5477230" y="3706804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xi0omega1.5alpha2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5570436" y="3577985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xi1omega1alpha0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5477230" y="3449165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xi0omega0.5alpha0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5440013" y="3320346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xi-1omega1.5alpha2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5570436" y="3191527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xi1omega2alpha0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5533219" y="3062707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xi1omega2alpha-2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5477230" y="2933888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xi1omega1.5alpha0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5322141" y="2806379"/>
              <a:ext cx="1130642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plasmapTau217_ADNI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5570436" y="2676250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xi0omega1alpha0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5440013" y="2547430"/>
              <a:ext cx="1012770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xi1omega1.5alpha-2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5570436" y="2418611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xi0omega2alpha0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5533219" y="2289792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xi-1omega2alpha2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5477230" y="2160972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xi0omega1.5alpha0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5570436" y="2032153"/>
              <a:ext cx="8823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xi0omega1alpha2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5477230" y="1903334"/>
              <a:ext cx="975553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xi0omega0.5alpha2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5533219" y="1774514"/>
              <a:ext cx="919564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xi1omega1alpha-2</a:t>
              </a:r>
            </a:p>
          </p:txBody>
        </p:sp>
        <p:sp>
          <p:nvSpPr>
            <p:cNvPr id="309" name="pl309"/>
            <p:cNvSpPr/>
            <p:nvPr/>
          </p:nvSpPr>
          <p:spPr>
            <a:xfrm>
              <a:off x="6480619" y="80216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480619" y="7892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480619" y="77640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480619" y="76352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480619" y="75064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6480619" y="73775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6480619" y="72487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6480619" y="71199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6480619" y="69911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480619" y="68623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6480619" y="67334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6480619" y="66046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6480619" y="64758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6480619" y="63470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6480619" y="62182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6480619" y="60893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6480619" y="59605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6480619" y="58317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6480619" y="57029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6480619" y="55741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6480619" y="54453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6480619" y="53164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6480619" y="51876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6480619" y="50588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6480619" y="49300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6480619" y="48012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6480619" y="46723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480619" y="45435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6480619" y="44147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6480619" y="42859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6480619" y="41571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6480619" y="40282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6480619" y="38994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6480619" y="37706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6480619" y="36418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6480619" y="35130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6480619" y="33841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6480619" y="32553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6480619" y="31265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480619" y="2997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6480619" y="28689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6480619" y="2740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6480619" y="26112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6480619" y="24824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6480619" y="23536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6480619" y="2224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6480619" y="20960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6480619" y="19671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6480619" y="18383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6546370" y="80989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56048" y="80989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8565726" y="80989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9575404" y="80989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tx362"/>
            <p:cNvSpPr/>
            <p:nvPr/>
          </p:nvSpPr>
          <p:spPr>
            <a:xfrm>
              <a:off x="6450081" y="8159918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-0.8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7459759" y="8159918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8488045" y="815991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9497723" y="815991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6316308" y="8281237"/>
              <a:ext cx="4100208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Correlation with 95% bootstrapped confidence intervals</a:t>
              </a:r>
            </a:p>
          </p:txBody>
        </p:sp>
        <p:sp>
          <p:nvSpPr>
            <p:cNvPr id="367" name="tx367"/>
            <p:cNvSpPr/>
            <p:nvPr/>
          </p:nvSpPr>
          <p:spPr>
            <a:xfrm rot="-5400000">
              <a:off x="4601089" y="4879206"/>
              <a:ext cx="63656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Biomarker</a:t>
              </a:r>
            </a:p>
          </p:txBody>
        </p:sp>
        <p:sp>
          <p:nvSpPr>
            <p:cNvPr id="368" name="rc368"/>
            <p:cNvSpPr/>
            <p:nvPr/>
          </p:nvSpPr>
          <p:spPr>
            <a:xfrm>
              <a:off x="7052364" y="8578458"/>
              <a:ext cx="2628096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tx369"/>
            <p:cNvSpPr/>
            <p:nvPr/>
          </p:nvSpPr>
          <p:spPr>
            <a:xfrm>
              <a:off x="7121953" y="8704296"/>
              <a:ext cx="357299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370" name="rc370"/>
            <p:cNvSpPr/>
            <p:nvPr/>
          </p:nvSpPr>
          <p:spPr>
            <a:xfrm>
              <a:off x="7543967" y="86480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7628869" y="8732949"/>
              <a:ext cx="49651" cy="49651"/>
            </a:xfrm>
            <a:prstGeom prst="ellipse">
              <a:avLst/>
            </a:prstGeom>
            <a:solidFill>
              <a:srgbClr val="E07529">
                <a:alpha val="100000"/>
              </a:srgbClr>
            </a:solidFill>
            <a:ln w="9000" cap="rnd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565912" y="8757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E075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8616976" y="86480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8701878" y="8732949"/>
              <a:ext cx="49651" cy="49651"/>
            </a:xfrm>
            <a:prstGeom prst="ellipse">
              <a:avLst/>
            </a:prstGeom>
            <a:solidFill>
              <a:srgbClr val="7F7991">
                <a:alpha val="100000"/>
              </a:srgbClr>
            </a:solidFill>
            <a:ln w="9000" cap="rnd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8638922" y="8757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F79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tx376"/>
            <p:cNvSpPr/>
            <p:nvPr/>
          </p:nvSpPr>
          <p:spPr>
            <a:xfrm>
              <a:off x="7833012" y="8716465"/>
              <a:ext cx="67088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researchData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8906021" y="8694255"/>
              <a:ext cx="677108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syntheticData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2026-05-19T11:12:19Z</dcterms:modified>
</cp:coreProperties>
</file>