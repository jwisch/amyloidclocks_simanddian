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71800" y="1691481"/>
            <a:ext cx="9144000" cy="7315200"/>
            <a:chOff x="2971800" y="1691481"/>
            <a:chExt cx="9144000" cy="7315200"/>
          </a:xfrm>
        </p:grpSpPr>
        <p:sp>
          <p:nvSpPr>
            <p:cNvPr id="3" name="rc3"/>
            <p:cNvSpPr/>
            <p:nvPr/>
          </p:nvSpPr>
          <p:spPr>
            <a:xfrm>
              <a:off x="2971800" y="1691481"/>
              <a:ext cx="91440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71800" y="1691481"/>
              <a:ext cx="4572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372163" y="1761070"/>
              <a:ext cx="4102047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372163" y="4858044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372163" y="4321256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372163" y="3784467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72163" y="3247679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72163" y="2710891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72163" y="2174103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219878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42395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864911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372163" y="4589650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372163" y="4052862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372163" y="3516073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372163" y="2979285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372163" y="2442497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372163" y="1905709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558620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881136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203653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3533794" y="33071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807106" y="40115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096135" y="29216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533794" y="28868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247949" y="25034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592532" y="4327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533794" y="31714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848299" y="29362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477500" y="27959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4411134" y="34407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533794" y="3594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837986" y="35332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533794" y="40498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401220" y="32073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837948" y="33622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123467" y="31467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827660" y="33724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533794" y="36992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4456294" y="46066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3533794" y="26879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4856887" y="41017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5383868" y="43918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533794" y="4421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4112624" y="44199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533794" y="26830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814016" y="26750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4329478" y="37129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533794" y="38252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081947" y="3366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533794" y="2551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849749" y="23454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533794" y="2912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4110629" y="28073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533794" y="24225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780002" y="22277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533794" y="35357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802061" y="36530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533794" y="40822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4765379" y="30255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533794" y="2529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4070400" y="21540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533794" y="39526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893229" y="4332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533794" y="2863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3533794" y="30754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3798462" y="2438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4070772" y="27343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4861534" y="35371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5115016" y="38852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5363577" y="3752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533794" y="30736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4041061" y="20385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4588184" y="2126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4857035" y="21663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5120814" y="21681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533794" y="21995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809892" y="20674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4068277" y="21345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3533794" y="28803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533794" y="46589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4400495" y="3917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533794" y="32696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3533794" y="3551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3533794" y="32378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4040560" y="30672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4329478" y="32602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3533794" y="3736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3787427" y="29078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049757" y="2794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3533794" y="37416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837695" y="41230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533794" y="39240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3807718" y="35257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4077569" y="36009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4341073" y="2478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4686014" y="36912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3533794" y="2489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3802398" y="23674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533794" y="29959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4390350" y="29927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3533794" y="3175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533794" y="4152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3808443" y="31599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4132369" y="35739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3533794" y="25753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3842736" y="41654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4091063" y="38780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3533794" y="32856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3801196" y="30384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4074813" y="33846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4302665" y="31936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3533794" y="3971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3818588" y="3894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4081794" y="37811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3533794" y="3400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3812723" y="32900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4101865" y="33196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3533794" y="39558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3843197" y="37135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3533794" y="38195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3836946" y="25547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3533794" y="32424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5143898" y="37112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3533794" y="27440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3803214" y="27268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4068598" y="22132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5013714" y="2231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3533794" y="3550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3533794" y="31561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4288897" y="32734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4613547" y="30306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4857035" y="3586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4369335" y="44761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5227340" y="3879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3533794" y="26212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3822211" y="2467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4095632" y="21009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3533794" y="41319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3768196" y="3156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4127631" y="4224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4918966" y="39502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3533794" y="38060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4706304" y="32401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3533794" y="43988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533794" y="24727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3533794" y="41101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3533794" y="3089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3819313" y="32942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4072221" y="33634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4248674" y="41470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4603402" y="42753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3533794" y="39074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4356677" y="37950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4380205" y="34094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3533794" y="41310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4132369" y="4210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3533794" y="30420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3823546" y="29870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4096860" y="30329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3533794" y="41695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3533794" y="2505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3797573" y="23668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4071120" y="22415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4345421" y="22065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649056" y="19786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3533794" y="3293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3825835" y="41523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4061351" y="44439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4378031" y="43193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4633113" y="2874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5388265" y="4078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5896207" y="41269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3533794" y="20217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3807718" y="2027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4152089" y="19300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4416438" y="1880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4689637" y="19062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3533794" y="4769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3820372" y="4157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3533794" y="36213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4137324" y="2923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4552675" y="43697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3533794" y="3016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4334697" y="42219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4825296" y="28397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5408653" y="43336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3533794" y="28005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3806797" y="3009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3533794" y="43394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4044316" y="3628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3533794" y="38196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3808247" y="28941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3533794" y="34982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3803370" y="3427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3533794" y="41313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4036713" y="47057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4604851" y="39761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3533794" y="3145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3851832" y="35129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3533794" y="25009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3809167" y="2618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4078019" y="21279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3533794" y="42783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4335204" y="3523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3533794" y="37634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3774215" y="39435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4104663" y="37361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3533794" y="29318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4338899" y="2365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4157732" y="3050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4638910" y="26682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4912834" y="2234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3533794" y="3567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533794" y="4122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3833081" y="44663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4321734" y="36638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3533794" y="31952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4100861" y="3017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4602647" y="2420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4902343" y="26905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3533794" y="42305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3533794" y="2957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3798620" y="30756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4078743" y="3080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3533794" y="40536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3533794" y="42228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4152006" y="33598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3533794" y="38457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3831747" y="3789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3533794" y="23684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3853372" y="2319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3533794" y="38612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3847351" y="3841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4147587" y="36096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4659926" y="4038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3533794" y="3648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4472962" y="45579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3533794" y="30797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3533794" y="27476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4068000" y="29306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3533794" y="37463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3801950" y="41803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4065729" y="37265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3800990" y="27796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3533794" y="37328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4323776" y="29554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3533794" y="22773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3533794" y="29486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4390350" y="2525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3533794" y="35323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4067655" y="3249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4336000" y="34334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4618620" y="2920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4858484" y="29456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3533794" y="39591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4066232" y="42592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3533794" y="32235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3817863" y="2588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3533794" y="36766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3863517" y="37472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5070812" y="27105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4905429" y="3141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5425174" y="45161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3533794" y="29961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3802200" y="37025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4065699" y="30904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4334551" y="31781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3533794" y="23061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3533794" y="3995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4072493" y="30594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4562820" y="28501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3533794" y="42169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3533794" y="38237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3533794" y="36520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4066331" y="3102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3533794" y="42684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4370059" y="36418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3533794" y="42592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3792308" y="38104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4086523" y="37426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l284"/>
            <p:cNvSpPr/>
            <p:nvPr/>
          </p:nvSpPr>
          <p:spPr>
            <a:xfrm>
              <a:off x="3558620" y="2946456"/>
              <a:ext cx="562341" cy="1089911"/>
            </a:xfrm>
            <a:custGeom>
              <a:avLst/>
              <a:pathLst>
                <a:path w="562341" h="1089911">
                  <a:moveTo>
                    <a:pt x="0" y="385549"/>
                  </a:moveTo>
                  <a:lnTo>
                    <a:pt x="273312" y="1089911"/>
                  </a:lnTo>
                  <a:lnTo>
                    <a:pt x="5623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5"/>
            <p:cNvSpPr/>
            <p:nvPr/>
          </p:nvSpPr>
          <p:spPr>
            <a:xfrm>
              <a:off x="3558620" y="2528306"/>
              <a:ext cx="1058737" cy="1824415"/>
            </a:xfrm>
            <a:custGeom>
              <a:avLst/>
              <a:pathLst>
                <a:path w="1058737" h="1824415">
                  <a:moveTo>
                    <a:pt x="0" y="383407"/>
                  </a:moveTo>
                  <a:lnTo>
                    <a:pt x="714154" y="0"/>
                  </a:lnTo>
                  <a:lnTo>
                    <a:pt x="1058737" y="182441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6"/>
            <p:cNvSpPr/>
            <p:nvPr/>
          </p:nvSpPr>
          <p:spPr>
            <a:xfrm>
              <a:off x="3558620" y="2820756"/>
              <a:ext cx="943705" cy="375533"/>
            </a:xfrm>
            <a:custGeom>
              <a:avLst/>
              <a:pathLst>
                <a:path w="943705" h="375533">
                  <a:moveTo>
                    <a:pt x="0" y="375533"/>
                  </a:moveTo>
                  <a:lnTo>
                    <a:pt x="314505" y="140349"/>
                  </a:lnTo>
                  <a:lnTo>
                    <a:pt x="94370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l287"/>
            <p:cNvSpPr/>
            <p:nvPr/>
          </p:nvSpPr>
          <p:spPr>
            <a:xfrm>
              <a:off x="3558620" y="3558086"/>
              <a:ext cx="304191" cy="61695"/>
            </a:xfrm>
            <a:custGeom>
              <a:avLst/>
              <a:pathLst>
                <a:path w="304191" h="61695">
                  <a:moveTo>
                    <a:pt x="0" y="61695"/>
                  </a:moveTo>
                  <a:lnTo>
                    <a:pt x="30419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l288"/>
            <p:cNvSpPr/>
            <p:nvPr/>
          </p:nvSpPr>
          <p:spPr>
            <a:xfrm>
              <a:off x="3862774" y="3171601"/>
              <a:ext cx="285518" cy="215489"/>
            </a:xfrm>
            <a:custGeom>
              <a:avLst/>
              <a:pathLst>
                <a:path w="285518" h="215489">
                  <a:moveTo>
                    <a:pt x="0" y="215489"/>
                  </a:moveTo>
                  <a:lnTo>
                    <a:pt x="28551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9"/>
            <p:cNvSpPr/>
            <p:nvPr/>
          </p:nvSpPr>
          <p:spPr>
            <a:xfrm>
              <a:off x="3558620" y="3724085"/>
              <a:ext cx="922500" cy="907417"/>
            </a:xfrm>
            <a:custGeom>
              <a:avLst/>
              <a:pathLst>
                <a:path w="922500" h="907417">
                  <a:moveTo>
                    <a:pt x="0" y="0"/>
                  </a:moveTo>
                  <a:lnTo>
                    <a:pt x="922500" y="90741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90"/>
            <p:cNvSpPr/>
            <p:nvPr/>
          </p:nvSpPr>
          <p:spPr>
            <a:xfrm>
              <a:off x="4881713" y="4126600"/>
              <a:ext cx="526981" cy="290059"/>
            </a:xfrm>
            <a:custGeom>
              <a:avLst/>
              <a:pathLst>
                <a:path w="526981" h="290059">
                  <a:moveTo>
                    <a:pt x="0" y="0"/>
                  </a:moveTo>
                  <a:lnTo>
                    <a:pt x="526981" y="29005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l291"/>
            <p:cNvSpPr/>
            <p:nvPr/>
          </p:nvSpPr>
          <p:spPr>
            <a:xfrm>
              <a:off x="3558620" y="4444727"/>
              <a:ext cx="578830" cy="1508"/>
            </a:xfrm>
            <a:custGeom>
              <a:avLst/>
              <a:pathLst>
                <a:path w="578830" h="1508">
                  <a:moveTo>
                    <a:pt x="0" y="1508"/>
                  </a:moveTo>
                  <a:lnTo>
                    <a:pt x="57883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l292"/>
            <p:cNvSpPr/>
            <p:nvPr/>
          </p:nvSpPr>
          <p:spPr>
            <a:xfrm>
              <a:off x="3558620" y="2699873"/>
              <a:ext cx="280222" cy="7991"/>
            </a:xfrm>
            <a:custGeom>
              <a:avLst/>
              <a:pathLst>
                <a:path w="280222" h="7991">
                  <a:moveTo>
                    <a:pt x="0" y="7991"/>
                  </a:moveTo>
                  <a:lnTo>
                    <a:pt x="28022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3"/>
            <p:cNvSpPr/>
            <p:nvPr/>
          </p:nvSpPr>
          <p:spPr>
            <a:xfrm>
              <a:off x="3558620" y="3391236"/>
              <a:ext cx="548152" cy="458844"/>
            </a:xfrm>
            <a:custGeom>
              <a:avLst/>
              <a:pathLst>
                <a:path w="548152" h="458844">
                  <a:moveTo>
                    <a:pt x="0" y="458844"/>
                  </a:moveTo>
                  <a:lnTo>
                    <a:pt x="5481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4"/>
            <p:cNvSpPr/>
            <p:nvPr/>
          </p:nvSpPr>
          <p:spPr>
            <a:xfrm>
              <a:off x="3558620" y="2370250"/>
              <a:ext cx="315954" cy="206420"/>
            </a:xfrm>
            <a:custGeom>
              <a:avLst/>
              <a:pathLst>
                <a:path w="315954" h="206420">
                  <a:moveTo>
                    <a:pt x="0" y="206420"/>
                  </a:moveTo>
                  <a:lnTo>
                    <a:pt x="31595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3558620" y="2252624"/>
              <a:ext cx="246208" cy="194778"/>
            </a:xfrm>
            <a:custGeom>
              <a:avLst/>
              <a:pathLst>
                <a:path w="246208" h="194778">
                  <a:moveTo>
                    <a:pt x="0" y="194778"/>
                  </a:moveTo>
                  <a:lnTo>
                    <a:pt x="24620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3558620" y="3560528"/>
              <a:ext cx="268267" cy="117381"/>
            </a:xfrm>
            <a:custGeom>
              <a:avLst/>
              <a:pathLst>
                <a:path w="268267" h="117381">
                  <a:moveTo>
                    <a:pt x="0" y="0"/>
                  </a:moveTo>
                  <a:lnTo>
                    <a:pt x="268267" y="11738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3558620" y="3050378"/>
              <a:ext cx="1231584" cy="1056665"/>
            </a:xfrm>
            <a:custGeom>
              <a:avLst/>
              <a:pathLst>
                <a:path w="1231584" h="1056665">
                  <a:moveTo>
                    <a:pt x="0" y="1056665"/>
                  </a:moveTo>
                  <a:lnTo>
                    <a:pt x="123158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8"/>
            <p:cNvSpPr/>
            <p:nvPr/>
          </p:nvSpPr>
          <p:spPr>
            <a:xfrm>
              <a:off x="3558620" y="3977500"/>
              <a:ext cx="359434" cy="379448"/>
            </a:xfrm>
            <a:custGeom>
              <a:avLst/>
              <a:pathLst>
                <a:path w="359434" h="379448">
                  <a:moveTo>
                    <a:pt x="0" y="0"/>
                  </a:moveTo>
                  <a:lnTo>
                    <a:pt x="359434" y="37944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3558620" y="2463806"/>
              <a:ext cx="1829782" cy="1446311"/>
            </a:xfrm>
            <a:custGeom>
              <a:avLst/>
              <a:pathLst>
                <a:path w="1829782" h="1446311">
                  <a:moveTo>
                    <a:pt x="0" y="636500"/>
                  </a:moveTo>
                  <a:lnTo>
                    <a:pt x="264667" y="0"/>
                  </a:lnTo>
                  <a:lnTo>
                    <a:pt x="536977" y="295400"/>
                  </a:lnTo>
                  <a:lnTo>
                    <a:pt x="1327739" y="1098119"/>
                  </a:lnTo>
                  <a:lnTo>
                    <a:pt x="1581222" y="1446311"/>
                  </a:lnTo>
                  <a:lnTo>
                    <a:pt x="1829782" y="131333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300"/>
            <p:cNvSpPr/>
            <p:nvPr/>
          </p:nvSpPr>
          <p:spPr>
            <a:xfrm>
              <a:off x="3558620" y="2063353"/>
              <a:ext cx="1587019" cy="1035097"/>
            </a:xfrm>
            <a:custGeom>
              <a:avLst/>
              <a:pathLst>
                <a:path w="1587019" h="1035097">
                  <a:moveTo>
                    <a:pt x="0" y="1035097"/>
                  </a:moveTo>
                  <a:lnTo>
                    <a:pt x="507266" y="0"/>
                  </a:lnTo>
                  <a:lnTo>
                    <a:pt x="1054389" y="87533"/>
                  </a:lnTo>
                  <a:lnTo>
                    <a:pt x="1323241" y="127778"/>
                  </a:lnTo>
                  <a:lnTo>
                    <a:pt x="1587019" y="12963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1"/>
            <p:cNvSpPr/>
            <p:nvPr/>
          </p:nvSpPr>
          <p:spPr>
            <a:xfrm>
              <a:off x="3558620" y="2092273"/>
              <a:ext cx="534483" cy="132075"/>
            </a:xfrm>
            <a:custGeom>
              <a:avLst/>
              <a:pathLst>
                <a:path w="534483" h="132075">
                  <a:moveTo>
                    <a:pt x="0" y="132075"/>
                  </a:moveTo>
                  <a:lnTo>
                    <a:pt x="276097" y="0"/>
                  </a:lnTo>
                  <a:lnTo>
                    <a:pt x="534483" y="6710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3558620" y="3942583"/>
              <a:ext cx="866701" cy="741189"/>
            </a:xfrm>
            <a:custGeom>
              <a:avLst/>
              <a:pathLst>
                <a:path w="866701" h="741189">
                  <a:moveTo>
                    <a:pt x="0" y="741189"/>
                  </a:moveTo>
                  <a:lnTo>
                    <a:pt x="86670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3"/>
            <p:cNvSpPr/>
            <p:nvPr/>
          </p:nvSpPr>
          <p:spPr>
            <a:xfrm>
              <a:off x="3558620" y="3092094"/>
              <a:ext cx="795683" cy="193011"/>
            </a:xfrm>
            <a:custGeom>
              <a:avLst/>
              <a:pathLst>
                <a:path w="795683" h="193011">
                  <a:moveTo>
                    <a:pt x="0" y="170555"/>
                  </a:moveTo>
                  <a:lnTo>
                    <a:pt x="506765" y="0"/>
                  </a:lnTo>
                  <a:lnTo>
                    <a:pt x="795683" y="19301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4"/>
            <p:cNvSpPr/>
            <p:nvPr/>
          </p:nvSpPr>
          <p:spPr>
            <a:xfrm>
              <a:off x="3812253" y="2818899"/>
              <a:ext cx="262329" cy="113776"/>
            </a:xfrm>
            <a:custGeom>
              <a:avLst/>
              <a:pathLst>
                <a:path w="262329" h="113776">
                  <a:moveTo>
                    <a:pt x="0" y="113776"/>
                  </a:moveTo>
                  <a:lnTo>
                    <a:pt x="26232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5"/>
            <p:cNvSpPr/>
            <p:nvPr/>
          </p:nvSpPr>
          <p:spPr>
            <a:xfrm>
              <a:off x="3558620" y="3766471"/>
              <a:ext cx="303900" cy="381389"/>
            </a:xfrm>
            <a:custGeom>
              <a:avLst/>
              <a:pathLst>
                <a:path w="303900" h="381389">
                  <a:moveTo>
                    <a:pt x="0" y="0"/>
                  </a:moveTo>
                  <a:lnTo>
                    <a:pt x="303900" y="38138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l306"/>
            <p:cNvSpPr/>
            <p:nvPr/>
          </p:nvSpPr>
          <p:spPr>
            <a:xfrm>
              <a:off x="3558620" y="2503680"/>
              <a:ext cx="1152219" cy="1445228"/>
            </a:xfrm>
            <a:custGeom>
              <a:avLst/>
              <a:pathLst>
                <a:path w="1152219" h="1445228">
                  <a:moveTo>
                    <a:pt x="0" y="1445228"/>
                  </a:moveTo>
                  <a:lnTo>
                    <a:pt x="273923" y="1046904"/>
                  </a:lnTo>
                  <a:lnTo>
                    <a:pt x="543775" y="1122070"/>
                  </a:lnTo>
                  <a:lnTo>
                    <a:pt x="807278" y="0"/>
                  </a:lnTo>
                  <a:lnTo>
                    <a:pt x="1152219" y="121243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7"/>
            <p:cNvSpPr/>
            <p:nvPr/>
          </p:nvSpPr>
          <p:spPr>
            <a:xfrm>
              <a:off x="3558620" y="2392294"/>
              <a:ext cx="268603" cy="122372"/>
            </a:xfrm>
            <a:custGeom>
              <a:avLst/>
              <a:pathLst>
                <a:path w="268603" h="122372">
                  <a:moveTo>
                    <a:pt x="0" y="122372"/>
                  </a:moveTo>
                  <a:lnTo>
                    <a:pt x="26860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8"/>
            <p:cNvSpPr/>
            <p:nvPr/>
          </p:nvSpPr>
          <p:spPr>
            <a:xfrm>
              <a:off x="3558620" y="3017615"/>
              <a:ext cx="856555" cy="3164"/>
            </a:xfrm>
            <a:custGeom>
              <a:avLst/>
              <a:pathLst>
                <a:path w="856555" h="3164">
                  <a:moveTo>
                    <a:pt x="0" y="3164"/>
                  </a:moveTo>
                  <a:lnTo>
                    <a:pt x="85655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9"/>
            <p:cNvSpPr/>
            <p:nvPr/>
          </p:nvSpPr>
          <p:spPr>
            <a:xfrm>
              <a:off x="3558620" y="3184733"/>
              <a:ext cx="598574" cy="992429"/>
            </a:xfrm>
            <a:custGeom>
              <a:avLst/>
              <a:pathLst>
                <a:path w="598574" h="992429">
                  <a:moveTo>
                    <a:pt x="0" y="992429"/>
                  </a:moveTo>
                  <a:lnTo>
                    <a:pt x="274648" y="0"/>
                  </a:lnTo>
                  <a:lnTo>
                    <a:pt x="598574" y="41405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10"/>
            <p:cNvSpPr/>
            <p:nvPr/>
          </p:nvSpPr>
          <p:spPr>
            <a:xfrm>
              <a:off x="3558620" y="2600218"/>
              <a:ext cx="557268" cy="1590048"/>
            </a:xfrm>
            <a:custGeom>
              <a:avLst/>
              <a:pathLst>
                <a:path w="557268" h="1590048">
                  <a:moveTo>
                    <a:pt x="0" y="0"/>
                  </a:moveTo>
                  <a:lnTo>
                    <a:pt x="308941" y="1590048"/>
                  </a:lnTo>
                  <a:lnTo>
                    <a:pt x="557268" y="130264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1"/>
            <p:cNvSpPr/>
            <p:nvPr/>
          </p:nvSpPr>
          <p:spPr>
            <a:xfrm>
              <a:off x="3558620" y="3063320"/>
              <a:ext cx="768871" cy="346201"/>
            </a:xfrm>
            <a:custGeom>
              <a:avLst/>
              <a:pathLst>
                <a:path w="768871" h="346201">
                  <a:moveTo>
                    <a:pt x="0" y="247195"/>
                  </a:moveTo>
                  <a:lnTo>
                    <a:pt x="267401" y="0"/>
                  </a:lnTo>
                  <a:lnTo>
                    <a:pt x="541018" y="346201"/>
                  </a:lnTo>
                  <a:lnTo>
                    <a:pt x="768871" y="15510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2"/>
            <p:cNvSpPr/>
            <p:nvPr/>
          </p:nvSpPr>
          <p:spPr>
            <a:xfrm>
              <a:off x="3558620" y="3805940"/>
              <a:ext cx="548000" cy="190620"/>
            </a:xfrm>
            <a:custGeom>
              <a:avLst/>
              <a:pathLst>
                <a:path w="548000" h="190620">
                  <a:moveTo>
                    <a:pt x="0" y="190620"/>
                  </a:moveTo>
                  <a:lnTo>
                    <a:pt x="284793" y="113671"/>
                  </a:lnTo>
                  <a:lnTo>
                    <a:pt x="54800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3"/>
            <p:cNvSpPr/>
            <p:nvPr/>
          </p:nvSpPr>
          <p:spPr>
            <a:xfrm>
              <a:off x="3558620" y="3314872"/>
              <a:ext cx="568071" cy="110290"/>
            </a:xfrm>
            <a:custGeom>
              <a:avLst/>
              <a:pathLst>
                <a:path w="568071" h="110290">
                  <a:moveTo>
                    <a:pt x="0" y="110290"/>
                  </a:moveTo>
                  <a:lnTo>
                    <a:pt x="278929" y="0"/>
                  </a:lnTo>
                  <a:lnTo>
                    <a:pt x="568071" y="2955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4"/>
            <p:cNvSpPr/>
            <p:nvPr/>
          </p:nvSpPr>
          <p:spPr>
            <a:xfrm>
              <a:off x="3558620" y="3738399"/>
              <a:ext cx="309402" cy="242252"/>
            </a:xfrm>
            <a:custGeom>
              <a:avLst/>
              <a:pathLst>
                <a:path w="309402" h="242252">
                  <a:moveTo>
                    <a:pt x="0" y="242252"/>
                  </a:moveTo>
                  <a:lnTo>
                    <a:pt x="30940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5"/>
            <p:cNvSpPr/>
            <p:nvPr/>
          </p:nvSpPr>
          <p:spPr>
            <a:xfrm>
              <a:off x="3558620" y="2579550"/>
              <a:ext cx="303152" cy="1264837"/>
            </a:xfrm>
            <a:custGeom>
              <a:avLst/>
              <a:pathLst>
                <a:path w="303152" h="1264837">
                  <a:moveTo>
                    <a:pt x="0" y="1264837"/>
                  </a:moveTo>
                  <a:lnTo>
                    <a:pt x="3031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l316"/>
            <p:cNvSpPr/>
            <p:nvPr/>
          </p:nvSpPr>
          <p:spPr>
            <a:xfrm>
              <a:off x="3558620" y="2238098"/>
              <a:ext cx="1479919" cy="530807"/>
            </a:xfrm>
            <a:custGeom>
              <a:avLst/>
              <a:pathLst>
                <a:path w="1479919" h="530807">
                  <a:moveTo>
                    <a:pt x="0" y="530807"/>
                  </a:moveTo>
                  <a:lnTo>
                    <a:pt x="269419" y="513535"/>
                  </a:lnTo>
                  <a:lnTo>
                    <a:pt x="534803" y="0"/>
                  </a:lnTo>
                  <a:lnTo>
                    <a:pt x="1479919" y="1780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l317"/>
            <p:cNvSpPr/>
            <p:nvPr/>
          </p:nvSpPr>
          <p:spPr>
            <a:xfrm>
              <a:off x="4313722" y="3055474"/>
              <a:ext cx="568138" cy="556271"/>
            </a:xfrm>
            <a:custGeom>
              <a:avLst/>
              <a:pathLst>
                <a:path w="568138" h="556271">
                  <a:moveTo>
                    <a:pt x="0" y="242805"/>
                  </a:moveTo>
                  <a:lnTo>
                    <a:pt x="324650" y="0"/>
                  </a:lnTo>
                  <a:lnTo>
                    <a:pt x="568138" y="55627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4394160" y="3903866"/>
              <a:ext cx="858005" cy="597085"/>
            </a:xfrm>
            <a:custGeom>
              <a:avLst/>
              <a:pathLst>
                <a:path w="858005" h="597085">
                  <a:moveTo>
                    <a:pt x="0" y="597085"/>
                  </a:moveTo>
                  <a:lnTo>
                    <a:pt x="85800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3558620" y="2125789"/>
              <a:ext cx="561838" cy="520331"/>
            </a:xfrm>
            <a:custGeom>
              <a:avLst/>
              <a:pathLst>
                <a:path w="561838" h="520331">
                  <a:moveTo>
                    <a:pt x="0" y="520331"/>
                  </a:moveTo>
                  <a:lnTo>
                    <a:pt x="288417" y="366181"/>
                  </a:lnTo>
                  <a:lnTo>
                    <a:pt x="56183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l320"/>
            <p:cNvSpPr/>
            <p:nvPr/>
          </p:nvSpPr>
          <p:spPr>
            <a:xfrm>
              <a:off x="3558620" y="3181530"/>
              <a:ext cx="1385172" cy="1067554"/>
            </a:xfrm>
            <a:custGeom>
              <a:avLst/>
              <a:pathLst>
                <a:path w="1385172" h="1067554">
                  <a:moveTo>
                    <a:pt x="0" y="975215"/>
                  </a:moveTo>
                  <a:lnTo>
                    <a:pt x="234401" y="0"/>
                  </a:lnTo>
                  <a:lnTo>
                    <a:pt x="593836" y="1067554"/>
                  </a:lnTo>
                  <a:lnTo>
                    <a:pt x="1385172" y="79351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l321"/>
            <p:cNvSpPr/>
            <p:nvPr/>
          </p:nvSpPr>
          <p:spPr>
            <a:xfrm>
              <a:off x="3558620" y="3265015"/>
              <a:ext cx="1172510" cy="565864"/>
            </a:xfrm>
            <a:custGeom>
              <a:avLst/>
              <a:pathLst>
                <a:path w="1172510" h="565864">
                  <a:moveTo>
                    <a:pt x="0" y="565864"/>
                  </a:moveTo>
                  <a:lnTo>
                    <a:pt x="117251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l322"/>
            <p:cNvSpPr/>
            <p:nvPr/>
          </p:nvSpPr>
          <p:spPr>
            <a:xfrm>
              <a:off x="3558620" y="3114421"/>
              <a:ext cx="538427" cy="273855"/>
            </a:xfrm>
            <a:custGeom>
              <a:avLst/>
              <a:pathLst>
                <a:path w="538427" h="273855">
                  <a:moveTo>
                    <a:pt x="0" y="0"/>
                  </a:moveTo>
                  <a:lnTo>
                    <a:pt x="285518" y="204643"/>
                  </a:lnTo>
                  <a:lnTo>
                    <a:pt x="538427" y="27385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l323"/>
            <p:cNvSpPr/>
            <p:nvPr/>
          </p:nvSpPr>
          <p:spPr>
            <a:xfrm>
              <a:off x="4273500" y="4171867"/>
              <a:ext cx="354728" cy="128343"/>
            </a:xfrm>
            <a:custGeom>
              <a:avLst/>
              <a:pathLst>
                <a:path w="354728" h="128343">
                  <a:moveTo>
                    <a:pt x="0" y="0"/>
                  </a:moveTo>
                  <a:lnTo>
                    <a:pt x="354728" y="12834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l324"/>
            <p:cNvSpPr/>
            <p:nvPr/>
          </p:nvSpPr>
          <p:spPr>
            <a:xfrm>
              <a:off x="3558620" y="3819857"/>
              <a:ext cx="822882" cy="112394"/>
            </a:xfrm>
            <a:custGeom>
              <a:avLst/>
              <a:pathLst>
                <a:path w="822882" h="112394">
                  <a:moveTo>
                    <a:pt x="0" y="112394"/>
                  </a:moveTo>
                  <a:lnTo>
                    <a:pt x="82288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l325"/>
            <p:cNvSpPr/>
            <p:nvPr/>
          </p:nvSpPr>
          <p:spPr>
            <a:xfrm>
              <a:off x="3558620" y="4155836"/>
              <a:ext cx="598574" cy="79847"/>
            </a:xfrm>
            <a:custGeom>
              <a:avLst/>
              <a:pathLst>
                <a:path w="598574" h="79847">
                  <a:moveTo>
                    <a:pt x="0" y="0"/>
                  </a:moveTo>
                  <a:lnTo>
                    <a:pt x="598574" y="7984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3558620" y="3011834"/>
              <a:ext cx="563065" cy="55004"/>
            </a:xfrm>
            <a:custGeom>
              <a:avLst/>
              <a:pathLst>
                <a:path w="563065" h="55004">
                  <a:moveTo>
                    <a:pt x="0" y="55004"/>
                  </a:moveTo>
                  <a:lnTo>
                    <a:pt x="289751" y="0"/>
                  </a:lnTo>
                  <a:lnTo>
                    <a:pt x="563065" y="4589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l327"/>
            <p:cNvSpPr/>
            <p:nvPr/>
          </p:nvSpPr>
          <p:spPr>
            <a:xfrm>
              <a:off x="3558620" y="2003474"/>
              <a:ext cx="1115261" cy="526764"/>
            </a:xfrm>
            <a:custGeom>
              <a:avLst/>
              <a:pathLst>
                <a:path w="1115261" h="526764">
                  <a:moveTo>
                    <a:pt x="0" y="526764"/>
                  </a:moveTo>
                  <a:lnTo>
                    <a:pt x="263778" y="388183"/>
                  </a:lnTo>
                  <a:lnTo>
                    <a:pt x="537326" y="262869"/>
                  </a:lnTo>
                  <a:lnTo>
                    <a:pt x="811626" y="227857"/>
                  </a:lnTo>
                  <a:lnTo>
                    <a:pt x="111526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3558620" y="2898925"/>
              <a:ext cx="2362412" cy="1569804"/>
            </a:xfrm>
            <a:custGeom>
              <a:avLst/>
              <a:pathLst>
                <a:path w="2362412" h="1569804">
                  <a:moveTo>
                    <a:pt x="0" y="419484"/>
                  </a:moveTo>
                  <a:lnTo>
                    <a:pt x="292040" y="1278274"/>
                  </a:lnTo>
                  <a:lnTo>
                    <a:pt x="527557" y="1569804"/>
                  </a:lnTo>
                  <a:lnTo>
                    <a:pt x="844236" y="1445225"/>
                  </a:lnTo>
                  <a:lnTo>
                    <a:pt x="1099319" y="0"/>
                  </a:lnTo>
                  <a:lnTo>
                    <a:pt x="1854471" y="1204158"/>
                  </a:lnTo>
                  <a:lnTo>
                    <a:pt x="2362412" y="125288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l329"/>
            <p:cNvSpPr/>
            <p:nvPr/>
          </p:nvSpPr>
          <p:spPr>
            <a:xfrm>
              <a:off x="3558620" y="1905530"/>
              <a:ext cx="1155843" cy="147235"/>
            </a:xfrm>
            <a:custGeom>
              <a:avLst/>
              <a:pathLst>
                <a:path w="1155843" h="147235">
                  <a:moveTo>
                    <a:pt x="0" y="141083"/>
                  </a:moveTo>
                  <a:lnTo>
                    <a:pt x="273923" y="147235"/>
                  </a:lnTo>
                  <a:lnTo>
                    <a:pt x="618294" y="49365"/>
                  </a:lnTo>
                  <a:lnTo>
                    <a:pt x="882643" y="0"/>
                  </a:lnTo>
                  <a:lnTo>
                    <a:pt x="1155843" y="2558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3558620" y="4181956"/>
              <a:ext cx="286577" cy="612775"/>
            </a:xfrm>
            <a:custGeom>
              <a:avLst/>
              <a:pathLst>
                <a:path w="286577" h="612775">
                  <a:moveTo>
                    <a:pt x="0" y="612775"/>
                  </a:moveTo>
                  <a:lnTo>
                    <a:pt x="28657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l331"/>
            <p:cNvSpPr/>
            <p:nvPr/>
          </p:nvSpPr>
          <p:spPr>
            <a:xfrm>
              <a:off x="3558620" y="2948721"/>
              <a:ext cx="1018881" cy="1445810"/>
            </a:xfrm>
            <a:custGeom>
              <a:avLst/>
              <a:pathLst>
                <a:path w="1018881" h="1445810">
                  <a:moveTo>
                    <a:pt x="0" y="697414"/>
                  </a:moveTo>
                  <a:lnTo>
                    <a:pt x="603530" y="0"/>
                  </a:lnTo>
                  <a:lnTo>
                    <a:pt x="1018881" y="144581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l332"/>
            <p:cNvSpPr/>
            <p:nvPr/>
          </p:nvSpPr>
          <p:spPr>
            <a:xfrm>
              <a:off x="4359523" y="2864585"/>
              <a:ext cx="1073955" cy="1493908"/>
            </a:xfrm>
            <a:custGeom>
              <a:avLst/>
              <a:pathLst>
                <a:path w="1073955" h="1493908">
                  <a:moveTo>
                    <a:pt x="0" y="1382173"/>
                  </a:moveTo>
                  <a:lnTo>
                    <a:pt x="490599" y="0"/>
                  </a:lnTo>
                  <a:lnTo>
                    <a:pt x="1073955" y="149390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l333"/>
            <p:cNvSpPr/>
            <p:nvPr/>
          </p:nvSpPr>
          <p:spPr>
            <a:xfrm>
              <a:off x="3558620" y="2825413"/>
              <a:ext cx="273003" cy="208713"/>
            </a:xfrm>
            <a:custGeom>
              <a:avLst/>
              <a:pathLst>
                <a:path w="273003" h="208713">
                  <a:moveTo>
                    <a:pt x="0" y="0"/>
                  </a:moveTo>
                  <a:lnTo>
                    <a:pt x="273003" y="20871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4"/>
            <p:cNvSpPr/>
            <p:nvPr/>
          </p:nvSpPr>
          <p:spPr>
            <a:xfrm>
              <a:off x="3558620" y="3653164"/>
              <a:ext cx="510521" cy="711109"/>
            </a:xfrm>
            <a:custGeom>
              <a:avLst/>
              <a:pathLst>
                <a:path w="510521" h="711109">
                  <a:moveTo>
                    <a:pt x="0" y="711109"/>
                  </a:moveTo>
                  <a:lnTo>
                    <a:pt x="51052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l335"/>
            <p:cNvSpPr/>
            <p:nvPr/>
          </p:nvSpPr>
          <p:spPr>
            <a:xfrm>
              <a:off x="3558620" y="2918927"/>
              <a:ext cx="274452" cy="925537"/>
            </a:xfrm>
            <a:custGeom>
              <a:avLst/>
              <a:pathLst>
                <a:path w="274452" h="925537">
                  <a:moveTo>
                    <a:pt x="0" y="925537"/>
                  </a:moveTo>
                  <a:lnTo>
                    <a:pt x="2744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3558620" y="3452410"/>
              <a:ext cx="269575" cy="70671"/>
            </a:xfrm>
            <a:custGeom>
              <a:avLst/>
              <a:pathLst>
                <a:path w="269575" h="70671">
                  <a:moveTo>
                    <a:pt x="0" y="70671"/>
                  </a:moveTo>
                  <a:lnTo>
                    <a:pt x="26957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l337"/>
            <p:cNvSpPr/>
            <p:nvPr/>
          </p:nvSpPr>
          <p:spPr>
            <a:xfrm>
              <a:off x="3558620" y="4000952"/>
              <a:ext cx="1071057" cy="729662"/>
            </a:xfrm>
            <a:custGeom>
              <a:avLst/>
              <a:pathLst>
                <a:path w="1071057" h="729662">
                  <a:moveTo>
                    <a:pt x="0" y="155261"/>
                  </a:moveTo>
                  <a:lnTo>
                    <a:pt x="502918" y="729662"/>
                  </a:lnTo>
                  <a:lnTo>
                    <a:pt x="107105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l338"/>
            <p:cNvSpPr/>
            <p:nvPr/>
          </p:nvSpPr>
          <p:spPr>
            <a:xfrm>
              <a:off x="3558620" y="3170588"/>
              <a:ext cx="318037" cy="367186"/>
            </a:xfrm>
            <a:custGeom>
              <a:avLst/>
              <a:pathLst>
                <a:path w="318037" h="367186">
                  <a:moveTo>
                    <a:pt x="0" y="0"/>
                  </a:moveTo>
                  <a:lnTo>
                    <a:pt x="318037" y="36718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3558620" y="2152735"/>
              <a:ext cx="544224" cy="490950"/>
            </a:xfrm>
            <a:custGeom>
              <a:avLst/>
              <a:pathLst>
                <a:path w="544224" h="490950">
                  <a:moveTo>
                    <a:pt x="0" y="373009"/>
                  </a:moveTo>
                  <a:lnTo>
                    <a:pt x="275373" y="490950"/>
                  </a:lnTo>
                  <a:lnTo>
                    <a:pt x="54422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40"/>
            <p:cNvSpPr/>
            <p:nvPr/>
          </p:nvSpPr>
          <p:spPr>
            <a:xfrm>
              <a:off x="3558620" y="3548718"/>
              <a:ext cx="801409" cy="754506"/>
            </a:xfrm>
            <a:custGeom>
              <a:avLst/>
              <a:pathLst>
                <a:path w="801409" h="754506">
                  <a:moveTo>
                    <a:pt x="0" y="754506"/>
                  </a:moveTo>
                  <a:lnTo>
                    <a:pt x="80140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1"/>
            <p:cNvSpPr/>
            <p:nvPr/>
          </p:nvSpPr>
          <p:spPr>
            <a:xfrm>
              <a:off x="3558620" y="3760950"/>
              <a:ext cx="570868" cy="207423"/>
            </a:xfrm>
            <a:custGeom>
              <a:avLst/>
              <a:pathLst>
                <a:path w="570868" h="207423">
                  <a:moveTo>
                    <a:pt x="0" y="27297"/>
                  </a:moveTo>
                  <a:lnTo>
                    <a:pt x="240420" y="207423"/>
                  </a:lnTo>
                  <a:lnTo>
                    <a:pt x="57086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3558620" y="2390496"/>
              <a:ext cx="805104" cy="566192"/>
            </a:xfrm>
            <a:custGeom>
              <a:avLst/>
              <a:pathLst>
                <a:path w="805104" h="566192">
                  <a:moveTo>
                    <a:pt x="0" y="566192"/>
                  </a:moveTo>
                  <a:lnTo>
                    <a:pt x="8051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4182558" y="2259457"/>
              <a:ext cx="755102" cy="816165"/>
            </a:xfrm>
            <a:custGeom>
              <a:avLst/>
              <a:pathLst>
                <a:path w="755102" h="816165">
                  <a:moveTo>
                    <a:pt x="0" y="816165"/>
                  </a:moveTo>
                  <a:lnTo>
                    <a:pt x="481178" y="433649"/>
                  </a:lnTo>
                  <a:lnTo>
                    <a:pt x="75510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3558620" y="3688683"/>
              <a:ext cx="787940" cy="802487"/>
            </a:xfrm>
            <a:custGeom>
              <a:avLst/>
              <a:pathLst>
                <a:path w="787940" h="802487">
                  <a:moveTo>
                    <a:pt x="0" y="459112"/>
                  </a:moveTo>
                  <a:lnTo>
                    <a:pt x="299287" y="802487"/>
                  </a:lnTo>
                  <a:lnTo>
                    <a:pt x="78794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4125687" y="2445108"/>
              <a:ext cx="801481" cy="597562"/>
            </a:xfrm>
            <a:custGeom>
              <a:avLst/>
              <a:pathLst>
                <a:path w="801481" h="597562">
                  <a:moveTo>
                    <a:pt x="0" y="597562"/>
                  </a:moveTo>
                  <a:lnTo>
                    <a:pt x="501786" y="0"/>
                  </a:lnTo>
                  <a:lnTo>
                    <a:pt x="801481" y="27027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3558620" y="2982541"/>
              <a:ext cx="544949" cy="123180"/>
            </a:xfrm>
            <a:custGeom>
              <a:avLst/>
              <a:pathLst>
                <a:path w="544949" h="123180">
                  <a:moveTo>
                    <a:pt x="0" y="0"/>
                  </a:moveTo>
                  <a:lnTo>
                    <a:pt x="264826" y="117898"/>
                  </a:lnTo>
                  <a:lnTo>
                    <a:pt x="544949" y="12318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3558620" y="3384725"/>
              <a:ext cx="618211" cy="862915"/>
            </a:xfrm>
            <a:custGeom>
              <a:avLst/>
              <a:pathLst>
                <a:path w="618211" h="862915">
                  <a:moveTo>
                    <a:pt x="0" y="862915"/>
                  </a:moveTo>
                  <a:lnTo>
                    <a:pt x="61821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8"/>
            <p:cNvSpPr/>
            <p:nvPr/>
          </p:nvSpPr>
          <p:spPr>
            <a:xfrm>
              <a:off x="3558620" y="3813900"/>
              <a:ext cx="297952" cy="56670"/>
            </a:xfrm>
            <a:custGeom>
              <a:avLst/>
              <a:pathLst>
                <a:path w="297952" h="56670">
                  <a:moveTo>
                    <a:pt x="0" y="56670"/>
                  </a:moveTo>
                  <a:lnTo>
                    <a:pt x="2979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3558620" y="2344427"/>
              <a:ext cx="319577" cy="48813"/>
            </a:xfrm>
            <a:custGeom>
              <a:avLst/>
              <a:pathLst>
                <a:path w="319577" h="48813">
                  <a:moveTo>
                    <a:pt x="0" y="48813"/>
                  </a:moveTo>
                  <a:lnTo>
                    <a:pt x="31957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3558620" y="3634447"/>
              <a:ext cx="1126131" cy="428819"/>
            </a:xfrm>
            <a:custGeom>
              <a:avLst/>
              <a:pathLst>
                <a:path w="1126131" h="428819">
                  <a:moveTo>
                    <a:pt x="0" y="251593"/>
                  </a:moveTo>
                  <a:lnTo>
                    <a:pt x="313556" y="231850"/>
                  </a:lnTo>
                  <a:lnTo>
                    <a:pt x="613792" y="0"/>
                  </a:lnTo>
                  <a:lnTo>
                    <a:pt x="1126131" y="42881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l351"/>
            <p:cNvSpPr/>
            <p:nvPr/>
          </p:nvSpPr>
          <p:spPr>
            <a:xfrm>
              <a:off x="3558620" y="3672907"/>
              <a:ext cx="939167" cy="909842"/>
            </a:xfrm>
            <a:custGeom>
              <a:avLst/>
              <a:pathLst>
                <a:path w="939167" h="909842">
                  <a:moveTo>
                    <a:pt x="0" y="0"/>
                  </a:moveTo>
                  <a:lnTo>
                    <a:pt x="939167" y="90984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l352"/>
            <p:cNvSpPr/>
            <p:nvPr/>
          </p:nvSpPr>
          <p:spPr>
            <a:xfrm>
              <a:off x="3558620" y="3751416"/>
              <a:ext cx="531934" cy="453801"/>
            </a:xfrm>
            <a:custGeom>
              <a:avLst/>
              <a:pathLst>
                <a:path w="531934" h="453801">
                  <a:moveTo>
                    <a:pt x="0" y="19720"/>
                  </a:moveTo>
                  <a:lnTo>
                    <a:pt x="268156" y="453801"/>
                  </a:lnTo>
                  <a:lnTo>
                    <a:pt x="53193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l353"/>
            <p:cNvSpPr/>
            <p:nvPr/>
          </p:nvSpPr>
          <p:spPr>
            <a:xfrm>
              <a:off x="3558620" y="2980258"/>
              <a:ext cx="789981" cy="777368"/>
            </a:xfrm>
            <a:custGeom>
              <a:avLst/>
              <a:pathLst>
                <a:path w="789981" h="777368">
                  <a:moveTo>
                    <a:pt x="0" y="777368"/>
                  </a:moveTo>
                  <a:lnTo>
                    <a:pt x="78998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l354"/>
            <p:cNvSpPr/>
            <p:nvPr/>
          </p:nvSpPr>
          <p:spPr>
            <a:xfrm>
              <a:off x="3558620" y="2550083"/>
              <a:ext cx="856555" cy="423385"/>
            </a:xfrm>
            <a:custGeom>
              <a:avLst/>
              <a:pathLst>
                <a:path w="856555" h="423385">
                  <a:moveTo>
                    <a:pt x="0" y="423385"/>
                  </a:moveTo>
                  <a:lnTo>
                    <a:pt x="85655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l355"/>
            <p:cNvSpPr/>
            <p:nvPr/>
          </p:nvSpPr>
          <p:spPr>
            <a:xfrm>
              <a:off x="3558620" y="2945622"/>
              <a:ext cx="1324690" cy="611582"/>
            </a:xfrm>
            <a:custGeom>
              <a:avLst/>
              <a:pathLst>
                <a:path w="1324690" h="611582">
                  <a:moveTo>
                    <a:pt x="0" y="611582"/>
                  </a:moveTo>
                  <a:lnTo>
                    <a:pt x="533861" y="328277"/>
                  </a:lnTo>
                  <a:lnTo>
                    <a:pt x="802205" y="512604"/>
                  </a:lnTo>
                  <a:lnTo>
                    <a:pt x="1084825" y="0"/>
                  </a:lnTo>
                  <a:lnTo>
                    <a:pt x="1324690" y="2481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l356"/>
            <p:cNvSpPr/>
            <p:nvPr/>
          </p:nvSpPr>
          <p:spPr>
            <a:xfrm>
              <a:off x="3558620" y="3983985"/>
              <a:ext cx="532437" cy="300138"/>
            </a:xfrm>
            <a:custGeom>
              <a:avLst/>
              <a:pathLst>
                <a:path w="532437" h="300138">
                  <a:moveTo>
                    <a:pt x="0" y="0"/>
                  </a:moveTo>
                  <a:lnTo>
                    <a:pt x="532437" y="30013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l357"/>
            <p:cNvSpPr/>
            <p:nvPr/>
          </p:nvSpPr>
          <p:spPr>
            <a:xfrm>
              <a:off x="3558620" y="2612931"/>
              <a:ext cx="284069" cy="635439"/>
            </a:xfrm>
            <a:custGeom>
              <a:avLst/>
              <a:pathLst>
                <a:path w="284069" h="635439">
                  <a:moveTo>
                    <a:pt x="0" y="635439"/>
                  </a:moveTo>
                  <a:lnTo>
                    <a:pt x="28406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l358"/>
            <p:cNvSpPr/>
            <p:nvPr/>
          </p:nvSpPr>
          <p:spPr>
            <a:xfrm>
              <a:off x="3558620" y="2735414"/>
              <a:ext cx="1537017" cy="1036612"/>
            </a:xfrm>
            <a:custGeom>
              <a:avLst/>
              <a:pathLst>
                <a:path w="1537017" h="1036612">
                  <a:moveTo>
                    <a:pt x="0" y="966091"/>
                  </a:moveTo>
                  <a:lnTo>
                    <a:pt x="329723" y="1036612"/>
                  </a:lnTo>
                  <a:lnTo>
                    <a:pt x="153701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l359"/>
            <p:cNvSpPr/>
            <p:nvPr/>
          </p:nvSpPr>
          <p:spPr>
            <a:xfrm>
              <a:off x="4930255" y="3166680"/>
              <a:ext cx="519744" cy="1374264"/>
            </a:xfrm>
            <a:custGeom>
              <a:avLst/>
              <a:pathLst>
                <a:path w="519744" h="1374264">
                  <a:moveTo>
                    <a:pt x="0" y="0"/>
                  </a:moveTo>
                  <a:lnTo>
                    <a:pt x="519744" y="137426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l360"/>
            <p:cNvSpPr/>
            <p:nvPr/>
          </p:nvSpPr>
          <p:spPr>
            <a:xfrm>
              <a:off x="3558620" y="3021025"/>
              <a:ext cx="800756" cy="706319"/>
            </a:xfrm>
            <a:custGeom>
              <a:avLst/>
              <a:pathLst>
                <a:path w="800756" h="706319">
                  <a:moveTo>
                    <a:pt x="0" y="0"/>
                  </a:moveTo>
                  <a:lnTo>
                    <a:pt x="268405" y="706319"/>
                  </a:lnTo>
                  <a:lnTo>
                    <a:pt x="531905" y="94216"/>
                  </a:lnTo>
                  <a:lnTo>
                    <a:pt x="800756" y="18199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l361"/>
            <p:cNvSpPr/>
            <p:nvPr/>
          </p:nvSpPr>
          <p:spPr>
            <a:xfrm>
              <a:off x="3558620" y="2875009"/>
              <a:ext cx="1029026" cy="1145420"/>
            </a:xfrm>
            <a:custGeom>
              <a:avLst/>
              <a:pathLst>
                <a:path w="1029026" h="1145420">
                  <a:moveTo>
                    <a:pt x="0" y="1145420"/>
                  </a:moveTo>
                  <a:lnTo>
                    <a:pt x="538698" y="209267"/>
                  </a:lnTo>
                  <a:lnTo>
                    <a:pt x="102902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l362"/>
            <p:cNvSpPr/>
            <p:nvPr/>
          </p:nvSpPr>
          <p:spPr>
            <a:xfrm>
              <a:off x="3558620" y="3127795"/>
              <a:ext cx="532536" cy="549045"/>
            </a:xfrm>
            <a:custGeom>
              <a:avLst/>
              <a:pathLst>
                <a:path w="532536" h="549045">
                  <a:moveTo>
                    <a:pt x="0" y="549045"/>
                  </a:moveTo>
                  <a:lnTo>
                    <a:pt x="53253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l363"/>
            <p:cNvSpPr/>
            <p:nvPr/>
          </p:nvSpPr>
          <p:spPr>
            <a:xfrm>
              <a:off x="3558620" y="3666669"/>
              <a:ext cx="836265" cy="626591"/>
            </a:xfrm>
            <a:custGeom>
              <a:avLst/>
              <a:pathLst>
                <a:path w="836265" h="626591">
                  <a:moveTo>
                    <a:pt x="0" y="626591"/>
                  </a:moveTo>
                  <a:lnTo>
                    <a:pt x="83626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3558620" y="3767447"/>
              <a:ext cx="552728" cy="516658"/>
            </a:xfrm>
            <a:custGeom>
              <a:avLst/>
              <a:pathLst>
                <a:path w="552728" h="516658">
                  <a:moveTo>
                    <a:pt x="0" y="516658"/>
                  </a:moveTo>
                  <a:lnTo>
                    <a:pt x="258513" y="67839"/>
                  </a:lnTo>
                  <a:lnTo>
                    <a:pt x="55272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rc365"/>
            <p:cNvSpPr/>
            <p:nvPr/>
          </p:nvSpPr>
          <p:spPr>
            <a:xfrm>
              <a:off x="3372163" y="1761070"/>
              <a:ext cx="4102047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tx366"/>
            <p:cNvSpPr/>
            <p:nvPr/>
          </p:nvSpPr>
          <p:spPr>
            <a:xfrm>
              <a:off x="3210161" y="4549650"/>
              <a:ext cx="99372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-4</a:t>
              </a:r>
            </a:p>
          </p:txBody>
        </p:sp>
        <p:sp>
          <p:nvSpPr>
            <p:cNvPr id="367" name="tx367"/>
            <p:cNvSpPr/>
            <p:nvPr/>
          </p:nvSpPr>
          <p:spPr>
            <a:xfrm>
              <a:off x="3210161" y="4011115"/>
              <a:ext cx="99372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-3</a:t>
              </a:r>
            </a:p>
          </p:txBody>
        </p:sp>
        <p:sp>
          <p:nvSpPr>
            <p:cNvPr id="368" name="tx368"/>
            <p:cNvSpPr/>
            <p:nvPr/>
          </p:nvSpPr>
          <p:spPr>
            <a:xfrm>
              <a:off x="3210161" y="3475746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369" name="tx369"/>
            <p:cNvSpPr/>
            <p:nvPr/>
          </p:nvSpPr>
          <p:spPr>
            <a:xfrm>
              <a:off x="3210161" y="2938958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370" name="tx370"/>
            <p:cNvSpPr/>
            <p:nvPr/>
          </p:nvSpPr>
          <p:spPr>
            <a:xfrm>
              <a:off x="3247378" y="2400805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71" name="tx371"/>
            <p:cNvSpPr/>
            <p:nvPr/>
          </p:nvSpPr>
          <p:spPr>
            <a:xfrm>
              <a:off x="3247378" y="1865381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72" name="pl372"/>
            <p:cNvSpPr/>
            <p:nvPr/>
          </p:nvSpPr>
          <p:spPr>
            <a:xfrm>
              <a:off x="3337369" y="458965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l373"/>
            <p:cNvSpPr/>
            <p:nvPr/>
          </p:nvSpPr>
          <p:spPr>
            <a:xfrm>
              <a:off x="3337369" y="405286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l374"/>
            <p:cNvSpPr/>
            <p:nvPr/>
          </p:nvSpPr>
          <p:spPr>
            <a:xfrm>
              <a:off x="3337369" y="351607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l375"/>
            <p:cNvSpPr/>
            <p:nvPr/>
          </p:nvSpPr>
          <p:spPr>
            <a:xfrm>
              <a:off x="3337369" y="297928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l376"/>
            <p:cNvSpPr/>
            <p:nvPr/>
          </p:nvSpPr>
          <p:spPr>
            <a:xfrm>
              <a:off x="3337369" y="244249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l377"/>
            <p:cNvSpPr/>
            <p:nvPr/>
          </p:nvSpPr>
          <p:spPr>
            <a:xfrm>
              <a:off x="3337369" y="190570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l378"/>
            <p:cNvSpPr/>
            <p:nvPr/>
          </p:nvSpPr>
          <p:spPr>
            <a:xfrm>
              <a:off x="3558620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l379"/>
            <p:cNvSpPr/>
            <p:nvPr/>
          </p:nvSpPr>
          <p:spPr>
            <a:xfrm>
              <a:off x="4881136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l380"/>
            <p:cNvSpPr/>
            <p:nvPr/>
          </p:nvSpPr>
          <p:spPr>
            <a:xfrm>
              <a:off x="6203653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tx381"/>
            <p:cNvSpPr/>
            <p:nvPr/>
          </p:nvSpPr>
          <p:spPr>
            <a:xfrm>
              <a:off x="3527542" y="50001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82" name="tx382"/>
            <p:cNvSpPr/>
            <p:nvPr/>
          </p:nvSpPr>
          <p:spPr>
            <a:xfrm>
              <a:off x="4850059" y="500154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383" name="tx383"/>
            <p:cNvSpPr/>
            <p:nvPr/>
          </p:nvSpPr>
          <p:spPr>
            <a:xfrm>
              <a:off x="6141497" y="50001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384" name="tx384"/>
            <p:cNvSpPr/>
            <p:nvPr/>
          </p:nvSpPr>
          <p:spPr>
            <a:xfrm>
              <a:off x="4802006" y="5147574"/>
              <a:ext cx="1242361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Years from baseline</a:t>
              </a:r>
            </a:p>
          </p:txBody>
        </p:sp>
        <p:sp>
          <p:nvSpPr>
            <p:cNvPr id="385" name="tx385"/>
            <p:cNvSpPr/>
            <p:nvPr/>
          </p:nvSpPr>
          <p:spPr>
            <a:xfrm rot="-5400000">
              <a:off x="2198516" y="3284579"/>
              <a:ext cx="1754640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Alamar Plasma pTau181 (Z)</a:t>
              </a:r>
            </a:p>
          </p:txBody>
        </p:sp>
        <p:sp>
          <p:nvSpPr>
            <p:cNvPr id="386" name="rc386"/>
            <p:cNvSpPr/>
            <p:nvPr/>
          </p:nvSpPr>
          <p:spPr>
            <a:xfrm>
              <a:off x="7543800" y="1691481"/>
              <a:ext cx="4571999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rc387"/>
            <p:cNvSpPr/>
            <p:nvPr/>
          </p:nvSpPr>
          <p:spPr>
            <a:xfrm>
              <a:off x="7648183" y="1761070"/>
              <a:ext cx="4398027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8" name="pl388"/>
            <p:cNvSpPr/>
            <p:nvPr/>
          </p:nvSpPr>
          <p:spPr>
            <a:xfrm>
              <a:off x="7648183" y="4414574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l389"/>
            <p:cNvSpPr/>
            <p:nvPr/>
          </p:nvSpPr>
          <p:spPr>
            <a:xfrm>
              <a:off x="7648183" y="3654258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l390"/>
            <p:cNvSpPr/>
            <p:nvPr/>
          </p:nvSpPr>
          <p:spPr>
            <a:xfrm>
              <a:off x="7648183" y="2893941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l391"/>
            <p:cNvSpPr/>
            <p:nvPr/>
          </p:nvSpPr>
          <p:spPr>
            <a:xfrm>
              <a:off x="7648183" y="2133625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l392"/>
            <p:cNvSpPr/>
            <p:nvPr/>
          </p:nvSpPr>
          <p:spPr>
            <a:xfrm>
              <a:off x="7848093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l393"/>
            <p:cNvSpPr/>
            <p:nvPr/>
          </p:nvSpPr>
          <p:spPr>
            <a:xfrm>
              <a:off x="8647735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l394"/>
            <p:cNvSpPr/>
            <p:nvPr/>
          </p:nvSpPr>
          <p:spPr>
            <a:xfrm>
              <a:off x="9447376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l395"/>
            <p:cNvSpPr/>
            <p:nvPr/>
          </p:nvSpPr>
          <p:spPr>
            <a:xfrm>
              <a:off x="10247017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l396"/>
            <p:cNvSpPr/>
            <p:nvPr/>
          </p:nvSpPr>
          <p:spPr>
            <a:xfrm>
              <a:off x="11046659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l397"/>
            <p:cNvSpPr/>
            <p:nvPr/>
          </p:nvSpPr>
          <p:spPr>
            <a:xfrm>
              <a:off x="11846300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l398"/>
            <p:cNvSpPr/>
            <p:nvPr/>
          </p:nvSpPr>
          <p:spPr>
            <a:xfrm>
              <a:off x="7648183" y="4794732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l399"/>
            <p:cNvSpPr/>
            <p:nvPr/>
          </p:nvSpPr>
          <p:spPr>
            <a:xfrm>
              <a:off x="7648183" y="4034416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l400"/>
            <p:cNvSpPr/>
            <p:nvPr/>
          </p:nvSpPr>
          <p:spPr>
            <a:xfrm>
              <a:off x="7648183" y="3274099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l401"/>
            <p:cNvSpPr/>
            <p:nvPr/>
          </p:nvSpPr>
          <p:spPr>
            <a:xfrm>
              <a:off x="7648183" y="2513783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l402"/>
            <p:cNvSpPr/>
            <p:nvPr/>
          </p:nvSpPr>
          <p:spPr>
            <a:xfrm>
              <a:off x="8247914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l403"/>
            <p:cNvSpPr/>
            <p:nvPr/>
          </p:nvSpPr>
          <p:spPr>
            <a:xfrm>
              <a:off x="9047555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4"/>
            <p:cNvSpPr/>
            <p:nvPr/>
          </p:nvSpPr>
          <p:spPr>
            <a:xfrm>
              <a:off x="9847197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l405"/>
            <p:cNvSpPr/>
            <p:nvPr/>
          </p:nvSpPr>
          <p:spPr>
            <a:xfrm>
              <a:off x="10646838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11446479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rc407"/>
            <p:cNvSpPr/>
            <p:nvPr/>
          </p:nvSpPr>
          <p:spPr>
            <a:xfrm>
              <a:off x="7848093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08" name="rc408"/>
            <p:cNvSpPr/>
            <p:nvPr/>
          </p:nvSpPr>
          <p:spPr>
            <a:xfrm>
              <a:off x="7985963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09" name="rc409"/>
            <p:cNvSpPr/>
            <p:nvPr/>
          </p:nvSpPr>
          <p:spPr>
            <a:xfrm>
              <a:off x="8123832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10" name="rc410"/>
            <p:cNvSpPr/>
            <p:nvPr/>
          </p:nvSpPr>
          <p:spPr>
            <a:xfrm>
              <a:off x="8261701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11" name="rc411"/>
            <p:cNvSpPr/>
            <p:nvPr/>
          </p:nvSpPr>
          <p:spPr>
            <a:xfrm>
              <a:off x="8399570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12" name="rc412"/>
            <p:cNvSpPr/>
            <p:nvPr/>
          </p:nvSpPr>
          <p:spPr>
            <a:xfrm>
              <a:off x="8537439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13" name="rc413"/>
            <p:cNvSpPr/>
            <p:nvPr/>
          </p:nvSpPr>
          <p:spPr>
            <a:xfrm>
              <a:off x="8675309" y="4642669"/>
              <a:ext cx="137869" cy="152063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14" name="rc414"/>
            <p:cNvSpPr/>
            <p:nvPr/>
          </p:nvSpPr>
          <p:spPr>
            <a:xfrm>
              <a:off x="8813178" y="4642669"/>
              <a:ext cx="137869" cy="152063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15" name="rc415"/>
            <p:cNvSpPr/>
            <p:nvPr/>
          </p:nvSpPr>
          <p:spPr>
            <a:xfrm>
              <a:off x="8951047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16" name="rc416"/>
            <p:cNvSpPr/>
            <p:nvPr/>
          </p:nvSpPr>
          <p:spPr>
            <a:xfrm>
              <a:off x="9088916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17" name="rc417"/>
            <p:cNvSpPr/>
            <p:nvPr/>
          </p:nvSpPr>
          <p:spPr>
            <a:xfrm>
              <a:off x="9226785" y="4642669"/>
              <a:ext cx="137869" cy="152063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18" name="rc418"/>
            <p:cNvSpPr/>
            <p:nvPr/>
          </p:nvSpPr>
          <p:spPr>
            <a:xfrm>
              <a:off x="9364655" y="3882353"/>
              <a:ext cx="137869" cy="912379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19" name="rc419"/>
            <p:cNvSpPr/>
            <p:nvPr/>
          </p:nvSpPr>
          <p:spPr>
            <a:xfrm>
              <a:off x="9502524" y="4186479"/>
              <a:ext cx="137869" cy="608253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20" name="rc420"/>
            <p:cNvSpPr/>
            <p:nvPr/>
          </p:nvSpPr>
          <p:spPr>
            <a:xfrm>
              <a:off x="9640393" y="3730289"/>
              <a:ext cx="137869" cy="1064442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21" name="rc421"/>
            <p:cNvSpPr/>
            <p:nvPr/>
          </p:nvSpPr>
          <p:spPr>
            <a:xfrm>
              <a:off x="9778262" y="1905530"/>
              <a:ext cx="137869" cy="2889201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22" name="rc422"/>
            <p:cNvSpPr/>
            <p:nvPr/>
          </p:nvSpPr>
          <p:spPr>
            <a:xfrm>
              <a:off x="9916131" y="2361720"/>
              <a:ext cx="137869" cy="2433012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23" name="rc423"/>
            <p:cNvSpPr/>
            <p:nvPr/>
          </p:nvSpPr>
          <p:spPr>
            <a:xfrm>
              <a:off x="10054001" y="2513783"/>
              <a:ext cx="137869" cy="2280948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24" name="rc424"/>
            <p:cNvSpPr/>
            <p:nvPr/>
          </p:nvSpPr>
          <p:spPr>
            <a:xfrm>
              <a:off x="10191870" y="3578226"/>
              <a:ext cx="137869" cy="1216506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25" name="rc425"/>
            <p:cNvSpPr/>
            <p:nvPr/>
          </p:nvSpPr>
          <p:spPr>
            <a:xfrm>
              <a:off x="10329739" y="4490606"/>
              <a:ext cx="137869" cy="304126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26" name="rc426"/>
            <p:cNvSpPr/>
            <p:nvPr/>
          </p:nvSpPr>
          <p:spPr>
            <a:xfrm>
              <a:off x="10467608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27" name="rc427"/>
            <p:cNvSpPr/>
            <p:nvPr/>
          </p:nvSpPr>
          <p:spPr>
            <a:xfrm>
              <a:off x="10605477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28" name="rc428"/>
            <p:cNvSpPr/>
            <p:nvPr/>
          </p:nvSpPr>
          <p:spPr>
            <a:xfrm>
              <a:off x="10743347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29" name="rc429"/>
            <p:cNvSpPr/>
            <p:nvPr/>
          </p:nvSpPr>
          <p:spPr>
            <a:xfrm>
              <a:off x="10881216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30" name="rc430"/>
            <p:cNvSpPr/>
            <p:nvPr/>
          </p:nvSpPr>
          <p:spPr>
            <a:xfrm>
              <a:off x="11019085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31" name="rc431"/>
            <p:cNvSpPr/>
            <p:nvPr/>
          </p:nvSpPr>
          <p:spPr>
            <a:xfrm>
              <a:off x="11156954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32" name="rc432"/>
            <p:cNvSpPr/>
            <p:nvPr/>
          </p:nvSpPr>
          <p:spPr>
            <a:xfrm>
              <a:off x="11294823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33" name="rc433"/>
            <p:cNvSpPr/>
            <p:nvPr/>
          </p:nvSpPr>
          <p:spPr>
            <a:xfrm>
              <a:off x="11432693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34" name="rc434"/>
            <p:cNvSpPr/>
            <p:nvPr/>
          </p:nvSpPr>
          <p:spPr>
            <a:xfrm>
              <a:off x="11570562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35" name="rc435"/>
            <p:cNvSpPr/>
            <p:nvPr/>
          </p:nvSpPr>
          <p:spPr>
            <a:xfrm>
              <a:off x="11708431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36" name="rc436"/>
            <p:cNvSpPr/>
            <p:nvPr/>
          </p:nvSpPr>
          <p:spPr>
            <a:xfrm>
              <a:off x="7848093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37" name="rc437"/>
            <p:cNvSpPr/>
            <p:nvPr/>
          </p:nvSpPr>
          <p:spPr>
            <a:xfrm>
              <a:off x="7985963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38" name="rc438"/>
            <p:cNvSpPr/>
            <p:nvPr/>
          </p:nvSpPr>
          <p:spPr>
            <a:xfrm>
              <a:off x="8123832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39" name="rc439"/>
            <p:cNvSpPr/>
            <p:nvPr/>
          </p:nvSpPr>
          <p:spPr>
            <a:xfrm>
              <a:off x="8261701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40" name="rc440"/>
            <p:cNvSpPr/>
            <p:nvPr/>
          </p:nvSpPr>
          <p:spPr>
            <a:xfrm>
              <a:off x="8399570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41" name="rc441"/>
            <p:cNvSpPr/>
            <p:nvPr/>
          </p:nvSpPr>
          <p:spPr>
            <a:xfrm>
              <a:off x="8537439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42" name="rc442"/>
            <p:cNvSpPr/>
            <p:nvPr/>
          </p:nvSpPr>
          <p:spPr>
            <a:xfrm>
              <a:off x="8675309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43" name="rc443"/>
            <p:cNvSpPr/>
            <p:nvPr/>
          </p:nvSpPr>
          <p:spPr>
            <a:xfrm>
              <a:off x="8813178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44" name="rc444"/>
            <p:cNvSpPr/>
            <p:nvPr/>
          </p:nvSpPr>
          <p:spPr>
            <a:xfrm>
              <a:off x="8951047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45" name="rc445"/>
            <p:cNvSpPr/>
            <p:nvPr/>
          </p:nvSpPr>
          <p:spPr>
            <a:xfrm>
              <a:off x="9088916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46" name="rc446"/>
            <p:cNvSpPr/>
            <p:nvPr/>
          </p:nvSpPr>
          <p:spPr>
            <a:xfrm>
              <a:off x="9226785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47" name="rc447"/>
            <p:cNvSpPr/>
            <p:nvPr/>
          </p:nvSpPr>
          <p:spPr>
            <a:xfrm>
              <a:off x="9364655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48" name="rc448"/>
            <p:cNvSpPr/>
            <p:nvPr/>
          </p:nvSpPr>
          <p:spPr>
            <a:xfrm>
              <a:off x="9502524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49" name="rc449"/>
            <p:cNvSpPr/>
            <p:nvPr/>
          </p:nvSpPr>
          <p:spPr>
            <a:xfrm>
              <a:off x="9640393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50" name="rc450"/>
            <p:cNvSpPr/>
            <p:nvPr/>
          </p:nvSpPr>
          <p:spPr>
            <a:xfrm>
              <a:off x="9778262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51" name="rc451"/>
            <p:cNvSpPr/>
            <p:nvPr/>
          </p:nvSpPr>
          <p:spPr>
            <a:xfrm>
              <a:off x="9916131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52" name="rc452"/>
            <p:cNvSpPr/>
            <p:nvPr/>
          </p:nvSpPr>
          <p:spPr>
            <a:xfrm>
              <a:off x="10054001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53" name="rc453"/>
            <p:cNvSpPr/>
            <p:nvPr/>
          </p:nvSpPr>
          <p:spPr>
            <a:xfrm>
              <a:off x="10191870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54" name="rc454"/>
            <p:cNvSpPr/>
            <p:nvPr/>
          </p:nvSpPr>
          <p:spPr>
            <a:xfrm>
              <a:off x="10329739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55" name="rc455"/>
            <p:cNvSpPr/>
            <p:nvPr/>
          </p:nvSpPr>
          <p:spPr>
            <a:xfrm>
              <a:off x="10467608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56" name="rc456"/>
            <p:cNvSpPr/>
            <p:nvPr/>
          </p:nvSpPr>
          <p:spPr>
            <a:xfrm>
              <a:off x="10605477" y="4490606"/>
              <a:ext cx="137869" cy="304126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57" name="rc457"/>
            <p:cNvSpPr/>
            <p:nvPr/>
          </p:nvSpPr>
          <p:spPr>
            <a:xfrm>
              <a:off x="10743347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58" name="rc458"/>
            <p:cNvSpPr/>
            <p:nvPr/>
          </p:nvSpPr>
          <p:spPr>
            <a:xfrm>
              <a:off x="10881216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59" name="rc459"/>
            <p:cNvSpPr/>
            <p:nvPr/>
          </p:nvSpPr>
          <p:spPr>
            <a:xfrm>
              <a:off x="11019085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60" name="rc460"/>
            <p:cNvSpPr/>
            <p:nvPr/>
          </p:nvSpPr>
          <p:spPr>
            <a:xfrm>
              <a:off x="11156954" y="4642669"/>
              <a:ext cx="137869" cy="152063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61" name="rc461"/>
            <p:cNvSpPr/>
            <p:nvPr/>
          </p:nvSpPr>
          <p:spPr>
            <a:xfrm>
              <a:off x="11294823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62" name="rc462"/>
            <p:cNvSpPr/>
            <p:nvPr/>
          </p:nvSpPr>
          <p:spPr>
            <a:xfrm>
              <a:off x="11432693" y="4642669"/>
              <a:ext cx="137869" cy="152063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63" name="rc463"/>
            <p:cNvSpPr/>
            <p:nvPr/>
          </p:nvSpPr>
          <p:spPr>
            <a:xfrm>
              <a:off x="11570562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64" name="rc464"/>
            <p:cNvSpPr/>
            <p:nvPr/>
          </p:nvSpPr>
          <p:spPr>
            <a:xfrm>
              <a:off x="11708431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65" name="pl465"/>
            <p:cNvSpPr/>
            <p:nvPr/>
          </p:nvSpPr>
          <p:spPr>
            <a:xfrm>
              <a:off x="10397186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2" cap="flat">
              <a:solidFill>
                <a:srgbClr val="FFD7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10452185" y="3334925"/>
              <a:ext cx="937804" cy="790163"/>
            </a:xfrm>
            <a:custGeom>
              <a:avLst/>
              <a:pathLst>
                <a:path w="937804" h="790163">
                  <a:moveTo>
                    <a:pt x="25236" y="790163"/>
                  </a:moveTo>
                  <a:lnTo>
                    <a:pt x="912567" y="790163"/>
                  </a:lnTo>
                  <a:lnTo>
                    <a:pt x="911551" y="790142"/>
                  </a:lnTo>
                  <a:lnTo>
                    <a:pt x="915609" y="789979"/>
                  </a:lnTo>
                  <a:lnTo>
                    <a:pt x="919589" y="789167"/>
                  </a:lnTo>
                  <a:lnTo>
                    <a:pt x="923386" y="787726"/>
                  </a:lnTo>
                  <a:lnTo>
                    <a:pt x="926903" y="785696"/>
                  </a:lnTo>
                  <a:lnTo>
                    <a:pt x="930049" y="783127"/>
                  </a:lnTo>
                  <a:lnTo>
                    <a:pt x="932743" y="780087"/>
                  </a:lnTo>
                  <a:lnTo>
                    <a:pt x="934913" y="776654"/>
                  </a:lnTo>
                  <a:lnTo>
                    <a:pt x="936505" y="772918"/>
                  </a:lnTo>
                  <a:lnTo>
                    <a:pt x="937477" y="768974"/>
                  </a:lnTo>
                  <a:lnTo>
                    <a:pt x="937804" y="764926"/>
                  </a:lnTo>
                  <a:lnTo>
                    <a:pt x="937804" y="25236"/>
                  </a:lnTo>
                  <a:lnTo>
                    <a:pt x="937477" y="21188"/>
                  </a:lnTo>
                  <a:lnTo>
                    <a:pt x="936505" y="17245"/>
                  </a:lnTo>
                  <a:lnTo>
                    <a:pt x="934913" y="13508"/>
                  </a:lnTo>
                  <a:lnTo>
                    <a:pt x="932743" y="10075"/>
                  </a:lnTo>
                  <a:lnTo>
                    <a:pt x="930049" y="7035"/>
                  </a:lnTo>
                  <a:lnTo>
                    <a:pt x="926903" y="4467"/>
                  </a:lnTo>
                  <a:lnTo>
                    <a:pt x="923386" y="2436"/>
                  </a:lnTo>
                  <a:lnTo>
                    <a:pt x="919589" y="996"/>
                  </a:lnTo>
                  <a:lnTo>
                    <a:pt x="915609" y="184"/>
                  </a:lnTo>
                  <a:lnTo>
                    <a:pt x="912567" y="0"/>
                  </a:lnTo>
                  <a:lnTo>
                    <a:pt x="25236" y="0"/>
                  </a:lnTo>
                  <a:lnTo>
                    <a:pt x="28278" y="184"/>
                  </a:lnTo>
                  <a:lnTo>
                    <a:pt x="24220" y="20"/>
                  </a:lnTo>
                  <a:lnTo>
                    <a:pt x="20188" y="510"/>
                  </a:lnTo>
                  <a:lnTo>
                    <a:pt x="16287" y="1639"/>
                  </a:lnTo>
                  <a:lnTo>
                    <a:pt x="12618" y="3381"/>
                  </a:lnTo>
                  <a:lnTo>
                    <a:pt x="9275" y="5688"/>
                  </a:lnTo>
                  <a:lnTo>
                    <a:pt x="6346" y="8501"/>
                  </a:lnTo>
                  <a:lnTo>
                    <a:pt x="3906" y="11748"/>
                  </a:lnTo>
                  <a:lnTo>
                    <a:pt x="2019" y="15344"/>
                  </a:lnTo>
                  <a:lnTo>
                    <a:pt x="733" y="19197"/>
                  </a:lnTo>
                  <a:lnTo>
                    <a:pt x="81" y="23205"/>
                  </a:lnTo>
                  <a:lnTo>
                    <a:pt x="0" y="25236"/>
                  </a:lnTo>
                  <a:lnTo>
                    <a:pt x="0" y="764926"/>
                  </a:lnTo>
                  <a:lnTo>
                    <a:pt x="81" y="762896"/>
                  </a:lnTo>
                  <a:lnTo>
                    <a:pt x="81" y="766957"/>
                  </a:lnTo>
                  <a:lnTo>
                    <a:pt x="733" y="770966"/>
                  </a:lnTo>
                  <a:lnTo>
                    <a:pt x="2019" y="774818"/>
                  </a:lnTo>
                  <a:lnTo>
                    <a:pt x="3906" y="778414"/>
                  </a:lnTo>
                  <a:lnTo>
                    <a:pt x="6346" y="781661"/>
                  </a:lnTo>
                  <a:lnTo>
                    <a:pt x="9275" y="784475"/>
                  </a:lnTo>
                  <a:lnTo>
                    <a:pt x="12618" y="786782"/>
                  </a:lnTo>
                  <a:lnTo>
                    <a:pt x="16287" y="788523"/>
                  </a:lnTo>
                  <a:lnTo>
                    <a:pt x="20188" y="789653"/>
                  </a:lnTo>
                  <a:lnTo>
                    <a:pt x="24220" y="790142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  <a:ln w="813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tx467"/>
            <p:cNvSpPr/>
            <p:nvPr/>
          </p:nvSpPr>
          <p:spPr>
            <a:xfrm>
              <a:off x="10494246" y="3345769"/>
              <a:ext cx="709165" cy="1315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0.69 Z/year</a:t>
              </a:r>
            </a:p>
          </p:txBody>
        </p:sp>
        <p:sp>
          <p:nvSpPr>
            <p:cNvPr id="468" name="tx468"/>
            <p:cNvSpPr/>
            <p:nvPr/>
          </p:nvSpPr>
          <p:spPr>
            <a:xfrm>
              <a:off x="10494246" y="3576689"/>
              <a:ext cx="658574" cy="1025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xi = -0.231</a:t>
              </a:r>
            </a:p>
          </p:txBody>
        </p:sp>
        <p:sp>
          <p:nvSpPr>
            <p:cNvPr id="469" name="tx469"/>
            <p:cNvSpPr/>
            <p:nvPr/>
          </p:nvSpPr>
          <p:spPr>
            <a:xfrm>
              <a:off x="10494246" y="3750856"/>
              <a:ext cx="783375" cy="1302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omega = 0.6</a:t>
              </a:r>
            </a:p>
          </p:txBody>
        </p:sp>
        <p:sp>
          <p:nvSpPr>
            <p:cNvPr id="470" name="tx470"/>
            <p:cNvSpPr/>
            <p:nvPr/>
          </p:nvSpPr>
          <p:spPr>
            <a:xfrm>
              <a:off x="10494246" y="3954393"/>
              <a:ext cx="853682" cy="128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alpha = 1.221</a:t>
              </a:r>
            </a:p>
          </p:txBody>
        </p:sp>
        <p:sp>
          <p:nvSpPr>
            <p:cNvPr id="471" name="pg471"/>
            <p:cNvSpPr/>
            <p:nvPr/>
          </p:nvSpPr>
          <p:spPr>
            <a:xfrm>
              <a:off x="7848093" y="2734925"/>
              <a:ext cx="3998206" cy="2059806"/>
            </a:xfrm>
            <a:custGeom>
              <a:avLst/>
              <a:pathLst>
                <a:path w="3998206" h="2059806">
                  <a:moveTo>
                    <a:pt x="0" y="2059806"/>
                  </a:moveTo>
                  <a:lnTo>
                    <a:pt x="7824" y="2059806"/>
                  </a:lnTo>
                  <a:lnTo>
                    <a:pt x="15648" y="2059806"/>
                  </a:lnTo>
                  <a:lnTo>
                    <a:pt x="23472" y="2059806"/>
                  </a:lnTo>
                  <a:lnTo>
                    <a:pt x="31297" y="2059806"/>
                  </a:lnTo>
                  <a:lnTo>
                    <a:pt x="39121" y="2059806"/>
                  </a:lnTo>
                  <a:lnTo>
                    <a:pt x="46945" y="2059806"/>
                  </a:lnTo>
                  <a:lnTo>
                    <a:pt x="54769" y="2059806"/>
                  </a:lnTo>
                  <a:lnTo>
                    <a:pt x="62594" y="2059806"/>
                  </a:lnTo>
                  <a:lnTo>
                    <a:pt x="70418" y="2059806"/>
                  </a:lnTo>
                  <a:lnTo>
                    <a:pt x="78242" y="2059806"/>
                  </a:lnTo>
                  <a:lnTo>
                    <a:pt x="86067" y="2059805"/>
                  </a:lnTo>
                  <a:lnTo>
                    <a:pt x="93891" y="2059805"/>
                  </a:lnTo>
                  <a:lnTo>
                    <a:pt x="101715" y="2059805"/>
                  </a:lnTo>
                  <a:lnTo>
                    <a:pt x="109539" y="2059805"/>
                  </a:lnTo>
                  <a:lnTo>
                    <a:pt x="117364" y="2059804"/>
                  </a:lnTo>
                  <a:lnTo>
                    <a:pt x="125188" y="2059804"/>
                  </a:lnTo>
                  <a:lnTo>
                    <a:pt x="133012" y="2059803"/>
                  </a:lnTo>
                  <a:lnTo>
                    <a:pt x="140837" y="2059802"/>
                  </a:lnTo>
                  <a:lnTo>
                    <a:pt x="148661" y="2059802"/>
                  </a:lnTo>
                  <a:lnTo>
                    <a:pt x="156485" y="2059801"/>
                  </a:lnTo>
                  <a:lnTo>
                    <a:pt x="164309" y="2059800"/>
                  </a:lnTo>
                  <a:lnTo>
                    <a:pt x="172134" y="2059798"/>
                  </a:lnTo>
                  <a:lnTo>
                    <a:pt x="179958" y="2059797"/>
                  </a:lnTo>
                  <a:lnTo>
                    <a:pt x="187782" y="2059795"/>
                  </a:lnTo>
                  <a:lnTo>
                    <a:pt x="195606" y="2059793"/>
                  </a:lnTo>
                  <a:lnTo>
                    <a:pt x="203431" y="2059790"/>
                  </a:lnTo>
                  <a:lnTo>
                    <a:pt x="211255" y="2059787"/>
                  </a:lnTo>
                  <a:lnTo>
                    <a:pt x="219079" y="2059783"/>
                  </a:lnTo>
                  <a:lnTo>
                    <a:pt x="226904" y="2059779"/>
                  </a:lnTo>
                  <a:lnTo>
                    <a:pt x="234728" y="2059774"/>
                  </a:lnTo>
                  <a:lnTo>
                    <a:pt x="242552" y="2059769"/>
                  </a:lnTo>
                  <a:lnTo>
                    <a:pt x="250376" y="2059762"/>
                  </a:lnTo>
                  <a:lnTo>
                    <a:pt x="258201" y="2059754"/>
                  </a:lnTo>
                  <a:lnTo>
                    <a:pt x="266025" y="2059746"/>
                  </a:lnTo>
                  <a:lnTo>
                    <a:pt x="273849" y="2059735"/>
                  </a:lnTo>
                  <a:lnTo>
                    <a:pt x="281674" y="2059724"/>
                  </a:lnTo>
                  <a:lnTo>
                    <a:pt x="289498" y="2059710"/>
                  </a:lnTo>
                  <a:lnTo>
                    <a:pt x="297322" y="2059694"/>
                  </a:lnTo>
                  <a:lnTo>
                    <a:pt x="305146" y="2059677"/>
                  </a:lnTo>
                  <a:lnTo>
                    <a:pt x="312971" y="2059657"/>
                  </a:lnTo>
                  <a:lnTo>
                    <a:pt x="320795" y="2059633"/>
                  </a:lnTo>
                  <a:lnTo>
                    <a:pt x="328619" y="2059606"/>
                  </a:lnTo>
                  <a:lnTo>
                    <a:pt x="336444" y="2059576"/>
                  </a:lnTo>
                  <a:lnTo>
                    <a:pt x="344268" y="2059541"/>
                  </a:lnTo>
                  <a:lnTo>
                    <a:pt x="352092" y="2059502"/>
                  </a:lnTo>
                  <a:lnTo>
                    <a:pt x="359916" y="2059457"/>
                  </a:lnTo>
                  <a:lnTo>
                    <a:pt x="367741" y="2059408"/>
                  </a:lnTo>
                  <a:lnTo>
                    <a:pt x="375565" y="2059350"/>
                  </a:lnTo>
                  <a:lnTo>
                    <a:pt x="383389" y="2059286"/>
                  </a:lnTo>
                  <a:lnTo>
                    <a:pt x="391213" y="2059215"/>
                  </a:lnTo>
                  <a:lnTo>
                    <a:pt x="399038" y="2059135"/>
                  </a:lnTo>
                  <a:lnTo>
                    <a:pt x="406862" y="2059043"/>
                  </a:lnTo>
                  <a:lnTo>
                    <a:pt x="414686" y="2058942"/>
                  </a:lnTo>
                  <a:lnTo>
                    <a:pt x="422511" y="2058831"/>
                  </a:lnTo>
                  <a:lnTo>
                    <a:pt x="430335" y="2058704"/>
                  </a:lnTo>
                  <a:lnTo>
                    <a:pt x="438159" y="2058563"/>
                  </a:lnTo>
                  <a:lnTo>
                    <a:pt x="445983" y="2058408"/>
                  </a:lnTo>
                  <a:lnTo>
                    <a:pt x="453808" y="2058239"/>
                  </a:lnTo>
                  <a:lnTo>
                    <a:pt x="461632" y="2058046"/>
                  </a:lnTo>
                  <a:lnTo>
                    <a:pt x="469456" y="2057834"/>
                  </a:lnTo>
                  <a:lnTo>
                    <a:pt x="477281" y="2057605"/>
                  </a:lnTo>
                  <a:lnTo>
                    <a:pt x="485105" y="2057352"/>
                  </a:lnTo>
                  <a:lnTo>
                    <a:pt x="492929" y="2057069"/>
                  </a:lnTo>
                  <a:lnTo>
                    <a:pt x="500753" y="2056763"/>
                  </a:lnTo>
                  <a:lnTo>
                    <a:pt x="508578" y="2056433"/>
                  </a:lnTo>
                  <a:lnTo>
                    <a:pt x="516402" y="2056065"/>
                  </a:lnTo>
                  <a:lnTo>
                    <a:pt x="524226" y="2055664"/>
                  </a:lnTo>
                  <a:lnTo>
                    <a:pt x="532050" y="2055234"/>
                  </a:lnTo>
                  <a:lnTo>
                    <a:pt x="539875" y="2054771"/>
                  </a:lnTo>
                  <a:lnTo>
                    <a:pt x="547699" y="2054256"/>
                  </a:lnTo>
                  <a:lnTo>
                    <a:pt x="555523" y="2053705"/>
                  </a:lnTo>
                  <a:lnTo>
                    <a:pt x="563348" y="2053117"/>
                  </a:lnTo>
                  <a:lnTo>
                    <a:pt x="571172" y="2052482"/>
                  </a:lnTo>
                  <a:lnTo>
                    <a:pt x="578996" y="2051791"/>
                  </a:lnTo>
                  <a:lnTo>
                    <a:pt x="586820" y="2051057"/>
                  </a:lnTo>
                  <a:lnTo>
                    <a:pt x="594645" y="2050280"/>
                  </a:lnTo>
                  <a:lnTo>
                    <a:pt x="602469" y="2049437"/>
                  </a:lnTo>
                  <a:lnTo>
                    <a:pt x="610293" y="2048539"/>
                  </a:lnTo>
                  <a:lnTo>
                    <a:pt x="618118" y="2047592"/>
                  </a:lnTo>
                  <a:lnTo>
                    <a:pt x="625942" y="2046593"/>
                  </a:lnTo>
                  <a:lnTo>
                    <a:pt x="633766" y="2045515"/>
                  </a:lnTo>
                  <a:lnTo>
                    <a:pt x="641590" y="2044384"/>
                  </a:lnTo>
                  <a:lnTo>
                    <a:pt x="649415" y="2043201"/>
                  </a:lnTo>
                  <a:lnTo>
                    <a:pt x="657239" y="2041952"/>
                  </a:lnTo>
                  <a:lnTo>
                    <a:pt x="665063" y="2040630"/>
                  </a:lnTo>
                  <a:lnTo>
                    <a:pt x="672888" y="2039254"/>
                  </a:lnTo>
                  <a:lnTo>
                    <a:pt x="680712" y="2037825"/>
                  </a:lnTo>
                  <a:lnTo>
                    <a:pt x="688536" y="2036319"/>
                  </a:lnTo>
                  <a:lnTo>
                    <a:pt x="696360" y="2034753"/>
                  </a:lnTo>
                  <a:lnTo>
                    <a:pt x="704185" y="2033136"/>
                  </a:lnTo>
                  <a:lnTo>
                    <a:pt x="712009" y="2031467"/>
                  </a:lnTo>
                  <a:lnTo>
                    <a:pt x="719833" y="2029723"/>
                  </a:lnTo>
                  <a:lnTo>
                    <a:pt x="727657" y="2027935"/>
                  </a:lnTo>
                  <a:lnTo>
                    <a:pt x="735482" y="2026103"/>
                  </a:lnTo>
                  <a:lnTo>
                    <a:pt x="743306" y="2024219"/>
                  </a:lnTo>
                  <a:lnTo>
                    <a:pt x="751130" y="2022286"/>
                  </a:lnTo>
                  <a:lnTo>
                    <a:pt x="758955" y="2020320"/>
                  </a:lnTo>
                  <a:lnTo>
                    <a:pt x="766779" y="2018323"/>
                  </a:lnTo>
                  <a:lnTo>
                    <a:pt x="774603" y="2016289"/>
                  </a:lnTo>
                  <a:lnTo>
                    <a:pt x="782427" y="2014232"/>
                  </a:lnTo>
                  <a:lnTo>
                    <a:pt x="790252" y="2012159"/>
                  </a:lnTo>
                  <a:lnTo>
                    <a:pt x="798076" y="2010072"/>
                  </a:lnTo>
                  <a:lnTo>
                    <a:pt x="805900" y="2007977"/>
                  </a:lnTo>
                  <a:lnTo>
                    <a:pt x="813725" y="2005884"/>
                  </a:lnTo>
                  <a:lnTo>
                    <a:pt x="821549" y="2003796"/>
                  </a:lnTo>
                  <a:lnTo>
                    <a:pt x="829373" y="2001721"/>
                  </a:lnTo>
                  <a:lnTo>
                    <a:pt x="837197" y="1999672"/>
                  </a:lnTo>
                  <a:lnTo>
                    <a:pt x="845022" y="1997647"/>
                  </a:lnTo>
                  <a:lnTo>
                    <a:pt x="852846" y="1995651"/>
                  </a:lnTo>
                  <a:lnTo>
                    <a:pt x="860670" y="1993708"/>
                  </a:lnTo>
                  <a:lnTo>
                    <a:pt x="868495" y="1991815"/>
                  </a:lnTo>
                  <a:lnTo>
                    <a:pt x="876319" y="1989970"/>
                  </a:lnTo>
                  <a:lnTo>
                    <a:pt x="884143" y="1988182"/>
                  </a:lnTo>
                  <a:lnTo>
                    <a:pt x="891967" y="1986485"/>
                  </a:lnTo>
                  <a:lnTo>
                    <a:pt x="899792" y="1984854"/>
                  </a:lnTo>
                  <a:lnTo>
                    <a:pt x="907616" y="1983292"/>
                  </a:lnTo>
                  <a:lnTo>
                    <a:pt x="915440" y="1981826"/>
                  </a:lnTo>
                  <a:lnTo>
                    <a:pt x="923264" y="1980464"/>
                  </a:lnTo>
                  <a:lnTo>
                    <a:pt x="931089" y="1979184"/>
                  </a:lnTo>
                  <a:lnTo>
                    <a:pt x="938913" y="1977989"/>
                  </a:lnTo>
                  <a:lnTo>
                    <a:pt x="946737" y="1976925"/>
                  </a:lnTo>
                  <a:lnTo>
                    <a:pt x="954562" y="1975960"/>
                  </a:lnTo>
                  <a:lnTo>
                    <a:pt x="962386" y="1975085"/>
                  </a:lnTo>
                  <a:lnTo>
                    <a:pt x="970210" y="1974311"/>
                  </a:lnTo>
                  <a:lnTo>
                    <a:pt x="978034" y="1973672"/>
                  </a:lnTo>
                  <a:lnTo>
                    <a:pt x="985859" y="1973122"/>
                  </a:lnTo>
                  <a:lnTo>
                    <a:pt x="993683" y="1972659"/>
                  </a:lnTo>
                  <a:lnTo>
                    <a:pt x="1001507" y="1972309"/>
                  </a:lnTo>
                  <a:lnTo>
                    <a:pt x="1009332" y="1972062"/>
                  </a:lnTo>
                  <a:lnTo>
                    <a:pt x="1017156" y="1971890"/>
                  </a:lnTo>
                  <a:lnTo>
                    <a:pt x="1024980" y="1971791"/>
                  </a:lnTo>
                  <a:lnTo>
                    <a:pt x="1032804" y="1971790"/>
                  </a:lnTo>
                  <a:lnTo>
                    <a:pt x="1040629" y="1971850"/>
                  </a:lnTo>
                  <a:lnTo>
                    <a:pt x="1048453" y="1971959"/>
                  </a:lnTo>
                  <a:lnTo>
                    <a:pt x="1056277" y="1972117"/>
                  </a:lnTo>
                  <a:lnTo>
                    <a:pt x="1064101" y="1972321"/>
                  </a:lnTo>
                  <a:lnTo>
                    <a:pt x="1071926" y="1972542"/>
                  </a:lnTo>
                  <a:lnTo>
                    <a:pt x="1079750" y="1972776"/>
                  </a:lnTo>
                  <a:lnTo>
                    <a:pt x="1087574" y="1973009"/>
                  </a:lnTo>
                  <a:lnTo>
                    <a:pt x="1095399" y="1973222"/>
                  </a:lnTo>
                  <a:lnTo>
                    <a:pt x="1103223" y="1973406"/>
                  </a:lnTo>
                  <a:lnTo>
                    <a:pt x="1111047" y="1973554"/>
                  </a:lnTo>
                  <a:lnTo>
                    <a:pt x="1118871" y="1973619"/>
                  </a:lnTo>
                  <a:lnTo>
                    <a:pt x="1126696" y="1973606"/>
                  </a:lnTo>
                  <a:lnTo>
                    <a:pt x="1134520" y="1973509"/>
                  </a:lnTo>
                  <a:lnTo>
                    <a:pt x="1142344" y="1973306"/>
                  </a:lnTo>
                  <a:lnTo>
                    <a:pt x="1150169" y="1972934"/>
                  </a:lnTo>
                  <a:lnTo>
                    <a:pt x="1157993" y="1972430"/>
                  </a:lnTo>
                  <a:lnTo>
                    <a:pt x="1165817" y="1971785"/>
                  </a:lnTo>
                  <a:lnTo>
                    <a:pt x="1173641" y="1970928"/>
                  </a:lnTo>
                  <a:lnTo>
                    <a:pt x="1181466" y="1969848"/>
                  </a:lnTo>
                  <a:lnTo>
                    <a:pt x="1189290" y="1968577"/>
                  </a:lnTo>
                  <a:lnTo>
                    <a:pt x="1197114" y="1967107"/>
                  </a:lnTo>
                  <a:lnTo>
                    <a:pt x="1204939" y="1965298"/>
                  </a:lnTo>
                  <a:lnTo>
                    <a:pt x="1212763" y="1963240"/>
                  </a:lnTo>
                  <a:lnTo>
                    <a:pt x="1220587" y="1960937"/>
                  </a:lnTo>
                  <a:lnTo>
                    <a:pt x="1228411" y="1958340"/>
                  </a:lnTo>
                  <a:lnTo>
                    <a:pt x="1236236" y="1955348"/>
                  </a:lnTo>
                  <a:lnTo>
                    <a:pt x="1244060" y="1952072"/>
                  </a:lnTo>
                  <a:lnTo>
                    <a:pt x="1251884" y="1948505"/>
                  </a:lnTo>
                  <a:lnTo>
                    <a:pt x="1259708" y="1944527"/>
                  </a:lnTo>
                  <a:lnTo>
                    <a:pt x="1267533" y="1940160"/>
                  </a:lnTo>
                  <a:lnTo>
                    <a:pt x="1275357" y="1935473"/>
                  </a:lnTo>
                  <a:lnTo>
                    <a:pt x="1283181" y="1930461"/>
                  </a:lnTo>
                  <a:lnTo>
                    <a:pt x="1291006" y="1924928"/>
                  </a:lnTo>
                  <a:lnTo>
                    <a:pt x="1298830" y="1919043"/>
                  </a:lnTo>
                  <a:lnTo>
                    <a:pt x="1306654" y="1912817"/>
                  </a:lnTo>
                  <a:lnTo>
                    <a:pt x="1314478" y="1906188"/>
                  </a:lnTo>
                  <a:lnTo>
                    <a:pt x="1322303" y="1899063"/>
                  </a:lnTo>
                  <a:lnTo>
                    <a:pt x="1330127" y="1891592"/>
                  </a:lnTo>
                  <a:lnTo>
                    <a:pt x="1337951" y="1883774"/>
                  </a:lnTo>
                  <a:lnTo>
                    <a:pt x="1345776" y="1875481"/>
                  </a:lnTo>
                  <a:lnTo>
                    <a:pt x="1353600" y="1866769"/>
                  </a:lnTo>
                  <a:lnTo>
                    <a:pt x="1361424" y="1857719"/>
                  </a:lnTo>
                  <a:lnTo>
                    <a:pt x="1369248" y="1848333"/>
                  </a:lnTo>
                  <a:lnTo>
                    <a:pt x="1377073" y="1838425"/>
                  </a:lnTo>
                  <a:lnTo>
                    <a:pt x="1384897" y="1828192"/>
                  </a:lnTo>
                  <a:lnTo>
                    <a:pt x="1392721" y="1817642"/>
                  </a:lnTo>
                  <a:lnTo>
                    <a:pt x="1400545" y="1806723"/>
                  </a:lnTo>
                  <a:lnTo>
                    <a:pt x="1408370" y="1795381"/>
                  </a:lnTo>
                  <a:lnTo>
                    <a:pt x="1416194" y="1783750"/>
                  </a:lnTo>
                  <a:lnTo>
                    <a:pt x="1424018" y="1771835"/>
                  </a:lnTo>
                  <a:lnTo>
                    <a:pt x="1431843" y="1759537"/>
                  </a:lnTo>
                  <a:lnTo>
                    <a:pt x="1439667" y="1746923"/>
                  </a:lnTo>
                  <a:lnTo>
                    <a:pt x="1447491" y="1734056"/>
                  </a:lnTo>
                  <a:lnTo>
                    <a:pt x="1455315" y="1720941"/>
                  </a:lnTo>
                  <a:lnTo>
                    <a:pt x="1463140" y="1707449"/>
                  </a:lnTo>
                  <a:lnTo>
                    <a:pt x="1470964" y="1693733"/>
                  </a:lnTo>
                  <a:lnTo>
                    <a:pt x="1478788" y="1679797"/>
                  </a:lnTo>
                  <a:lnTo>
                    <a:pt x="1486613" y="1665607"/>
                  </a:lnTo>
                  <a:lnTo>
                    <a:pt x="1494437" y="1651134"/>
                  </a:lnTo>
                  <a:lnTo>
                    <a:pt x="1502261" y="1636465"/>
                  </a:lnTo>
                  <a:lnTo>
                    <a:pt x="1510085" y="1621605"/>
                  </a:lnTo>
                  <a:lnTo>
                    <a:pt x="1517910" y="1606481"/>
                  </a:lnTo>
                  <a:lnTo>
                    <a:pt x="1525734" y="1591141"/>
                  </a:lnTo>
                  <a:lnTo>
                    <a:pt x="1533558" y="1575621"/>
                  </a:lnTo>
                  <a:lnTo>
                    <a:pt x="1541383" y="1559919"/>
                  </a:lnTo>
                  <a:lnTo>
                    <a:pt x="1549207" y="1543935"/>
                  </a:lnTo>
                  <a:lnTo>
                    <a:pt x="1557031" y="1527771"/>
                  </a:lnTo>
                  <a:lnTo>
                    <a:pt x="1564855" y="1511426"/>
                  </a:lnTo>
                  <a:lnTo>
                    <a:pt x="1572680" y="1494857"/>
                  </a:lnTo>
                  <a:lnTo>
                    <a:pt x="1580504" y="1478026"/>
                  </a:lnTo>
                  <a:lnTo>
                    <a:pt x="1588328" y="1460998"/>
                  </a:lnTo>
                  <a:lnTo>
                    <a:pt x="1596152" y="1443770"/>
                  </a:lnTo>
                  <a:lnTo>
                    <a:pt x="1603977" y="1426245"/>
                  </a:lnTo>
                  <a:lnTo>
                    <a:pt x="1611801" y="1408461"/>
                  </a:lnTo>
                  <a:lnTo>
                    <a:pt x="1619625" y="1390448"/>
                  </a:lnTo>
                  <a:lnTo>
                    <a:pt x="1627450" y="1372193"/>
                  </a:lnTo>
                  <a:lnTo>
                    <a:pt x="1635274" y="1353547"/>
                  </a:lnTo>
                  <a:lnTo>
                    <a:pt x="1643098" y="1334637"/>
                  </a:lnTo>
                  <a:lnTo>
                    <a:pt x="1650922" y="1315455"/>
                  </a:lnTo>
                  <a:lnTo>
                    <a:pt x="1658747" y="1295926"/>
                  </a:lnTo>
                  <a:lnTo>
                    <a:pt x="1666571" y="1275992"/>
                  </a:lnTo>
                  <a:lnTo>
                    <a:pt x="1674395" y="1255749"/>
                  </a:lnTo>
                  <a:lnTo>
                    <a:pt x="1682220" y="1235191"/>
                  </a:lnTo>
                  <a:lnTo>
                    <a:pt x="1690044" y="1214162"/>
                  </a:lnTo>
                  <a:lnTo>
                    <a:pt x="1697868" y="1192740"/>
                  </a:lnTo>
                  <a:lnTo>
                    <a:pt x="1705692" y="1170972"/>
                  </a:lnTo>
                  <a:lnTo>
                    <a:pt x="1713517" y="1148838"/>
                  </a:lnTo>
                  <a:lnTo>
                    <a:pt x="1721341" y="1126146"/>
                  </a:lnTo>
                  <a:lnTo>
                    <a:pt x="1729165" y="1103092"/>
                  </a:lnTo>
                  <a:lnTo>
                    <a:pt x="1736990" y="1079674"/>
                  </a:lnTo>
                  <a:lnTo>
                    <a:pt x="1744814" y="1055800"/>
                  </a:lnTo>
                  <a:lnTo>
                    <a:pt x="1752638" y="1031437"/>
                  </a:lnTo>
                  <a:lnTo>
                    <a:pt x="1760462" y="1006717"/>
                  </a:lnTo>
                  <a:lnTo>
                    <a:pt x="1768287" y="981644"/>
                  </a:lnTo>
                  <a:lnTo>
                    <a:pt x="1776111" y="956069"/>
                  </a:lnTo>
                  <a:lnTo>
                    <a:pt x="1783935" y="930119"/>
                  </a:lnTo>
                  <a:lnTo>
                    <a:pt x="1791759" y="903853"/>
                  </a:lnTo>
                  <a:lnTo>
                    <a:pt x="1799584" y="877262"/>
                  </a:lnTo>
                  <a:lnTo>
                    <a:pt x="1807408" y="850239"/>
                  </a:lnTo>
                  <a:lnTo>
                    <a:pt x="1815232" y="822964"/>
                  </a:lnTo>
                  <a:lnTo>
                    <a:pt x="1823057" y="795453"/>
                  </a:lnTo>
                  <a:lnTo>
                    <a:pt x="1830881" y="767671"/>
                  </a:lnTo>
                  <a:lnTo>
                    <a:pt x="1838705" y="739659"/>
                  </a:lnTo>
                  <a:lnTo>
                    <a:pt x="1846529" y="711508"/>
                  </a:lnTo>
                  <a:lnTo>
                    <a:pt x="1854354" y="683236"/>
                  </a:lnTo>
                  <a:lnTo>
                    <a:pt x="1862178" y="654851"/>
                  </a:lnTo>
                  <a:lnTo>
                    <a:pt x="1870002" y="626438"/>
                  </a:lnTo>
                  <a:lnTo>
                    <a:pt x="1877827" y="598031"/>
                  </a:lnTo>
                  <a:lnTo>
                    <a:pt x="1885651" y="569660"/>
                  </a:lnTo>
                  <a:lnTo>
                    <a:pt x="1893475" y="541430"/>
                  </a:lnTo>
                  <a:lnTo>
                    <a:pt x="1901299" y="513350"/>
                  </a:lnTo>
                  <a:lnTo>
                    <a:pt x="1909124" y="485445"/>
                  </a:lnTo>
                  <a:lnTo>
                    <a:pt x="1916948" y="457821"/>
                  </a:lnTo>
                  <a:lnTo>
                    <a:pt x="1924772" y="430571"/>
                  </a:lnTo>
                  <a:lnTo>
                    <a:pt x="1932596" y="403653"/>
                  </a:lnTo>
                  <a:lnTo>
                    <a:pt x="1940421" y="377092"/>
                  </a:lnTo>
                  <a:lnTo>
                    <a:pt x="1948245" y="351152"/>
                  </a:lnTo>
                  <a:lnTo>
                    <a:pt x="1956069" y="325749"/>
                  </a:lnTo>
                  <a:lnTo>
                    <a:pt x="1963894" y="300860"/>
                  </a:lnTo>
                  <a:lnTo>
                    <a:pt x="1971718" y="276570"/>
                  </a:lnTo>
                  <a:lnTo>
                    <a:pt x="1979542" y="253202"/>
                  </a:lnTo>
                  <a:lnTo>
                    <a:pt x="1987366" y="230500"/>
                  </a:lnTo>
                  <a:lnTo>
                    <a:pt x="1995191" y="208488"/>
                  </a:lnTo>
                  <a:lnTo>
                    <a:pt x="2003015" y="187428"/>
                  </a:lnTo>
                  <a:lnTo>
                    <a:pt x="2010839" y="167395"/>
                  </a:lnTo>
                  <a:lnTo>
                    <a:pt x="2018664" y="148188"/>
                  </a:lnTo>
                  <a:lnTo>
                    <a:pt x="2026488" y="129827"/>
                  </a:lnTo>
                  <a:lnTo>
                    <a:pt x="2034312" y="112814"/>
                  </a:lnTo>
                  <a:lnTo>
                    <a:pt x="2042136" y="96830"/>
                  </a:lnTo>
                  <a:lnTo>
                    <a:pt x="2049961" y="81808"/>
                  </a:lnTo>
                  <a:lnTo>
                    <a:pt x="2057785" y="67879"/>
                  </a:lnTo>
                  <a:lnTo>
                    <a:pt x="2065609" y="55478"/>
                  </a:lnTo>
                  <a:lnTo>
                    <a:pt x="2073434" y="44133"/>
                  </a:lnTo>
                  <a:lnTo>
                    <a:pt x="2081258" y="33857"/>
                  </a:lnTo>
                  <a:lnTo>
                    <a:pt x="2089082" y="25020"/>
                  </a:lnTo>
                  <a:lnTo>
                    <a:pt x="2096906" y="17625"/>
                  </a:lnTo>
                  <a:lnTo>
                    <a:pt x="2104731" y="11367"/>
                  </a:lnTo>
                  <a:lnTo>
                    <a:pt x="2112555" y="6256"/>
                  </a:lnTo>
                  <a:lnTo>
                    <a:pt x="2120379" y="2923"/>
                  </a:lnTo>
                  <a:lnTo>
                    <a:pt x="2128203" y="866"/>
                  </a:lnTo>
                  <a:lnTo>
                    <a:pt x="2136028" y="0"/>
                  </a:lnTo>
                  <a:lnTo>
                    <a:pt x="2143852" y="482"/>
                  </a:lnTo>
                  <a:lnTo>
                    <a:pt x="2151676" y="2743"/>
                  </a:lnTo>
                  <a:lnTo>
                    <a:pt x="2159501" y="6215"/>
                  </a:lnTo>
                  <a:lnTo>
                    <a:pt x="2167325" y="10898"/>
                  </a:lnTo>
                  <a:lnTo>
                    <a:pt x="2175149" y="17199"/>
                  </a:lnTo>
                  <a:lnTo>
                    <a:pt x="2182973" y="25036"/>
                  </a:lnTo>
                  <a:lnTo>
                    <a:pt x="2190798" y="34080"/>
                  </a:lnTo>
                  <a:lnTo>
                    <a:pt x="2198622" y="44327"/>
                  </a:lnTo>
                  <a:lnTo>
                    <a:pt x="2206446" y="56413"/>
                  </a:lnTo>
                  <a:lnTo>
                    <a:pt x="2214271" y="69753"/>
                  </a:lnTo>
                  <a:lnTo>
                    <a:pt x="2222095" y="84264"/>
                  </a:lnTo>
                  <a:lnTo>
                    <a:pt x="2229919" y="100103"/>
                  </a:lnTo>
                  <a:lnTo>
                    <a:pt x="2237743" y="117604"/>
                  </a:lnTo>
                  <a:lnTo>
                    <a:pt x="2245568" y="136220"/>
                  </a:lnTo>
                  <a:lnTo>
                    <a:pt x="2253392" y="155939"/>
                  </a:lnTo>
                  <a:lnTo>
                    <a:pt x="2261216" y="177118"/>
                  </a:lnTo>
                  <a:lnTo>
                    <a:pt x="2269040" y="199605"/>
                  </a:lnTo>
                  <a:lnTo>
                    <a:pt x="2276865" y="223110"/>
                  </a:lnTo>
                  <a:lnTo>
                    <a:pt x="2284689" y="247618"/>
                  </a:lnTo>
                  <a:lnTo>
                    <a:pt x="2292513" y="273620"/>
                  </a:lnTo>
                  <a:lnTo>
                    <a:pt x="2300338" y="300575"/>
                  </a:lnTo>
                  <a:lnTo>
                    <a:pt x="2308162" y="328419"/>
                  </a:lnTo>
                  <a:lnTo>
                    <a:pt x="2315986" y="357257"/>
                  </a:lnTo>
                  <a:lnTo>
                    <a:pt x="2323810" y="387253"/>
                  </a:lnTo>
                  <a:lnTo>
                    <a:pt x="2331635" y="417998"/>
                  </a:lnTo>
                  <a:lnTo>
                    <a:pt x="2339459" y="449468"/>
                  </a:lnTo>
                  <a:lnTo>
                    <a:pt x="2347283" y="481862"/>
                  </a:lnTo>
                  <a:lnTo>
                    <a:pt x="2355108" y="515008"/>
                  </a:lnTo>
                  <a:lnTo>
                    <a:pt x="2362932" y="548718"/>
                  </a:lnTo>
                  <a:lnTo>
                    <a:pt x="2370756" y="582963"/>
                  </a:lnTo>
                  <a:lnTo>
                    <a:pt x="2378580" y="617939"/>
                  </a:lnTo>
                  <a:lnTo>
                    <a:pt x="2386405" y="653317"/>
                  </a:lnTo>
                  <a:lnTo>
                    <a:pt x="2394229" y="689052"/>
                  </a:lnTo>
                  <a:lnTo>
                    <a:pt x="2402053" y="725156"/>
                  </a:lnTo>
                  <a:lnTo>
                    <a:pt x="2409878" y="761597"/>
                  </a:lnTo>
                  <a:lnTo>
                    <a:pt x="2417702" y="798210"/>
                  </a:lnTo>
                  <a:lnTo>
                    <a:pt x="2425526" y="834965"/>
                  </a:lnTo>
                  <a:lnTo>
                    <a:pt x="2433350" y="871831"/>
                  </a:lnTo>
                  <a:lnTo>
                    <a:pt x="2441175" y="908704"/>
                  </a:lnTo>
                  <a:lnTo>
                    <a:pt x="2448999" y="945534"/>
                  </a:lnTo>
                  <a:lnTo>
                    <a:pt x="2456823" y="982293"/>
                  </a:lnTo>
                  <a:lnTo>
                    <a:pt x="2464647" y="1018823"/>
                  </a:lnTo>
                  <a:lnTo>
                    <a:pt x="2472472" y="1055136"/>
                  </a:lnTo>
                  <a:lnTo>
                    <a:pt x="2480296" y="1091207"/>
                  </a:lnTo>
                  <a:lnTo>
                    <a:pt x="2488120" y="1126941"/>
                  </a:lnTo>
                  <a:lnTo>
                    <a:pt x="2495945" y="1162187"/>
                  </a:lnTo>
                  <a:lnTo>
                    <a:pt x="2503769" y="1197039"/>
                  </a:lnTo>
                  <a:lnTo>
                    <a:pt x="2511593" y="1231474"/>
                  </a:lnTo>
                  <a:lnTo>
                    <a:pt x="2519417" y="1265262"/>
                  </a:lnTo>
                  <a:lnTo>
                    <a:pt x="2527242" y="1298433"/>
                  </a:lnTo>
                  <a:lnTo>
                    <a:pt x="2535066" y="1331063"/>
                  </a:lnTo>
                  <a:lnTo>
                    <a:pt x="2542890" y="1363133"/>
                  </a:lnTo>
                  <a:lnTo>
                    <a:pt x="2550715" y="1394242"/>
                  </a:lnTo>
                  <a:lnTo>
                    <a:pt x="2558539" y="1424715"/>
                  </a:lnTo>
                  <a:lnTo>
                    <a:pt x="2566363" y="1454540"/>
                  </a:lnTo>
                  <a:lnTo>
                    <a:pt x="2574187" y="1483560"/>
                  </a:lnTo>
                  <a:lnTo>
                    <a:pt x="2582012" y="1511616"/>
                  </a:lnTo>
                  <a:lnTo>
                    <a:pt x="2589836" y="1538964"/>
                  </a:lnTo>
                  <a:lnTo>
                    <a:pt x="2597660" y="1565598"/>
                  </a:lnTo>
                  <a:lnTo>
                    <a:pt x="2605485" y="1591203"/>
                  </a:lnTo>
                  <a:lnTo>
                    <a:pt x="2613309" y="1615934"/>
                  </a:lnTo>
                  <a:lnTo>
                    <a:pt x="2621133" y="1639925"/>
                  </a:lnTo>
                  <a:lnTo>
                    <a:pt x="2628957" y="1663162"/>
                  </a:lnTo>
                  <a:lnTo>
                    <a:pt x="2636782" y="1685222"/>
                  </a:lnTo>
                  <a:lnTo>
                    <a:pt x="2644606" y="1706543"/>
                  </a:lnTo>
                  <a:lnTo>
                    <a:pt x="2652430" y="1727128"/>
                  </a:lnTo>
                  <a:lnTo>
                    <a:pt x="2660254" y="1746818"/>
                  </a:lnTo>
                  <a:lnTo>
                    <a:pt x="2668079" y="1765515"/>
                  </a:lnTo>
                  <a:lnTo>
                    <a:pt x="2675903" y="1783503"/>
                  </a:lnTo>
                  <a:lnTo>
                    <a:pt x="2683727" y="1800788"/>
                  </a:lnTo>
                  <a:lnTo>
                    <a:pt x="2691552" y="1817086"/>
                  </a:lnTo>
                  <a:lnTo>
                    <a:pt x="2699376" y="1832601"/>
                  </a:lnTo>
                  <a:lnTo>
                    <a:pt x="2707200" y="1847458"/>
                  </a:lnTo>
                  <a:lnTo>
                    <a:pt x="2715024" y="1861645"/>
                  </a:lnTo>
                  <a:lnTo>
                    <a:pt x="2722849" y="1874853"/>
                  </a:lnTo>
                  <a:lnTo>
                    <a:pt x="2730673" y="1887462"/>
                  </a:lnTo>
                  <a:lnTo>
                    <a:pt x="2738497" y="1899481"/>
                  </a:lnTo>
                  <a:lnTo>
                    <a:pt x="2746322" y="1910788"/>
                  </a:lnTo>
                  <a:lnTo>
                    <a:pt x="2754146" y="1921352"/>
                  </a:lnTo>
                  <a:lnTo>
                    <a:pt x="2761970" y="1931391"/>
                  </a:lnTo>
                  <a:lnTo>
                    <a:pt x="2769794" y="1940916"/>
                  </a:lnTo>
                  <a:lnTo>
                    <a:pt x="2777619" y="1949731"/>
                  </a:lnTo>
                  <a:lnTo>
                    <a:pt x="2785443" y="1958011"/>
                  </a:lnTo>
                  <a:lnTo>
                    <a:pt x="2793267" y="1965844"/>
                  </a:lnTo>
                  <a:lnTo>
                    <a:pt x="2801091" y="1973219"/>
                  </a:lnTo>
                  <a:lnTo>
                    <a:pt x="2808916" y="1979962"/>
                  </a:lnTo>
                  <a:lnTo>
                    <a:pt x="2816740" y="1986323"/>
                  </a:lnTo>
                  <a:lnTo>
                    <a:pt x="2824564" y="1992312"/>
                  </a:lnTo>
                  <a:lnTo>
                    <a:pt x="2832389" y="1997855"/>
                  </a:lnTo>
                  <a:lnTo>
                    <a:pt x="2840213" y="2002955"/>
                  </a:lnTo>
                  <a:lnTo>
                    <a:pt x="2848037" y="2007744"/>
                  </a:lnTo>
                  <a:lnTo>
                    <a:pt x="2855861" y="2012231"/>
                  </a:lnTo>
                  <a:lnTo>
                    <a:pt x="2863686" y="2016306"/>
                  </a:lnTo>
                  <a:lnTo>
                    <a:pt x="2871510" y="2020087"/>
                  </a:lnTo>
                  <a:lnTo>
                    <a:pt x="2879334" y="2023620"/>
                  </a:lnTo>
                  <a:lnTo>
                    <a:pt x="2887159" y="2026899"/>
                  </a:lnTo>
                  <a:lnTo>
                    <a:pt x="2894983" y="2029845"/>
                  </a:lnTo>
                  <a:lnTo>
                    <a:pt x="2902807" y="2032591"/>
                  </a:lnTo>
                  <a:lnTo>
                    <a:pt x="2910631" y="2035144"/>
                  </a:lnTo>
                  <a:lnTo>
                    <a:pt x="2918456" y="2037468"/>
                  </a:lnTo>
                  <a:lnTo>
                    <a:pt x="2926280" y="2039574"/>
                  </a:lnTo>
                  <a:lnTo>
                    <a:pt x="2934104" y="2041527"/>
                  </a:lnTo>
                  <a:lnTo>
                    <a:pt x="2941929" y="2043334"/>
                  </a:lnTo>
                  <a:lnTo>
                    <a:pt x="2949753" y="2044944"/>
                  </a:lnTo>
                  <a:lnTo>
                    <a:pt x="2957577" y="2046418"/>
                  </a:lnTo>
                  <a:lnTo>
                    <a:pt x="2965401" y="2047779"/>
                  </a:lnTo>
                  <a:lnTo>
                    <a:pt x="2973226" y="2049023"/>
                  </a:lnTo>
                  <a:lnTo>
                    <a:pt x="2981050" y="2050120"/>
                  </a:lnTo>
                  <a:lnTo>
                    <a:pt x="2988874" y="2051131"/>
                  </a:lnTo>
                  <a:lnTo>
                    <a:pt x="2996698" y="2052058"/>
                  </a:lnTo>
                  <a:lnTo>
                    <a:pt x="3004523" y="2052887"/>
                  </a:lnTo>
                  <a:lnTo>
                    <a:pt x="3012347" y="2053627"/>
                  </a:lnTo>
                  <a:lnTo>
                    <a:pt x="3020171" y="2054304"/>
                  </a:lnTo>
                  <a:lnTo>
                    <a:pt x="3027996" y="2054923"/>
                  </a:lnTo>
                  <a:lnTo>
                    <a:pt x="3035820" y="2055462"/>
                  </a:lnTo>
                  <a:lnTo>
                    <a:pt x="3043644" y="2055949"/>
                  </a:lnTo>
                  <a:lnTo>
                    <a:pt x="3051468" y="2056393"/>
                  </a:lnTo>
                  <a:lnTo>
                    <a:pt x="3059293" y="2056793"/>
                  </a:lnTo>
                  <a:lnTo>
                    <a:pt x="3067117" y="2057138"/>
                  </a:lnTo>
                  <a:lnTo>
                    <a:pt x="3074941" y="2057452"/>
                  </a:lnTo>
                  <a:lnTo>
                    <a:pt x="3082766" y="2057737"/>
                  </a:lnTo>
                  <a:lnTo>
                    <a:pt x="3090590" y="2057986"/>
                  </a:lnTo>
                  <a:lnTo>
                    <a:pt x="3098414" y="2058205"/>
                  </a:lnTo>
                  <a:lnTo>
                    <a:pt x="3106238" y="2058403"/>
                  </a:lnTo>
                  <a:lnTo>
                    <a:pt x="3114063" y="2058580"/>
                  </a:lnTo>
                  <a:lnTo>
                    <a:pt x="3121887" y="2058732"/>
                  </a:lnTo>
                  <a:lnTo>
                    <a:pt x="3129711" y="2058867"/>
                  </a:lnTo>
                  <a:lnTo>
                    <a:pt x="3137536" y="2058989"/>
                  </a:lnTo>
                  <a:lnTo>
                    <a:pt x="3145360" y="2059096"/>
                  </a:lnTo>
                  <a:lnTo>
                    <a:pt x="3153184" y="2059187"/>
                  </a:lnTo>
                  <a:lnTo>
                    <a:pt x="3161008" y="2059269"/>
                  </a:lnTo>
                  <a:lnTo>
                    <a:pt x="3168833" y="2059342"/>
                  </a:lnTo>
                  <a:lnTo>
                    <a:pt x="3176657" y="2059404"/>
                  </a:lnTo>
                  <a:lnTo>
                    <a:pt x="3184481" y="2059458"/>
                  </a:lnTo>
                  <a:lnTo>
                    <a:pt x="3192305" y="2059506"/>
                  </a:lnTo>
                  <a:lnTo>
                    <a:pt x="3200130" y="2059549"/>
                  </a:lnTo>
                  <a:lnTo>
                    <a:pt x="3207954" y="2059584"/>
                  </a:lnTo>
                  <a:lnTo>
                    <a:pt x="3215778" y="2059615"/>
                  </a:lnTo>
                  <a:lnTo>
                    <a:pt x="3223603" y="2059643"/>
                  </a:lnTo>
                  <a:lnTo>
                    <a:pt x="3231427" y="2059667"/>
                  </a:lnTo>
                  <a:lnTo>
                    <a:pt x="3239251" y="2059687"/>
                  </a:lnTo>
                  <a:lnTo>
                    <a:pt x="3247075" y="2059704"/>
                  </a:lnTo>
                  <a:lnTo>
                    <a:pt x="3254900" y="2059719"/>
                  </a:lnTo>
                  <a:lnTo>
                    <a:pt x="3262724" y="2059732"/>
                  </a:lnTo>
                  <a:lnTo>
                    <a:pt x="3270548" y="2059743"/>
                  </a:lnTo>
                  <a:lnTo>
                    <a:pt x="3278373" y="2059753"/>
                  </a:lnTo>
                  <a:lnTo>
                    <a:pt x="3286197" y="2059761"/>
                  </a:lnTo>
                  <a:lnTo>
                    <a:pt x="3294021" y="2059768"/>
                  </a:lnTo>
                  <a:lnTo>
                    <a:pt x="3301845" y="2059774"/>
                  </a:lnTo>
                  <a:lnTo>
                    <a:pt x="3309670" y="2059779"/>
                  </a:lnTo>
                  <a:lnTo>
                    <a:pt x="3317494" y="2059784"/>
                  </a:lnTo>
                  <a:lnTo>
                    <a:pt x="3325318" y="2059787"/>
                  </a:lnTo>
                  <a:lnTo>
                    <a:pt x="3333142" y="2059790"/>
                  </a:lnTo>
                  <a:lnTo>
                    <a:pt x="3340967" y="2059793"/>
                  </a:lnTo>
                  <a:lnTo>
                    <a:pt x="3348791" y="2059795"/>
                  </a:lnTo>
                  <a:lnTo>
                    <a:pt x="3356615" y="2059797"/>
                  </a:lnTo>
                  <a:lnTo>
                    <a:pt x="3364440" y="2059799"/>
                  </a:lnTo>
                  <a:lnTo>
                    <a:pt x="3372264" y="2059800"/>
                  </a:lnTo>
                  <a:lnTo>
                    <a:pt x="3380088" y="2059801"/>
                  </a:lnTo>
                  <a:lnTo>
                    <a:pt x="3387912" y="2059802"/>
                  </a:lnTo>
                  <a:lnTo>
                    <a:pt x="3395737" y="2059803"/>
                  </a:lnTo>
                  <a:lnTo>
                    <a:pt x="3403561" y="2059803"/>
                  </a:lnTo>
                  <a:lnTo>
                    <a:pt x="3411385" y="2059804"/>
                  </a:lnTo>
                  <a:lnTo>
                    <a:pt x="3419210" y="2059804"/>
                  </a:lnTo>
                  <a:lnTo>
                    <a:pt x="3427034" y="2059805"/>
                  </a:lnTo>
                  <a:lnTo>
                    <a:pt x="3434858" y="2059805"/>
                  </a:lnTo>
                  <a:lnTo>
                    <a:pt x="3442682" y="2059805"/>
                  </a:lnTo>
                  <a:lnTo>
                    <a:pt x="3450507" y="2059806"/>
                  </a:lnTo>
                  <a:lnTo>
                    <a:pt x="3458331" y="2059806"/>
                  </a:lnTo>
                  <a:lnTo>
                    <a:pt x="3466155" y="2059806"/>
                  </a:lnTo>
                  <a:lnTo>
                    <a:pt x="3473980" y="2059806"/>
                  </a:lnTo>
                  <a:lnTo>
                    <a:pt x="3481804" y="2059806"/>
                  </a:lnTo>
                  <a:lnTo>
                    <a:pt x="3489628" y="2059806"/>
                  </a:lnTo>
                  <a:lnTo>
                    <a:pt x="3497452" y="2059806"/>
                  </a:lnTo>
                  <a:lnTo>
                    <a:pt x="3505277" y="2059806"/>
                  </a:lnTo>
                  <a:lnTo>
                    <a:pt x="3513101" y="2059806"/>
                  </a:lnTo>
                  <a:lnTo>
                    <a:pt x="3520925" y="2059806"/>
                  </a:lnTo>
                  <a:lnTo>
                    <a:pt x="3528749" y="2059806"/>
                  </a:lnTo>
                  <a:lnTo>
                    <a:pt x="3536574" y="2059806"/>
                  </a:lnTo>
                  <a:lnTo>
                    <a:pt x="3544398" y="2059806"/>
                  </a:lnTo>
                  <a:lnTo>
                    <a:pt x="3552222" y="2059806"/>
                  </a:lnTo>
                  <a:lnTo>
                    <a:pt x="3560047" y="2059806"/>
                  </a:lnTo>
                  <a:lnTo>
                    <a:pt x="3567871" y="2059806"/>
                  </a:lnTo>
                  <a:lnTo>
                    <a:pt x="3575695" y="2059806"/>
                  </a:lnTo>
                  <a:lnTo>
                    <a:pt x="3583519" y="2059806"/>
                  </a:lnTo>
                  <a:lnTo>
                    <a:pt x="3591344" y="2059806"/>
                  </a:lnTo>
                  <a:lnTo>
                    <a:pt x="3599168" y="2059806"/>
                  </a:lnTo>
                  <a:lnTo>
                    <a:pt x="3606992" y="2059806"/>
                  </a:lnTo>
                  <a:lnTo>
                    <a:pt x="3614817" y="2059806"/>
                  </a:lnTo>
                  <a:lnTo>
                    <a:pt x="3622641" y="2059806"/>
                  </a:lnTo>
                  <a:lnTo>
                    <a:pt x="3630465" y="2059806"/>
                  </a:lnTo>
                  <a:lnTo>
                    <a:pt x="3638289" y="2059806"/>
                  </a:lnTo>
                  <a:lnTo>
                    <a:pt x="3646114" y="2059806"/>
                  </a:lnTo>
                  <a:lnTo>
                    <a:pt x="3653938" y="2059806"/>
                  </a:lnTo>
                  <a:lnTo>
                    <a:pt x="3661762" y="2059806"/>
                  </a:lnTo>
                  <a:lnTo>
                    <a:pt x="3669586" y="2059806"/>
                  </a:lnTo>
                  <a:lnTo>
                    <a:pt x="3677411" y="2059806"/>
                  </a:lnTo>
                  <a:lnTo>
                    <a:pt x="3685235" y="2059806"/>
                  </a:lnTo>
                  <a:lnTo>
                    <a:pt x="3693059" y="2059806"/>
                  </a:lnTo>
                  <a:lnTo>
                    <a:pt x="3700884" y="2059806"/>
                  </a:lnTo>
                  <a:lnTo>
                    <a:pt x="3708708" y="2059806"/>
                  </a:lnTo>
                  <a:lnTo>
                    <a:pt x="3716532" y="2059806"/>
                  </a:lnTo>
                  <a:lnTo>
                    <a:pt x="3724356" y="2059806"/>
                  </a:lnTo>
                  <a:lnTo>
                    <a:pt x="3732181" y="2059806"/>
                  </a:lnTo>
                  <a:lnTo>
                    <a:pt x="3740005" y="2059806"/>
                  </a:lnTo>
                  <a:lnTo>
                    <a:pt x="3747829" y="2059806"/>
                  </a:lnTo>
                  <a:lnTo>
                    <a:pt x="3755654" y="2059806"/>
                  </a:lnTo>
                  <a:lnTo>
                    <a:pt x="3763478" y="2059806"/>
                  </a:lnTo>
                  <a:lnTo>
                    <a:pt x="3771302" y="2059806"/>
                  </a:lnTo>
                  <a:lnTo>
                    <a:pt x="3779126" y="2059806"/>
                  </a:lnTo>
                  <a:lnTo>
                    <a:pt x="3786951" y="2059806"/>
                  </a:lnTo>
                  <a:lnTo>
                    <a:pt x="3794775" y="2059806"/>
                  </a:lnTo>
                  <a:lnTo>
                    <a:pt x="3802599" y="2059806"/>
                  </a:lnTo>
                  <a:lnTo>
                    <a:pt x="3810424" y="2059806"/>
                  </a:lnTo>
                  <a:lnTo>
                    <a:pt x="3818248" y="2059806"/>
                  </a:lnTo>
                  <a:lnTo>
                    <a:pt x="3826072" y="2059806"/>
                  </a:lnTo>
                  <a:lnTo>
                    <a:pt x="3833896" y="2059806"/>
                  </a:lnTo>
                  <a:lnTo>
                    <a:pt x="3841721" y="2059806"/>
                  </a:lnTo>
                  <a:lnTo>
                    <a:pt x="3849545" y="2059806"/>
                  </a:lnTo>
                  <a:lnTo>
                    <a:pt x="3857369" y="2059806"/>
                  </a:lnTo>
                  <a:lnTo>
                    <a:pt x="3865193" y="2059806"/>
                  </a:lnTo>
                  <a:lnTo>
                    <a:pt x="3873018" y="2059806"/>
                  </a:lnTo>
                  <a:lnTo>
                    <a:pt x="3880842" y="2059806"/>
                  </a:lnTo>
                  <a:lnTo>
                    <a:pt x="3888666" y="2059806"/>
                  </a:lnTo>
                  <a:lnTo>
                    <a:pt x="3896491" y="2059806"/>
                  </a:lnTo>
                  <a:lnTo>
                    <a:pt x="3904315" y="2059806"/>
                  </a:lnTo>
                  <a:lnTo>
                    <a:pt x="3912139" y="2059806"/>
                  </a:lnTo>
                  <a:lnTo>
                    <a:pt x="3919963" y="2059806"/>
                  </a:lnTo>
                  <a:lnTo>
                    <a:pt x="3927788" y="2059806"/>
                  </a:lnTo>
                  <a:lnTo>
                    <a:pt x="3935612" y="2059806"/>
                  </a:lnTo>
                  <a:lnTo>
                    <a:pt x="3943436" y="2059806"/>
                  </a:lnTo>
                  <a:lnTo>
                    <a:pt x="3951261" y="2059806"/>
                  </a:lnTo>
                  <a:lnTo>
                    <a:pt x="3959085" y="2059806"/>
                  </a:lnTo>
                  <a:lnTo>
                    <a:pt x="3966909" y="2059806"/>
                  </a:lnTo>
                  <a:lnTo>
                    <a:pt x="3974733" y="2059806"/>
                  </a:lnTo>
                  <a:lnTo>
                    <a:pt x="3982558" y="2059806"/>
                  </a:lnTo>
                  <a:lnTo>
                    <a:pt x="3990382" y="2059806"/>
                  </a:lnTo>
                  <a:lnTo>
                    <a:pt x="3998206" y="2059806"/>
                  </a:lnTo>
                  <a:lnTo>
                    <a:pt x="3990382" y="2059806"/>
                  </a:lnTo>
                  <a:lnTo>
                    <a:pt x="3982558" y="2059806"/>
                  </a:lnTo>
                  <a:lnTo>
                    <a:pt x="3974733" y="2059806"/>
                  </a:lnTo>
                  <a:lnTo>
                    <a:pt x="3966909" y="2059806"/>
                  </a:lnTo>
                  <a:lnTo>
                    <a:pt x="3959085" y="2059806"/>
                  </a:lnTo>
                  <a:lnTo>
                    <a:pt x="3951261" y="2059806"/>
                  </a:lnTo>
                  <a:lnTo>
                    <a:pt x="3943436" y="2059806"/>
                  </a:lnTo>
                  <a:lnTo>
                    <a:pt x="3935612" y="2059806"/>
                  </a:lnTo>
                  <a:lnTo>
                    <a:pt x="3927788" y="2059806"/>
                  </a:lnTo>
                  <a:lnTo>
                    <a:pt x="3919963" y="2059806"/>
                  </a:lnTo>
                  <a:lnTo>
                    <a:pt x="3912139" y="2059806"/>
                  </a:lnTo>
                  <a:lnTo>
                    <a:pt x="3904315" y="2059806"/>
                  </a:lnTo>
                  <a:lnTo>
                    <a:pt x="3896491" y="2059806"/>
                  </a:lnTo>
                  <a:lnTo>
                    <a:pt x="3888666" y="2059806"/>
                  </a:lnTo>
                  <a:lnTo>
                    <a:pt x="3880842" y="2059806"/>
                  </a:lnTo>
                  <a:lnTo>
                    <a:pt x="3873018" y="2059806"/>
                  </a:lnTo>
                  <a:lnTo>
                    <a:pt x="3865193" y="2059806"/>
                  </a:lnTo>
                  <a:lnTo>
                    <a:pt x="3857369" y="2059806"/>
                  </a:lnTo>
                  <a:lnTo>
                    <a:pt x="3849545" y="2059806"/>
                  </a:lnTo>
                  <a:lnTo>
                    <a:pt x="3841721" y="2059806"/>
                  </a:lnTo>
                  <a:lnTo>
                    <a:pt x="3833896" y="2059806"/>
                  </a:lnTo>
                  <a:lnTo>
                    <a:pt x="3826072" y="2059806"/>
                  </a:lnTo>
                  <a:lnTo>
                    <a:pt x="3818248" y="2059806"/>
                  </a:lnTo>
                  <a:lnTo>
                    <a:pt x="3810424" y="2059806"/>
                  </a:lnTo>
                  <a:lnTo>
                    <a:pt x="3802599" y="2059806"/>
                  </a:lnTo>
                  <a:lnTo>
                    <a:pt x="3794775" y="2059806"/>
                  </a:lnTo>
                  <a:lnTo>
                    <a:pt x="3786951" y="2059806"/>
                  </a:lnTo>
                  <a:lnTo>
                    <a:pt x="3779126" y="2059806"/>
                  </a:lnTo>
                  <a:lnTo>
                    <a:pt x="3771302" y="2059806"/>
                  </a:lnTo>
                  <a:lnTo>
                    <a:pt x="3763478" y="2059806"/>
                  </a:lnTo>
                  <a:lnTo>
                    <a:pt x="3755654" y="2059806"/>
                  </a:lnTo>
                  <a:lnTo>
                    <a:pt x="3747829" y="2059806"/>
                  </a:lnTo>
                  <a:lnTo>
                    <a:pt x="3740005" y="2059806"/>
                  </a:lnTo>
                  <a:lnTo>
                    <a:pt x="3732181" y="2059806"/>
                  </a:lnTo>
                  <a:lnTo>
                    <a:pt x="3724356" y="2059806"/>
                  </a:lnTo>
                  <a:lnTo>
                    <a:pt x="3716532" y="2059806"/>
                  </a:lnTo>
                  <a:lnTo>
                    <a:pt x="3708708" y="2059806"/>
                  </a:lnTo>
                  <a:lnTo>
                    <a:pt x="3700884" y="2059806"/>
                  </a:lnTo>
                  <a:lnTo>
                    <a:pt x="3693059" y="2059806"/>
                  </a:lnTo>
                  <a:lnTo>
                    <a:pt x="3685235" y="2059806"/>
                  </a:lnTo>
                  <a:lnTo>
                    <a:pt x="3677411" y="2059806"/>
                  </a:lnTo>
                  <a:lnTo>
                    <a:pt x="3669586" y="2059806"/>
                  </a:lnTo>
                  <a:lnTo>
                    <a:pt x="3661762" y="2059806"/>
                  </a:lnTo>
                  <a:lnTo>
                    <a:pt x="3653938" y="2059806"/>
                  </a:lnTo>
                  <a:lnTo>
                    <a:pt x="3646114" y="2059806"/>
                  </a:lnTo>
                  <a:lnTo>
                    <a:pt x="3638289" y="2059806"/>
                  </a:lnTo>
                  <a:lnTo>
                    <a:pt x="3630465" y="2059806"/>
                  </a:lnTo>
                  <a:lnTo>
                    <a:pt x="3622641" y="2059806"/>
                  </a:lnTo>
                  <a:lnTo>
                    <a:pt x="3614817" y="2059806"/>
                  </a:lnTo>
                  <a:lnTo>
                    <a:pt x="3606992" y="2059806"/>
                  </a:lnTo>
                  <a:lnTo>
                    <a:pt x="3599168" y="2059806"/>
                  </a:lnTo>
                  <a:lnTo>
                    <a:pt x="3591344" y="2059806"/>
                  </a:lnTo>
                  <a:lnTo>
                    <a:pt x="3583519" y="2059806"/>
                  </a:lnTo>
                  <a:lnTo>
                    <a:pt x="3575695" y="2059806"/>
                  </a:lnTo>
                  <a:lnTo>
                    <a:pt x="3567871" y="2059806"/>
                  </a:lnTo>
                  <a:lnTo>
                    <a:pt x="3560047" y="2059806"/>
                  </a:lnTo>
                  <a:lnTo>
                    <a:pt x="3552222" y="2059806"/>
                  </a:lnTo>
                  <a:lnTo>
                    <a:pt x="3544398" y="2059806"/>
                  </a:lnTo>
                  <a:lnTo>
                    <a:pt x="3536574" y="2059806"/>
                  </a:lnTo>
                  <a:lnTo>
                    <a:pt x="3528749" y="2059806"/>
                  </a:lnTo>
                  <a:lnTo>
                    <a:pt x="3520925" y="2059806"/>
                  </a:lnTo>
                  <a:lnTo>
                    <a:pt x="3513101" y="2059806"/>
                  </a:lnTo>
                  <a:lnTo>
                    <a:pt x="3505277" y="2059806"/>
                  </a:lnTo>
                  <a:lnTo>
                    <a:pt x="3497452" y="2059806"/>
                  </a:lnTo>
                  <a:lnTo>
                    <a:pt x="3489628" y="2059806"/>
                  </a:lnTo>
                  <a:lnTo>
                    <a:pt x="3481804" y="2059806"/>
                  </a:lnTo>
                  <a:lnTo>
                    <a:pt x="3473980" y="2059806"/>
                  </a:lnTo>
                  <a:lnTo>
                    <a:pt x="3466155" y="2059806"/>
                  </a:lnTo>
                  <a:lnTo>
                    <a:pt x="3458331" y="2059806"/>
                  </a:lnTo>
                  <a:lnTo>
                    <a:pt x="3450507" y="2059806"/>
                  </a:lnTo>
                  <a:lnTo>
                    <a:pt x="3442682" y="2059806"/>
                  </a:lnTo>
                  <a:lnTo>
                    <a:pt x="3434858" y="2059806"/>
                  </a:lnTo>
                  <a:lnTo>
                    <a:pt x="3427034" y="2059806"/>
                  </a:lnTo>
                  <a:lnTo>
                    <a:pt x="3419210" y="2059806"/>
                  </a:lnTo>
                  <a:lnTo>
                    <a:pt x="3411385" y="2059806"/>
                  </a:lnTo>
                  <a:lnTo>
                    <a:pt x="3403561" y="2059806"/>
                  </a:lnTo>
                  <a:lnTo>
                    <a:pt x="3395737" y="2059806"/>
                  </a:lnTo>
                  <a:lnTo>
                    <a:pt x="3387912" y="2059806"/>
                  </a:lnTo>
                  <a:lnTo>
                    <a:pt x="3380088" y="2059806"/>
                  </a:lnTo>
                  <a:lnTo>
                    <a:pt x="3372264" y="2059806"/>
                  </a:lnTo>
                  <a:lnTo>
                    <a:pt x="3364440" y="2059806"/>
                  </a:lnTo>
                  <a:lnTo>
                    <a:pt x="3356615" y="2059806"/>
                  </a:lnTo>
                  <a:lnTo>
                    <a:pt x="3348791" y="2059806"/>
                  </a:lnTo>
                  <a:lnTo>
                    <a:pt x="3340967" y="2059806"/>
                  </a:lnTo>
                  <a:lnTo>
                    <a:pt x="3333142" y="2059806"/>
                  </a:lnTo>
                  <a:lnTo>
                    <a:pt x="3325318" y="2059806"/>
                  </a:lnTo>
                  <a:lnTo>
                    <a:pt x="3317494" y="2059806"/>
                  </a:lnTo>
                  <a:lnTo>
                    <a:pt x="3309670" y="2059806"/>
                  </a:lnTo>
                  <a:lnTo>
                    <a:pt x="3301845" y="2059806"/>
                  </a:lnTo>
                  <a:lnTo>
                    <a:pt x="3294021" y="2059806"/>
                  </a:lnTo>
                  <a:lnTo>
                    <a:pt x="3286197" y="2059806"/>
                  </a:lnTo>
                  <a:lnTo>
                    <a:pt x="3278373" y="2059806"/>
                  </a:lnTo>
                  <a:lnTo>
                    <a:pt x="3270548" y="2059806"/>
                  </a:lnTo>
                  <a:lnTo>
                    <a:pt x="3262724" y="2059806"/>
                  </a:lnTo>
                  <a:lnTo>
                    <a:pt x="3254900" y="2059806"/>
                  </a:lnTo>
                  <a:lnTo>
                    <a:pt x="3247075" y="2059806"/>
                  </a:lnTo>
                  <a:lnTo>
                    <a:pt x="3239251" y="2059806"/>
                  </a:lnTo>
                  <a:lnTo>
                    <a:pt x="3231427" y="2059806"/>
                  </a:lnTo>
                  <a:lnTo>
                    <a:pt x="3223603" y="2059806"/>
                  </a:lnTo>
                  <a:lnTo>
                    <a:pt x="3215778" y="2059806"/>
                  </a:lnTo>
                  <a:lnTo>
                    <a:pt x="3207954" y="2059806"/>
                  </a:lnTo>
                  <a:lnTo>
                    <a:pt x="3200130" y="2059806"/>
                  </a:lnTo>
                  <a:lnTo>
                    <a:pt x="3192305" y="2059806"/>
                  </a:lnTo>
                  <a:lnTo>
                    <a:pt x="3184481" y="2059806"/>
                  </a:lnTo>
                  <a:lnTo>
                    <a:pt x="3176657" y="2059806"/>
                  </a:lnTo>
                  <a:lnTo>
                    <a:pt x="3168833" y="2059806"/>
                  </a:lnTo>
                  <a:lnTo>
                    <a:pt x="3161008" y="2059806"/>
                  </a:lnTo>
                  <a:lnTo>
                    <a:pt x="3153184" y="2059806"/>
                  </a:lnTo>
                  <a:lnTo>
                    <a:pt x="3145360" y="2059806"/>
                  </a:lnTo>
                  <a:lnTo>
                    <a:pt x="3137536" y="2059806"/>
                  </a:lnTo>
                  <a:lnTo>
                    <a:pt x="3129711" y="2059806"/>
                  </a:lnTo>
                  <a:lnTo>
                    <a:pt x="3121887" y="2059806"/>
                  </a:lnTo>
                  <a:lnTo>
                    <a:pt x="3114063" y="2059806"/>
                  </a:lnTo>
                  <a:lnTo>
                    <a:pt x="3106238" y="2059806"/>
                  </a:lnTo>
                  <a:lnTo>
                    <a:pt x="3098414" y="2059806"/>
                  </a:lnTo>
                  <a:lnTo>
                    <a:pt x="3090590" y="2059806"/>
                  </a:lnTo>
                  <a:lnTo>
                    <a:pt x="3082766" y="2059806"/>
                  </a:lnTo>
                  <a:lnTo>
                    <a:pt x="3074941" y="2059806"/>
                  </a:lnTo>
                  <a:lnTo>
                    <a:pt x="3067117" y="2059806"/>
                  </a:lnTo>
                  <a:lnTo>
                    <a:pt x="3059293" y="2059806"/>
                  </a:lnTo>
                  <a:lnTo>
                    <a:pt x="3051468" y="2059806"/>
                  </a:lnTo>
                  <a:lnTo>
                    <a:pt x="3043644" y="2059806"/>
                  </a:lnTo>
                  <a:lnTo>
                    <a:pt x="3035820" y="2059806"/>
                  </a:lnTo>
                  <a:lnTo>
                    <a:pt x="3027996" y="2059806"/>
                  </a:lnTo>
                  <a:lnTo>
                    <a:pt x="3020171" y="2059806"/>
                  </a:lnTo>
                  <a:lnTo>
                    <a:pt x="3012347" y="2059806"/>
                  </a:lnTo>
                  <a:lnTo>
                    <a:pt x="3004523" y="2059806"/>
                  </a:lnTo>
                  <a:lnTo>
                    <a:pt x="2996698" y="2059806"/>
                  </a:lnTo>
                  <a:lnTo>
                    <a:pt x="2988874" y="2059806"/>
                  </a:lnTo>
                  <a:lnTo>
                    <a:pt x="2981050" y="2059806"/>
                  </a:lnTo>
                  <a:lnTo>
                    <a:pt x="2973226" y="2059806"/>
                  </a:lnTo>
                  <a:lnTo>
                    <a:pt x="2965401" y="2059806"/>
                  </a:lnTo>
                  <a:lnTo>
                    <a:pt x="2957577" y="2059806"/>
                  </a:lnTo>
                  <a:lnTo>
                    <a:pt x="2949753" y="2059806"/>
                  </a:lnTo>
                  <a:lnTo>
                    <a:pt x="2941929" y="2059806"/>
                  </a:lnTo>
                  <a:lnTo>
                    <a:pt x="2934104" y="2059806"/>
                  </a:lnTo>
                  <a:lnTo>
                    <a:pt x="2926280" y="2059806"/>
                  </a:lnTo>
                  <a:lnTo>
                    <a:pt x="2918456" y="2059806"/>
                  </a:lnTo>
                  <a:lnTo>
                    <a:pt x="2910631" y="2059806"/>
                  </a:lnTo>
                  <a:lnTo>
                    <a:pt x="2902807" y="2059806"/>
                  </a:lnTo>
                  <a:lnTo>
                    <a:pt x="2894983" y="2059806"/>
                  </a:lnTo>
                  <a:lnTo>
                    <a:pt x="2887159" y="2059806"/>
                  </a:lnTo>
                  <a:lnTo>
                    <a:pt x="2879334" y="2059806"/>
                  </a:lnTo>
                  <a:lnTo>
                    <a:pt x="2871510" y="2059806"/>
                  </a:lnTo>
                  <a:lnTo>
                    <a:pt x="2863686" y="2059806"/>
                  </a:lnTo>
                  <a:lnTo>
                    <a:pt x="2855861" y="2059806"/>
                  </a:lnTo>
                  <a:lnTo>
                    <a:pt x="2848037" y="2059806"/>
                  </a:lnTo>
                  <a:lnTo>
                    <a:pt x="2840213" y="2059806"/>
                  </a:lnTo>
                  <a:lnTo>
                    <a:pt x="2832389" y="2059806"/>
                  </a:lnTo>
                  <a:lnTo>
                    <a:pt x="2824564" y="2059806"/>
                  </a:lnTo>
                  <a:lnTo>
                    <a:pt x="2816740" y="2059806"/>
                  </a:lnTo>
                  <a:lnTo>
                    <a:pt x="2808916" y="2059806"/>
                  </a:lnTo>
                  <a:lnTo>
                    <a:pt x="2801091" y="2059806"/>
                  </a:lnTo>
                  <a:lnTo>
                    <a:pt x="2793267" y="2059806"/>
                  </a:lnTo>
                  <a:lnTo>
                    <a:pt x="2785443" y="2059806"/>
                  </a:lnTo>
                  <a:lnTo>
                    <a:pt x="2777619" y="2059806"/>
                  </a:lnTo>
                  <a:lnTo>
                    <a:pt x="2769794" y="2059806"/>
                  </a:lnTo>
                  <a:lnTo>
                    <a:pt x="2761970" y="2059806"/>
                  </a:lnTo>
                  <a:lnTo>
                    <a:pt x="2754146" y="2059806"/>
                  </a:lnTo>
                  <a:lnTo>
                    <a:pt x="2746322" y="2059806"/>
                  </a:lnTo>
                  <a:lnTo>
                    <a:pt x="2738497" y="2059806"/>
                  </a:lnTo>
                  <a:lnTo>
                    <a:pt x="2730673" y="2059806"/>
                  </a:lnTo>
                  <a:lnTo>
                    <a:pt x="2722849" y="2059806"/>
                  </a:lnTo>
                  <a:lnTo>
                    <a:pt x="2715024" y="2059806"/>
                  </a:lnTo>
                  <a:lnTo>
                    <a:pt x="2707200" y="2059806"/>
                  </a:lnTo>
                  <a:lnTo>
                    <a:pt x="2699376" y="2059806"/>
                  </a:lnTo>
                  <a:lnTo>
                    <a:pt x="2691552" y="2059806"/>
                  </a:lnTo>
                  <a:lnTo>
                    <a:pt x="2683727" y="2059806"/>
                  </a:lnTo>
                  <a:lnTo>
                    <a:pt x="2675903" y="2059806"/>
                  </a:lnTo>
                  <a:lnTo>
                    <a:pt x="2668079" y="2059806"/>
                  </a:lnTo>
                  <a:lnTo>
                    <a:pt x="2660254" y="2059806"/>
                  </a:lnTo>
                  <a:lnTo>
                    <a:pt x="2652430" y="2059806"/>
                  </a:lnTo>
                  <a:lnTo>
                    <a:pt x="2644606" y="2059806"/>
                  </a:lnTo>
                  <a:lnTo>
                    <a:pt x="2636782" y="2059806"/>
                  </a:lnTo>
                  <a:lnTo>
                    <a:pt x="2628957" y="2059806"/>
                  </a:lnTo>
                  <a:lnTo>
                    <a:pt x="2621133" y="2059806"/>
                  </a:lnTo>
                  <a:lnTo>
                    <a:pt x="2613309" y="2059806"/>
                  </a:lnTo>
                  <a:lnTo>
                    <a:pt x="2605485" y="2059806"/>
                  </a:lnTo>
                  <a:lnTo>
                    <a:pt x="2597660" y="2059806"/>
                  </a:lnTo>
                  <a:lnTo>
                    <a:pt x="2589836" y="2059806"/>
                  </a:lnTo>
                  <a:lnTo>
                    <a:pt x="2582012" y="2059806"/>
                  </a:lnTo>
                  <a:lnTo>
                    <a:pt x="2574187" y="2059806"/>
                  </a:lnTo>
                  <a:lnTo>
                    <a:pt x="2566363" y="2059806"/>
                  </a:lnTo>
                  <a:lnTo>
                    <a:pt x="2558539" y="2059806"/>
                  </a:lnTo>
                  <a:lnTo>
                    <a:pt x="2550715" y="2059806"/>
                  </a:lnTo>
                  <a:lnTo>
                    <a:pt x="2542890" y="2059806"/>
                  </a:lnTo>
                  <a:lnTo>
                    <a:pt x="2535066" y="2059806"/>
                  </a:lnTo>
                  <a:lnTo>
                    <a:pt x="2527242" y="2059806"/>
                  </a:lnTo>
                  <a:lnTo>
                    <a:pt x="2519417" y="2059806"/>
                  </a:lnTo>
                  <a:lnTo>
                    <a:pt x="2511593" y="2059806"/>
                  </a:lnTo>
                  <a:lnTo>
                    <a:pt x="2503769" y="2059806"/>
                  </a:lnTo>
                  <a:lnTo>
                    <a:pt x="2495945" y="2059806"/>
                  </a:lnTo>
                  <a:lnTo>
                    <a:pt x="2488120" y="2059806"/>
                  </a:lnTo>
                  <a:lnTo>
                    <a:pt x="2480296" y="2059806"/>
                  </a:lnTo>
                  <a:lnTo>
                    <a:pt x="2472472" y="2059806"/>
                  </a:lnTo>
                  <a:lnTo>
                    <a:pt x="2464647" y="2059806"/>
                  </a:lnTo>
                  <a:lnTo>
                    <a:pt x="2456823" y="2059806"/>
                  </a:lnTo>
                  <a:lnTo>
                    <a:pt x="2448999" y="2059806"/>
                  </a:lnTo>
                  <a:lnTo>
                    <a:pt x="2441175" y="2059806"/>
                  </a:lnTo>
                  <a:lnTo>
                    <a:pt x="2433350" y="2059806"/>
                  </a:lnTo>
                  <a:lnTo>
                    <a:pt x="2425526" y="2059806"/>
                  </a:lnTo>
                  <a:lnTo>
                    <a:pt x="2417702" y="2059806"/>
                  </a:lnTo>
                  <a:lnTo>
                    <a:pt x="2409878" y="2059806"/>
                  </a:lnTo>
                  <a:lnTo>
                    <a:pt x="2402053" y="2059806"/>
                  </a:lnTo>
                  <a:lnTo>
                    <a:pt x="2394229" y="2059806"/>
                  </a:lnTo>
                  <a:lnTo>
                    <a:pt x="2386405" y="2059806"/>
                  </a:lnTo>
                  <a:lnTo>
                    <a:pt x="2378580" y="2059806"/>
                  </a:lnTo>
                  <a:lnTo>
                    <a:pt x="2370756" y="2059806"/>
                  </a:lnTo>
                  <a:lnTo>
                    <a:pt x="2362932" y="2059806"/>
                  </a:lnTo>
                  <a:lnTo>
                    <a:pt x="2355108" y="2059806"/>
                  </a:lnTo>
                  <a:lnTo>
                    <a:pt x="2347283" y="2059806"/>
                  </a:lnTo>
                  <a:lnTo>
                    <a:pt x="2339459" y="2059806"/>
                  </a:lnTo>
                  <a:lnTo>
                    <a:pt x="2331635" y="2059806"/>
                  </a:lnTo>
                  <a:lnTo>
                    <a:pt x="2323810" y="2059806"/>
                  </a:lnTo>
                  <a:lnTo>
                    <a:pt x="2315986" y="2059806"/>
                  </a:lnTo>
                  <a:lnTo>
                    <a:pt x="2308162" y="2059806"/>
                  </a:lnTo>
                  <a:lnTo>
                    <a:pt x="2300338" y="2059806"/>
                  </a:lnTo>
                  <a:lnTo>
                    <a:pt x="2292513" y="2059806"/>
                  </a:lnTo>
                  <a:lnTo>
                    <a:pt x="2284689" y="2059806"/>
                  </a:lnTo>
                  <a:lnTo>
                    <a:pt x="2276865" y="2059806"/>
                  </a:lnTo>
                  <a:lnTo>
                    <a:pt x="2269040" y="2059806"/>
                  </a:lnTo>
                  <a:lnTo>
                    <a:pt x="2261216" y="2059806"/>
                  </a:lnTo>
                  <a:lnTo>
                    <a:pt x="2253392" y="2059806"/>
                  </a:lnTo>
                  <a:lnTo>
                    <a:pt x="2245568" y="2059806"/>
                  </a:lnTo>
                  <a:lnTo>
                    <a:pt x="2237743" y="2059806"/>
                  </a:lnTo>
                  <a:lnTo>
                    <a:pt x="2229919" y="2059806"/>
                  </a:lnTo>
                  <a:lnTo>
                    <a:pt x="2222095" y="2059806"/>
                  </a:lnTo>
                  <a:lnTo>
                    <a:pt x="2214271" y="2059806"/>
                  </a:lnTo>
                  <a:lnTo>
                    <a:pt x="2206446" y="2059806"/>
                  </a:lnTo>
                  <a:lnTo>
                    <a:pt x="2198622" y="2059806"/>
                  </a:lnTo>
                  <a:lnTo>
                    <a:pt x="2190798" y="2059806"/>
                  </a:lnTo>
                  <a:lnTo>
                    <a:pt x="2182973" y="2059806"/>
                  </a:lnTo>
                  <a:lnTo>
                    <a:pt x="2175149" y="2059806"/>
                  </a:lnTo>
                  <a:lnTo>
                    <a:pt x="2167325" y="2059806"/>
                  </a:lnTo>
                  <a:lnTo>
                    <a:pt x="2159501" y="2059806"/>
                  </a:lnTo>
                  <a:lnTo>
                    <a:pt x="2151676" y="2059806"/>
                  </a:lnTo>
                  <a:lnTo>
                    <a:pt x="2143852" y="2059806"/>
                  </a:lnTo>
                  <a:lnTo>
                    <a:pt x="2136028" y="2059806"/>
                  </a:lnTo>
                  <a:lnTo>
                    <a:pt x="2128203" y="2059806"/>
                  </a:lnTo>
                  <a:lnTo>
                    <a:pt x="2120379" y="2059806"/>
                  </a:lnTo>
                  <a:lnTo>
                    <a:pt x="2112555" y="2059806"/>
                  </a:lnTo>
                  <a:lnTo>
                    <a:pt x="2104731" y="2059806"/>
                  </a:lnTo>
                  <a:lnTo>
                    <a:pt x="2096906" y="2059806"/>
                  </a:lnTo>
                  <a:lnTo>
                    <a:pt x="2089082" y="2059806"/>
                  </a:lnTo>
                  <a:lnTo>
                    <a:pt x="2081258" y="2059806"/>
                  </a:lnTo>
                  <a:lnTo>
                    <a:pt x="2073434" y="2059806"/>
                  </a:lnTo>
                  <a:lnTo>
                    <a:pt x="2065609" y="2059806"/>
                  </a:lnTo>
                  <a:lnTo>
                    <a:pt x="2057785" y="2059806"/>
                  </a:lnTo>
                  <a:lnTo>
                    <a:pt x="2049961" y="2059806"/>
                  </a:lnTo>
                  <a:lnTo>
                    <a:pt x="2042136" y="2059806"/>
                  </a:lnTo>
                  <a:lnTo>
                    <a:pt x="2034312" y="2059806"/>
                  </a:lnTo>
                  <a:lnTo>
                    <a:pt x="2026488" y="2059806"/>
                  </a:lnTo>
                  <a:lnTo>
                    <a:pt x="2018664" y="2059806"/>
                  </a:lnTo>
                  <a:lnTo>
                    <a:pt x="2010839" y="2059806"/>
                  </a:lnTo>
                  <a:lnTo>
                    <a:pt x="2003015" y="2059806"/>
                  </a:lnTo>
                  <a:lnTo>
                    <a:pt x="1995191" y="2059806"/>
                  </a:lnTo>
                  <a:lnTo>
                    <a:pt x="1987366" y="2059806"/>
                  </a:lnTo>
                  <a:lnTo>
                    <a:pt x="1979542" y="2059806"/>
                  </a:lnTo>
                  <a:lnTo>
                    <a:pt x="1971718" y="2059806"/>
                  </a:lnTo>
                  <a:lnTo>
                    <a:pt x="1963894" y="2059806"/>
                  </a:lnTo>
                  <a:lnTo>
                    <a:pt x="1956069" y="2059806"/>
                  </a:lnTo>
                  <a:lnTo>
                    <a:pt x="1948245" y="2059806"/>
                  </a:lnTo>
                  <a:lnTo>
                    <a:pt x="1940421" y="2059806"/>
                  </a:lnTo>
                  <a:lnTo>
                    <a:pt x="1932596" y="2059806"/>
                  </a:lnTo>
                  <a:lnTo>
                    <a:pt x="1924772" y="2059806"/>
                  </a:lnTo>
                  <a:lnTo>
                    <a:pt x="1916948" y="2059806"/>
                  </a:lnTo>
                  <a:lnTo>
                    <a:pt x="1909124" y="2059806"/>
                  </a:lnTo>
                  <a:lnTo>
                    <a:pt x="1901299" y="2059806"/>
                  </a:lnTo>
                  <a:lnTo>
                    <a:pt x="1893475" y="2059806"/>
                  </a:lnTo>
                  <a:lnTo>
                    <a:pt x="1885651" y="2059806"/>
                  </a:lnTo>
                  <a:lnTo>
                    <a:pt x="1877827" y="2059806"/>
                  </a:lnTo>
                  <a:lnTo>
                    <a:pt x="1870002" y="2059806"/>
                  </a:lnTo>
                  <a:lnTo>
                    <a:pt x="1862178" y="2059806"/>
                  </a:lnTo>
                  <a:lnTo>
                    <a:pt x="1854354" y="2059806"/>
                  </a:lnTo>
                  <a:lnTo>
                    <a:pt x="1846529" y="2059806"/>
                  </a:lnTo>
                  <a:lnTo>
                    <a:pt x="1838705" y="2059806"/>
                  </a:lnTo>
                  <a:lnTo>
                    <a:pt x="1830881" y="2059806"/>
                  </a:lnTo>
                  <a:lnTo>
                    <a:pt x="1823057" y="2059806"/>
                  </a:lnTo>
                  <a:lnTo>
                    <a:pt x="1815232" y="2059806"/>
                  </a:lnTo>
                  <a:lnTo>
                    <a:pt x="1807408" y="2059806"/>
                  </a:lnTo>
                  <a:lnTo>
                    <a:pt x="1799584" y="2059806"/>
                  </a:lnTo>
                  <a:lnTo>
                    <a:pt x="1791759" y="2059806"/>
                  </a:lnTo>
                  <a:lnTo>
                    <a:pt x="1783935" y="2059806"/>
                  </a:lnTo>
                  <a:lnTo>
                    <a:pt x="1776111" y="2059806"/>
                  </a:lnTo>
                  <a:lnTo>
                    <a:pt x="1768287" y="2059806"/>
                  </a:lnTo>
                  <a:lnTo>
                    <a:pt x="1760462" y="2059806"/>
                  </a:lnTo>
                  <a:lnTo>
                    <a:pt x="1752638" y="2059806"/>
                  </a:lnTo>
                  <a:lnTo>
                    <a:pt x="1744814" y="2059806"/>
                  </a:lnTo>
                  <a:lnTo>
                    <a:pt x="1736990" y="2059806"/>
                  </a:lnTo>
                  <a:lnTo>
                    <a:pt x="1729165" y="2059806"/>
                  </a:lnTo>
                  <a:lnTo>
                    <a:pt x="1721341" y="2059806"/>
                  </a:lnTo>
                  <a:lnTo>
                    <a:pt x="1713517" y="2059806"/>
                  </a:lnTo>
                  <a:lnTo>
                    <a:pt x="1705692" y="2059806"/>
                  </a:lnTo>
                  <a:lnTo>
                    <a:pt x="1697868" y="2059806"/>
                  </a:lnTo>
                  <a:lnTo>
                    <a:pt x="1690044" y="2059806"/>
                  </a:lnTo>
                  <a:lnTo>
                    <a:pt x="1682220" y="2059806"/>
                  </a:lnTo>
                  <a:lnTo>
                    <a:pt x="1674395" y="2059806"/>
                  </a:lnTo>
                  <a:lnTo>
                    <a:pt x="1666571" y="2059806"/>
                  </a:lnTo>
                  <a:lnTo>
                    <a:pt x="1658747" y="2059806"/>
                  </a:lnTo>
                  <a:lnTo>
                    <a:pt x="1650922" y="2059806"/>
                  </a:lnTo>
                  <a:lnTo>
                    <a:pt x="1643098" y="2059806"/>
                  </a:lnTo>
                  <a:lnTo>
                    <a:pt x="1635274" y="2059806"/>
                  </a:lnTo>
                  <a:lnTo>
                    <a:pt x="1627450" y="2059806"/>
                  </a:lnTo>
                  <a:lnTo>
                    <a:pt x="1619625" y="2059806"/>
                  </a:lnTo>
                  <a:lnTo>
                    <a:pt x="1611801" y="2059806"/>
                  </a:lnTo>
                  <a:lnTo>
                    <a:pt x="1603977" y="2059806"/>
                  </a:lnTo>
                  <a:lnTo>
                    <a:pt x="1596152" y="2059806"/>
                  </a:lnTo>
                  <a:lnTo>
                    <a:pt x="1588328" y="2059806"/>
                  </a:lnTo>
                  <a:lnTo>
                    <a:pt x="1580504" y="2059806"/>
                  </a:lnTo>
                  <a:lnTo>
                    <a:pt x="1572680" y="2059806"/>
                  </a:lnTo>
                  <a:lnTo>
                    <a:pt x="1564855" y="2059806"/>
                  </a:lnTo>
                  <a:lnTo>
                    <a:pt x="1557031" y="2059806"/>
                  </a:lnTo>
                  <a:lnTo>
                    <a:pt x="1549207" y="2059806"/>
                  </a:lnTo>
                  <a:lnTo>
                    <a:pt x="1541383" y="2059806"/>
                  </a:lnTo>
                  <a:lnTo>
                    <a:pt x="1533558" y="2059806"/>
                  </a:lnTo>
                  <a:lnTo>
                    <a:pt x="1525734" y="2059806"/>
                  </a:lnTo>
                  <a:lnTo>
                    <a:pt x="1517910" y="2059806"/>
                  </a:lnTo>
                  <a:lnTo>
                    <a:pt x="1510085" y="2059806"/>
                  </a:lnTo>
                  <a:lnTo>
                    <a:pt x="1502261" y="2059806"/>
                  </a:lnTo>
                  <a:lnTo>
                    <a:pt x="1494437" y="2059806"/>
                  </a:lnTo>
                  <a:lnTo>
                    <a:pt x="1486613" y="2059806"/>
                  </a:lnTo>
                  <a:lnTo>
                    <a:pt x="1478788" y="2059806"/>
                  </a:lnTo>
                  <a:lnTo>
                    <a:pt x="1470964" y="2059806"/>
                  </a:lnTo>
                  <a:lnTo>
                    <a:pt x="1463140" y="2059806"/>
                  </a:lnTo>
                  <a:lnTo>
                    <a:pt x="1455315" y="2059806"/>
                  </a:lnTo>
                  <a:lnTo>
                    <a:pt x="1447491" y="2059806"/>
                  </a:lnTo>
                  <a:lnTo>
                    <a:pt x="1439667" y="2059806"/>
                  </a:lnTo>
                  <a:lnTo>
                    <a:pt x="1431843" y="2059806"/>
                  </a:lnTo>
                  <a:lnTo>
                    <a:pt x="1424018" y="2059806"/>
                  </a:lnTo>
                  <a:lnTo>
                    <a:pt x="1416194" y="2059806"/>
                  </a:lnTo>
                  <a:lnTo>
                    <a:pt x="1408370" y="2059806"/>
                  </a:lnTo>
                  <a:lnTo>
                    <a:pt x="1400545" y="2059806"/>
                  </a:lnTo>
                  <a:lnTo>
                    <a:pt x="1392721" y="2059806"/>
                  </a:lnTo>
                  <a:lnTo>
                    <a:pt x="1384897" y="2059806"/>
                  </a:lnTo>
                  <a:lnTo>
                    <a:pt x="1377073" y="2059806"/>
                  </a:lnTo>
                  <a:lnTo>
                    <a:pt x="1369248" y="2059806"/>
                  </a:lnTo>
                  <a:lnTo>
                    <a:pt x="1361424" y="2059806"/>
                  </a:lnTo>
                  <a:lnTo>
                    <a:pt x="1353600" y="2059806"/>
                  </a:lnTo>
                  <a:lnTo>
                    <a:pt x="1345776" y="2059806"/>
                  </a:lnTo>
                  <a:lnTo>
                    <a:pt x="1337951" y="2059806"/>
                  </a:lnTo>
                  <a:lnTo>
                    <a:pt x="1330127" y="2059806"/>
                  </a:lnTo>
                  <a:lnTo>
                    <a:pt x="1322303" y="2059806"/>
                  </a:lnTo>
                  <a:lnTo>
                    <a:pt x="1314478" y="2059806"/>
                  </a:lnTo>
                  <a:lnTo>
                    <a:pt x="1306654" y="2059806"/>
                  </a:lnTo>
                  <a:lnTo>
                    <a:pt x="1298830" y="2059806"/>
                  </a:lnTo>
                  <a:lnTo>
                    <a:pt x="1291006" y="2059806"/>
                  </a:lnTo>
                  <a:lnTo>
                    <a:pt x="1283181" y="2059806"/>
                  </a:lnTo>
                  <a:lnTo>
                    <a:pt x="1275357" y="2059806"/>
                  </a:lnTo>
                  <a:lnTo>
                    <a:pt x="1267533" y="2059806"/>
                  </a:lnTo>
                  <a:lnTo>
                    <a:pt x="1259708" y="2059806"/>
                  </a:lnTo>
                  <a:lnTo>
                    <a:pt x="1251884" y="2059806"/>
                  </a:lnTo>
                  <a:lnTo>
                    <a:pt x="1244060" y="2059806"/>
                  </a:lnTo>
                  <a:lnTo>
                    <a:pt x="1236236" y="2059806"/>
                  </a:lnTo>
                  <a:lnTo>
                    <a:pt x="1228411" y="2059806"/>
                  </a:lnTo>
                  <a:lnTo>
                    <a:pt x="1220587" y="2059806"/>
                  </a:lnTo>
                  <a:lnTo>
                    <a:pt x="1212763" y="2059806"/>
                  </a:lnTo>
                  <a:lnTo>
                    <a:pt x="1204939" y="2059806"/>
                  </a:lnTo>
                  <a:lnTo>
                    <a:pt x="1197114" y="2059806"/>
                  </a:lnTo>
                  <a:lnTo>
                    <a:pt x="1189290" y="2059806"/>
                  </a:lnTo>
                  <a:lnTo>
                    <a:pt x="1181466" y="2059806"/>
                  </a:lnTo>
                  <a:lnTo>
                    <a:pt x="1173641" y="2059806"/>
                  </a:lnTo>
                  <a:lnTo>
                    <a:pt x="1165817" y="2059806"/>
                  </a:lnTo>
                  <a:lnTo>
                    <a:pt x="1157993" y="2059806"/>
                  </a:lnTo>
                  <a:lnTo>
                    <a:pt x="1150169" y="2059806"/>
                  </a:lnTo>
                  <a:lnTo>
                    <a:pt x="1142344" y="2059806"/>
                  </a:lnTo>
                  <a:lnTo>
                    <a:pt x="1134520" y="2059806"/>
                  </a:lnTo>
                  <a:lnTo>
                    <a:pt x="1126696" y="2059806"/>
                  </a:lnTo>
                  <a:lnTo>
                    <a:pt x="1118871" y="2059806"/>
                  </a:lnTo>
                  <a:lnTo>
                    <a:pt x="1111047" y="2059806"/>
                  </a:lnTo>
                  <a:lnTo>
                    <a:pt x="1103223" y="2059806"/>
                  </a:lnTo>
                  <a:lnTo>
                    <a:pt x="1095399" y="2059806"/>
                  </a:lnTo>
                  <a:lnTo>
                    <a:pt x="1087574" y="2059806"/>
                  </a:lnTo>
                  <a:lnTo>
                    <a:pt x="1079750" y="2059806"/>
                  </a:lnTo>
                  <a:lnTo>
                    <a:pt x="1071926" y="2059806"/>
                  </a:lnTo>
                  <a:lnTo>
                    <a:pt x="1064101" y="2059806"/>
                  </a:lnTo>
                  <a:lnTo>
                    <a:pt x="1056277" y="2059806"/>
                  </a:lnTo>
                  <a:lnTo>
                    <a:pt x="1048453" y="2059806"/>
                  </a:lnTo>
                  <a:lnTo>
                    <a:pt x="1040629" y="2059806"/>
                  </a:lnTo>
                  <a:lnTo>
                    <a:pt x="1032804" y="2059806"/>
                  </a:lnTo>
                  <a:lnTo>
                    <a:pt x="1024980" y="2059806"/>
                  </a:lnTo>
                  <a:lnTo>
                    <a:pt x="1017156" y="2059806"/>
                  </a:lnTo>
                  <a:lnTo>
                    <a:pt x="1009332" y="2059806"/>
                  </a:lnTo>
                  <a:lnTo>
                    <a:pt x="1001507" y="2059806"/>
                  </a:lnTo>
                  <a:lnTo>
                    <a:pt x="993683" y="2059806"/>
                  </a:lnTo>
                  <a:lnTo>
                    <a:pt x="985859" y="2059806"/>
                  </a:lnTo>
                  <a:lnTo>
                    <a:pt x="978034" y="2059806"/>
                  </a:lnTo>
                  <a:lnTo>
                    <a:pt x="970210" y="2059806"/>
                  </a:lnTo>
                  <a:lnTo>
                    <a:pt x="962386" y="2059806"/>
                  </a:lnTo>
                  <a:lnTo>
                    <a:pt x="954562" y="2059806"/>
                  </a:lnTo>
                  <a:lnTo>
                    <a:pt x="946737" y="2059806"/>
                  </a:lnTo>
                  <a:lnTo>
                    <a:pt x="938913" y="2059806"/>
                  </a:lnTo>
                  <a:lnTo>
                    <a:pt x="931089" y="2059806"/>
                  </a:lnTo>
                  <a:lnTo>
                    <a:pt x="923264" y="2059806"/>
                  </a:lnTo>
                  <a:lnTo>
                    <a:pt x="915440" y="2059806"/>
                  </a:lnTo>
                  <a:lnTo>
                    <a:pt x="907616" y="2059806"/>
                  </a:lnTo>
                  <a:lnTo>
                    <a:pt x="899792" y="2059806"/>
                  </a:lnTo>
                  <a:lnTo>
                    <a:pt x="891967" y="2059806"/>
                  </a:lnTo>
                  <a:lnTo>
                    <a:pt x="884143" y="2059806"/>
                  </a:lnTo>
                  <a:lnTo>
                    <a:pt x="876319" y="2059806"/>
                  </a:lnTo>
                  <a:lnTo>
                    <a:pt x="868495" y="2059806"/>
                  </a:lnTo>
                  <a:lnTo>
                    <a:pt x="860670" y="2059806"/>
                  </a:lnTo>
                  <a:lnTo>
                    <a:pt x="852846" y="2059806"/>
                  </a:lnTo>
                  <a:lnTo>
                    <a:pt x="845022" y="2059806"/>
                  </a:lnTo>
                  <a:lnTo>
                    <a:pt x="837197" y="2059806"/>
                  </a:lnTo>
                  <a:lnTo>
                    <a:pt x="829373" y="2059806"/>
                  </a:lnTo>
                  <a:lnTo>
                    <a:pt x="821549" y="2059806"/>
                  </a:lnTo>
                  <a:lnTo>
                    <a:pt x="813725" y="2059806"/>
                  </a:lnTo>
                  <a:lnTo>
                    <a:pt x="805900" y="2059806"/>
                  </a:lnTo>
                  <a:lnTo>
                    <a:pt x="798076" y="2059806"/>
                  </a:lnTo>
                  <a:lnTo>
                    <a:pt x="790252" y="2059806"/>
                  </a:lnTo>
                  <a:lnTo>
                    <a:pt x="782427" y="2059806"/>
                  </a:lnTo>
                  <a:lnTo>
                    <a:pt x="774603" y="2059806"/>
                  </a:lnTo>
                  <a:lnTo>
                    <a:pt x="766779" y="2059806"/>
                  </a:lnTo>
                  <a:lnTo>
                    <a:pt x="758955" y="2059806"/>
                  </a:lnTo>
                  <a:lnTo>
                    <a:pt x="751130" y="2059806"/>
                  </a:lnTo>
                  <a:lnTo>
                    <a:pt x="743306" y="2059806"/>
                  </a:lnTo>
                  <a:lnTo>
                    <a:pt x="735482" y="2059806"/>
                  </a:lnTo>
                  <a:lnTo>
                    <a:pt x="727657" y="2059806"/>
                  </a:lnTo>
                  <a:lnTo>
                    <a:pt x="719833" y="2059806"/>
                  </a:lnTo>
                  <a:lnTo>
                    <a:pt x="712009" y="2059806"/>
                  </a:lnTo>
                  <a:lnTo>
                    <a:pt x="704185" y="2059806"/>
                  </a:lnTo>
                  <a:lnTo>
                    <a:pt x="696360" y="2059806"/>
                  </a:lnTo>
                  <a:lnTo>
                    <a:pt x="688536" y="2059806"/>
                  </a:lnTo>
                  <a:lnTo>
                    <a:pt x="680712" y="2059806"/>
                  </a:lnTo>
                  <a:lnTo>
                    <a:pt x="672888" y="2059806"/>
                  </a:lnTo>
                  <a:lnTo>
                    <a:pt x="665063" y="2059806"/>
                  </a:lnTo>
                  <a:lnTo>
                    <a:pt x="657239" y="2059806"/>
                  </a:lnTo>
                  <a:lnTo>
                    <a:pt x="649415" y="2059806"/>
                  </a:lnTo>
                  <a:lnTo>
                    <a:pt x="641590" y="2059806"/>
                  </a:lnTo>
                  <a:lnTo>
                    <a:pt x="633766" y="2059806"/>
                  </a:lnTo>
                  <a:lnTo>
                    <a:pt x="625942" y="2059806"/>
                  </a:lnTo>
                  <a:lnTo>
                    <a:pt x="618118" y="2059806"/>
                  </a:lnTo>
                  <a:lnTo>
                    <a:pt x="610293" y="2059806"/>
                  </a:lnTo>
                  <a:lnTo>
                    <a:pt x="602469" y="2059806"/>
                  </a:lnTo>
                  <a:lnTo>
                    <a:pt x="594645" y="2059806"/>
                  </a:lnTo>
                  <a:lnTo>
                    <a:pt x="586820" y="2059806"/>
                  </a:lnTo>
                  <a:lnTo>
                    <a:pt x="578996" y="2059806"/>
                  </a:lnTo>
                  <a:lnTo>
                    <a:pt x="571172" y="2059806"/>
                  </a:lnTo>
                  <a:lnTo>
                    <a:pt x="563348" y="2059806"/>
                  </a:lnTo>
                  <a:lnTo>
                    <a:pt x="555523" y="2059806"/>
                  </a:lnTo>
                  <a:lnTo>
                    <a:pt x="547699" y="2059806"/>
                  </a:lnTo>
                  <a:lnTo>
                    <a:pt x="539875" y="2059806"/>
                  </a:lnTo>
                  <a:lnTo>
                    <a:pt x="532050" y="2059806"/>
                  </a:lnTo>
                  <a:lnTo>
                    <a:pt x="524226" y="2059806"/>
                  </a:lnTo>
                  <a:lnTo>
                    <a:pt x="516402" y="2059806"/>
                  </a:lnTo>
                  <a:lnTo>
                    <a:pt x="508578" y="2059806"/>
                  </a:lnTo>
                  <a:lnTo>
                    <a:pt x="500753" y="2059806"/>
                  </a:lnTo>
                  <a:lnTo>
                    <a:pt x="492929" y="2059806"/>
                  </a:lnTo>
                  <a:lnTo>
                    <a:pt x="485105" y="2059806"/>
                  </a:lnTo>
                  <a:lnTo>
                    <a:pt x="477281" y="2059806"/>
                  </a:lnTo>
                  <a:lnTo>
                    <a:pt x="469456" y="2059806"/>
                  </a:lnTo>
                  <a:lnTo>
                    <a:pt x="461632" y="2059806"/>
                  </a:lnTo>
                  <a:lnTo>
                    <a:pt x="453808" y="2059806"/>
                  </a:lnTo>
                  <a:lnTo>
                    <a:pt x="445983" y="2059806"/>
                  </a:lnTo>
                  <a:lnTo>
                    <a:pt x="438159" y="2059806"/>
                  </a:lnTo>
                  <a:lnTo>
                    <a:pt x="430335" y="2059806"/>
                  </a:lnTo>
                  <a:lnTo>
                    <a:pt x="422511" y="2059806"/>
                  </a:lnTo>
                  <a:lnTo>
                    <a:pt x="414686" y="2059806"/>
                  </a:lnTo>
                  <a:lnTo>
                    <a:pt x="406862" y="2059806"/>
                  </a:lnTo>
                  <a:lnTo>
                    <a:pt x="399038" y="2059806"/>
                  </a:lnTo>
                  <a:lnTo>
                    <a:pt x="391213" y="2059806"/>
                  </a:lnTo>
                  <a:lnTo>
                    <a:pt x="383389" y="2059806"/>
                  </a:lnTo>
                  <a:lnTo>
                    <a:pt x="375565" y="2059806"/>
                  </a:lnTo>
                  <a:lnTo>
                    <a:pt x="367741" y="2059806"/>
                  </a:lnTo>
                  <a:lnTo>
                    <a:pt x="359916" y="2059806"/>
                  </a:lnTo>
                  <a:lnTo>
                    <a:pt x="352092" y="2059806"/>
                  </a:lnTo>
                  <a:lnTo>
                    <a:pt x="344268" y="2059806"/>
                  </a:lnTo>
                  <a:lnTo>
                    <a:pt x="336444" y="2059806"/>
                  </a:lnTo>
                  <a:lnTo>
                    <a:pt x="328619" y="2059806"/>
                  </a:lnTo>
                  <a:lnTo>
                    <a:pt x="320795" y="2059806"/>
                  </a:lnTo>
                  <a:lnTo>
                    <a:pt x="312971" y="2059806"/>
                  </a:lnTo>
                  <a:lnTo>
                    <a:pt x="305146" y="2059806"/>
                  </a:lnTo>
                  <a:lnTo>
                    <a:pt x="297322" y="2059806"/>
                  </a:lnTo>
                  <a:lnTo>
                    <a:pt x="289498" y="2059806"/>
                  </a:lnTo>
                  <a:lnTo>
                    <a:pt x="281674" y="2059806"/>
                  </a:lnTo>
                  <a:lnTo>
                    <a:pt x="273849" y="2059806"/>
                  </a:lnTo>
                  <a:lnTo>
                    <a:pt x="266025" y="2059806"/>
                  </a:lnTo>
                  <a:lnTo>
                    <a:pt x="258201" y="2059806"/>
                  </a:lnTo>
                  <a:lnTo>
                    <a:pt x="250376" y="2059806"/>
                  </a:lnTo>
                  <a:lnTo>
                    <a:pt x="242552" y="2059806"/>
                  </a:lnTo>
                  <a:lnTo>
                    <a:pt x="234728" y="2059806"/>
                  </a:lnTo>
                  <a:lnTo>
                    <a:pt x="226904" y="2059806"/>
                  </a:lnTo>
                  <a:lnTo>
                    <a:pt x="219079" y="2059806"/>
                  </a:lnTo>
                  <a:lnTo>
                    <a:pt x="211255" y="2059806"/>
                  </a:lnTo>
                  <a:lnTo>
                    <a:pt x="203431" y="2059806"/>
                  </a:lnTo>
                  <a:lnTo>
                    <a:pt x="195606" y="2059806"/>
                  </a:lnTo>
                  <a:lnTo>
                    <a:pt x="187782" y="2059806"/>
                  </a:lnTo>
                  <a:lnTo>
                    <a:pt x="179958" y="2059806"/>
                  </a:lnTo>
                  <a:lnTo>
                    <a:pt x="172134" y="2059806"/>
                  </a:lnTo>
                  <a:lnTo>
                    <a:pt x="164309" y="2059806"/>
                  </a:lnTo>
                  <a:lnTo>
                    <a:pt x="156485" y="2059806"/>
                  </a:lnTo>
                  <a:lnTo>
                    <a:pt x="148661" y="2059806"/>
                  </a:lnTo>
                  <a:lnTo>
                    <a:pt x="140837" y="2059806"/>
                  </a:lnTo>
                  <a:lnTo>
                    <a:pt x="133012" y="2059806"/>
                  </a:lnTo>
                  <a:lnTo>
                    <a:pt x="125188" y="2059806"/>
                  </a:lnTo>
                  <a:lnTo>
                    <a:pt x="117364" y="2059806"/>
                  </a:lnTo>
                  <a:lnTo>
                    <a:pt x="109539" y="2059806"/>
                  </a:lnTo>
                  <a:lnTo>
                    <a:pt x="101715" y="2059806"/>
                  </a:lnTo>
                  <a:lnTo>
                    <a:pt x="93891" y="2059806"/>
                  </a:lnTo>
                  <a:lnTo>
                    <a:pt x="86067" y="2059806"/>
                  </a:lnTo>
                  <a:lnTo>
                    <a:pt x="78242" y="2059806"/>
                  </a:lnTo>
                  <a:lnTo>
                    <a:pt x="70418" y="2059806"/>
                  </a:lnTo>
                  <a:lnTo>
                    <a:pt x="62594" y="2059806"/>
                  </a:lnTo>
                  <a:lnTo>
                    <a:pt x="54769" y="2059806"/>
                  </a:lnTo>
                  <a:lnTo>
                    <a:pt x="46945" y="2059806"/>
                  </a:lnTo>
                  <a:lnTo>
                    <a:pt x="39121" y="2059806"/>
                  </a:lnTo>
                  <a:lnTo>
                    <a:pt x="31297" y="2059806"/>
                  </a:lnTo>
                  <a:lnTo>
                    <a:pt x="23472" y="2059806"/>
                  </a:lnTo>
                  <a:lnTo>
                    <a:pt x="15648" y="2059806"/>
                  </a:lnTo>
                  <a:lnTo>
                    <a:pt x="7824" y="2059806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2" name="pl472"/>
            <p:cNvSpPr/>
            <p:nvPr/>
          </p:nvSpPr>
          <p:spPr>
            <a:xfrm>
              <a:off x="7848093" y="2734925"/>
              <a:ext cx="3998206" cy="2059806"/>
            </a:xfrm>
            <a:custGeom>
              <a:avLst/>
              <a:pathLst>
                <a:path w="3998206" h="2059806">
                  <a:moveTo>
                    <a:pt x="0" y="2059806"/>
                  </a:moveTo>
                  <a:lnTo>
                    <a:pt x="7824" y="2059806"/>
                  </a:lnTo>
                  <a:lnTo>
                    <a:pt x="15648" y="2059806"/>
                  </a:lnTo>
                  <a:lnTo>
                    <a:pt x="23472" y="2059806"/>
                  </a:lnTo>
                  <a:lnTo>
                    <a:pt x="31297" y="2059806"/>
                  </a:lnTo>
                  <a:lnTo>
                    <a:pt x="39121" y="2059806"/>
                  </a:lnTo>
                  <a:lnTo>
                    <a:pt x="46945" y="2059806"/>
                  </a:lnTo>
                  <a:lnTo>
                    <a:pt x="54769" y="2059806"/>
                  </a:lnTo>
                  <a:lnTo>
                    <a:pt x="62594" y="2059806"/>
                  </a:lnTo>
                  <a:lnTo>
                    <a:pt x="70418" y="2059806"/>
                  </a:lnTo>
                  <a:lnTo>
                    <a:pt x="78242" y="2059806"/>
                  </a:lnTo>
                  <a:lnTo>
                    <a:pt x="86067" y="2059805"/>
                  </a:lnTo>
                  <a:lnTo>
                    <a:pt x="93891" y="2059805"/>
                  </a:lnTo>
                  <a:lnTo>
                    <a:pt x="101715" y="2059805"/>
                  </a:lnTo>
                  <a:lnTo>
                    <a:pt x="109539" y="2059805"/>
                  </a:lnTo>
                  <a:lnTo>
                    <a:pt x="117364" y="2059804"/>
                  </a:lnTo>
                  <a:lnTo>
                    <a:pt x="125188" y="2059804"/>
                  </a:lnTo>
                  <a:lnTo>
                    <a:pt x="133012" y="2059803"/>
                  </a:lnTo>
                  <a:lnTo>
                    <a:pt x="140837" y="2059802"/>
                  </a:lnTo>
                  <a:lnTo>
                    <a:pt x="148661" y="2059802"/>
                  </a:lnTo>
                  <a:lnTo>
                    <a:pt x="156485" y="2059801"/>
                  </a:lnTo>
                  <a:lnTo>
                    <a:pt x="164309" y="2059800"/>
                  </a:lnTo>
                  <a:lnTo>
                    <a:pt x="172134" y="2059798"/>
                  </a:lnTo>
                  <a:lnTo>
                    <a:pt x="179958" y="2059797"/>
                  </a:lnTo>
                  <a:lnTo>
                    <a:pt x="187782" y="2059795"/>
                  </a:lnTo>
                  <a:lnTo>
                    <a:pt x="195606" y="2059793"/>
                  </a:lnTo>
                  <a:lnTo>
                    <a:pt x="203431" y="2059790"/>
                  </a:lnTo>
                  <a:lnTo>
                    <a:pt x="211255" y="2059787"/>
                  </a:lnTo>
                  <a:lnTo>
                    <a:pt x="219079" y="2059783"/>
                  </a:lnTo>
                  <a:lnTo>
                    <a:pt x="226904" y="2059779"/>
                  </a:lnTo>
                  <a:lnTo>
                    <a:pt x="234728" y="2059774"/>
                  </a:lnTo>
                  <a:lnTo>
                    <a:pt x="242552" y="2059769"/>
                  </a:lnTo>
                  <a:lnTo>
                    <a:pt x="250376" y="2059762"/>
                  </a:lnTo>
                  <a:lnTo>
                    <a:pt x="258201" y="2059754"/>
                  </a:lnTo>
                  <a:lnTo>
                    <a:pt x="266025" y="2059746"/>
                  </a:lnTo>
                  <a:lnTo>
                    <a:pt x="273849" y="2059735"/>
                  </a:lnTo>
                  <a:lnTo>
                    <a:pt x="281674" y="2059724"/>
                  </a:lnTo>
                  <a:lnTo>
                    <a:pt x="289498" y="2059710"/>
                  </a:lnTo>
                  <a:lnTo>
                    <a:pt x="297322" y="2059694"/>
                  </a:lnTo>
                  <a:lnTo>
                    <a:pt x="305146" y="2059677"/>
                  </a:lnTo>
                  <a:lnTo>
                    <a:pt x="312971" y="2059657"/>
                  </a:lnTo>
                  <a:lnTo>
                    <a:pt x="320795" y="2059633"/>
                  </a:lnTo>
                  <a:lnTo>
                    <a:pt x="328619" y="2059606"/>
                  </a:lnTo>
                  <a:lnTo>
                    <a:pt x="336444" y="2059576"/>
                  </a:lnTo>
                  <a:lnTo>
                    <a:pt x="344268" y="2059541"/>
                  </a:lnTo>
                  <a:lnTo>
                    <a:pt x="352092" y="2059502"/>
                  </a:lnTo>
                  <a:lnTo>
                    <a:pt x="359916" y="2059457"/>
                  </a:lnTo>
                  <a:lnTo>
                    <a:pt x="367741" y="2059408"/>
                  </a:lnTo>
                  <a:lnTo>
                    <a:pt x="375565" y="2059350"/>
                  </a:lnTo>
                  <a:lnTo>
                    <a:pt x="383389" y="2059286"/>
                  </a:lnTo>
                  <a:lnTo>
                    <a:pt x="391213" y="2059215"/>
                  </a:lnTo>
                  <a:lnTo>
                    <a:pt x="399038" y="2059135"/>
                  </a:lnTo>
                  <a:lnTo>
                    <a:pt x="406862" y="2059043"/>
                  </a:lnTo>
                  <a:lnTo>
                    <a:pt x="414686" y="2058942"/>
                  </a:lnTo>
                  <a:lnTo>
                    <a:pt x="422511" y="2058831"/>
                  </a:lnTo>
                  <a:lnTo>
                    <a:pt x="430335" y="2058704"/>
                  </a:lnTo>
                  <a:lnTo>
                    <a:pt x="438159" y="2058563"/>
                  </a:lnTo>
                  <a:lnTo>
                    <a:pt x="445983" y="2058408"/>
                  </a:lnTo>
                  <a:lnTo>
                    <a:pt x="453808" y="2058239"/>
                  </a:lnTo>
                  <a:lnTo>
                    <a:pt x="461632" y="2058046"/>
                  </a:lnTo>
                  <a:lnTo>
                    <a:pt x="469456" y="2057834"/>
                  </a:lnTo>
                  <a:lnTo>
                    <a:pt x="477281" y="2057605"/>
                  </a:lnTo>
                  <a:lnTo>
                    <a:pt x="485105" y="2057352"/>
                  </a:lnTo>
                  <a:lnTo>
                    <a:pt x="492929" y="2057069"/>
                  </a:lnTo>
                  <a:lnTo>
                    <a:pt x="500753" y="2056763"/>
                  </a:lnTo>
                  <a:lnTo>
                    <a:pt x="508578" y="2056433"/>
                  </a:lnTo>
                  <a:lnTo>
                    <a:pt x="516402" y="2056065"/>
                  </a:lnTo>
                  <a:lnTo>
                    <a:pt x="524226" y="2055664"/>
                  </a:lnTo>
                  <a:lnTo>
                    <a:pt x="532050" y="2055234"/>
                  </a:lnTo>
                  <a:lnTo>
                    <a:pt x="539875" y="2054771"/>
                  </a:lnTo>
                  <a:lnTo>
                    <a:pt x="547699" y="2054256"/>
                  </a:lnTo>
                  <a:lnTo>
                    <a:pt x="555523" y="2053705"/>
                  </a:lnTo>
                  <a:lnTo>
                    <a:pt x="563348" y="2053117"/>
                  </a:lnTo>
                  <a:lnTo>
                    <a:pt x="571172" y="2052482"/>
                  </a:lnTo>
                  <a:lnTo>
                    <a:pt x="578996" y="2051791"/>
                  </a:lnTo>
                  <a:lnTo>
                    <a:pt x="586820" y="2051057"/>
                  </a:lnTo>
                  <a:lnTo>
                    <a:pt x="594645" y="2050280"/>
                  </a:lnTo>
                  <a:lnTo>
                    <a:pt x="602469" y="2049437"/>
                  </a:lnTo>
                  <a:lnTo>
                    <a:pt x="610293" y="2048539"/>
                  </a:lnTo>
                  <a:lnTo>
                    <a:pt x="618118" y="2047592"/>
                  </a:lnTo>
                  <a:lnTo>
                    <a:pt x="625942" y="2046593"/>
                  </a:lnTo>
                  <a:lnTo>
                    <a:pt x="633766" y="2045515"/>
                  </a:lnTo>
                  <a:lnTo>
                    <a:pt x="641590" y="2044384"/>
                  </a:lnTo>
                  <a:lnTo>
                    <a:pt x="649415" y="2043201"/>
                  </a:lnTo>
                  <a:lnTo>
                    <a:pt x="657239" y="2041952"/>
                  </a:lnTo>
                  <a:lnTo>
                    <a:pt x="665063" y="2040630"/>
                  </a:lnTo>
                  <a:lnTo>
                    <a:pt x="672888" y="2039254"/>
                  </a:lnTo>
                  <a:lnTo>
                    <a:pt x="680712" y="2037825"/>
                  </a:lnTo>
                  <a:lnTo>
                    <a:pt x="688536" y="2036319"/>
                  </a:lnTo>
                  <a:lnTo>
                    <a:pt x="696360" y="2034753"/>
                  </a:lnTo>
                  <a:lnTo>
                    <a:pt x="704185" y="2033136"/>
                  </a:lnTo>
                  <a:lnTo>
                    <a:pt x="712009" y="2031467"/>
                  </a:lnTo>
                  <a:lnTo>
                    <a:pt x="719833" y="2029723"/>
                  </a:lnTo>
                  <a:lnTo>
                    <a:pt x="727657" y="2027935"/>
                  </a:lnTo>
                  <a:lnTo>
                    <a:pt x="735482" y="2026103"/>
                  </a:lnTo>
                  <a:lnTo>
                    <a:pt x="743306" y="2024219"/>
                  </a:lnTo>
                  <a:lnTo>
                    <a:pt x="751130" y="2022286"/>
                  </a:lnTo>
                  <a:lnTo>
                    <a:pt x="758955" y="2020320"/>
                  </a:lnTo>
                  <a:lnTo>
                    <a:pt x="766779" y="2018323"/>
                  </a:lnTo>
                  <a:lnTo>
                    <a:pt x="774603" y="2016289"/>
                  </a:lnTo>
                  <a:lnTo>
                    <a:pt x="782427" y="2014232"/>
                  </a:lnTo>
                  <a:lnTo>
                    <a:pt x="790252" y="2012159"/>
                  </a:lnTo>
                  <a:lnTo>
                    <a:pt x="798076" y="2010072"/>
                  </a:lnTo>
                  <a:lnTo>
                    <a:pt x="805900" y="2007977"/>
                  </a:lnTo>
                  <a:lnTo>
                    <a:pt x="813725" y="2005884"/>
                  </a:lnTo>
                  <a:lnTo>
                    <a:pt x="821549" y="2003796"/>
                  </a:lnTo>
                  <a:lnTo>
                    <a:pt x="829373" y="2001721"/>
                  </a:lnTo>
                  <a:lnTo>
                    <a:pt x="837197" y="1999672"/>
                  </a:lnTo>
                  <a:lnTo>
                    <a:pt x="845022" y="1997647"/>
                  </a:lnTo>
                  <a:lnTo>
                    <a:pt x="852846" y="1995651"/>
                  </a:lnTo>
                  <a:lnTo>
                    <a:pt x="860670" y="1993708"/>
                  </a:lnTo>
                  <a:lnTo>
                    <a:pt x="868495" y="1991815"/>
                  </a:lnTo>
                  <a:lnTo>
                    <a:pt x="876319" y="1989970"/>
                  </a:lnTo>
                  <a:lnTo>
                    <a:pt x="884143" y="1988182"/>
                  </a:lnTo>
                  <a:lnTo>
                    <a:pt x="891967" y="1986485"/>
                  </a:lnTo>
                  <a:lnTo>
                    <a:pt x="899792" y="1984854"/>
                  </a:lnTo>
                  <a:lnTo>
                    <a:pt x="907616" y="1983292"/>
                  </a:lnTo>
                  <a:lnTo>
                    <a:pt x="915440" y="1981826"/>
                  </a:lnTo>
                  <a:lnTo>
                    <a:pt x="923264" y="1980464"/>
                  </a:lnTo>
                  <a:lnTo>
                    <a:pt x="931089" y="1979184"/>
                  </a:lnTo>
                  <a:lnTo>
                    <a:pt x="938913" y="1977989"/>
                  </a:lnTo>
                  <a:lnTo>
                    <a:pt x="946737" y="1976925"/>
                  </a:lnTo>
                  <a:lnTo>
                    <a:pt x="954562" y="1975960"/>
                  </a:lnTo>
                  <a:lnTo>
                    <a:pt x="962386" y="1975085"/>
                  </a:lnTo>
                  <a:lnTo>
                    <a:pt x="970210" y="1974311"/>
                  </a:lnTo>
                  <a:lnTo>
                    <a:pt x="978034" y="1973672"/>
                  </a:lnTo>
                  <a:lnTo>
                    <a:pt x="985859" y="1973122"/>
                  </a:lnTo>
                  <a:lnTo>
                    <a:pt x="993683" y="1972659"/>
                  </a:lnTo>
                  <a:lnTo>
                    <a:pt x="1001507" y="1972309"/>
                  </a:lnTo>
                  <a:lnTo>
                    <a:pt x="1009332" y="1972062"/>
                  </a:lnTo>
                  <a:lnTo>
                    <a:pt x="1017156" y="1971890"/>
                  </a:lnTo>
                  <a:lnTo>
                    <a:pt x="1024980" y="1971791"/>
                  </a:lnTo>
                  <a:lnTo>
                    <a:pt x="1032804" y="1971790"/>
                  </a:lnTo>
                  <a:lnTo>
                    <a:pt x="1040629" y="1971850"/>
                  </a:lnTo>
                  <a:lnTo>
                    <a:pt x="1048453" y="1971959"/>
                  </a:lnTo>
                  <a:lnTo>
                    <a:pt x="1056277" y="1972117"/>
                  </a:lnTo>
                  <a:lnTo>
                    <a:pt x="1064101" y="1972321"/>
                  </a:lnTo>
                  <a:lnTo>
                    <a:pt x="1071926" y="1972542"/>
                  </a:lnTo>
                  <a:lnTo>
                    <a:pt x="1079750" y="1972776"/>
                  </a:lnTo>
                  <a:lnTo>
                    <a:pt x="1087574" y="1973009"/>
                  </a:lnTo>
                  <a:lnTo>
                    <a:pt x="1095399" y="1973222"/>
                  </a:lnTo>
                  <a:lnTo>
                    <a:pt x="1103223" y="1973406"/>
                  </a:lnTo>
                  <a:lnTo>
                    <a:pt x="1111047" y="1973554"/>
                  </a:lnTo>
                  <a:lnTo>
                    <a:pt x="1118871" y="1973619"/>
                  </a:lnTo>
                  <a:lnTo>
                    <a:pt x="1126696" y="1973606"/>
                  </a:lnTo>
                  <a:lnTo>
                    <a:pt x="1134520" y="1973509"/>
                  </a:lnTo>
                  <a:lnTo>
                    <a:pt x="1142344" y="1973306"/>
                  </a:lnTo>
                  <a:lnTo>
                    <a:pt x="1150169" y="1972934"/>
                  </a:lnTo>
                  <a:lnTo>
                    <a:pt x="1157993" y="1972430"/>
                  </a:lnTo>
                  <a:lnTo>
                    <a:pt x="1165817" y="1971785"/>
                  </a:lnTo>
                  <a:lnTo>
                    <a:pt x="1173641" y="1970928"/>
                  </a:lnTo>
                  <a:lnTo>
                    <a:pt x="1181466" y="1969848"/>
                  </a:lnTo>
                  <a:lnTo>
                    <a:pt x="1189290" y="1968577"/>
                  </a:lnTo>
                  <a:lnTo>
                    <a:pt x="1197114" y="1967107"/>
                  </a:lnTo>
                  <a:lnTo>
                    <a:pt x="1204939" y="1965298"/>
                  </a:lnTo>
                  <a:lnTo>
                    <a:pt x="1212763" y="1963240"/>
                  </a:lnTo>
                  <a:lnTo>
                    <a:pt x="1220587" y="1960937"/>
                  </a:lnTo>
                  <a:lnTo>
                    <a:pt x="1228411" y="1958340"/>
                  </a:lnTo>
                  <a:lnTo>
                    <a:pt x="1236236" y="1955348"/>
                  </a:lnTo>
                  <a:lnTo>
                    <a:pt x="1244060" y="1952072"/>
                  </a:lnTo>
                  <a:lnTo>
                    <a:pt x="1251884" y="1948505"/>
                  </a:lnTo>
                  <a:lnTo>
                    <a:pt x="1259708" y="1944527"/>
                  </a:lnTo>
                  <a:lnTo>
                    <a:pt x="1267533" y="1940160"/>
                  </a:lnTo>
                  <a:lnTo>
                    <a:pt x="1275357" y="1935473"/>
                  </a:lnTo>
                  <a:lnTo>
                    <a:pt x="1283181" y="1930461"/>
                  </a:lnTo>
                  <a:lnTo>
                    <a:pt x="1291006" y="1924928"/>
                  </a:lnTo>
                  <a:lnTo>
                    <a:pt x="1298830" y="1919043"/>
                  </a:lnTo>
                  <a:lnTo>
                    <a:pt x="1306654" y="1912817"/>
                  </a:lnTo>
                  <a:lnTo>
                    <a:pt x="1314478" y="1906188"/>
                  </a:lnTo>
                  <a:lnTo>
                    <a:pt x="1322303" y="1899063"/>
                  </a:lnTo>
                  <a:lnTo>
                    <a:pt x="1330127" y="1891592"/>
                  </a:lnTo>
                  <a:lnTo>
                    <a:pt x="1337951" y="1883774"/>
                  </a:lnTo>
                  <a:lnTo>
                    <a:pt x="1345776" y="1875481"/>
                  </a:lnTo>
                  <a:lnTo>
                    <a:pt x="1353600" y="1866769"/>
                  </a:lnTo>
                  <a:lnTo>
                    <a:pt x="1361424" y="1857719"/>
                  </a:lnTo>
                  <a:lnTo>
                    <a:pt x="1369248" y="1848333"/>
                  </a:lnTo>
                  <a:lnTo>
                    <a:pt x="1377073" y="1838425"/>
                  </a:lnTo>
                  <a:lnTo>
                    <a:pt x="1384897" y="1828192"/>
                  </a:lnTo>
                  <a:lnTo>
                    <a:pt x="1392721" y="1817642"/>
                  </a:lnTo>
                  <a:lnTo>
                    <a:pt x="1400545" y="1806723"/>
                  </a:lnTo>
                  <a:lnTo>
                    <a:pt x="1408370" y="1795381"/>
                  </a:lnTo>
                  <a:lnTo>
                    <a:pt x="1416194" y="1783750"/>
                  </a:lnTo>
                  <a:lnTo>
                    <a:pt x="1424018" y="1771835"/>
                  </a:lnTo>
                  <a:lnTo>
                    <a:pt x="1431843" y="1759537"/>
                  </a:lnTo>
                  <a:lnTo>
                    <a:pt x="1439667" y="1746923"/>
                  </a:lnTo>
                  <a:lnTo>
                    <a:pt x="1447491" y="1734056"/>
                  </a:lnTo>
                  <a:lnTo>
                    <a:pt x="1455315" y="1720941"/>
                  </a:lnTo>
                  <a:lnTo>
                    <a:pt x="1463140" y="1707449"/>
                  </a:lnTo>
                  <a:lnTo>
                    <a:pt x="1470964" y="1693733"/>
                  </a:lnTo>
                  <a:lnTo>
                    <a:pt x="1478788" y="1679797"/>
                  </a:lnTo>
                  <a:lnTo>
                    <a:pt x="1486613" y="1665607"/>
                  </a:lnTo>
                  <a:lnTo>
                    <a:pt x="1494437" y="1651134"/>
                  </a:lnTo>
                  <a:lnTo>
                    <a:pt x="1502261" y="1636465"/>
                  </a:lnTo>
                  <a:lnTo>
                    <a:pt x="1510085" y="1621605"/>
                  </a:lnTo>
                  <a:lnTo>
                    <a:pt x="1517910" y="1606481"/>
                  </a:lnTo>
                  <a:lnTo>
                    <a:pt x="1525734" y="1591141"/>
                  </a:lnTo>
                  <a:lnTo>
                    <a:pt x="1533558" y="1575621"/>
                  </a:lnTo>
                  <a:lnTo>
                    <a:pt x="1541383" y="1559919"/>
                  </a:lnTo>
                  <a:lnTo>
                    <a:pt x="1549207" y="1543935"/>
                  </a:lnTo>
                  <a:lnTo>
                    <a:pt x="1557031" y="1527771"/>
                  </a:lnTo>
                  <a:lnTo>
                    <a:pt x="1564855" y="1511426"/>
                  </a:lnTo>
                  <a:lnTo>
                    <a:pt x="1572680" y="1494857"/>
                  </a:lnTo>
                  <a:lnTo>
                    <a:pt x="1580504" y="1478026"/>
                  </a:lnTo>
                  <a:lnTo>
                    <a:pt x="1588328" y="1460998"/>
                  </a:lnTo>
                  <a:lnTo>
                    <a:pt x="1596152" y="1443770"/>
                  </a:lnTo>
                  <a:lnTo>
                    <a:pt x="1603977" y="1426245"/>
                  </a:lnTo>
                  <a:lnTo>
                    <a:pt x="1611801" y="1408461"/>
                  </a:lnTo>
                  <a:lnTo>
                    <a:pt x="1619625" y="1390448"/>
                  </a:lnTo>
                  <a:lnTo>
                    <a:pt x="1627450" y="1372193"/>
                  </a:lnTo>
                  <a:lnTo>
                    <a:pt x="1635274" y="1353547"/>
                  </a:lnTo>
                  <a:lnTo>
                    <a:pt x="1643098" y="1334637"/>
                  </a:lnTo>
                  <a:lnTo>
                    <a:pt x="1650922" y="1315455"/>
                  </a:lnTo>
                  <a:lnTo>
                    <a:pt x="1658747" y="1295926"/>
                  </a:lnTo>
                  <a:lnTo>
                    <a:pt x="1666571" y="1275992"/>
                  </a:lnTo>
                  <a:lnTo>
                    <a:pt x="1674395" y="1255749"/>
                  </a:lnTo>
                  <a:lnTo>
                    <a:pt x="1682220" y="1235191"/>
                  </a:lnTo>
                  <a:lnTo>
                    <a:pt x="1690044" y="1214162"/>
                  </a:lnTo>
                  <a:lnTo>
                    <a:pt x="1697868" y="1192740"/>
                  </a:lnTo>
                  <a:lnTo>
                    <a:pt x="1705692" y="1170972"/>
                  </a:lnTo>
                  <a:lnTo>
                    <a:pt x="1713517" y="1148838"/>
                  </a:lnTo>
                  <a:lnTo>
                    <a:pt x="1721341" y="1126146"/>
                  </a:lnTo>
                  <a:lnTo>
                    <a:pt x="1729165" y="1103092"/>
                  </a:lnTo>
                  <a:lnTo>
                    <a:pt x="1736990" y="1079674"/>
                  </a:lnTo>
                  <a:lnTo>
                    <a:pt x="1744814" y="1055800"/>
                  </a:lnTo>
                  <a:lnTo>
                    <a:pt x="1752638" y="1031437"/>
                  </a:lnTo>
                  <a:lnTo>
                    <a:pt x="1760462" y="1006717"/>
                  </a:lnTo>
                  <a:lnTo>
                    <a:pt x="1768287" y="981644"/>
                  </a:lnTo>
                  <a:lnTo>
                    <a:pt x="1776111" y="956069"/>
                  </a:lnTo>
                  <a:lnTo>
                    <a:pt x="1783935" y="930119"/>
                  </a:lnTo>
                  <a:lnTo>
                    <a:pt x="1791759" y="903853"/>
                  </a:lnTo>
                  <a:lnTo>
                    <a:pt x="1799584" y="877262"/>
                  </a:lnTo>
                  <a:lnTo>
                    <a:pt x="1807408" y="850239"/>
                  </a:lnTo>
                  <a:lnTo>
                    <a:pt x="1815232" y="822964"/>
                  </a:lnTo>
                  <a:lnTo>
                    <a:pt x="1823057" y="795453"/>
                  </a:lnTo>
                  <a:lnTo>
                    <a:pt x="1830881" y="767671"/>
                  </a:lnTo>
                  <a:lnTo>
                    <a:pt x="1838705" y="739659"/>
                  </a:lnTo>
                  <a:lnTo>
                    <a:pt x="1846529" y="711508"/>
                  </a:lnTo>
                  <a:lnTo>
                    <a:pt x="1854354" y="683236"/>
                  </a:lnTo>
                  <a:lnTo>
                    <a:pt x="1862178" y="654851"/>
                  </a:lnTo>
                  <a:lnTo>
                    <a:pt x="1870002" y="626438"/>
                  </a:lnTo>
                  <a:lnTo>
                    <a:pt x="1877827" y="598031"/>
                  </a:lnTo>
                  <a:lnTo>
                    <a:pt x="1885651" y="569660"/>
                  </a:lnTo>
                  <a:lnTo>
                    <a:pt x="1893475" y="541430"/>
                  </a:lnTo>
                  <a:lnTo>
                    <a:pt x="1901299" y="513350"/>
                  </a:lnTo>
                  <a:lnTo>
                    <a:pt x="1909124" y="485445"/>
                  </a:lnTo>
                  <a:lnTo>
                    <a:pt x="1916948" y="457821"/>
                  </a:lnTo>
                  <a:lnTo>
                    <a:pt x="1924772" y="430571"/>
                  </a:lnTo>
                  <a:lnTo>
                    <a:pt x="1932596" y="403653"/>
                  </a:lnTo>
                  <a:lnTo>
                    <a:pt x="1940421" y="377092"/>
                  </a:lnTo>
                  <a:lnTo>
                    <a:pt x="1948245" y="351152"/>
                  </a:lnTo>
                  <a:lnTo>
                    <a:pt x="1956069" y="325749"/>
                  </a:lnTo>
                  <a:lnTo>
                    <a:pt x="1963894" y="300860"/>
                  </a:lnTo>
                  <a:lnTo>
                    <a:pt x="1971718" y="276570"/>
                  </a:lnTo>
                  <a:lnTo>
                    <a:pt x="1979542" y="253202"/>
                  </a:lnTo>
                  <a:lnTo>
                    <a:pt x="1987366" y="230500"/>
                  </a:lnTo>
                  <a:lnTo>
                    <a:pt x="1995191" y="208488"/>
                  </a:lnTo>
                  <a:lnTo>
                    <a:pt x="2003015" y="187428"/>
                  </a:lnTo>
                  <a:lnTo>
                    <a:pt x="2010839" y="167395"/>
                  </a:lnTo>
                  <a:lnTo>
                    <a:pt x="2018664" y="148188"/>
                  </a:lnTo>
                  <a:lnTo>
                    <a:pt x="2026488" y="129827"/>
                  </a:lnTo>
                  <a:lnTo>
                    <a:pt x="2034312" y="112814"/>
                  </a:lnTo>
                  <a:lnTo>
                    <a:pt x="2042136" y="96830"/>
                  </a:lnTo>
                  <a:lnTo>
                    <a:pt x="2049961" y="81808"/>
                  </a:lnTo>
                  <a:lnTo>
                    <a:pt x="2057785" y="67879"/>
                  </a:lnTo>
                  <a:lnTo>
                    <a:pt x="2065609" y="55478"/>
                  </a:lnTo>
                  <a:lnTo>
                    <a:pt x="2073434" y="44133"/>
                  </a:lnTo>
                  <a:lnTo>
                    <a:pt x="2081258" y="33857"/>
                  </a:lnTo>
                  <a:lnTo>
                    <a:pt x="2089082" y="25020"/>
                  </a:lnTo>
                  <a:lnTo>
                    <a:pt x="2096906" y="17625"/>
                  </a:lnTo>
                  <a:lnTo>
                    <a:pt x="2104731" y="11367"/>
                  </a:lnTo>
                  <a:lnTo>
                    <a:pt x="2112555" y="6256"/>
                  </a:lnTo>
                  <a:lnTo>
                    <a:pt x="2120379" y="2923"/>
                  </a:lnTo>
                  <a:lnTo>
                    <a:pt x="2128203" y="866"/>
                  </a:lnTo>
                  <a:lnTo>
                    <a:pt x="2136028" y="0"/>
                  </a:lnTo>
                  <a:lnTo>
                    <a:pt x="2143852" y="482"/>
                  </a:lnTo>
                  <a:lnTo>
                    <a:pt x="2151676" y="2743"/>
                  </a:lnTo>
                  <a:lnTo>
                    <a:pt x="2159501" y="6215"/>
                  </a:lnTo>
                  <a:lnTo>
                    <a:pt x="2167325" y="10898"/>
                  </a:lnTo>
                  <a:lnTo>
                    <a:pt x="2175149" y="17199"/>
                  </a:lnTo>
                  <a:lnTo>
                    <a:pt x="2182973" y="25036"/>
                  </a:lnTo>
                  <a:lnTo>
                    <a:pt x="2190798" y="34080"/>
                  </a:lnTo>
                  <a:lnTo>
                    <a:pt x="2198622" y="44327"/>
                  </a:lnTo>
                  <a:lnTo>
                    <a:pt x="2206446" y="56413"/>
                  </a:lnTo>
                  <a:lnTo>
                    <a:pt x="2214271" y="69753"/>
                  </a:lnTo>
                  <a:lnTo>
                    <a:pt x="2222095" y="84264"/>
                  </a:lnTo>
                  <a:lnTo>
                    <a:pt x="2229919" y="100103"/>
                  </a:lnTo>
                  <a:lnTo>
                    <a:pt x="2237743" y="117604"/>
                  </a:lnTo>
                  <a:lnTo>
                    <a:pt x="2245568" y="136220"/>
                  </a:lnTo>
                  <a:lnTo>
                    <a:pt x="2253392" y="155939"/>
                  </a:lnTo>
                  <a:lnTo>
                    <a:pt x="2261216" y="177118"/>
                  </a:lnTo>
                  <a:lnTo>
                    <a:pt x="2269040" y="199605"/>
                  </a:lnTo>
                  <a:lnTo>
                    <a:pt x="2276865" y="223110"/>
                  </a:lnTo>
                  <a:lnTo>
                    <a:pt x="2284689" y="247618"/>
                  </a:lnTo>
                  <a:lnTo>
                    <a:pt x="2292513" y="273620"/>
                  </a:lnTo>
                  <a:lnTo>
                    <a:pt x="2300338" y="300575"/>
                  </a:lnTo>
                  <a:lnTo>
                    <a:pt x="2308162" y="328419"/>
                  </a:lnTo>
                  <a:lnTo>
                    <a:pt x="2315986" y="357257"/>
                  </a:lnTo>
                  <a:lnTo>
                    <a:pt x="2323810" y="387253"/>
                  </a:lnTo>
                  <a:lnTo>
                    <a:pt x="2331635" y="417998"/>
                  </a:lnTo>
                  <a:lnTo>
                    <a:pt x="2339459" y="449468"/>
                  </a:lnTo>
                  <a:lnTo>
                    <a:pt x="2347283" y="481862"/>
                  </a:lnTo>
                  <a:lnTo>
                    <a:pt x="2355108" y="515008"/>
                  </a:lnTo>
                  <a:lnTo>
                    <a:pt x="2362932" y="548718"/>
                  </a:lnTo>
                  <a:lnTo>
                    <a:pt x="2370756" y="582963"/>
                  </a:lnTo>
                  <a:lnTo>
                    <a:pt x="2378580" y="617939"/>
                  </a:lnTo>
                  <a:lnTo>
                    <a:pt x="2386405" y="653317"/>
                  </a:lnTo>
                  <a:lnTo>
                    <a:pt x="2394229" y="689052"/>
                  </a:lnTo>
                  <a:lnTo>
                    <a:pt x="2402053" y="725156"/>
                  </a:lnTo>
                  <a:lnTo>
                    <a:pt x="2409878" y="761597"/>
                  </a:lnTo>
                  <a:lnTo>
                    <a:pt x="2417702" y="798210"/>
                  </a:lnTo>
                  <a:lnTo>
                    <a:pt x="2425526" y="834965"/>
                  </a:lnTo>
                  <a:lnTo>
                    <a:pt x="2433350" y="871831"/>
                  </a:lnTo>
                  <a:lnTo>
                    <a:pt x="2441175" y="908704"/>
                  </a:lnTo>
                  <a:lnTo>
                    <a:pt x="2448999" y="945534"/>
                  </a:lnTo>
                  <a:lnTo>
                    <a:pt x="2456823" y="982293"/>
                  </a:lnTo>
                  <a:lnTo>
                    <a:pt x="2464647" y="1018823"/>
                  </a:lnTo>
                  <a:lnTo>
                    <a:pt x="2472472" y="1055136"/>
                  </a:lnTo>
                  <a:lnTo>
                    <a:pt x="2480296" y="1091207"/>
                  </a:lnTo>
                  <a:lnTo>
                    <a:pt x="2488120" y="1126941"/>
                  </a:lnTo>
                  <a:lnTo>
                    <a:pt x="2495945" y="1162187"/>
                  </a:lnTo>
                  <a:lnTo>
                    <a:pt x="2503769" y="1197039"/>
                  </a:lnTo>
                  <a:lnTo>
                    <a:pt x="2511593" y="1231474"/>
                  </a:lnTo>
                  <a:lnTo>
                    <a:pt x="2519417" y="1265262"/>
                  </a:lnTo>
                  <a:lnTo>
                    <a:pt x="2527242" y="1298433"/>
                  </a:lnTo>
                  <a:lnTo>
                    <a:pt x="2535066" y="1331063"/>
                  </a:lnTo>
                  <a:lnTo>
                    <a:pt x="2542890" y="1363133"/>
                  </a:lnTo>
                  <a:lnTo>
                    <a:pt x="2550715" y="1394242"/>
                  </a:lnTo>
                  <a:lnTo>
                    <a:pt x="2558539" y="1424715"/>
                  </a:lnTo>
                  <a:lnTo>
                    <a:pt x="2566363" y="1454540"/>
                  </a:lnTo>
                  <a:lnTo>
                    <a:pt x="2574187" y="1483560"/>
                  </a:lnTo>
                  <a:lnTo>
                    <a:pt x="2582012" y="1511616"/>
                  </a:lnTo>
                  <a:lnTo>
                    <a:pt x="2589836" y="1538964"/>
                  </a:lnTo>
                  <a:lnTo>
                    <a:pt x="2597660" y="1565598"/>
                  </a:lnTo>
                  <a:lnTo>
                    <a:pt x="2605485" y="1591203"/>
                  </a:lnTo>
                  <a:lnTo>
                    <a:pt x="2613309" y="1615934"/>
                  </a:lnTo>
                  <a:lnTo>
                    <a:pt x="2621133" y="1639925"/>
                  </a:lnTo>
                  <a:lnTo>
                    <a:pt x="2628957" y="1663162"/>
                  </a:lnTo>
                  <a:lnTo>
                    <a:pt x="2636782" y="1685222"/>
                  </a:lnTo>
                  <a:lnTo>
                    <a:pt x="2644606" y="1706543"/>
                  </a:lnTo>
                  <a:lnTo>
                    <a:pt x="2652430" y="1727128"/>
                  </a:lnTo>
                  <a:lnTo>
                    <a:pt x="2660254" y="1746818"/>
                  </a:lnTo>
                  <a:lnTo>
                    <a:pt x="2668079" y="1765515"/>
                  </a:lnTo>
                  <a:lnTo>
                    <a:pt x="2675903" y="1783503"/>
                  </a:lnTo>
                  <a:lnTo>
                    <a:pt x="2683727" y="1800788"/>
                  </a:lnTo>
                  <a:lnTo>
                    <a:pt x="2691552" y="1817086"/>
                  </a:lnTo>
                  <a:lnTo>
                    <a:pt x="2699376" y="1832601"/>
                  </a:lnTo>
                  <a:lnTo>
                    <a:pt x="2707200" y="1847458"/>
                  </a:lnTo>
                  <a:lnTo>
                    <a:pt x="2715024" y="1861645"/>
                  </a:lnTo>
                  <a:lnTo>
                    <a:pt x="2722849" y="1874853"/>
                  </a:lnTo>
                  <a:lnTo>
                    <a:pt x="2730673" y="1887462"/>
                  </a:lnTo>
                  <a:lnTo>
                    <a:pt x="2738497" y="1899481"/>
                  </a:lnTo>
                  <a:lnTo>
                    <a:pt x="2746322" y="1910788"/>
                  </a:lnTo>
                  <a:lnTo>
                    <a:pt x="2754146" y="1921352"/>
                  </a:lnTo>
                  <a:lnTo>
                    <a:pt x="2761970" y="1931391"/>
                  </a:lnTo>
                  <a:lnTo>
                    <a:pt x="2769794" y="1940916"/>
                  </a:lnTo>
                  <a:lnTo>
                    <a:pt x="2777619" y="1949731"/>
                  </a:lnTo>
                  <a:lnTo>
                    <a:pt x="2785443" y="1958011"/>
                  </a:lnTo>
                  <a:lnTo>
                    <a:pt x="2793267" y="1965844"/>
                  </a:lnTo>
                  <a:lnTo>
                    <a:pt x="2801091" y="1973219"/>
                  </a:lnTo>
                  <a:lnTo>
                    <a:pt x="2808916" y="1979962"/>
                  </a:lnTo>
                  <a:lnTo>
                    <a:pt x="2816740" y="1986323"/>
                  </a:lnTo>
                  <a:lnTo>
                    <a:pt x="2824564" y="1992312"/>
                  </a:lnTo>
                  <a:lnTo>
                    <a:pt x="2832389" y="1997855"/>
                  </a:lnTo>
                  <a:lnTo>
                    <a:pt x="2840213" y="2002955"/>
                  </a:lnTo>
                  <a:lnTo>
                    <a:pt x="2848037" y="2007744"/>
                  </a:lnTo>
                  <a:lnTo>
                    <a:pt x="2855861" y="2012231"/>
                  </a:lnTo>
                  <a:lnTo>
                    <a:pt x="2863686" y="2016306"/>
                  </a:lnTo>
                  <a:lnTo>
                    <a:pt x="2871510" y="2020087"/>
                  </a:lnTo>
                  <a:lnTo>
                    <a:pt x="2879334" y="2023620"/>
                  </a:lnTo>
                  <a:lnTo>
                    <a:pt x="2887159" y="2026899"/>
                  </a:lnTo>
                  <a:lnTo>
                    <a:pt x="2894983" y="2029845"/>
                  </a:lnTo>
                  <a:lnTo>
                    <a:pt x="2902807" y="2032591"/>
                  </a:lnTo>
                  <a:lnTo>
                    <a:pt x="2910631" y="2035144"/>
                  </a:lnTo>
                  <a:lnTo>
                    <a:pt x="2918456" y="2037468"/>
                  </a:lnTo>
                  <a:lnTo>
                    <a:pt x="2926280" y="2039574"/>
                  </a:lnTo>
                  <a:lnTo>
                    <a:pt x="2934104" y="2041527"/>
                  </a:lnTo>
                  <a:lnTo>
                    <a:pt x="2941929" y="2043334"/>
                  </a:lnTo>
                  <a:lnTo>
                    <a:pt x="2949753" y="2044944"/>
                  </a:lnTo>
                  <a:lnTo>
                    <a:pt x="2957577" y="2046418"/>
                  </a:lnTo>
                  <a:lnTo>
                    <a:pt x="2965401" y="2047779"/>
                  </a:lnTo>
                  <a:lnTo>
                    <a:pt x="2973226" y="2049023"/>
                  </a:lnTo>
                  <a:lnTo>
                    <a:pt x="2981050" y="2050120"/>
                  </a:lnTo>
                  <a:lnTo>
                    <a:pt x="2988874" y="2051131"/>
                  </a:lnTo>
                  <a:lnTo>
                    <a:pt x="2996698" y="2052058"/>
                  </a:lnTo>
                  <a:lnTo>
                    <a:pt x="3004523" y="2052887"/>
                  </a:lnTo>
                  <a:lnTo>
                    <a:pt x="3012347" y="2053627"/>
                  </a:lnTo>
                  <a:lnTo>
                    <a:pt x="3020171" y="2054304"/>
                  </a:lnTo>
                  <a:lnTo>
                    <a:pt x="3027996" y="2054923"/>
                  </a:lnTo>
                  <a:lnTo>
                    <a:pt x="3035820" y="2055462"/>
                  </a:lnTo>
                  <a:lnTo>
                    <a:pt x="3043644" y="2055949"/>
                  </a:lnTo>
                  <a:lnTo>
                    <a:pt x="3051468" y="2056393"/>
                  </a:lnTo>
                  <a:lnTo>
                    <a:pt x="3059293" y="2056793"/>
                  </a:lnTo>
                  <a:lnTo>
                    <a:pt x="3067117" y="2057138"/>
                  </a:lnTo>
                  <a:lnTo>
                    <a:pt x="3074941" y="2057452"/>
                  </a:lnTo>
                  <a:lnTo>
                    <a:pt x="3082766" y="2057737"/>
                  </a:lnTo>
                  <a:lnTo>
                    <a:pt x="3090590" y="2057986"/>
                  </a:lnTo>
                  <a:lnTo>
                    <a:pt x="3098414" y="2058205"/>
                  </a:lnTo>
                  <a:lnTo>
                    <a:pt x="3106238" y="2058403"/>
                  </a:lnTo>
                  <a:lnTo>
                    <a:pt x="3114063" y="2058580"/>
                  </a:lnTo>
                  <a:lnTo>
                    <a:pt x="3121887" y="2058732"/>
                  </a:lnTo>
                  <a:lnTo>
                    <a:pt x="3129711" y="2058867"/>
                  </a:lnTo>
                  <a:lnTo>
                    <a:pt x="3137536" y="2058989"/>
                  </a:lnTo>
                  <a:lnTo>
                    <a:pt x="3145360" y="2059096"/>
                  </a:lnTo>
                  <a:lnTo>
                    <a:pt x="3153184" y="2059187"/>
                  </a:lnTo>
                  <a:lnTo>
                    <a:pt x="3161008" y="2059269"/>
                  </a:lnTo>
                  <a:lnTo>
                    <a:pt x="3168833" y="2059342"/>
                  </a:lnTo>
                  <a:lnTo>
                    <a:pt x="3176657" y="2059404"/>
                  </a:lnTo>
                  <a:lnTo>
                    <a:pt x="3184481" y="2059458"/>
                  </a:lnTo>
                  <a:lnTo>
                    <a:pt x="3192305" y="2059506"/>
                  </a:lnTo>
                  <a:lnTo>
                    <a:pt x="3200130" y="2059549"/>
                  </a:lnTo>
                  <a:lnTo>
                    <a:pt x="3207954" y="2059584"/>
                  </a:lnTo>
                  <a:lnTo>
                    <a:pt x="3215778" y="2059615"/>
                  </a:lnTo>
                  <a:lnTo>
                    <a:pt x="3223603" y="2059643"/>
                  </a:lnTo>
                  <a:lnTo>
                    <a:pt x="3231427" y="2059667"/>
                  </a:lnTo>
                  <a:lnTo>
                    <a:pt x="3239251" y="2059687"/>
                  </a:lnTo>
                  <a:lnTo>
                    <a:pt x="3247075" y="2059704"/>
                  </a:lnTo>
                  <a:lnTo>
                    <a:pt x="3254900" y="2059719"/>
                  </a:lnTo>
                  <a:lnTo>
                    <a:pt x="3262724" y="2059732"/>
                  </a:lnTo>
                  <a:lnTo>
                    <a:pt x="3270548" y="2059743"/>
                  </a:lnTo>
                  <a:lnTo>
                    <a:pt x="3278373" y="2059753"/>
                  </a:lnTo>
                  <a:lnTo>
                    <a:pt x="3286197" y="2059761"/>
                  </a:lnTo>
                  <a:lnTo>
                    <a:pt x="3294021" y="2059768"/>
                  </a:lnTo>
                  <a:lnTo>
                    <a:pt x="3301845" y="2059774"/>
                  </a:lnTo>
                  <a:lnTo>
                    <a:pt x="3309670" y="2059779"/>
                  </a:lnTo>
                  <a:lnTo>
                    <a:pt x="3317494" y="2059784"/>
                  </a:lnTo>
                  <a:lnTo>
                    <a:pt x="3325318" y="2059787"/>
                  </a:lnTo>
                  <a:lnTo>
                    <a:pt x="3333142" y="2059790"/>
                  </a:lnTo>
                  <a:lnTo>
                    <a:pt x="3340967" y="2059793"/>
                  </a:lnTo>
                  <a:lnTo>
                    <a:pt x="3348791" y="2059795"/>
                  </a:lnTo>
                  <a:lnTo>
                    <a:pt x="3356615" y="2059797"/>
                  </a:lnTo>
                  <a:lnTo>
                    <a:pt x="3364440" y="2059799"/>
                  </a:lnTo>
                  <a:lnTo>
                    <a:pt x="3372264" y="2059800"/>
                  </a:lnTo>
                  <a:lnTo>
                    <a:pt x="3380088" y="2059801"/>
                  </a:lnTo>
                  <a:lnTo>
                    <a:pt x="3387912" y="2059802"/>
                  </a:lnTo>
                  <a:lnTo>
                    <a:pt x="3395737" y="2059803"/>
                  </a:lnTo>
                  <a:lnTo>
                    <a:pt x="3403561" y="2059803"/>
                  </a:lnTo>
                  <a:lnTo>
                    <a:pt x="3411385" y="2059804"/>
                  </a:lnTo>
                  <a:lnTo>
                    <a:pt x="3419210" y="2059804"/>
                  </a:lnTo>
                  <a:lnTo>
                    <a:pt x="3427034" y="2059805"/>
                  </a:lnTo>
                  <a:lnTo>
                    <a:pt x="3434858" y="2059805"/>
                  </a:lnTo>
                  <a:lnTo>
                    <a:pt x="3442682" y="2059805"/>
                  </a:lnTo>
                  <a:lnTo>
                    <a:pt x="3450507" y="2059806"/>
                  </a:lnTo>
                  <a:lnTo>
                    <a:pt x="3458331" y="2059806"/>
                  </a:lnTo>
                  <a:lnTo>
                    <a:pt x="3466155" y="2059806"/>
                  </a:lnTo>
                  <a:lnTo>
                    <a:pt x="3473980" y="2059806"/>
                  </a:lnTo>
                  <a:lnTo>
                    <a:pt x="3481804" y="2059806"/>
                  </a:lnTo>
                  <a:lnTo>
                    <a:pt x="3489628" y="2059806"/>
                  </a:lnTo>
                  <a:lnTo>
                    <a:pt x="3497452" y="2059806"/>
                  </a:lnTo>
                  <a:lnTo>
                    <a:pt x="3505277" y="2059806"/>
                  </a:lnTo>
                  <a:lnTo>
                    <a:pt x="3513101" y="2059806"/>
                  </a:lnTo>
                  <a:lnTo>
                    <a:pt x="3520925" y="2059806"/>
                  </a:lnTo>
                  <a:lnTo>
                    <a:pt x="3528749" y="2059806"/>
                  </a:lnTo>
                  <a:lnTo>
                    <a:pt x="3536574" y="2059806"/>
                  </a:lnTo>
                  <a:lnTo>
                    <a:pt x="3544398" y="2059806"/>
                  </a:lnTo>
                  <a:lnTo>
                    <a:pt x="3552222" y="2059806"/>
                  </a:lnTo>
                  <a:lnTo>
                    <a:pt x="3560047" y="2059806"/>
                  </a:lnTo>
                  <a:lnTo>
                    <a:pt x="3567871" y="2059806"/>
                  </a:lnTo>
                  <a:lnTo>
                    <a:pt x="3575695" y="2059806"/>
                  </a:lnTo>
                  <a:lnTo>
                    <a:pt x="3583519" y="2059806"/>
                  </a:lnTo>
                  <a:lnTo>
                    <a:pt x="3591344" y="2059806"/>
                  </a:lnTo>
                  <a:lnTo>
                    <a:pt x="3599168" y="2059806"/>
                  </a:lnTo>
                  <a:lnTo>
                    <a:pt x="3606992" y="2059806"/>
                  </a:lnTo>
                  <a:lnTo>
                    <a:pt x="3614817" y="2059806"/>
                  </a:lnTo>
                  <a:lnTo>
                    <a:pt x="3622641" y="2059806"/>
                  </a:lnTo>
                  <a:lnTo>
                    <a:pt x="3630465" y="2059806"/>
                  </a:lnTo>
                  <a:lnTo>
                    <a:pt x="3638289" y="2059806"/>
                  </a:lnTo>
                  <a:lnTo>
                    <a:pt x="3646114" y="2059806"/>
                  </a:lnTo>
                  <a:lnTo>
                    <a:pt x="3653938" y="2059806"/>
                  </a:lnTo>
                  <a:lnTo>
                    <a:pt x="3661762" y="2059806"/>
                  </a:lnTo>
                  <a:lnTo>
                    <a:pt x="3669586" y="2059806"/>
                  </a:lnTo>
                  <a:lnTo>
                    <a:pt x="3677411" y="2059806"/>
                  </a:lnTo>
                  <a:lnTo>
                    <a:pt x="3685235" y="2059806"/>
                  </a:lnTo>
                  <a:lnTo>
                    <a:pt x="3693059" y="2059806"/>
                  </a:lnTo>
                  <a:lnTo>
                    <a:pt x="3700884" y="2059806"/>
                  </a:lnTo>
                  <a:lnTo>
                    <a:pt x="3708708" y="2059806"/>
                  </a:lnTo>
                  <a:lnTo>
                    <a:pt x="3716532" y="2059806"/>
                  </a:lnTo>
                  <a:lnTo>
                    <a:pt x="3724356" y="2059806"/>
                  </a:lnTo>
                  <a:lnTo>
                    <a:pt x="3732181" y="2059806"/>
                  </a:lnTo>
                  <a:lnTo>
                    <a:pt x="3740005" y="2059806"/>
                  </a:lnTo>
                  <a:lnTo>
                    <a:pt x="3747829" y="2059806"/>
                  </a:lnTo>
                  <a:lnTo>
                    <a:pt x="3755654" y="2059806"/>
                  </a:lnTo>
                  <a:lnTo>
                    <a:pt x="3763478" y="2059806"/>
                  </a:lnTo>
                  <a:lnTo>
                    <a:pt x="3771302" y="2059806"/>
                  </a:lnTo>
                  <a:lnTo>
                    <a:pt x="3779126" y="2059806"/>
                  </a:lnTo>
                  <a:lnTo>
                    <a:pt x="3786951" y="2059806"/>
                  </a:lnTo>
                  <a:lnTo>
                    <a:pt x="3794775" y="2059806"/>
                  </a:lnTo>
                  <a:lnTo>
                    <a:pt x="3802599" y="2059806"/>
                  </a:lnTo>
                  <a:lnTo>
                    <a:pt x="3810424" y="2059806"/>
                  </a:lnTo>
                  <a:lnTo>
                    <a:pt x="3818248" y="2059806"/>
                  </a:lnTo>
                  <a:lnTo>
                    <a:pt x="3826072" y="2059806"/>
                  </a:lnTo>
                  <a:lnTo>
                    <a:pt x="3833896" y="2059806"/>
                  </a:lnTo>
                  <a:lnTo>
                    <a:pt x="3841721" y="2059806"/>
                  </a:lnTo>
                  <a:lnTo>
                    <a:pt x="3849545" y="2059806"/>
                  </a:lnTo>
                  <a:lnTo>
                    <a:pt x="3857369" y="2059806"/>
                  </a:lnTo>
                  <a:lnTo>
                    <a:pt x="3865193" y="2059806"/>
                  </a:lnTo>
                  <a:lnTo>
                    <a:pt x="3873018" y="2059806"/>
                  </a:lnTo>
                  <a:lnTo>
                    <a:pt x="3880842" y="2059806"/>
                  </a:lnTo>
                  <a:lnTo>
                    <a:pt x="3888666" y="2059806"/>
                  </a:lnTo>
                  <a:lnTo>
                    <a:pt x="3896491" y="2059806"/>
                  </a:lnTo>
                  <a:lnTo>
                    <a:pt x="3904315" y="2059806"/>
                  </a:lnTo>
                  <a:lnTo>
                    <a:pt x="3912139" y="2059806"/>
                  </a:lnTo>
                  <a:lnTo>
                    <a:pt x="3919963" y="2059806"/>
                  </a:lnTo>
                  <a:lnTo>
                    <a:pt x="3927788" y="2059806"/>
                  </a:lnTo>
                  <a:lnTo>
                    <a:pt x="3935612" y="2059806"/>
                  </a:lnTo>
                  <a:lnTo>
                    <a:pt x="3943436" y="2059806"/>
                  </a:lnTo>
                  <a:lnTo>
                    <a:pt x="3951261" y="2059806"/>
                  </a:lnTo>
                  <a:lnTo>
                    <a:pt x="3959085" y="2059806"/>
                  </a:lnTo>
                  <a:lnTo>
                    <a:pt x="3966909" y="2059806"/>
                  </a:lnTo>
                  <a:lnTo>
                    <a:pt x="3974733" y="2059806"/>
                  </a:lnTo>
                  <a:lnTo>
                    <a:pt x="3982558" y="2059806"/>
                  </a:lnTo>
                  <a:lnTo>
                    <a:pt x="3990382" y="2059806"/>
                  </a:lnTo>
                  <a:lnTo>
                    <a:pt x="3998206" y="205980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7848093" y="4743681"/>
              <a:ext cx="3998206" cy="51051"/>
            </a:xfrm>
            <a:custGeom>
              <a:avLst/>
              <a:pathLst>
                <a:path w="3998206" h="51051">
                  <a:moveTo>
                    <a:pt x="0" y="51051"/>
                  </a:moveTo>
                  <a:lnTo>
                    <a:pt x="7824" y="51051"/>
                  </a:lnTo>
                  <a:lnTo>
                    <a:pt x="15648" y="51051"/>
                  </a:lnTo>
                  <a:lnTo>
                    <a:pt x="23472" y="51051"/>
                  </a:lnTo>
                  <a:lnTo>
                    <a:pt x="31297" y="51051"/>
                  </a:lnTo>
                  <a:lnTo>
                    <a:pt x="39121" y="51051"/>
                  </a:lnTo>
                  <a:lnTo>
                    <a:pt x="46945" y="51051"/>
                  </a:lnTo>
                  <a:lnTo>
                    <a:pt x="54769" y="51051"/>
                  </a:lnTo>
                  <a:lnTo>
                    <a:pt x="62594" y="51051"/>
                  </a:lnTo>
                  <a:lnTo>
                    <a:pt x="70418" y="51051"/>
                  </a:lnTo>
                  <a:lnTo>
                    <a:pt x="78242" y="51051"/>
                  </a:lnTo>
                  <a:lnTo>
                    <a:pt x="86067" y="51051"/>
                  </a:lnTo>
                  <a:lnTo>
                    <a:pt x="93891" y="51051"/>
                  </a:lnTo>
                  <a:lnTo>
                    <a:pt x="101715" y="51051"/>
                  </a:lnTo>
                  <a:lnTo>
                    <a:pt x="109539" y="51051"/>
                  </a:lnTo>
                  <a:lnTo>
                    <a:pt x="117364" y="51051"/>
                  </a:lnTo>
                  <a:lnTo>
                    <a:pt x="125188" y="51051"/>
                  </a:lnTo>
                  <a:lnTo>
                    <a:pt x="133012" y="51051"/>
                  </a:lnTo>
                  <a:lnTo>
                    <a:pt x="140837" y="51051"/>
                  </a:lnTo>
                  <a:lnTo>
                    <a:pt x="148661" y="51051"/>
                  </a:lnTo>
                  <a:lnTo>
                    <a:pt x="156485" y="51051"/>
                  </a:lnTo>
                  <a:lnTo>
                    <a:pt x="164309" y="51051"/>
                  </a:lnTo>
                  <a:lnTo>
                    <a:pt x="172134" y="51051"/>
                  </a:lnTo>
                  <a:lnTo>
                    <a:pt x="179958" y="51051"/>
                  </a:lnTo>
                  <a:lnTo>
                    <a:pt x="187782" y="51051"/>
                  </a:lnTo>
                  <a:lnTo>
                    <a:pt x="195606" y="51051"/>
                  </a:lnTo>
                  <a:lnTo>
                    <a:pt x="203431" y="51051"/>
                  </a:lnTo>
                  <a:lnTo>
                    <a:pt x="211255" y="51051"/>
                  </a:lnTo>
                  <a:lnTo>
                    <a:pt x="219079" y="51051"/>
                  </a:lnTo>
                  <a:lnTo>
                    <a:pt x="226904" y="51051"/>
                  </a:lnTo>
                  <a:lnTo>
                    <a:pt x="234728" y="51051"/>
                  </a:lnTo>
                  <a:lnTo>
                    <a:pt x="242552" y="51051"/>
                  </a:lnTo>
                  <a:lnTo>
                    <a:pt x="250376" y="51051"/>
                  </a:lnTo>
                  <a:lnTo>
                    <a:pt x="258201" y="51051"/>
                  </a:lnTo>
                  <a:lnTo>
                    <a:pt x="266025" y="51051"/>
                  </a:lnTo>
                  <a:lnTo>
                    <a:pt x="273849" y="51051"/>
                  </a:lnTo>
                  <a:lnTo>
                    <a:pt x="281674" y="51051"/>
                  </a:lnTo>
                  <a:lnTo>
                    <a:pt x="289498" y="51051"/>
                  </a:lnTo>
                  <a:lnTo>
                    <a:pt x="297322" y="51051"/>
                  </a:lnTo>
                  <a:lnTo>
                    <a:pt x="305146" y="51051"/>
                  </a:lnTo>
                  <a:lnTo>
                    <a:pt x="312971" y="51051"/>
                  </a:lnTo>
                  <a:lnTo>
                    <a:pt x="320795" y="51051"/>
                  </a:lnTo>
                  <a:lnTo>
                    <a:pt x="328619" y="51051"/>
                  </a:lnTo>
                  <a:lnTo>
                    <a:pt x="336444" y="51051"/>
                  </a:lnTo>
                  <a:lnTo>
                    <a:pt x="344268" y="51051"/>
                  </a:lnTo>
                  <a:lnTo>
                    <a:pt x="352092" y="51051"/>
                  </a:lnTo>
                  <a:lnTo>
                    <a:pt x="359916" y="51051"/>
                  </a:lnTo>
                  <a:lnTo>
                    <a:pt x="367741" y="51051"/>
                  </a:lnTo>
                  <a:lnTo>
                    <a:pt x="375565" y="51051"/>
                  </a:lnTo>
                  <a:lnTo>
                    <a:pt x="383389" y="51051"/>
                  </a:lnTo>
                  <a:lnTo>
                    <a:pt x="391213" y="51051"/>
                  </a:lnTo>
                  <a:lnTo>
                    <a:pt x="399038" y="51051"/>
                  </a:lnTo>
                  <a:lnTo>
                    <a:pt x="406862" y="51050"/>
                  </a:lnTo>
                  <a:lnTo>
                    <a:pt x="414686" y="51050"/>
                  </a:lnTo>
                  <a:lnTo>
                    <a:pt x="422511" y="51050"/>
                  </a:lnTo>
                  <a:lnTo>
                    <a:pt x="430335" y="51050"/>
                  </a:lnTo>
                  <a:lnTo>
                    <a:pt x="438159" y="51050"/>
                  </a:lnTo>
                  <a:lnTo>
                    <a:pt x="445983" y="51050"/>
                  </a:lnTo>
                  <a:lnTo>
                    <a:pt x="453808" y="51050"/>
                  </a:lnTo>
                  <a:lnTo>
                    <a:pt x="461632" y="51050"/>
                  </a:lnTo>
                  <a:lnTo>
                    <a:pt x="469456" y="51050"/>
                  </a:lnTo>
                  <a:lnTo>
                    <a:pt x="477281" y="51050"/>
                  </a:lnTo>
                  <a:lnTo>
                    <a:pt x="485105" y="51050"/>
                  </a:lnTo>
                  <a:lnTo>
                    <a:pt x="492929" y="51050"/>
                  </a:lnTo>
                  <a:lnTo>
                    <a:pt x="500753" y="51050"/>
                  </a:lnTo>
                  <a:lnTo>
                    <a:pt x="508578" y="51050"/>
                  </a:lnTo>
                  <a:lnTo>
                    <a:pt x="516402" y="51050"/>
                  </a:lnTo>
                  <a:lnTo>
                    <a:pt x="524226" y="51050"/>
                  </a:lnTo>
                  <a:lnTo>
                    <a:pt x="532050" y="51049"/>
                  </a:lnTo>
                  <a:lnTo>
                    <a:pt x="539875" y="51049"/>
                  </a:lnTo>
                  <a:lnTo>
                    <a:pt x="547699" y="51049"/>
                  </a:lnTo>
                  <a:lnTo>
                    <a:pt x="555523" y="51049"/>
                  </a:lnTo>
                  <a:lnTo>
                    <a:pt x="563348" y="51049"/>
                  </a:lnTo>
                  <a:lnTo>
                    <a:pt x="571172" y="51049"/>
                  </a:lnTo>
                  <a:lnTo>
                    <a:pt x="578996" y="51049"/>
                  </a:lnTo>
                  <a:lnTo>
                    <a:pt x="586820" y="51049"/>
                  </a:lnTo>
                  <a:lnTo>
                    <a:pt x="594645" y="51048"/>
                  </a:lnTo>
                  <a:lnTo>
                    <a:pt x="602469" y="51048"/>
                  </a:lnTo>
                  <a:lnTo>
                    <a:pt x="610293" y="51048"/>
                  </a:lnTo>
                  <a:lnTo>
                    <a:pt x="618118" y="51048"/>
                  </a:lnTo>
                  <a:lnTo>
                    <a:pt x="625942" y="51048"/>
                  </a:lnTo>
                  <a:lnTo>
                    <a:pt x="633766" y="51047"/>
                  </a:lnTo>
                  <a:lnTo>
                    <a:pt x="641590" y="51047"/>
                  </a:lnTo>
                  <a:lnTo>
                    <a:pt x="649415" y="51047"/>
                  </a:lnTo>
                  <a:lnTo>
                    <a:pt x="657239" y="51047"/>
                  </a:lnTo>
                  <a:lnTo>
                    <a:pt x="665063" y="51046"/>
                  </a:lnTo>
                  <a:lnTo>
                    <a:pt x="672888" y="51046"/>
                  </a:lnTo>
                  <a:lnTo>
                    <a:pt x="680712" y="51046"/>
                  </a:lnTo>
                  <a:lnTo>
                    <a:pt x="688536" y="51045"/>
                  </a:lnTo>
                  <a:lnTo>
                    <a:pt x="696360" y="51045"/>
                  </a:lnTo>
                  <a:lnTo>
                    <a:pt x="704185" y="51045"/>
                  </a:lnTo>
                  <a:lnTo>
                    <a:pt x="712009" y="51044"/>
                  </a:lnTo>
                  <a:lnTo>
                    <a:pt x="719833" y="51044"/>
                  </a:lnTo>
                  <a:lnTo>
                    <a:pt x="727657" y="51043"/>
                  </a:lnTo>
                  <a:lnTo>
                    <a:pt x="735482" y="51043"/>
                  </a:lnTo>
                  <a:lnTo>
                    <a:pt x="743306" y="51042"/>
                  </a:lnTo>
                  <a:lnTo>
                    <a:pt x="751130" y="51042"/>
                  </a:lnTo>
                  <a:lnTo>
                    <a:pt x="758955" y="51041"/>
                  </a:lnTo>
                  <a:lnTo>
                    <a:pt x="766779" y="51041"/>
                  </a:lnTo>
                  <a:lnTo>
                    <a:pt x="774603" y="51040"/>
                  </a:lnTo>
                  <a:lnTo>
                    <a:pt x="782427" y="51039"/>
                  </a:lnTo>
                  <a:lnTo>
                    <a:pt x="790252" y="51039"/>
                  </a:lnTo>
                  <a:lnTo>
                    <a:pt x="798076" y="51038"/>
                  </a:lnTo>
                  <a:lnTo>
                    <a:pt x="805900" y="51037"/>
                  </a:lnTo>
                  <a:lnTo>
                    <a:pt x="813725" y="51036"/>
                  </a:lnTo>
                  <a:lnTo>
                    <a:pt x="821549" y="51035"/>
                  </a:lnTo>
                  <a:lnTo>
                    <a:pt x="829373" y="51034"/>
                  </a:lnTo>
                  <a:lnTo>
                    <a:pt x="837197" y="51033"/>
                  </a:lnTo>
                  <a:lnTo>
                    <a:pt x="845022" y="51032"/>
                  </a:lnTo>
                  <a:lnTo>
                    <a:pt x="852846" y="51031"/>
                  </a:lnTo>
                  <a:lnTo>
                    <a:pt x="860670" y="51030"/>
                  </a:lnTo>
                  <a:lnTo>
                    <a:pt x="868495" y="51029"/>
                  </a:lnTo>
                  <a:lnTo>
                    <a:pt x="876319" y="51028"/>
                  </a:lnTo>
                  <a:lnTo>
                    <a:pt x="884143" y="51026"/>
                  </a:lnTo>
                  <a:lnTo>
                    <a:pt x="891967" y="51025"/>
                  </a:lnTo>
                  <a:lnTo>
                    <a:pt x="899792" y="51023"/>
                  </a:lnTo>
                  <a:lnTo>
                    <a:pt x="907616" y="51022"/>
                  </a:lnTo>
                  <a:lnTo>
                    <a:pt x="915440" y="51020"/>
                  </a:lnTo>
                  <a:lnTo>
                    <a:pt x="923264" y="51018"/>
                  </a:lnTo>
                  <a:lnTo>
                    <a:pt x="931089" y="51016"/>
                  </a:lnTo>
                  <a:lnTo>
                    <a:pt x="938913" y="51014"/>
                  </a:lnTo>
                  <a:lnTo>
                    <a:pt x="946737" y="51012"/>
                  </a:lnTo>
                  <a:lnTo>
                    <a:pt x="954562" y="51010"/>
                  </a:lnTo>
                  <a:lnTo>
                    <a:pt x="962386" y="51008"/>
                  </a:lnTo>
                  <a:lnTo>
                    <a:pt x="970210" y="51005"/>
                  </a:lnTo>
                  <a:lnTo>
                    <a:pt x="978034" y="51003"/>
                  </a:lnTo>
                  <a:lnTo>
                    <a:pt x="985859" y="51000"/>
                  </a:lnTo>
                  <a:lnTo>
                    <a:pt x="993683" y="50997"/>
                  </a:lnTo>
                  <a:lnTo>
                    <a:pt x="1001507" y="50995"/>
                  </a:lnTo>
                  <a:lnTo>
                    <a:pt x="1009332" y="50991"/>
                  </a:lnTo>
                  <a:lnTo>
                    <a:pt x="1017156" y="50988"/>
                  </a:lnTo>
                  <a:lnTo>
                    <a:pt x="1024980" y="50985"/>
                  </a:lnTo>
                  <a:lnTo>
                    <a:pt x="1032804" y="50981"/>
                  </a:lnTo>
                  <a:lnTo>
                    <a:pt x="1040629" y="50977"/>
                  </a:lnTo>
                  <a:lnTo>
                    <a:pt x="1048453" y="50974"/>
                  </a:lnTo>
                  <a:lnTo>
                    <a:pt x="1056277" y="50969"/>
                  </a:lnTo>
                  <a:lnTo>
                    <a:pt x="1064101" y="50965"/>
                  </a:lnTo>
                  <a:lnTo>
                    <a:pt x="1071926" y="50960"/>
                  </a:lnTo>
                  <a:lnTo>
                    <a:pt x="1079750" y="50956"/>
                  </a:lnTo>
                  <a:lnTo>
                    <a:pt x="1087574" y="50951"/>
                  </a:lnTo>
                  <a:lnTo>
                    <a:pt x="1095399" y="50946"/>
                  </a:lnTo>
                  <a:lnTo>
                    <a:pt x="1103223" y="50940"/>
                  </a:lnTo>
                  <a:lnTo>
                    <a:pt x="1111047" y="50934"/>
                  </a:lnTo>
                  <a:lnTo>
                    <a:pt x="1118871" y="50928"/>
                  </a:lnTo>
                  <a:lnTo>
                    <a:pt x="1126696" y="50922"/>
                  </a:lnTo>
                  <a:lnTo>
                    <a:pt x="1134520" y="50915"/>
                  </a:lnTo>
                  <a:lnTo>
                    <a:pt x="1142344" y="50909"/>
                  </a:lnTo>
                  <a:lnTo>
                    <a:pt x="1150169" y="50901"/>
                  </a:lnTo>
                  <a:lnTo>
                    <a:pt x="1157993" y="50894"/>
                  </a:lnTo>
                  <a:lnTo>
                    <a:pt x="1165817" y="50886"/>
                  </a:lnTo>
                  <a:lnTo>
                    <a:pt x="1173641" y="50878"/>
                  </a:lnTo>
                  <a:lnTo>
                    <a:pt x="1181466" y="50869"/>
                  </a:lnTo>
                  <a:lnTo>
                    <a:pt x="1189290" y="50860"/>
                  </a:lnTo>
                  <a:lnTo>
                    <a:pt x="1197114" y="50851"/>
                  </a:lnTo>
                  <a:lnTo>
                    <a:pt x="1204939" y="50841"/>
                  </a:lnTo>
                  <a:lnTo>
                    <a:pt x="1212763" y="50831"/>
                  </a:lnTo>
                  <a:lnTo>
                    <a:pt x="1220587" y="50820"/>
                  </a:lnTo>
                  <a:lnTo>
                    <a:pt x="1228411" y="50809"/>
                  </a:lnTo>
                  <a:lnTo>
                    <a:pt x="1236236" y="50797"/>
                  </a:lnTo>
                  <a:lnTo>
                    <a:pt x="1244060" y="50785"/>
                  </a:lnTo>
                  <a:lnTo>
                    <a:pt x="1251884" y="50773"/>
                  </a:lnTo>
                  <a:lnTo>
                    <a:pt x="1259708" y="50759"/>
                  </a:lnTo>
                  <a:lnTo>
                    <a:pt x="1267533" y="50746"/>
                  </a:lnTo>
                  <a:lnTo>
                    <a:pt x="1275357" y="50731"/>
                  </a:lnTo>
                  <a:lnTo>
                    <a:pt x="1283181" y="50716"/>
                  </a:lnTo>
                  <a:lnTo>
                    <a:pt x="1291006" y="50701"/>
                  </a:lnTo>
                  <a:lnTo>
                    <a:pt x="1298830" y="50685"/>
                  </a:lnTo>
                  <a:lnTo>
                    <a:pt x="1306654" y="50668"/>
                  </a:lnTo>
                  <a:lnTo>
                    <a:pt x="1314478" y="50650"/>
                  </a:lnTo>
                  <a:lnTo>
                    <a:pt x="1322303" y="50632"/>
                  </a:lnTo>
                  <a:lnTo>
                    <a:pt x="1330127" y="50613"/>
                  </a:lnTo>
                  <a:lnTo>
                    <a:pt x="1337951" y="50593"/>
                  </a:lnTo>
                  <a:lnTo>
                    <a:pt x="1345776" y="50573"/>
                  </a:lnTo>
                  <a:lnTo>
                    <a:pt x="1353600" y="50552"/>
                  </a:lnTo>
                  <a:lnTo>
                    <a:pt x="1361424" y="50529"/>
                  </a:lnTo>
                  <a:lnTo>
                    <a:pt x="1369248" y="50507"/>
                  </a:lnTo>
                  <a:lnTo>
                    <a:pt x="1377073" y="50482"/>
                  </a:lnTo>
                  <a:lnTo>
                    <a:pt x="1384897" y="50458"/>
                  </a:lnTo>
                  <a:lnTo>
                    <a:pt x="1392721" y="50432"/>
                  </a:lnTo>
                  <a:lnTo>
                    <a:pt x="1400545" y="50405"/>
                  </a:lnTo>
                  <a:lnTo>
                    <a:pt x="1408370" y="50377"/>
                  </a:lnTo>
                  <a:lnTo>
                    <a:pt x="1416194" y="50349"/>
                  </a:lnTo>
                  <a:lnTo>
                    <a:pt x="1424018" y="50319"/>
                  </a:lnTo>
                  <a:lnTo>
                    <a:pt x="1431843" y="50288"/>
                  </a:lnTo>
                  <a:lnTo>
                    <a:pt x="1439667" y="50256"/>
                  </a:lnTo>
                  <a:lnTo>
                    <a:pt x="1447491" y="50223"/>
                  </a:lnTo>
                  <a:lnTo>
                    <a:pt x="1455315" y="50188"/>
                  </a:lnTo>
                  <a:lnTo>
                    <a:pt x="1463140" y="50153"/>
                  </a:lnTo>
                  <a:lnTo>
                    <a:pt x="1470964" y="50115"/>
                  </a:lnTo>
                  <a:lnTo>
                    <a:pt x="1478788" y="50078"/>
                  </a:lnTo>
                  <a:lnTo>
                    <a:pt x="1486613" y="50037"/>
                  </a:lnTo>
                  <a:lnTo>
                    <a:pt x="1494437" y="49997"/>
                  </a:lnTo>
                  <a:lnTo>
                    <a:pt x="1502261" y="49954"/>
                  </a:lnTo>
                  <a:lnTo>
                    <a:pt x="1510085" y="49911"/>
                  </a:lnTo>
                  <a:lnTo>
                    <a:pt x="1517910" y="49864"/>
                  </a:lnTo>
                  <a:lnTo>
                    <a:pt x="1525734" y="49818"/>
                  </a:lnTo>
                  <a:lnTo>
                    <a:pt x="1533558" y="49769"/>
                  </a:lnTo>
                  <a:lnTo>
                    <a:pt x="1541383" y="49719"/>
                  </a:lnTo>
                  <a:lnTo>
                    <a:pt x="1549207" y="49667"/>
                  </a:lnTo>
                  <a:lnTo>
                    <a:pt x="1557031" y="49614"/>
                  </a:lnTo>
                  <a:lnTo>
                    <a:pt x="1564855" y="49558"/>
                  </a:lnTo>
                  <a:lnTo>
                    <a:pt x="1572680" y="49502"/>
                  </a:lnTo>
                  <a:lnTo>
                    <a:pt x="1580504" y="49442"/>
                  </a:lnTo>
                  <a:lnTo>
                    <a:pt x="1588328" y="49382"/>
                  </a:lnTo>
                  <a:lnTo>
                    <a:pt x="1596152" y="49319"/>
                  </a:lnTo>
                  <a:lnTo>
                    <a:pt x="1603977" y="49254"/>
                  </a:lnTo>
                  <a:lnTo>
                    <a:pt x="1611801" y="49188"/>
                  </a:lnTo>
                  <a:lnTo>
                    <a:pt x="1619625" y="49119"/>
                  </a:lnTo>
                  <a:lnTo>
                    <a:pt x="1627450" y="49048"/>
                  </a:lnTo>
                  <a:lnTo>
                    <a:pt x="1635274" y="48975"/>
                  </a:lnTo>
                  <a:lnTo>
                    <a:pt x="1643098" y="48900"/>
                  </a:lnTo>
                  <a:lnTo>
                    <a:pt x="1650922" y="48822"/>
                  </a:lnTo>
                  <a:lnTo>
                    <a:pt x="1658747" y="48743"/>
                  </a:lnTo>
                  <a:lnTo>
                    <a:pt x="1666571" y="48661"/>
                  </a:lnTo>
                  <a:lnTo>
                    <a:pt x="1674395" y="48576"/>
                  </a:lnTo>
                  <a:lnTo>
                    <a:pt x="1682220" y="48489"/>
                  </a:lnTo>
                  <a:lnTo>
                    <a:pt x="1690044" y="48400"/>
                  </a:lnTo>
                  <a:lnTo>
                    <a:pt x="1697868" y="48308"/>
                  </a:lnTo>
                  <a:lnTo>
                    <a:pt x="1705692" y="48214"/>
                  </a:lnTo>
                  <a:lnTo>
                    <a:pt x="1713517" y="48116"/>
                  </a:lnTo>
                  <a:lnTo>
                    <a:pt x="1721341" y="48017"/>
                  </a:lnTo>
                  <a:lnTo>
                    <a:pt x="1729165" y="47914"/>
                  </a:lnTo>
                  <a:lnTo>
                    <a:pt x="1736990" y="47809"/>
                  </a:lnTo>
                  <a:lnTo>
                    <a:pt x="1744814" y="47700"/>
                  </a:lnTo>
                  <a:lnTo>
                    <a:pt x="1752638" y="47590"/>
                  </a:lnTo>
                  <a:lnTo>
                    <a:pt x="1760462" y="47476"/>
                  </a:lnTo>
                  <a:lnTo>
                    <a:pt x="1768287" y="47360"/>
                  </a:lnTo>
                  <a:lnTo>
                    <a:pt x="1776111" y="47239"/>
                  </a:lnTo>
                  <a:lnTo>
                    <a:pt x="1783935" y="47117"/>
                  </a:lnTo>
                  <a:lnTo>
                    <a:pt x="1791759" y="46990"/>
                  </a:lnTo>
                  <a:lnTo>
                    <a:pt x="1799584" y="46862"/>
                  </a:lnTo>
                  <a:lnTo>
                    <a:pt x="1807408" y="46728"/>
                  </a:lnTo>
                  <a:lnTo>
                    <a:pt x="1815232" y="46594"/>
                  </a:lnTo>
                  <a:lnTo>
                    <a:pt x="1823057" y="46454"/>
                  </a:lnTo>
                  <a:lnTo>
                    <a:pt x="1830881" y="46313"/>
                  </a:lnTo>
                  <a:lnTo>
                    <a:pt x="1838705" y="46166"/>
                  </a:lnTo>
                  <a:lnTo>
                    <a:pt x="1846529" y="46018"/>
                  </a:lnTo>
                  <a:lnTo>
                    <a:pt x="1854354" y="45864"/>
                  </a:lnTo>
                  <a:lnTo>
                    <a:pt x="1862178" y="45710"/>
                  </a:lnTo>
                  <a:lnTo>
                    <a:pt x="1870002" y="45549"/>
                  </a:lnTo>
                  <a:lnTo>
                    <a:pt x="1877827" y="45387"/>
                  </a:lnTo>
                  <a:lnTo>
                    <a:pt x="1885651" y="45219"/>
                  </a:lnTo>
                  <a:lnTo>
                    <a:pt x="1893475" y="45050"/>
                  </a:lnTo>
                  <a:lnTo>
                    <a:pt x="1901299" y="44875"/>
                  </a:lnTo>
                  <a:lnTo>
                    <a:pt x="1909124" y="44698"/>
                  </a:lnTo>
                  <a:lnTo>
                    <a:pt x="1916948" y="44516"/>
                  </a:lnTo>
                  <a:lnTo>
                    <a:pt x="1924772" y="44332"/>
                  </a:lnTo>
                  <a:lnTo>
                    <a:pt x="1932596" y="44142"/>
                  </a:lnTo>
                  <a:lnTo>
                    <a:pt x="1940421" y="43949"/>
                  </a:lnTo>
                  <a:lnTo>
                    <a:pt x="1948245" y="43752"/>
                  </a:lnTo>
                  <a:lnTo>
                    <a:pt x="1956069" y="43552"/>
                  </a:lnTo>
                  <a:lnTo>
                    <a:pt x="1963894" y="43347"/>
                  </a:lnTo>
                  <a:lnTo>
                    <a:pt x="1971718" y="43139"/>
                  </a:lnTo>
                  <a:lnTo>
                    <a:pt x="1979542" y="42926"/>
                  </a:lnTo>
                  <a:lnTo>
                    <a:pt x="1987366" y="42710"/>
                  </a:lnTo>
                  <a:lnTo>
                    <a:pt x="1995191" y="42489"/>
                  </a:lnTo>
                  <a:lnTo>
                    <a:pt x="2003015" y="42265"/>
                  </a:lnTo>
                  <a:lnTo>
                    <a:pt x="2010839" y="42036"/>
                  </a:lnTo>
                  <a:lnTo>
                    <a:pt x="2018664" y="41804"/>
                  </a:lnTo>
                  <a:lnTo>
                    <a:pt x="2026488" y="41567"/>
                  </a:lnTo>
                  <a:lnTo>
                    <a:pt x="2034312" y="41326"/>
                  </a:lnTo>
                  <a:lnTo>
                    <a:pt x="2042136" y="41082"/>
                  </a:lnTo>
                  <a:lnTo>
                    <a:pt x="2049961" y="40833"/>
                  </a:lnTo>
                  <a:lnTo>
                    <a:pt x="2057785" y="40581"/>
                  </a:lnTo>
                  <a:lnTo>
                    <a:pt x="2065609" y="40323"/>
                  </a:lnTo>
                  <a:lnTo>
                    <a:pt x="2073434" y="40063"/>
                  </a:lnTo>
                  <a:lnTo>
                    <a:pt x="2081258" y="39797"/>
                  </a:lnTo>
                  <a:lnTo>
                    <a:pt x="2089082" y="39529"/>
                  </a:lnTo>
                  <a:lnTo>
                    <a:pt x="2096906" y="39255"/>
                  </a:lnTo>
                  <a:lnTo>
                    <a:pt x="2104731" y="38979"/>
                  </a:lnTo>
                  <a:lnTo>
                    <a:pt x="2112555" y="38697"/>
                  </a:lnTo>
                  <a:lnTo>
                    <a:pt x="2120379" y="38413"/>
                  </a:lnTo>
                  <a:lnTo>
                    <a:pt x="2128203" y="38123"/>
                  </a:lnTo>
                  <a:lnTo>
                    <a:pt x="2136028" y="37831"/>
                  </a:lnTo>
                  <a:lnTo>
                    <a:pt x="2143852" y="37533"/>
                  </a:lnTo>
                  <a:lnTo>
                    <a:pt x="2151676" y="37234"/>
                  </a:lnTo>
                  <a:lnTo>
                    <a:pt x="2159501" y="36927"/>
                  </a:lnTo>
                  <a:lnTo>
                    <a:pt x="2167325" y="36621"/>
                  </a:lnTo>
                  <a:lnTo>
                    <a:pt x="2175149" y="36307"/>
                  </a:lnTo>
                  <a:lnTo>
                    <a:pt x="2182973" y="35993"/>
                  </a:lnTo>
                  <a:lnTo>
                    <a:pt x="2190798" y="35671"/>
                  </a:lnTo>
                  <a:lnTo>
                    <a:pt x="2198622" y="35349"/>
                  </a:lnTo>
                  <a:lnTo>
                    <a:pt x="2206446" y="35021"/>
                  </a:lnTo>
                  <a:lnTo>
                    <a:pt x="2214271" y="34692"/>
                  </a:lnTo>
                  <a:lnTo>
                    <a:pt x="2222095" y="34356"/>
                  </a:lnTo>
                  <a:lnTo>
                    <a:pt x="2229919" y="34020"/>
                  </a:lnTo>
                  <a:lnTo>
                    <a:pt x="2237743" y="33678"/>
                  </a:lnTo>
                  <a:lnTo>
                    <a:pt x="2245568" y="33335"/>
                  </a:lnTo>
                  <a:lnTo>
                    <a:pt x="2253392" y="32986"/>
                  </a:lnTo>
                  <a:lnTo>
                    <a:pt x="2261216" y="32636"/>
                  </a:lnTo>
                  <a:lnTo>
                    <a:pt x="2269040" y="32282"/>
                  </a:lnTo>
                  <a:lnTo>
                    <a:pt x="2276865" y="31926"/>
                  </a:lnTo>
                  <a:lnTo>
                    <a:pt x="2284689" y="31565"/>
                  </a:lnTo>
                  <a:lnTo>
                    <a:pt x="2292513" y="31203"/>
                  </a:lnTo>
                  <a:lnTo>
                    <a:pt x="2300338" y="30837"/>
                  </a:lnTo>
                  <a:lnTo>
                    <a:pt x="2308162" y="30469"/>
                  </a:lnTo>
                  <a:lnTo>
                    <a:pt x="2315986" y="30098"/>
                  </a:lnTo>
                  <a:lnTo>
                    <a:pt x="2323810" y="29725"/>
                  </a:lnTo>
                  <a:lnTo>
                    <a:pt x="2331635" y="29349"/>
                  </a:lnTo>
                  <a:lnTo>
                    <a:pt x="2339459" y="28970"/>
                  </a:lnTo>
                  <a:lnTo>
                    <a:pt x="2347283" y="28590"/>
                  </a:lnTo>
                  <a:lnTo>
                    <a:pt x="2355108" y="28207"/>
                  </a:lnTo>
                  <a:lnTo>
                    <a:pt x="2362932" y="27822"/>
                  </a:lnTo>
                  <a:lnTo>
                    <a:pt x="2370756" y="27435"/>
                  </a:lnTo>
                  <a:lnTo>
                    <a:pt x="2378580" y="27047"/>
                  </a:lnTo>
                  <a:lnTo>
                    <a:pt x="2386405" y="26656"/>
                  </a:lnTo>
                  <a:lnTo>
                    <a:pt x="2394229" y="26264"/>
                  </a:lnTo>
                  <a:lnTo>
                    <a:pt x="2402053" y="25870"/>
                  </a:lnTo>
                  <a:lnTo>
                    <a:pt x="2409878" y="25476"/>
                  </a:lnTo>
                  <a:lnTo>
                    <a:pt x="2417702" y="25079"/>
                  </a:lnTo>
                  <a:lnTo>
                    <a:pt x="2425526" y="24682"/>
                  </a:lnTo>
                  <a:lnTo>
                    <a:pt x="2433350" y="24283"/>
                  </a:lnTo>
                  <a:lnTo>
                    <a:pt x="2441175" y="23883"/>
                  </a:lnTo>
                  <a:lnTo>
                    <a:pt x="2448999" y="23483"/>
                  </a:lnTo>
                  <a:lnTo>
                    <a:pt x="2456823" y="23082"/>
                  </a:lnTo>
                  <a:lnTo>
                    <a:pt x="2464647" y="22680"/>
                  </a:lnTo>
                  <a:lnTo>
                    <a:pt x="2472472" y="22278"/>
                  </a:lnTo>
                  <a:lnTo>
                    <a:pt x="2480296" y="21876"/>
                  </a:lnTo>
                  <a:lnTo>
                    <a:pt x="2488120" y="21473"/>
                  </a:lnTo>
                  <a:lnTo>
                    <a:pt x="2495945" y="21071"/>
                  </a:lnTo>
                  <a:lnTo>
                    <a:pt x="2503769" y="20668"/>
                  </a:lnTo>
                  <a:lnTo>
                    <a:pt x="2511593" y="20266"/>
                  </a:lnTo>
                  <a:lnTo>
                    <a:pt x="2519417" y="19864"/>
                  </a:lnTo>
                  <a:lnTo>
                    <a:pt x="2527242" y="19463"/>
                  </a:lnTo>
                  <a:lnTo>
                    <a:pt x="2535066" y="19062"/>
                  </a:lnTo>
                  <a:lnTo>
                    <a:pt x="2542890" y="18662"/>
                  </a:lnTo>
                  <a:lnTo>
                    <a:pt x="2550715" y="18263"/>
                  </a:lnTo>
                  <a:lnTo>
                    <a:pt x="2558539" y="17865"/>
                  </a:lnTo>
                  <a:lnTo>
                    <a:pt x="2566363" y="17468"/>
                  </a:lnTo>
                  <a:lnTo>
                    <a:pt x="2574187" y="17073"/>
                  </a:lnTo>
                  <a:lnTo>
                    <a:pt x="2582012" y="16678"/>
                  </a:lnTo>
                  <a:lnTo>
                    <a:pt x="2589836" y="16287"/>
                  </a:lnTo>
                  <a:lnTo>
                    <a:pt x="2597660" y="15895"/>
                  </a:lnTo>
                  <a:lnTo>
                    <a:pt x="2605485" y="15507"/>
                  </a:lnTo>
                  <a:lnTo>
                    <a:pt x="2613309" y="15120"/>
                  </a:lnTo>
                  <a:lnTo>
                    <a:pt x="2621133" y="14736"/>
                  </a:lnTo>
                  <a:lnTo>
                    <a:pt x="2628957" y="14353"/>
                  </a:lnTo>
                  <a:lnTo>
                    <a:pt x="2636782" y="13974"/>
                  </a:lnTo>
                  <a:lnTo>
                    <a:pt x="2644606" y="13597"/>
                  </a:lnTo>
                  <a:lnTo>
                    <a:pt x="2652430" y="13223"/>
                  </a:lnTo>
                  <a:lnTo>
                    <a:pt x="2660254" y="12851"/>
                  </a:lnTo>
                  <a:lnTo>
                    <a:pt x="2668079" y="12483"/>
                  </a:lnTo>
                  <a:lnTo>
                    <a:pt x="2675903" y="12117"/>
                  </a:lnTo>
                  <a:lnTo>
                    <a:pt x="2683727" y="11755"/>
                  </a:lnTo>
                  <a:lnTo>
                    <a:pt x="2691552" y="11396"/>
                  </a:lnTo>
                  <a:lnTo>
                    <a:pt x="2699376" y="11041"/>
                  </a:lnTo>
                  <a:lnTo>
                    <a:pt x="2707200" y="10690"/>
                  </a:lnTo>
                  <a:lnTo>
                    <a:pt x="2715024" y="10342"/>
                  </a:lnTo>
                  <a:lnTo>
                    <a:pt x="2722849" y="9999"/>
                  </a:lnTo>
                  <a:lnTo>
                    <a:pt x="2730673" y="9659"/>
                  </a:lnTo>
                  <a:lnTo>
                    <a:pt x="2738497" y="9324"/>
                  </a:lnTo>
                  <a:lnTo>
                    <a:pt x="2746322" y="8992"/>
                  </a:lnTo>
                  <a:lnTo>
                    <a:pt x="2754146" y="8666"/>
                  </a:lnTo>
                  <a:lnTo>
                    <a:pt x="2761970" y="8343"/>
                  </a:lnTo>
                  <a:lnTo>
                    <a:pt x="2769794" y="8027"/>
                  </a:lnTo>
                  <a:lnTo>
                    <a:pt x="2777619" y="7713"/>
                  </a:lnTo>
                  <a:lnTo>
                    <a:pt x="2785443" y="7406"/>
                  </a:lnTo>
                  <a:lnTo>
                    <a:pt x="2793267" y="7102"/>
                  </a:lnTo>
                  <a:lnTo>
                    <a:pt x="2801091" y="6806"/>
                  </a:lnTo>
                  <a:lnTo>
                    <a:pt x="2808916" y="6512"/>
                  </a:lnTo>
                  <a:lnTo>
                    <a:pt x="2816740" y="6227"/>
                  </a:lnTo>
                  <a:lnTo>
                    <a:pt x="2824564" y="5943"/>
                  </a:lnTo>
                  <a:lnTo>
                    <a:pt x="2832389" y="5669"/>
                  </a:lnTo>
                  <a:lnTo>
                    <a:pt x="2840213" y="5397"/>
                  </a:lnTo>
                  <a:lnTo>
                    <a:pt x="2848037" y="5134"/>
                  </a:lnTo>
                  <a:lnTo>
                    <a:pt x="2855861" y="4873"/>
                  </a:lnTo>
                  <a:lnTo>
                    <a:pt x="2863686" y="4623"/>
                  </a:lnTo>
                  <a:lnTo>
                    <a:pt x="2871510" y="4373"/>
                  </a:lnTo>
                  <a:lnTo>
                    <a:pt x="2879334" y="4135"/>
                  </a:lnTo>
                  <a:lnTo>
                    <a:pt x="2887159" y="3898"/>
                  </a:lnTo>
                  <a:lnTo>
                    <a:pt x="2894983" y="3672"/>
                  </a:lnTo>
                  <a:lnTo>
                    <a:pt x="2902807" y="3448"/>
                  </a:lnTo>
                  <a:lnTo>
                    <a:pt x="2910631" y="3235"/>
                  </a:lnTo>
                  <a:lnTo>
                    <a:pt x="2918456" y="3023"/>
                  </a:lnTo>
                  <a:lnTo>
                    <a:pt x="2926280" y="2823"/>
                  </a:lnTo>
                  <a:lnTo>
                    <a:pt x="2934104" y="2625"/>
                  </a:lnTo>
                  <a:lnTo>
                    <a:pt x="2941929" y="2438"/>
                  </a:lnTo>
                  <a:lnTo>
                    <a:pt x="2949753" y="2254"/>
                  </a:lnTo>
                  <a:lnTo>
                    <a:pt x="2957577" y="2080"/>
                  </a:lnTo>
                  <a:lnTo>
                    <a:pt x="2965401" y="1910"/>
                  </a:lnTo>
                  <a:lnTo>
                    <a:pt x="2973226" y="1749"/>
                  </a:lnTo>
                  <a:lnTo>
                    <a:pt x="2981050" y="1593"/>
                  </a:lnTo>
                  <a:lnTo>
                    <a:pt x="2988874" y="1446"/>
                  </a:lnTo>
                  <a:lnTo>
                    <a:pt x="2996698" y="1304"/>
                  </a:lnTo>
                  <a:lnTo>
                    <a:pt x="3004523" y="1172"/>
                  </a:lnTo>
                  <a:lnTo>
                    <a:pt x="3012347" y="1044"/>
                  </a:lnTo>
                  <a:lnTo>
                    <a:pt x="3020171" y="925"/>
                  </a:lnTo>
                  <a:lnTo>
                    <a:pt x="3027996" y="812"/>
                  </a:lnTo>
                  <a:lnTo>
                    <a:pt x="3035820" y="708"/>
                  </a:lnTo>
                  <a:lnTo>
                    <a:pt x="3043644" y="610"/>
                  </a:lnTo>
                  <a:lnTo>
                    <a:pt x="3051468" y="519"/>
                  </a:lnTo>
                  <a:lnTo>
                    <a:pt x="3059293" y="436"/>
                  </a:lnTo>
                  <a:lnTo>
                    <a:pt x="3067117" y="359"/>
                  </a:lnTo>
                  <a:lnTo>
                    <a:pt x="3074941" y="291"/>
                  </a:lnTo>
                  <a:lnTo>
                    <a:pt x="3082766" y="229"/>
                  </a:lnTo>
                  <a:lnTo>
                    <a:pt x="3090590" y="175"/>
                  </a:lnTo>
                  <a:lnTo>
                    <a:pt x="3098414" y="128"/>
                  </a:lnTo>
                  <a:lnTo>
                    <a:pt x="3106238" y="89"/>
                  </a:lnTo>
                  <a:lnTo>
                    <a:pt x="3114063" y="56"/>
                  </a:lnTo>
                  <a:lnTo>
                    <a:pt x="3121887" y="32"/>
                  </a:lnTo>
                  <a:lnTo>
                    <a:pt x="3129711" y="13"/>
                  </a:lnTo>
                  <a:lnTo>
                    <a:pt x="3137536" y="5"/>
                  </a:lnTo>
                  <a:lnTo>
                    <a:pt x="3145360" y="0"/>
                  </a:lnTo>
                  <a:lnTo>
                    <a:pt x="3153184" y="6"/>
                  </a:lnTo>
                  <a:lnTo>
                    <a:pt x="3161008" y="15"/>
                  </a:lnTo>
                  <a:lnTo>
                    <a:pt x="3168833" y="36"/>
                  </a:lnTo>
                  <a:lnTo>
                    <a:pt x="3176657" y="60"/>
                  </a:lnTo>
                  <a:lnTo>
                    <a:pt x="3184481" y="96"/>
                  </a:lnTo>
                  <a:lnTo>
                    <a:pt x="3192305" y="133"/>
                  </a:lnTo>
                  <a:lnTo>
                    <a:pt x="3200130" y="183"/>
                  </a:lnTo>
                  <a:lnTo>
                    <a:pt x="3207954" y="235"/>
                  </a:lnTo>
                  <a:lnTo>
                    <a:pt x="3215778" y="300"/>
                  </a:lnTo>
                  <a:lnTo>
                    <a:pt x="3223603" y="365"/>
                  </a:lnTo>
                  <a:lnTo>
                    <a:pt x="3231427" y="444"/>
                  </a:lnTo>
                  <a:lnTo>
                    <a:pt x="3239251" y="523"/>
                  </a:lnTo>
                  <a:lnTo>
                    <a:pt x="3247075" y="616"/>
                  </a:lnTo>
                  <a:lnTo>
                    <a:pt x="3254900" y="709"/>
                  </a:lnTo>
                  <a:lnTo>
                    <a:pt x="3262724" y="815"/>
                  </a:lnTo>
                  <a:lnTo>
                    <a:pt x="3270548" y="922"/>
                  </a:lnTo>
                  <a:lnTo>
                    <a:pt x="3278373" y="1041"/>
                  </a:lnTo>
                  <a:lnTo>
                    <a:pt x="3286197" y="1162"/>
                  </a:lnTo>
                  <a:lnTo>
                    <a:pt x="3294021" y="1294"/>
                  </a:lnTo>
                  <a:lnTo>
                    <a:pt x="3301845" y="1429"/>
                  </a:lnTo>
                  <a:lnTo>
                    <a:pt x="3309670" y="1573"/>
                  </a:lnTo>
                  <a:lnTo>
                    <a:pt x="3317494" y="1721"/>
                  </a:lnTo>
                  <a:lnTo>
                    <a:pt x="3325318" y="1878"/>
                  </a:lnTo>
                  <a:lnTo>
                    <a:pt x="3333142" y="2039"/>
                  </a:lnTo>
                  <a:lnTo>
                    <a:pt x="3340967" y="2208"/>
                  </a:lnTo>
                  <a:lnTo>
                    <a:pt x="3348791" y="2381"/>
                  </a:lnTo>
                  <a:lnTo>
                    <a:pt x="3356615" y="2562"/>
                  </a:lnTo>
                  <a:lnTo>
                    <a:pt x="3364440" y="2747"/>
                  </a:lnTo>
                  <a:lnTo>
                    <a:pt x="3372264" y="2940"/>
                  </a:lnTo>
                  <a:lnTo>
                    <a:pt x="3380088" y="3138"/>
                  </a:lnTo>
                  <a:lnTo>
                    <a:pt x="3387912" y="3341"/>
                  </a:lnTo>
                  <a:lnTo>
                    <a:pt x="3395737" y="3551"/>
                  </a:lnTo>
                  <a:lnTo>
                    <a:pt x="3403561" y="3766"/>
                  </a:lnTo>
                  <a:lnTo>
                    <a:pt x="3411385" y="3986"/>
                  </a:lnTo>
                  <a:lnTo>
                    <a:pt x="3419210" y="4212"/>
                  </a:lnTo>
                  <a:lnTo>
                    <a:pt x="3427034" y="4444"/>
                  </a:lnTo>
                  <a:lnTo>
                    <a:pt x="3434858" y="4680"/>
                  </a:lnTo>
                  <a:lnTo>
                    <a:pt x="3442682" y="4922"/>
                  </a:lnTo>
                  <a:lnTo>
                    <a:pt x="3450507" y="5168"/>
                  </a:lnTo>
                  <a:lnTo>
                    <a:pt x="3458331" y="5420"/>
                  </a:lnTo>
                  <a:lnTo>
                    <a:pt x="3466155" y="5676"/>
                  </a:lnTo>
                  <a:lnTo>
                    <a:pt x="3473980" y="5939"/>
                  </a:lnTo>
                  <a:lnTo>
                    <a:pt x="3481804" y="6204"/>
                  </a:lnTo>
                  <a:lnTo>
                    <a:pt x="3489628" y="6476"/>
                  </a:lnTo>
                  <a:lnTo>
                    <a:pt x="3497452" y="6750"/>
                  </a:lnTo>
                  <a:lnTo>
                    <a:pt x="3505277" y="7031"/>
                  </a:lnTo>
                  <a:lnTo>
                    <a:pt x="3513101" y="7314"/>
                  </a:lnTo>
                  <a:lnTo>
                    <a:pt x="3520925" y="7603"/>
                  </a:lnTo>
                  <a:lnTo>
                    <a:pt x="3528749" y="7894"/>
                  </a:lnTo>
                  <a:lnTo>
                    <a:pt x="3536574" y="8192"/>
                  </a:lnTo>
                  <a:lnTo>
                    <a:pt x="3544398" y="8491"/>
                  </a:lnTo>
                  <a:lnTo>
                    <a:pt x="3552222" y="8797"/>
                  </a:lnTo>
                  <a:lnTo>
                    <a:pt x="3560047" y="9104"/>
                  </a:lnTo>
                  <a:lnTo>
                    <a:pt x="3567871" y="9417"/>
                  </a:lnTo>
                  <a:lnTo>
                    <a:pt x="3575695" y="9730"/>
                  </a:lnTo>
                  <a:lnTo>
                    <a:pt x="3583519" y="10051"/>
                  </a:lnTo>
                  <a:lnTo>
                    <a:pt x="3591344" y="10371"/>
                  </a:lnTo>
                  <a:lnTo>
                    <a:pt x="3599168" y="10698"/>
                  </a:lnTo>
                  <a:lnTo>
                    <a:pt x="3606992" y="11025"/>
                  </a:lnTo>
                  <a:lnTo>
                    <a:pt x="3614817" y="11357"/>
                  </a:lnTo>
                  <a:lnTo>
                    <a:pt x="3622641" y="11690"/>
                  </a:lnTo>
                  <a:lnTo>
                    <a:pt x="3630465" y="12028"/>
                  </a:lnTo>
                  <a:lnTo>
                    <a:pt x="3638289" y="12367"/>
                  </a:lnTo>
                  <a:lnTo>
                    <a:pt x="3646114" y="12710"/>
                  </a:lnTo>
                  <a:lnTo>
                    <a:pt x="3653938" y="13054"/>
                  </a:lnTo>
                  <a:lnTo>
                    <a:pt x="3661762" y="13402"/>
                  </a:lnTo>
                  <a:lnTo>
                    <a:pt x="3669586" y="13751"/>
                  </a:lnTo>
                  <a:lnTo>
                    <a:pt x="3677411" y="14103"/>
                  </a:lnTo>
                  <a:lnTo>
                    <a:pt x="3685235" y="14456"/>
                  </a:lnTo>
                  <a:lnTo>
                    <a:pt x="3693059" y="14811"/>
                  </a:lnTo>
                  <a:lnTo>
                    <a:pt x="3700884" y="15168"/>
                  </a:lnTo>
                  <a:lnTo>
                    <a:pt x="3708708" y="15528"/>
                  </a:lnTo>
                  <a:lnTo>
                    <a:pt x="3716532" y="15888"/>
                  </a:lnTo>
                  <a:lnTo>
                    <a:pt x="3724356" y="16250"/>
                  </a:lnTo>
                  <a:lnTo>
                    <a:pt x="3732181" y="16613"/>
                  </a:lnTo>
                  <a:lnTo>
                    <a:pt x="3740005" y="16978"/>
                  </a:lnTo>
                  <a:lnTo>
                    <a:pt x="3747829" y="17344"/>
                  </a:lnTo>
                  <a:lnTo>
                    <a:pt x="3755654" y="17711"/>
                  </a:lnTo>
                  <a:lnTo>
                    <a:pt x="3763478" y="18079"/>
                  </a:lnTo>
                  <a:lnTo>
                    <a:pt x="3771302" y="18448"/>
                  </a:lnTo>
                  <a:lnTo>
                    <a:pt x="3779126" y="18817"/>
                  </a:lnTo>
                  <a:lnTo>
                    <a:pt x="3786951" y="19187"/>
                  </a:lnTo>
                  <a:lnTo>
                    <a:pt x="3794775" y="19558"/>
                  </a:lnTo>
                  <a:lnTo>
                    <a:pt x="3802599" y="19929"/>
                  </a:lnTo>
                  <a:lnTo>
                    <a:pt x="3810424" y="20301"/>
                  </a:lnTo>
                  <a:lnTo>
                    <a:pt x="3818248" y="20673"/>
                  </a:lnTo>
                  <a:lnTo>
                    <a:pt x="3826072" y="21045"/>
                  </a:lnTo>
                  <a:lnTo>
                    <a:pt x="3833896" y="21416"/>
                  </a:lnTo>
                  <a:lnTo>
                    <a:pt x="3841721" y="21788"/>
                  </a:lnTo>
                  <a:lnTo>
                    <a:pt x="3849545" y="22160"/>
                  </a:lnTo>
                  <a:lnTo>
                    <a:pt x="3857369" y="22531"/>
                  </a:lnTo>
                  <a:lnTo>
                    <a:pt x="3865193" y="22902"/>
                  </a:lnTo>
                  <a:lnTo>
                    <a:pt x="3873018" y="23273"/>
                  </a:lnTo>
                  <a:lnTo>
                    <a:pt x="3880842" y="23643"/>
                  </a:lnTo>
                  <a:lnTo>
                    <a:pt x="3888666" y="24012"/>
                  </a:lnTo>
                  <a:lnTo>
                    <a:pt x="3896491" y="24381"/>
                  </a:lnTo>
                  <a:lnTo>
                    <a:pt x="3904315" y="24749"/>
                  </a:lnTo>
                  <a:lnTo>
                    <a:pt x="3912139" y="25116"/>
                  </a:lnTo>
                  <a:lnTo>
                    <a:pt x="3919963" y="25481"/>
                  </a:lnTo>
                  <a:lnTo>
                    <a:pt x="3927788" y="25846"/>
                  </a:lnTo>
                  <a:lnTo>
                    <a:pt x="3935612" y="26209"/>
                  </a:lnTo>
                  <a:lnTo>
                    <a:pt x="3943436" y="26572"/>
                  </a:lnTo>
                  <a:lnTo>
                    <a:pt x="3951261" y="26932"/>
                  </a:lnTo>
                  <a:lnTo>
                    <a:pt x="3959085" y="27292"/>
                  </a:lnTo>
                  <a:lnTo>
                    <a:pt x="3966909" y="27650"/>
                  </a:lnTo>
                  <a:lnTo>
                    <a:pt x="3974733" y="28007"/>
                  </a:lnTo>
                  <a:lnTo>
                    <a:pt x="3982558" y="28360"/>
                  </a:lnTo>
                  <a:lnTo>
                    <a:pt x="3990382" y="28714"/>
                  </a:lnTo>
                  <a:lnTo>
                    <a:pt x="3998206" y="29064"/>
                  </a:lnTo>
                  <a:lnTo>
                    <a:pt x="3998206" y="51051"/>
                  </a:lnTo>
                  <a:lnTo>
                    <a:pt x="3990382" y="51051"/>
                  </a:lnTo>
                  <a:lnTo>
                    <a:pt x="3982558" y="51051"/>
                  </a:lnTo>
                  <a:lnTo>
                    <a:pt x="3974733" y="51051"/>
                  </a:lnTo>
                  <a:lnTo>
                    <a:pt x="3966909" y="51051"/>
                  </a:lnTo>
                  <a:lnTo>
                    <a:pt x="3959085" y="51051"/>
                  </a:lnTo>
                  <a:lnTo>
                    <a:pt x="3951261" y="51051"/>
                  </a:lnTo>
                  <a:lnTo>
                    <a:pt x="3943436" y="51051"/>
                  </a:lnTo>
                  <a:lnTo>
                    <a:pt x="3935612" y="51051"/>
                  </a:lnTo>
                  <a:lnTo>
                    <a:pt x="3927788" y="51051"/>
                  </a:lnTo>
                  <a:lnTo>
                    <a:pt x="3919963" y="51051"/>
                  </a:lnTo>
                  <a:lnTo>
                    <a:pt x="3912139" y="51051"/>
                  </a:lnTo>
                  <a:lnTo>
                    <a:pt x="3904315" y="51051"/>
                  </a:lnTo>
                  <a:lnTo>
                    <a:pt x="3896491" y="51051"/>
                  </a:lnTo>
                  <a:lnTo>
                    <a:pt x="3888666" y="51051"/>
                  </a:lnTo>
                  <a:lnTo>
                    <a:pt x="3880842" y="51051"/>
                  </a:lnTo>
                  <a:lnTo>
                    <a:pt x="3873018" y="51051"/>
                  </a:lnTo>
                  <a:lnTo>
                    <a:pt x="3865193" y="51051"/>
                  </a:lnTo>
                  <a:lnTo>
                    <a:pt x="3857369" y="51051"/>
                  </a:lnTo>
                  <a:lnTo>
                    <a:pt x="3849545" y="51051"/>
                  </a:lnTo>
                  <a:lnTo>
                    <a:pt x="3841721" y="51051"/>
                  </a:lnTo>
                  <a:lnTo>
                    <a:pt x="3833896" y="51051"/>
                  </a:lnTo>
                  <a:lnTo>
                    <a:pt x="3826072" y="51051"/>
                  </a:lnTo>
                  <a:lnTo>
                    <a:pt x="3818248" y="51051"/>
                  </a:lnTo>
                  <a:lnTo>
                    <a:pt x="3810424" y="51051"/>
                  </a:lnTo>
                  <a:lnTo>
                    <a:pt x="3802599" y="51051"/>
                  </a:lnTo>
                  <a:lnTo>
                    <a:pt x="3794775" y="51051"/>
                  </a:lnTo>
                  <a:lnTo>
                    <a:pt x="3786951" y="51051"/>
                  </a:lnTo>
                  <a:lnTo>
                    <a:pt x="3779126" y="51051"/>
                  </a:lnTo>
                  <a:lnTo>
                    <a:pt x="3771302" y="51051"/>
                  </a:lnTo>
                  <a:lnTo>
                    <a:pt x="3763478" y="51051"/>
                  </a:lnTo>
                  <a:lnTo>
                    <a:pt x="3755654" y="51051"/>
                  </a:lnTo>
                  <a:lnTo>
                    <a:pt x="3747829" y="51051"/>
                  </a:lnTo>
                  <a:lnTo>
                    <a:pt x="3740005" y="51051"/>
                  </a:lnTo>
                  <a:lnTo>
                    <a:pt x="3732181" y="51051"/>
                  </a:lnTo>
                  <a:lnTo>
                    <a:pt x="3724356" y="51051"/>
                  </a:lnTo>
                  <a:lnTo>
                    <a:pt x="3716532" y="51051"/>
                  </a:lnTo>
                  <a:lnTo>
                    <a:pt x="3708708" y="51051"/>
                  </a:lnTo>
                  <a:lnTo>
                    <a:pt x="3700884" y="51051"/>
                  </a:lnTo>
                  <a:lnTo>
                    <a:pt x="3693059" y="51051"/>
                  </a:lnTo>
                  <a:lnTo>
                    <a:pt x="3685235" y="51051"/>
                  </a:lnTo>
                  <a:lnTo>
                    <a:pt x="3677411" y="51051"/>
                  </a:lnTo>
                  <a:lnTo>
                    <a:pt x="3669586" y="51051"/>
                  </a:lnTo>
                  <a:lnTo>
                    <a:pt x="3661762" y="51051"/>
                  </a:lnTo>
                  <a:lnTo>
                    <a:pt x="3653938" y="51051"/>
                  </a:lnTo>
                  <a:lnTo>
                    <a:pt x="3646114" y="51051"/>
                  </a:lnTo>
                  <a:lnTo>
                    <a:pt x="3638289" y="51051"/>
                  </a:lnTo>
                  <a:lnTo>
                    <a:pt x="3630465" y="51051"/>
                  </a:lnTo>
                  <a:lnTo>
                    <a:pt x="3622641" y="51051"/>
                  </a:lnTo>
                  <a:lnTo>
                    <a:pt x="3614817" y="51051"/>
                  </a:lnTo>
                  <a:lnTo>
                    <a:pt x="3606992" y="51051"/>
                  </a:lnTo>
                  <a:lnTo>
                    <a:pt x="3599168" y="51051"/>
                  </a:lnTo>
                  <a:lnTo>
                    <a:pt x="3591344" y="51051"/>
                  </a:lnTo>
                  <a:lnTo>
                    <a:pt x="3583519" y="51051"/>
                  </a:lnTo>
                  <a:lnTo>
                    <a:pt x="3575695" y="51051"/>
                  </a:lnTo>
                  <a:lnTo>
                    <a:pt x="3567871" y="51051"/>
                  </a:lnTo>
                  <a:lnTo>
                    <a:pt x="3560047" y="51051"/>
                  </a:lnTo>
                  <a:lnTo>
                    <a:pt x="3552222" y="51051"/>
                  </a:lnTo>
                  <a:lnTo>
                    <a:pt x="3544398" y="51051"/>
                  </a:lnTo>
                  <a:lnTo>
                    <a:pt x="3536574" y="51051"/>
                  </a:lnTo>
                  <a:lnTo>
                    <a:pt x="3528749" y="51051"/>
                  </a:lnTo>
                  <a:lnTo>
                    <a:pt x="3520925" y="51051"/>
                  </a:lnTo>
                  <a:lnTo>
                    <a:pt x="3513101" y="51051"/>
                  </a:lnTo>
                  <a:lnTo>
                    <a:pt x="3505277" y="51051"/>
                  </a:lnTo>
                  <a:lnTo>
                    <a:pt x="3497452" y="51051"/>
                  </a:lnTo>
                  <a:lnTo>
                    <a:pt x="3489628" y="51051"/>
                  </a:lnTo>
                  <a:lnTo>
                    <a:pt x="3481804" y="51051"/>
                  </a:lnTo>
                  <a:lnTo>
                    <a:pt x="3473980" y="51051"/>
                  </a:lnTo>
                  <a:lnTo>
                    <a:pt x="3466155" y="51051"/>
                  </a:lnTo>
                  <a:lnTo>
                    <a:pt x="3458331" y="51051"/>
                  </a:lnTo>
                  <a:lnTo>
                    <a:pt x="3450507" y="51051"/>
                  </a:lnTo>
                  <a:lnTo>
                    <a:pt x="3442682" y="51051"/>
                  </a:lnTo>
                  <a:lnTo>
                    <a:pt x="3434858" y="51051"/>
                  </a:lnTo>
                  <a:lnTo>
                    <a:pt x="3427034" y="51051"/>
                  </a:lnTo>
                  <a:lnTo>
                    <a:pt x="3419210" y="51051"/>
                  </a:lnTo>
                  <a:lnTo>
                    <a:pt x="3411385" y="51051"/>
                  </a:lnTo>
                  <a:lnTo>
                    <a:pt x="3403561" y="51051"/>
                  </a:lnTo>
                  <a:lnTo>
                    <a:pt x="3395737" y="51051"/>
                  </a:lnTo>
                  <a:lnTo>
                    <a:pt x="3387912" y="51051"/>
                  </a:lnTo>
                  <a:lnTo>
                    <a:pt x="3380088" y="51051"/>
                  </a:lnTo>
                  <a:lnTo>
                    <a:pt x="3372264" y="51051"/>
                  </a:lnTo>
                  <a:lnTo>
                    <a:pt x="3364440" y="51051"/>
                  </a:lnTo>
                  <a:lnTo>
                    <a:pt x="3356615" y="51051"/>
                  </a:lnTo>
                  <a:lnTo>
                    <a:pt x="3348791" y="51051"/>
                  </a:lnTo>
                  <a:lnTo>
                    <a:pt x="3340967" y="51051"/>
                  </a:lnTo>
                  <a:lnTo>
                    <a:pt x="3333142" y="51051"/>
                  </a:lnTo>
                  <a:lnTo>
                    <a:pt x="3325318" y="51051"/>
                  </a:lnTo>
                  <a:lnTo>
                    <a:pt x="3317494" y="51051"/>
                  </a:lnTo>
                  <a:lnTo>
                    <a:pt x="3309670" y="51051"/>
                  </a:lnTo>
                  <a:lnTo>
                    <a:pt x="3301845" y="51051"/>
                  </a:lnTo>
                  <a:lnTo>
                    <a:pt x="3294021" y="51051"/>
                  </a:lnTo>
                  <a:lnTo>
                    <a:pt x="3286197" y="51051"/>
                  </a:lnTo>
                  <a:lnTo>
                    <a:pt x="3278373" y="51051"/>
                  </a:lnTo>
                  <a:lnTo>
                    <a:pt x="3270548" y="51051"/>
                  </a:lnTo>
                  <a:lnTo>
                    <a:pt x="3262724" y="51051"/>
                  </a:lnTo>
                  <a:lnTo>
                    <a:pt x="3254900" y="51051"/>
                  </a:lnTo>
                  <a:lnTo>
                    <a:pt x="3247075" y="51051"/>
                  </a:lnTo>
                  <a:lnTo>
                    <a:pt x="3239251" y="51051"/>
                  </a:lnTo>
                  <a:lnTo>
                    <a:pt x="3231427" y="51051"/>
                  </a:lnTo>
                  <a:lnTo>
                    <a:pt x="3223603" y="51051"/>
                  </a:lnTo>
                  <a:lnTo>
                    <a:pt x="3215778" y="51051"/>
                  </a:lnTo>
                  <a:lnTo>
                    <a:pt x="3207954" y="51051"/>
                  </a:lnTo>
                  <a:lnTo>
                    <a:pt x="3200130" y="51051"/>
                  </a:lnTo>
                  <a:lnTo>
                    <a:pt x="3192305" y="51051"/>
                  </a:lnTo>
                  <a:lnTo>
                    <a:pt x="3184481" y="51051"/>
                  </a:lnTo>
                  <a:lnTo>
                    <a:pt x="3176657" y="51051"/>
                  </a:lnTo>
                  <a:lnTo>
                    <a:pt x="3168833" y="51051"/>
                  </a:lnTo>
                  <a:lnTo>
                    <a:pt x="3161008" y="51051"/>
                  </a:lnTo>
                  <a:lnTo>
                    <a:pt x="3153184" y="51051"/>
                  </a:lnTo>
                  <a:lnTo>
                    <a:pt x="3145360" y="51051"/>
                  </a:lnTo>
                  <a:lnTo>
                    <a:pt x="3137536" y="51051"/>
                  </a:lnTo>
                  <a:lnTo>
                    <a:pt x="3129711" y="51051"/>
                  </a:lnTo>
                  <a:lnTo>
                    <a:pt x="3121887" y="51051"/>
                  </a:lnTo>
                  <a:lnTo>
                    <a:pt x="3114063" y="51051"/>
                  </a:lnTo>
                  <a:lnTo>
                    <a:pt x="3106238" y="51051"/>
                  </a:lnTo>
                  <a:lnTo>
                    <a:pt x="3098414" y="51051"/>
                  </a:lnTo>
                  <a:lnTo>
                    <a:pt x="3090590" y="51051"/>
                  </a:lnTo>
                  <a:lnTo>
                    <a:pt x="3082766" y="51051"/>
                  </a:lnTo>
                  <a:lnTo>
                    <a:pt x="3074941" y="51051"/>
                  </a:lnTo>
                  <a:lnTo>
                    <a:pt x="3067117" y="51051"/>
                  </a:lnTo>
                  <a:lnTo>
                    <a:pt x="3059293" y="51051"/>
                  </a:lnTo>
                  <a:lnTo>
                    <a:pt x="3051468" y="51051"/>
                  </a:lnTo>
                  <a:lnTo>
                    <a:pt x="3043644" y="51051"/>
                  </a:lnTo>
                  <a:lnTo>
                    <a:pt x="3035820" y="51051"/>
                  </a:lnTo>
                  <a:lnTo>
                    <a:pt x="3027996" y="51051"/>
                  </a:lnTo>
                  <a:lnTo>
                    <a:pt x="3020171" y="51051"/>
                  </a:lnTo>
                  <a:lnTo>
                    <a:pt x="3012347" y="51051"/>
                  </a:lnTo>
                  <a:lnTo>
                    <a:pt x="3004523" y="51051"/>
                  </a:lnTo>
                  <a:lnTo>
                    <a:pt x="2996698" y="51051"/>
                  </a:lnTo>
                  <a:lnTo>
                    <a:pt x="2988874" y="51051"/>
                  </a:lnTo>
                  <a:lnTo>
                    <a:pt x="2981050" y="51051"/>
                  </a:lnTo>
                  <a:lnTo>
                    <a:pt x="2973226" y="51051"/>
                  </a:lnTo>
                  <a:lnTo>
                    <a:pt x="2965401" y="51051"/>
                  </a:lnTo>
                  <a:lnTo>
                    <a:pt x="2957577" y="51051"/>
                  </a:lnTo>
                  <a:lnTo>
                    <a:pt x="2949753" y="51051"/>
                  </a:lnTo>
                  <a:lnTo>
                    <a:pt x="2941929" y="51051"/>
                  </a:lnTo>
                  <a:lnTo>
                    <a:pt x="2934104" y="51051"/>
                  </a:lnTo>
                  <a:lnTo>
                    <a:pt x="2926280" y="51051"/>
                  </a:lnTo>
                  <a:lnTo>
                    <a:pt x="2918456" y="51051"/>
                  </a:lnTo>
                  <a:lnTo>
                    <a:pt x="2910631" y="51051"/>
                  </a:lnTo>
                  <a:lnTo>
                    <a:pt x="2902807" y="51051"/>
                  </a:lnTo>
                  <a:lnTo>
                    <a:pt x="2894983" y="51051"/>
                  </a:lnTo>
                  <a:lnTo>
                    <a:pt x="2887159" y="51051"/>
                  </a:lnTo>
                  <a:lnTo>
                    <a:pt x="2879334" y="51051"/>
                  </a:lnTo>
                  <a:lnTo>
                    <a:pt x="2871510" y="51051"/>
                  </a:lnTo>
                  <a:lnTo>
                    <a:pt x="2863686" y="51051"/>
                  </a:lnTo>
                  <a:lnTo>
                    <a:pt x="2855861" y="51051"/>
                  </a:lnTo>
                  <a:lnTo>
                    <a:pt x="2848037" y="51051"/>
                  </a:lnTo>
                  <a:lnTo>
                    <a:pt x="2840213" y="51051"/>
                  </a:lnTo>
                  <a:lnTo>
                    <a:pt x="2832389" y="51051"/>
                  </a:lnTo>
                  <a:lnTo>
                    <a:pt x="2824564" y="51051"/>
                  </a:lnTo>
                  <a:lnTo>
                    <a:pt x="2816740" y="51051"/>
                  </a:lnTo>
                  <a:lnTo>
                    <a:pt x="2808916" y="51051"/>
                  </a:lnTo>
                  <a:lnTo>
                    <a:pt x="2801091" y="51051"/>
                  </a:lnTo>
                  <a:lnTo>
                    <a:pt x="2793267" y="51051"/>
                  </a:lnTo>
                  <a:lnTo>
                    <a:pt x="2785443" y="51051"/>
                  </a:lnTo>
                  <a:lnTo>
                    <a:pt x="2777619" y="51051"/>
                  </a:lnTo>
                  <a:lnTo>
                    <a:pt x="2769794" y="51051"/>
                  </a:lnTo>
                  <a:lnTo>
                    <a:pt x="2761970" y="51051"/>
                  </a:lnTo>
                  <a:lnTo>
                    <a:pt x="2754146" y="51051"/>
                  </a:lnTo>
                  <a:lnTo>
                    <a:pt x="2746322" y="51051"/>
                  </a:lnTo>
                  <a:lnTo>
                    <a:pt x="2738497" y="51051"/>
                  </a:lnTo>
                  <a:lnTo>
                    <a:pt x="2730673" y="51051"/>
                  </a:lnTo>
                  <a:lnTo>
                    <a:pt x="2722849" y="51051"/>
                  </a:lnTo>
                  <a:lnTo>
                    <a:pt x="2715024" y="51051"/>
                  </a:lnTo>
                  <a:lnTo>
                    <a:pt x="2707200" y="51051"/>
                  </a:lnTo>
                  <a:lnTo>
                    <a:pt x="2699376" y="51051"/>
                  </a:lnTo>
                  <a:lnTo>
                    <a:pt x="2691552" y="51051"/>
                  </a:lnTo>
                  <a:lnTo>
                    <a:pt x="2683727" y="51051"/>
                  </a:lnTo>
                  <a:lnTo>
                    <a:pt x="2675903" y="51051"/>
                  </a:lnTo>
                  <a:lnTo>
                    <a:pt x="2668079" y="51051"/>
                  </a:lnTo>
                  <a:lnTo>
                    <a:pt x="2660254" y="51051"/>
                  </a:lnTo>
                  <a:lnTo>
                    <a:pt x="2652430" y="51051"/>
                  </a:lnTo>
                  <a:lnTo>
                    <a:pt x="2644606" y="51051"/>
                  </a:lnTo>
                  <a:lnTo>
                    <a:pt x="2636782" y="51051"/>
                  </a:lnTo>
                  <a:lnTo>
                    <a:pt x="2628957" y="51051"/>
                  </a:lnTo>
                  <a:lnTo>
                    <a:pt x="2621133" y="51051"/>
                  </a:lnTo>
                  <a:lnTo>
                    <a:pt x="2613309" y="51051"/>
                  </a:lnTo>
                  <a:lnTo>
                    <a:pt x="2605485" y="51051"/>
                  </a:lnTo>
                  <a:lnTo>
                    <a:pt x="2597660" y="51051"/>
                  </a:lnTo>
                  <a:lnTo>
                    <a:pt x="2589836" y="51051"/>
                  </a:lnTo>
                  <a:lnTo>
                    <a:pt x="2582012" y="51051"/>
                  </a:lnTo>
                  <a:lnTo>
                    <a:pt x="2574187" y="51051"/>
                  </a:lnTo>
                  <a:lnTo>
                    <a:pt x="2566363" y="51051"/>
                  </a:lnTo>
                  <a:lnTo>
                    <a:pt x="2558539" y="51051"/>
                  </a:lnTo>
                  <a:lnTo>
                    <a:pt x="2550715" y="51051"/>
                  </a:lnTo>
                  <a:lnTo>
                    <a:pt x="2542890" y="51051"/>
                  </a:lnTo>
                  <a:lnTo>
                    <a:pt x="2535066" y="51051"/>
                  </a:lnTo>
                  <a:lnTo>
                    <a:pt x="2527242" y="51051"/>
                  </a:lnTo>
                  <a:lnTo>
                    <a:pt x="2519417" y="51051"/>
                  </a:lnTo>
                  <a:lnTo>
                    <a:pt x="2511593" y="51051"/>
                  </a:lnTo>
                  <a:lnTo>
                    <a:pt x="2503769" y="51051"/>
                  </a:lnTo>
                  <a:lnTo>
                    <a:pt x="2495945" y="51051"/>
                  </a:lnTo>
                  <a:lnTo>
                    <a:pt x="2488120" y="51051"/>
                  </a:lnTo>
                  <a:lnTo>
                    <a:pt x="2480296" y="51051"/>
                  </a:lnTo>
                  <a:lnTo>
                    <a:pt x="2472472" y="51051"/>
                  </a:lnTo>
                  <a:lnTo>
                    <a:pt x="2464647" y="51051"/>
                  </a:lnTo>
                  <a:lnTo>
                    <a:pt x="2456823" y="51051"/>
                  </a:lnTo>
                  <a:lnTo>
                    <a:pt x="2448999" y="51051"/>
                  </a:lnTo>
                  <a:lnTo>
                    <a:pt x="2441175" y="51051"/>
                  </a:lnTo>
                  <a:lnTo>
                    <a:pt x="2433350" y="51051"/>
                  </a:lnTo>
                  <a:lnTo>
                    <a:pt x="2425526" y="51051"/>
                  </a:lnTo>
                  <a:lnTo>
                    <a:pt x="2417702" y="51051"/>
                  </a:lnTo>
                  <a:lnTo>
                    <a:pt x="2409878" y="51051"/>
                  </a:lnTo>
                  <a:lnTo>
                    <a:pt x="2402053" y="51051"/>
                  </a:lnTo>
                  <a:lnTo>
                    <a:pt x="2394229" y="51051"/>
                  </a:lnTo>
                  <a:lnTo>
                    <a:pt x="2386405" y="51051"/>
                  </a:lnTo>
                  <a:lnTo>
                    <a:pt x="2378580" y="51051"/>
                  </a:lnTo>
                  <a:lnTo>
                    <a:pt x="2370756" y="51051"/>
                  </a:lnTo>
                  <a:lnTo>
                    <a:pt x="2362932" y="51051"/>
                  </a:lnTo>
                  <a:lnTo>
                    <a:pt x="2355108" y="51051"/>
                  </a:lnTo>
                  <a:lnTo>
                    <a:pt x="2347283" y="51051"/>
                  </a:lnTo>
                  <a:lnTo>
                    <a:pt x="2339459" y="51051"/>
                  </a:lnTo>
                  <a:lnTo>
                    <a:pt x="2331635" y="51051"/>
                  </a:lnTo>
                  <a:lnTo>
                    <a:pt x="2323810" y="51051"/>
                  </a:lnTo>
                  <a:lnTo>
                    <a:pt x="2315986" y="51051"/>
                  </a:lnTo>
                  <a:lnTo>
                    <a:pt x="2308162" y="51051"/>
                  </a:lnTo>
                  <a:lnTo>
                    <a:pt x="2300338" y="51051"/>
                  </a:lnTo>
                  <a:lnTo>
                    <a:pt x="2292513" y="51051"/>
                  </a:lnTo>
                  <a:lnTo>
                    <a:pt x="2284689" y="51051"/>
                  </a:lnTo>
                  <a:lnTo>
                    <a:pt x="2276865" y="51051"/>
                  </a:lnTo>
                  <a:lnTo>
                    <a:pt x="2269040" y="51051"/>
                  </a:lnTo>
                  <a:lnTo>
                    <a:pt x="2261216" y="51051"/>
                  </a:lnTo>
                  <a:lnTo>
                    <a:pt x="2253392" y="51051"/>
                  </a:lnTo>
                  <a:lnTo>
                    <a:pt x="2245568" y="51051"/>
                  </a:lnTo>
                  <a:lnTo>
                    <a:pt x="2237743" y="51051"/>
                  </a:lnTo>
                  <a:lnTo>
                    <a:pt x="2229919" y="51051"/>
                  </a:lnTo>
                  <a:lnTo>
                    <a:pt x="2222095" y="51051"/>
                  </a:lnTo>
                  <a:lnTo>
                    <a:pt x="2214271" y="51051"/>
                  </a:lnTo>
                  <a:lnTo>
                    <a:pt x="2206446" y="51051"/>
                  </a:lnTo>
                  <a:lnTo>
                    <a:pt x="2198622" y="51051"/>
                  </a:lnTo>
                  <a:lnTo>
                    <a:pt x="2190798" y="51051"/>
                  </a:lnTo>
                  <a:lnTo>
                    <a:pt x="2182973" y="51051"/>
                  </a:lnTo>
                  <a:lnTo>
                    <a:pt x="2175149" y="51051"/>
                  </a:lnTo>
                  <a:lnTo>
                    <a:pt x="2167325" y="51051"/>
                  </a:lnTo>
                  <a:lnTo>
                    <a:pt x="2159501" y="51051"/>
                  </a:lnTo>
                  <a:lnTo>
                    <a:pt x="2151676" y="51051"/>
                  </a:lnTo>
                  <a:lnTo>
                    <a:pt x="2143852" y="51051"/>
                  </a:lnTo>
                  <a:lnTo>
                    <a:pt x="2136028" y="51051"/>
                  </a:lnTo>
                  <a:lnTo>
                    <a:pt x="2128203" y="51051"/>
                  </a:lnTo>
                  <a:lnTo>
                    <a:pt x="2120379" y="51051"/>
                  </a:lnTo>
                  <a:lnTo>
                    <a:pt x="2112555" y="51051"/>
                  </a:lnTo>
                  <a:lnTo>
                    <a:pt x="2104731" y="51051"/>
                  </a:lnTo>
                  <a:lnTo>
                    <a:pt x="2096906" y="51051"/>
                  </a:lnTo>
                  <a:lnTo>
                    <a:pt x="2089082" y="51051"/>
                  </a:lnTo>
                  <a:lnTo>
                    <a:pt x="2081258" y="51051"/>
                  </a:lnTo>
                  <a:lnTo>
                    <a:pt x="2073434" y="51051"/>
                  </a:lnTo>
                  <a:lnTo>
                    <a:pt x="2065609" y="51051"/>
                  </a:lnTo>
                  <a:lnTo>
                    <a:pt x="2057785" y="51051"/>
                  </a:lnTo>
                  <a:lnTo>
                    <a:pt x="2049961" y="51051"/>
                  </a:lnTo>
                  <a:lnTo>
                    <a:pt x="2042136" y="51051"/>
                  </a:lnTo>
                  <a:lnTo>
                    <a:pt x="2034312" y="51051"/>
                  </a:lnTo>
                  <a:lnTo>
                    <a:pt x="2026488" y="51051"/>
                  </a:lnTo>
                  <a:lnTo>
                    <a:pt x="2018664" y="51051"/>
                  </a:lnTo>
                  <a:lnTo>
                    <a:pt x="2010839" y="51051"/>
                  </a:lnTo>
                  <a:lnTo>
                    <a:pt x="2003015" y="51051"/>
                  </a:lnTo>
                  <a:lnTo>
                    <a:pt x="1995191" y="51051"/>
                  </a:lnTo>
                  <a:lnTo>
                    <a:pt x="1987366" y="51051"/>
                  </a:lnTo>
                  <a:lnTo>
                    <a:pt x="1979542" y="51051"/>
                  </a:lnTo>
                  <a:lnTo>
                    <a:pt x="1971718" y="51051"/>
                  </a:lnTo>
                  <a:lnTo>
                    <a:pt x="1963894" y="51051"/>
                  </a:lnTo>
                  <a:lnTo>
                    <a:pt x="1956069" y="51051"/>
                  </a:lnTo>
                  <a:lnTo>
                    <a:pt x="1948245" y="51051"/>
                  </a:lnTo>
                  <a:lnTo>
                    <a:pt x="1940421" y="51051"/>
                  </a:lnTo>
                  <a:lnTo>
                    <a:pt x="1932596" y="51051"/>
                  </a:lnTo>
                  <a:lnTo>
                    <a:pt x="1924772" y="51051"/>
                  </a:lnTo>
                  <a:lnTo>
                    <a:pt x="1916948" y="51051"/>
                  </a:lnTo>
                  <a:lnTo>
                    <a:pt x="1909124" y="51051"/>
                  </a:lnTo>
                  <a:lnTo>
                    <a:pt x="1901299" y="51051"/>
                  </a:lnTo>
                  <a:lnTo>
                    <a:pt x="1893475" y="51051"/>
                  </a:lnTo>
                  <a:lnTo>
                    <a:pt x="1885651" y="51051"/>
                  </a:lnTo>
                  <a:lnTo>
                    <a:pt x="1877827" y="51051"/>
                  </a:lnTo>
                  <a:lnTo>
                    <a:pt x="1870002" y="51051"/>
                  </a:lnTo>
                  <a:lnTo>
                    <a:pt x="1862178" y="51051"/>
                  </a:lnTo>
                  <a:lnTo>
                    <a:pt x="1854354" y="51051"/>
                  </a:lnTo>
                  <a:lnTo>
                    <a:pt x="1846529" y="51051"/>
                  </a:lnTo>
                  <a:lnTo>
                    <a:pt x="1838705" y="51051"/>
                  </a:lnTo>
                  <a:lnTo>
                    <a:pt x="1830881" y="51051"/>
                  </a:lnTo>
                  <a:lnTo>
                    <a:pt x="1823057" y="51051"/>
                  </a:lnTo>
                  <a:lnTo>
                    <a:pt x="1815232" y="51051"/>
                  </a:lnTo>
                  <a:lnTo>
                    <a:pt x="1807408" y="51051"/>
                  </a:lnTo>
                  <a:lnTo>
                    <a:pt x="1799584" y="51051"/>
                  </a:lnTo>
                  <a:lnTo>
                    <a:pt x="1791759" y="51051"/>
                  </a:lnTo>
                  <a:lnTo>
                    <a:pt x="1783935" y="51051"/>
                  </a:lnTo>
                  <a:lnTo>
                    <a:pt x="1776111" y="51051"/>
                  </a:lnTo>
                  <a:lnTo>
                    <a:pt x="1768287" y="51051"/>
                  </a:lnTo>
                  <a:lnTo>
                    <a:pt x="1760462" y="51051"/>
                  </a:lnTo>
                  <a:lnTo>
                    <a:pt x="1752638" y="51051"/>
                  </a:lnTo>
                  <a:lnTo>
                    <a:pt x="1744814" y="51051"/>
                  </a:lnTo>
                  <a:lnTo>
                    <a:pt x="1736990" y="51051"/>
                  </a:lnTo>
                  <a:lnTo>
                    <a:pt x="1729165" y="51051"/>
                  </a:lnTo>
                  <a:lnTo>
                    <a:pt x="1721341" y="51051"/>
                  </a:lnTo>
                  <a:lnTo>
                    <a:pt x="1713517" y="51051"/>
                  </a:lnTo>
                  <a:lnTo>
                    <a:pt x="1705692" y="51051"/>
                  </a:lnTo>
                  <a:lnTo>
                    <a:pt x="1697868" y="51051"/>
                  </a:lnTo>
                  <a:lnTo>
                    <a:pt x="1690044" y="51051"/>
                  </a:lnTo>
                  <a:lnTo>
                    <a:pt x="1682220" y="51051"/>
                  </a:lnTo>
                  <a:lnTo>
                    <a:pt x="1674395" y="51051"/>
                  </a:lnTo>
                  <a:lnTo>
                    <a:pt x="1666571" y="51051"/>
                  </a:lnTo>
                  <a:lnTo>
                    <a:pt x="1658747" y="51051"/>
                  </a:lnTo>
                  <a:lnTo>
                    <a:pt x="1650922" y="51051"/>
                  </a:lnTo>
                  <a:lnTo>
                    <a:pt x="1643098" y="51051"/>
                  </a:lnTo>
                  <a:lnTo>
                    <a:pt x="1635274" y="51051"/>
                  </a:lnTo>
                  <a:lnTo>
                    <a:pt x="1627450" y="51051"/>
                  </a:lnTo>
                  <a:lnTo>
                    <a:pt x="1619625" y="51051"/>
                  </a:lnTo>
                  <a:lnTo>
                    <a:pt x="1611801" y="51051"/>
                  </a:lnTo>
                  <a:lnTo>
                    <a:pt x="1603977" y="51051"/>
                  </a:lnTo>
                  <a:lnTo>
                    <a:pt x="1596152" y="51051"/>
                  </a:lnTo>
                  <a:lnTo>
                    <a:pt x="1588328" y="51051"/>
                  </a:lnTo>
                  <a:lnTo>
                    <a:pt x="1580504" y="51051"/>
                  </a:lnTo>
                  <a:lnTo>
                    <a:pt x="1572680" y="51051"/>
                  </a:lnTo>
                  <a:lnTo>
                    <a:pt x="1564855" y="51051"/>
                  </a:lnTo>
                  <a:lnTo>
                    <a:pt x="1557031" y="51051"/>
                  </a:lnTo>
                  <a:lnTo>
                    <a:pt x="1549207" y="51051"/>
                  </a:lnTo>
                  <a:lnTo>
                    <a:pt x="1541383" y="51051"/>
                  </a:lnTo>
                  <a:lnTo>
                    <a:pt x="1533558" y="51051"/>
                  </a:lnTo>
                  <a:lnTo>
                    <a:pt x="1525734" y="51051"/>
                  </a:lnTo>
                  <a:lnTo>
                    <a:pt x="1517910" y="51051"/>
                  </a:lnTo>
                  <a:lnTo>
                    <a:pt x="1510085" y="51051"/>
                  </a:lnTo>
                  <a:lnTo>
                    <a:pt x="1502261" y="51051"/>
                  </a:lnTo>
                  <a:lnTo>
                    <a:pt x="1494437" y="51051"/>
                  </a:lnTo>
                  <a:lnTo>
                    <a:pt x="1486613" y="51051"/>
                  </a:lnTo>
                  <a:lnTo>
                    <a:pt x="1478788" y="51051"/>
                  </a:lnTo>
                  <a:lnTo>
                    <a:pt x="1470964" y="51051"/>
                  </a:lnTo>
                  <a:lnTo>
                    <a:pt x="1463140" y="51051"/>
                  </a:lnTo>
                  <a:lnTo>
                    <a:pt x="1455315" y="51051"/>
                  </a:lnTo>
                  <a:lnTo>
                    <a:pt x="1447491" y="51051"/>
                  </a:lnTo>
                  <a:lnTo>
                    <a:pt x="1439667" y="51051"/>
                  </a:lnTo>
                  <a:lnTo>
                    <a:pt x="1431843" y="51051"/>
                  </a:lnTo>
                  <a:lnTo>
                    <a:pt x="1424018" y="51051"/>
                  </a:lnTo>
                  <a:lnTo>
                    <a:pt x="1416194" y="51051"/>
                  </a:lnTo>
                  <a:lnTo>
                    <a:pt x="1408370" y="51051"/>
                  </a:lnTo>
                  <a:lnTo>
                    <a:pt x="1400545" y="51051"/>
                  </a:lnTo>
                  <a:lnTo>
                    <a:pt x="1392721" y="51051"/>
                  </a:lnTo>
                  <a:lnTo>
                    <a:pt x="1384897" y="51051"/>
                  </a:lnTo>
                  <a:lnTo>
                    <a:pt x="1377073" y="51051"/>
                  </a:lnTo>
                  <a:lnTo>
                    <a:pt x="1369248" y="51051"/>
                  </a:lnTo>
                  <a:lnTo>
                    <a:pt x="1361424" y="51051"/>
                  </a:lnTo>
                  <a:lnTo>
                    <a:pt x="1353600" y="51051"/>
                  </a:lnTo>
                  <a:lnTo>
                    <a:pt x="1345776" y="51051"/>
                  </a:lnTo>
                  <a:lnTo>
                    <a:pt x="1337951" y="51051"/>
                  </a:lnTo>
                  <a:lnTo>
                    <a:pt x="1330127" y="51051"/>
                  </a:lnTo>
                  <a:lnTo>
                    <a:pt x="1322303" y="51051"/>
                  </a:lnTo>
                  <a:lnTo>
                    <a:pt x="1314478" y="51051"/>
                  </a:lnTo>
                  <a:lnTo>
                    <a:pt x="1306654" y="51051"/>
                  </a:lnTo>
                  <a:lnTo>
                    <a:pt x="1298830" y="51051"/>
                  </a:lnTo>
                  <a:lnTo>
                    <a:pt x="1291006" y="51051"/>
                  </a:lnTo>
                  <a:lnTo>
                    <a:pt x="1283181" y="51051"/>
                  </a:lnTo>
                  <a:lnTo>
                    <a:pt x="1275357" y="51051"/>
                  </a:lnTo>
                  <a:lnTo>
                    <a:pt x="1267533" y="51051"/>
                  </a:lnTo>
                  <a:lnTo>
                    <a:pt x="1259708" y="51051"/>
                  </a:lnTo>
                  <a:lnTo>
                    <a:pt x="1251884" y="51051"/>
                  </a:lnTo>
                  <a:lnTo>
                    <a:pt x="1244060" y="51051"/>
                  </a:lnTo>
                  <a:lnTo>
                    <a:pt x="1236236" y="51051"/>
                  </a:lnTo>
                  <a:lnTo>
                    <a:pt x="1228411" y="51051"/>
                  </a:lnTo>
                  <a:lnTo>
                    <a:pt x="1220587" y="51051"/>
                  </a:lnTo>
                  <a:lnTo>
                    <a:pt x="1212763" y="51051"/>
                  </a:lnTo>
                  <a:lnTo>
                    <a:pt x="1204939" y="51051"/>
                  </a:lnTo>
                  <a:lnTo>
                    <a:pt x="1197114" y="51051"/>
                  </a:lnTo>
                  <a:lnTo>
                    <a:pt x="1189290" y="51051"/>
                  </a:lnTo>
                  <a:lnTo>
                    <a:pt x="1181466" y="51051"/>
                  </a:lnTo>
                  <a:lnTo>
                    <a:pt x="1173641" y="51051"/>
                  </a:lnTo>
                  <a:lnTo>
                    <a:pt x="1165817" y="51051"/>
                  </a:lnTo>
                  <a:lnTo>
                    <a:pt x="1157993" y="51051"/>
                  </a:lnTo>
                  <a:lnTo>
                    <a:pt x="1150169" y="51051"/>
                  </a:lnTo>
                  <a:lnTo>
                    <a:pt x="1142344" y="51051"/>
                  </a:lnTo>
                  <a:lnTo>
                    <a:pt x="1134520" y="51051"/>
                  </a:lnTo>
                  <a:lnTo>
                    <a:pt x="1126696" y="51051"/>
                  </a:lnTo>
                  <a:lnTo>
                    <a:pt x="1118871" y="51051"/>
                  </a:lnTo>
                  <a:lnTo>
                    <a:pt x="1111047" y="51051"/>
                  </a:lnTo>
                  <a:lnTo>
                    <a:pt x="1103223" y="51051"/>
                  </a:lnTo>
                  <a:lnTo>
                    <a:pt x="1095399" y="51051"/>
                  </a:lnTo>
                  <a:lnTo>
                    <a:pt x="1087574" y="51051"/>
                  </a:lnTo>
                  <a:lnTo>
                    <a:pt x="1079750" y="51051"/>
                  </a:lnTo>
                  <a:lnTo>
                    <a:pt x="1071926" y="51051"/>
                  </a:lnTo>
                  <a:lnTo>
                    <a:pt x="1064101" y="51051"/>
                  </a:lnTo>
                  <a:lnTo>
                    <a:pt x="1056277" y="51051"/>
                  </a:lnTo>
                  <a:lnTo>
                    <a:pt x="1048453" y="51051"/>
                  </a:lnTo>
                  <a:lnTo>
                    <a:pt x="1040629" y="51051"/>
                  </a:lnTo>
                  <a:lnTo>
                    <a:pt x="1032804" y="51051"/>
                  </a:lnTo>
                  <a:lnTo>
                    <a:pt x="1024980" y="51051"/>
                  </a:lnTo>
                  <a:lnTo>
                    <a:pt x="1017156" y="51051"/>
                  </a:lnTo>
                  <a:lnTo>
                    <a:pt x="1009332" y="51051"/>
                  </a:lnTo>
                  <a:lnTo>
                    <a:pt x="1001507" y="51051"/>
                  </a:lnTo>
                  <a:lnTo>
                    <a:pt x="993683" y="51051"/>
                  </a:lnTo>
                  <a:lnTo>
                    <a:pt x="985859" y="51051"/>
                  </a:lnTo>
                  <a:lnTo>
                    <a:pt x="978034" y="51051"/>
                  </a:lnTo>
                  <a:lnTo>
                    <a:pt x="970210" y="51051"/>
                  </a:lnTo>
                  <a:lnTo>
                    <a:pt x="962386" y="51051"/>
                  </a:lnTo>
                  <a:lnTo>
                    <a:pt x="954562" y="51051"/>
                  </a:lnTo>
                  <a:lnTo>
                    <a:pt x="946737" y="51051"/>
                  </a:lnTo>
                  <a:lnTo>
                    <a:pt x="938913" y="51051"/>
                  </a:lnTo>
                  <a:lnTo>
                    <a:pt x="931089" y="51051"/>
                  </a:lnTo>
                  <a:lnTo>
                    <a:pt x="923264" y="51051"/>
                  </a:lnTo>
                  <a:lnTo>
                    <a:pt x="915440" y="51051"/>
                  </a:lnTo>
                  <a:lnTo>
                    <a:pt x="907616" y="51051"/>
                  </a:lnTo>
                  <a:lnTo>
                    <a:pt x="899792" y="51051"/>
                  </a:lnTo>
                  <a:lnTo>
                    <a:pt x="891967" y="51051"/>
                  </a:lnTo>
                  <a:lnTo>
                    <a:pt x="884143" y="51051"/>
                  </a:lnTo>
                  <a:lnTo>
                    <a:pt x="876319" y="51051"/>
                  </a:lnTo>
                  <a:lnTo>
                    <a:pt x="868495" y="51051"/>
                  </a:lnTo>
                  <a:lnTo>
                    <a:pt x="860670" y="51051"/>
                  </a:lnTo>
                  <a:lnTo>
                    <a:pt x="852846" y="51051"/>
                  </a:lnTo>
                  <a:lnTo>
                    <a:pt x="845022" y="51051"/>
                  </a:lnTo>
                  <a:lnTo>
                    <a:pt x="837197" y="51051"/>
                  </a:lnTo>
                  <a:lnTo>
                    <a:pt x="829373" y="51051"/>
                  </a:lnTo>
                  <a:lnTo>
                    <a:pt x="821549" y="51051"/>
                  </a:lnTo>
                  <a:lnTo>
                    <a:pt x="813725" y="51051"/>
                  </a:lnTo>
                  <a:lnTo>
                    <a:pt x="805900" y="51051"/>
                  </a:lnTo>
                  <a:lnTo>
                    <a:pt x="798076" y="51051"/>
                  </a:lnTo>
                  <a:lnTo>
                    <a:pt x="790252" y="51051"/>
                  </a:lnTo>
                  <a:lnTo>
                    <a:pt x="782427" y="51051"/>
                  </a:lnTo>
                  <a:lnTo>
                    <a:pt x="774603" y="51051"/>
                  </a:lnTo>
                  <a:lnTo>
                    <a:pt x="766779" y="51051"/>
                  </a:lnTo>
                  <a:lnTo>
                    <a:pt x="758955" y="51051"/>
                  </a:lnTo>
                  <a:lnTo>
                    <a:pt x="751130" y="51051"/>
                  </a:lnTo>
                  <a:lnTo>
                    <a:pt x="743306" y="51051"/>
                  </a:lnTo>
                  <a:lnTo>
                    <a:pt x="735482" y="51051"/>
                  </a:lnTo>
                  <a:lnTo>
                    <a:pt x="727657" y="51051"/>
                  </a:lnTo>
                  <a:lnTo>
                    <a:pt x="719833" y="51051"/>
                  </a:lnTo>
                  <a:lnTo>
                    <a:pt x="712009" y="51051"/>
                  </a:lnTo>
                  <a:lnTo>
                    <a:pt x="704185" y="51051"/>
                  </a:lnTo>
                  <a:lnTo>
                    <a:pt x="696360" y="51051"/>
                  </a:lnTo>
                  <a:lnTo>
                    <a:pt x="688536" y="51051"/>
                  </a:lnTo>
                  <a:lnTo>
                    <a:pt x="680712" y="51051"/>
                  </a:lnTo>
                  <a:lnTo>
                    <a:pt x="672888" y="51051"/>
                  </a:lnTo>
                  <a:lnTo>
                    <a:pt x="665063" y="51051"/>
                  </a:lnTo>
                  <a:lnTo>
                    <a:pt x="657239" y="51051"/>
                  </a:lnTo>
                  <a:lnTo>
                    <a:pt x="649415" y="51051"/>
                  </a:lnTo>
                  <a:lnTo>
                    <a:pt x="641590" y="51051"/>
                  </a:lnTo>
                  <a:lnTo>
                    <a:pt x="633766" y="51051"/>
                  </a:lnTo>
                  <a:lnTo>
                    <a:pt x="625942" y="51051"/>
                  </a:lnTo>
                  <a:lnTo>
                    <a:pt x="618118" y="51051"/>
                  </a:lnTo>
                  <a:lnTo>
                    <a:pt x="610293" y="51051"/>
                  </a:lnTo>
                  <a:lnTo>
                    <a:pt x="602469" y="51051"/>
                  </a:lnTo>
                  <a:lnTo>
                    <a:pt x="594645" y="51051"/>
                  </a:lnTo>
                  <a:lnTo>
                    <a:pt x="586820" y="51051"/>
                  </a:lnTo>
                  <a:lnTo>
                    <a:pt x="578996" y="51051"/>
                  </a:lnTo>
                  <a:lnTo>
                    <a:pt x="571172" y="51051"/>
                  </a:lnTo>
                  <a:lnTo>
                    <a:pt x="563348" y="51051"/>
                  </a:lnTo>
                  <a:lnTo>
                    <a:pt x="555523" y="51051"/>
                  </a:lnTo>
                  <a:lnTo>
                    <a:pt x="547699" y="51051"/>
                  </a:lnTo>
                  <a:lnTo>
                    <a:pt x="539875" y="51051"/>
                  </a:lnTo>
                  <a:lnTo>
                    <a:pt x="532050" y="51051"/>
                  </a:lnTo>
                  <a:lnTo>
                    <a:pt x="524226" y="51051"/>
                  </a:lnTo>
                  <a:lnTo>
                    <a:pt x="516402" y="51051"/>
                  </a:lnTo>
                  <a:lnTo>
                    <a:pt x="508578" y="51051"/>
                  </a:lnTo>
                  <a:lnTo>
                    <a:pt x="500753" y="51051"/>
                  </a:lnTo>
                  <a:lnTo>
                    <a:pt x="492929" y="51051"/>
                  </a:lnTo>
                  <a:lnTo>
                    <a:pt x="485105" y="51051"/>
                  </a:lnTo>
                  <a:lnTo>
                    <a:pt x="477281" y="51051"/>
                  </a:lnTo>
                  <a:lnTo>
                    <a:pt x="469456" y="51051"/>
                  </a:lnTo>
                  <a:lnTo>
                    <a:pt x="461632" y="51051"/>
                  </a:lnTo>
                  <a:lnTo>
                    <a:pt x="453808" y="51051"/>
                  </a:lnTo>
                  <a:lnTo>
                    <a:pt x="445983" y="51051"/>
                  </a:lnTo>
                  <a:lnTo>
                    <a:pt x="438159" y="51051"/>
                  </a:lnTo>
                  <a:lnTo>
                    <a:pt x="430335" y="51051"/>
                  </a:lnTo>
                  <a:lnTo>
                    <a:pt x="422511" y="51051"/>
                  </a:lnTo>
                  <a:lnTo>
                    <a:pt x="414686" y="51051"/>
                  </a:lnTo>
                  <a:lnTo>
                    <a:pt x="406862" y="51051"/>
                  </a:lnTo>
                  <a:lnTo>
                    <a:pt x="399038" y="51051"/>
                  </a:lnTo>
                  <a:lnTo>
                    <a:pt x="391213" y="51051"/>
                  </a:lnTo>
                  <a:lnTo>
                    <a:pt x="383389" y="51051"/>
                  </a:lnTo>
                  <a:lnTo>
                    <a:pt x="375565" y="51051"/>
                  </a:lnTo>
                  <a:lnTo>
                    <a:pt x="367741" y="51051"/>
                  </a:lnTo>
                  <a:lnTo>
                    <a:pt x="359916" y="51051"/>
                  </a:lnTo>
                  <a:lnTo>
                    <a:pt x="352092" y="51051"/>
                  </a:lnTo>
                  <a:lnTo>
                    <a:pt x="344268" y="51051"/>
                  </a:lnTo>
                  <a:lnTo>
                    <a:pt x="336444" y="51051"/>
                  </a:lnTo>
                  <a:lnTo>
                    <a:pt x="328619" y="51051"/>
                  </a:lnTo>
                  <a:lnTo>
                    <a:pt x="320795" y="51051"/>
                  </a:lnTo>
                  <a:lnTo>
                    <a:pt x="312971" y="51051"/>
                  </a:lnTo>
                  <a:lnTo>
                    <a:pt x="305146" y="51051"/>
                  </a:lnTo>
                  <a:lnTo>
                    <a:pt x="297322" y="51051"/>
                  </a:lnTo>
                  <a:lnTo>
                    <a:pt x="289498" y="51051"/>
                  </a:lnTo>
                  <a:lnTo>
                    <a:pt x="281674" y="51051"/>
                  </a:lnTo>
                  <a:lnTo>
                    <a:pt x="273849" y="51051"/>
                  </a:lnTo>
                  <a:lnTo>
                    <a:pt x="266025" y="51051"/>
                  </a:lnTo>
                  <a:lnTo>
                    <a:pt x="258201" y="51051"/>
                  </a:lnTo>
                  <a:lnTo>
                    <a:pt x="250376" y="51051"/>
                  </a:lnTo>
                  <a:lnTo>
                    <a:pt x="242552" y="51051"/>
                  </a:lnTo>
                  <a:lnTo>
                    <a:pt x="234728" y="51051"/>
                  </a:lnTo>
                  <a:lnTo>
                    <a:pt x="226904" y="51051"/>
                  </a:lnTo>
                  <a:lnTo>
                    <a:pt x="219079" y="51051"/>
                  </a:lnTo>
                  <a:lnTo>
                    <a:pt x="211255" y="51051"/>
                  </a:lnTo>
                  <a:lnTo>
                    <a:pt x="203431" y="51051"/>
                  </a:lnTo>
                  <a:lnTo>
                    <a:pt x="195606" y="51051"/>
                  </a:lnTo>
                  <a:lnTo>
                    <a:pt x="187782" y="51051"/>
                  </a:lnTo>
                  <a:lnTo>
                    <a:pt x="179958" y="51051"/>
                  </a:lnTo>
                  <a:lnTo>
                    <a:pt x="172134" y="51051"/>
                  </a:lnTo>
                  <a:lnTo>
                    <a:pt x="164309" y="51051"/>
                  </a:lnTo>
                  <a:lnTo>
                    <a:pt x="156485" y="51051"/>
                  </a:lnTo>
                  <a:lnTo>
                    <a:pt x="148661" y="51051"/>
                  </a:lnTo>
                  <a:lnTo>
                    <a:pt x="140837" y="51051"/>
                  </a:lnTo>
                  <a:lnTo>
                    <a:pt x="133012" y="51051"/>
                  </a:lnTo>
                  <a:lnTo>
                    <a:pt x="125188" y="51051"/>
                  </a:lnTo>
                  <a:lnTo>
                    <a:pt x="117364" y="51051"/>
                  </a:lnTo>
                  <a:lnTo>
                    <a:pt x="109539" y="51051"/>
                  </a:lnTo>
                  <a:lnTo>
                    <a:pt x="101715" y="51051"/>
                  </a:lnTo>
                  <a:lnTo>
                    <a:pt x="93891" y="51051"/>
                  </a:lnTo>
                  <a:lnTo>
                    <a:pt x="86067" y="51051"/>
                  </a:lnTo>
                  <a:lnTo>
                    <a:pt x="78242" y="51051"/>
                  </a:lnTo>
                  <a:lnTo>
                    <a:pt x="70418" y="51051"/>
                  </a:lnTo>
                  <a:lnTo>
                    <a:pt x="62594" y="51051"/>
                  </a:lnTo>
                  <a:lnTo>
                    <a:pt x="54769" y="51051"/>
                  </a:lnTo>
                  <a:lnTo>
                    <a:pt x="46945" y="51051"/>
                  </a:lnTo>
                  <a:lnTo>
                    <a:pt x="39121" y="51051"/>
                  </a:lnTo>
                  <a:lnTo>
                    <a:pt x="31297" y="51051"/>
                  </a:lnTo>
                  <a:lnTo>
                    <a:pt x="23472" y="51051"/>
                  </a:lnTo>
                  <a:lnTo>
                    <a:pt x="15648" y="51051"/>
                  </a:lnTo>
                  <a:lnTo>
                    <a:pt x="7824" y="51051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4" name="pl474"/>
            <p:cNvSpPr/>
            <p:nvPr/>
          </p:nvSpPr>
          <p:spPr>
            <a:xfrm>
              <a:off x="7848093" y="4743681"/>
              <a:ext cx="3998206" cy="51051"/>
            </a:xfrm>
            <a:custGeom>
              <a:avLst/>
              <a:pathLst>
                <a:path w="3998206" h="51051">
                  <a:moveTo>
                    <a:pt x="0" y="51051"/>
                  </a:moveTo>
                  <a:lnTo>
                    <a:pt x="7824" y="51051"/>
                  </a:lnTo>
                  <a:lnTo>
                    <a:pt x="15648" y="51051"/>
                  </a:lnTo>
                  <a:lnTo>
                    <a:pt x="23472" y="51051"/>
                  </a:lnTo>
                  <a:lnTo>
                    <a:pt x="31297" y="51051"/>
                  </a:lnTo>
                  <a:lnTo>
                    <a:pt x="39121" y="51051"/>
                  </a:lnTo>
                  <a:lnTo>
                    <a:pt x="46945" y="51051"/>
                  </a:lnTo>
                  <a:lnTo>
                    <a:pt x="54769" y="51051"/>
                  </a:lnTo>
                  <a:lnTo>
                    <a:pt x="62594" y="51051"/>
                  </a:lnTo>
                  <a:lnTo>
                    <a:pt x="70418" y="51051"/>
                  </a:lnTo>
                  <a:lnTo>
                    <a:pt x="78242" y="51051"/>
                  </a:lnTo>
                  <a:lnTo>
                    <a:pt x="86067" y="51051"/>
                  </a:lnTo>
                  <a:lnTo>
                    <a:pt x="93891" y="51051"/>
                  </a:lnTo>
                  <a:lnTo>
                    <a:pt x="101715" y="51051"/>
                  </a:lnTo>
                  <a:lnTo>
                    <a:pt x="109539" y="51051"/>
                  </a:lnTo>
                  <a:lnTo>
                    <a:pt x="117364" y="51051"/>
                  </a:lnTo>
                  <a:lnTo>
                    <a:pt x="125188" y="51051"/>
                  </a:lnTo>
                  <a:lnTo>
                    <a:pt x="133012" y="51051"/>
                  </a:lnTo>
                  <a:lnTo>
                    <a:pt x="140837" y="51051"/>
                  </a:lnTo>
                  <a:lnTo>
                    <a:pt x="148661" y="51051"/>
                  </a:lnTo>
                  <a:lnTo>
                    <a:pt x="156485" y="51051"/>
                  </a:lnTo>
                  <a:lnTo>
                    <a:pt x="164309" y="51051"/>
                  </a:lnTo>
                  <a:lnTo>
                    <a:pt x="172134" y="51051"/>
                  </a:lnTo>
                  <a:lnTo>
                    <a:pt x="179958" y="51051"/>
                  </a:lnTo>
                  <a:lnTo>
                    <a:pt x="187782" y="51051"/>
                  </a:lnTo>
                  <a:lnTo>
                    <a:pt x="195606" y="51051"/>
                  </a:lnTo>
                  <a:lnTo>
                    <a:pt x="203431" y="51051"/>
                  </a:lnTo>
                  <a:lnTo>
                    <a:pt x="211255" y="51051"/>
                  </a:lnTo>
                  <a:lnTo>
                    <a:pt x="219079" y="51051"/>
                  </a:lnTo>
                  <a:lnTo>
                    <a:pt x="226904" y="51051"/>
                  </a:lnTo>
                  <a:lnTo>
                    <a:pt x="234728" y="51051"/>
                  </a:lnTo>
                  <a:lnTo>
                    <a:pt x="242552" y="51051"/>
                  </a:lnTo>
                  <a:lnTo>
                    <a:pt x="250376" y="51051"/>
                  </a:lnTo>
                  <a:lnTo>
                    <a:pt x="258201" y="51051"/>
                  </a:lnTo>
                  <a:lnTo>
                    <a:pt x="266025" y="51051"/>
                  </a:lnTo>
                  <a:lnTo>
                    <a:pt x="273849" y="51051"/>
                  </a:lnTo>
                  <a:lnTo>
                    <a:pt x="281674" y="51051"/>
                  </a:lnTo>
                  <a:lnTo>
                    <a:pt x="289498" y="51051"/>
                  </a:lnTo>
                  <a:lnTo>
                    <a:pt x="297322" y="51051"/>
                  </a:lnTo>
                  <a:lnTo>
                    <a:pt x="305146" y="51051"/>
                  </a:lnTo>
                  <a:lnTo>
                    <a:pt x="312971" y="51051"/>
                  </a:lnTo>
                  <a:lnTo>
                    <a:pt x="320795" y="51051"/>
                  </a:lnTo>
                  <a:lnTo>
                    <a:pt x="328619" y="51051"/>
                  </a:lnTo>
                  <a:lnTo>
                    <a:pt x="336444" y="51051"/>
                  </a:lnTo>
                  <a:lnTo>
                    <a:pt x="344268" y="51051"/>
                  </a:lnTo>
                  <a:lnTo>
                    <a:pt x="352092" y="51051"/>
                  </a:lnTo>
                  <a:lnTo>
                    <a:pt x="359916" y="51051"/>
                  </a:lnTo>
                  <a:lnTo>
                    <a:pt x="367741" y="51051"/>
                  </a:lnTo>
                  <a:lnTo>
                    <a:pt x="375565" y="51051"/>
                  </a:lnTo>
                  <a:lnTo>
                    <a:pt x="383389" y="51051"/>
                  </a:lnTo>
                  <a:lnTo>
                    <a:pt x="391213" y="51051"/>
                  </a:lnTo>
                  <a:lnTo>
                    <a:pt x="399038" y="51051"/>
                  </a:lnTo>
                  <a:lnTo>
                    <a:pt x="406862" y="51050"/>
                  </a:lnTo>
                  <a:lnTo>
                    <a:pt x="414686" y="51050"/>
                  </a:lnTo>
                  <a:lnTo>
                    <a:pt x="422511" y="51050"/>
                  </a:lnTo>
                  <a:lnTo>
                    <a:pt x="430335" y="51050"/>
                  </a:lnTo>
                  <a:lnTo>
                    <a:pt x="438159" y="51050"/>
                  </a:lnTo>
                  <a:lnTo>
                    <a:pt x="445983" y="51050"/>
                  </a:lnTo>
                  <a:lnTo>
                    <a:pt x="453808" y="51050"/>
                  </a:lnTo>
                  <a:lnTo>
                    <a:pt x="461632" y="51050"/>
                  </a:lnTo>
                  <a:lnTo>
                    <a:pt x="469456" y="51050"/>
                  </a:lnTo>
                  <a:lnTo>
                    <a:pt x="477281" y="51050"/>
                  </a:lnTo>
                  <a:lnTo>
                    <a:pt x="485105" y="51050"/>
                  </a:lnTo>
                  <a:lnTo>
                    <a:pt x="492929" y="51050"/>
                  </a:lnTo>
                  <a:lnTo>
                    <a:pt x="500753" y="51050"/>
                  </a:lnTo>
                  <a:lnTo>
                    <a:pt x="508578" y="51050"/>
                  </a:lnTo>
                  <a:lnTo>
                    <a:pt x="516402" y="51050"/>
                  </a:lnTo>
                  <a:lnTo>
                    <a:pt x="524226" y="51050"/>
                  </a:lnTo>
                  <a:lnTo>
                    <a:pt x="532050" y="51049"/>
                  </a:lnTo>
                  <a:lnTo>
                    <a:pt x="539875" y="51049"/>
                  </a:lnTo>
                  <a:lnTo>
                    <a:pt x="547699" y="51049"/>
                  </a:lnTo>
                  <a:lnTo>
                    <a:pt x="555523" y="51049"/>
                  </a:lnTo>
                  <a:lnTo>
                    <a:pt x="563348" y="51049"/>
                  </a:lnTo>
                  <a:lnTo>
                    <a:pt x="571172" y="51049"/>
                  </a:lnTo>
                  <a:lnTo>
                    <a:pt x="578996" y="51049"/>
                  </a:lnTo>
                  <a:lnTo>
                    <a:pt x="586820" y="51049"/>
                  </a:lnTo>
                  <a:lnTo>
                    <a:pt x="594645" y="51048"/>
                  </a:lnTo>
                  <a:lnTo>
                    <a:pt x="602469" y="51048"/>
                  </a:lnTo>
                  <a:lnTo>
                    <a:pt x="610293" y="51048"/>
                  </a:lnTo>
                  <a:lnTo>
                    <a:pt x="618118" y="51048"/>
                  </a:lnTo>
                  <a:lnTo>
                    <a:pt x="625942" y="51048"/>
                  </a:lnTo>
                  <a:lnTo>
                    <a:pt x="633766" y="51047"/>
                  </a:lnTo>
                  <a:lnTo>
                    <a:pt x="641590" y="51047"/>
                  </a:lnTo>
                  <a:lnTo>
                    <a:pt x="649415" y="51047"/>
                  </a:lnTo>
                  <a:lnTo>
                    <a:pt x="657239" y="51047"/>
                  </a:lnTo>
                  <a:lnTo>
                    <a:pt x="665063" y="51046"/>
                  </a:lnTo>
                  <a:lnTo>
                    <a:pt x="672888" y="51046"/>
                  </a:lnTo>
                  <a:lnTo>
                    <a:pt x="680712" y="51046"/>
                  </a:lnTo>
                  <a:lnTo>
                    <a:pt x="688536" y="51045"/>
                  </a:lnTo>
                  <a:lnTo>
                    <a:pt x="696360" y="51045"/>
                  </a:lnTo>
                  <a:lnTo>
                    <a:pt x="704185" y="51045"/>
                  </a:lnTo>
                  <a:lnTo>
                    <a:pt x="712009" y="51044"/>
                  </a:lnTo>
                  <a:lnTo>
                    <a:pt x="719833" y="51044"/>
                  </a:lnTo>
                  <a:lnTo>
                    <a:pt x="727657" y="51043"/>
                  </a:lnTo>
                  <a:lnTo>
                    <a:pt x="735482" y="51043"/>
                  </a:lnTo>
                  <a:lnTo>
                    <a:pt x="743306" y="51042"/>
                  </a:lnTo>
                  <a:lnTo>
                    <a:pt x="751130" y="51042"/>
                  </a:lnTo>
                  <a:lnTo>
                    <a:pt x="758955" y="51041"/>
                  </a:lnTo>
                  <a:lnTo>
                    <a:pt x="766779" y="51041"/>
                  </a:lnTo>
                  <a:lnTo>
                    <a:pt x="774603" y="51040"/>
                  </a:lnTo>
                  <a:lnTo>
                    <a:pt x="782427" y="51039"/>
                  </a:lnTo>
                  <a:lnTo>
                    <a:pt x="790252" y="51039"/>
                  </a:lnTo>
                  <a:lnTo>
                    <a:pt x="798076" y="51038"/>
                  </a:lnTo>
                  <a:lnTo>
                    <a:pt x="805900" y="51037"/>
                  </a:lnTo>
                  <a:lnTo>
                    <a:pt x="813725" y="51036"/>
                  </a:lnTo>
                  <a:lnTo>
                    <a:pt x="821549" y="51035"/>
                  </a:lnTo>
                  <a:lnTo>
                    <a:pt x="829373" y="51034"/>
                  </a:lnTo>
                  <a:lnTo>
                    <a:pt x="837197" y="51033"/>
                  </a:lnTo>
                  <a:lnTo>
                    <a:pt x="845022" y="51032"/>
                  </a:lnTo>
                  <a:lnTo>
                    <a:pt x="852846" y="51031"/>
                  </a:lnTo>
                  <a:lnTo>
                    <a:pt x="860670" y="51030"/>
                  </a:lnTo>
                  <a:lnTo>
                    <a:pt x="868495" y="51029"/>
                  </a:lnTo>
                  <a:lnTo>
                    <a:pt x="876319" y="51028"/>
                  </a:lnTo>
                  <a:lnTo>
                    <a:pt x="884143" y="51026"/>
                  </a:lnTo>
                  <a:lnTo>
                    <a:pt x="891967" y="51025"/>
                  </a:lnTo>
                  <a:lnTo>
                    <a:pt x="899792" y="51023"/>
                  </a:lnTo>
                  <a:lnTo>
                    <a:pt x="907616" y="51022"/>
                  </a:lnTo>
                  <a:lnTo>
                    <a:pt x="915440" y="51020"/>
                  </a:lnTo>
                  <a:lnTo>
                    <a:pt x="923264" y="51018"/>
                  </a:lnTo>
                  <a:lnTo>
                    <a:pt x="931089" y="51016"/>
                  </a:lnTo>
                  <a:lnTo>
                    <a:pt x="938913" y="51014"/>
                  </a:lnTo>
                  <a:lnTo>
                    <a:pt x="946737" y="51012"/>
                  </a:lnTo>
                  <a:lnTo>
                    <a:pt x="954562" y="51010"/>
                  </a:lnTo>
                  <a:lnTo>
                    <a:pt x="962386" y="51008"/>
                  </a:lnTo>
                  <a:lnTo>
                    <a:pt x="970210" y="51005"/>
                  </a:lnTo>
                  <a:lnTo>
                    <a:pt x="978034" y="51003"/>
                  </a:lnTo>
                  <a:lnTo>
                    <a:pt x="985859" y="51000"/>
                  </a:lnTo>
                  <a:lnTo>
                    <a:pt x="993683" y="50997"/>
                  </a:lnTo>
                  <a:lnTo>
                    <a:pt x="1001507" y="50995"/>
                  </a:lnTo>
                  <a:lnTo>
                    <a:pt x="1009332" y="50991"/>
                  </a:lnTo>
                  <a:lnTo>
                    <a:pt x="1017156" y="50988"/>
                  </a:lnTo>
                  <a:lnTo>
                    <a:pt x="1024980" y="50985"/>
                  </a:lnTo>
                  <a:lnTo>
                    <a:pt x="1032804" y="50981"/>
                  </a:lnTo>
                  <a:lnTo>
                    <a:pt x="1040629" y="50977"/>
                  </a:lnTo>
                  <a:lnTo>
                    <a:pt x="1048453" y="50974"/>
                  </a:lnTo>
                  <a:lnTo>
                    <a:pt x="1056277" y="50969"/>
                  </a:lnTo>
                  <a:lnTo>
                    <a:pt x="1064101" y="50965"/>
                  </a:lnTo>
                  <a:lnTo>
                    <a:pt x="1071926" y="50960"/>
                  </a:lnTo>
                  <a:lnTo>
                    <a:pt x="1079750" y="50956"/>
                  </a:lnTo>
                  <a:lnTo>
                    <a:pt x="1087574" y="50951"/>
                  </a:lnTo>
                  <a:lnTo>
                    <a:pt x="1095399" y="50946"/>
                  </a:lnTo>
                  <a:lnTo>
                    <a:pt x="1103223" y="50940"/>
                  </a:lnTo>
                  <a:lnTo>
                    <a:pt x="1111047" y="50934"/>
                  </a:lnTo>
                  <a:lnTo>
                    <a:pt x="1118871" y="50928"/>
                  </a:lnTo>
                  <a:lnTo>
                    <a:pt x="1126696" y="50922"/>
                  </a:lnTo>
                  <a:lnTo>
                    <a:pt x="1134520" y="50915"/>
                  </a:lnTo>
                  <a:lnTo>
                    <a:pt x="1142344" y="50909"/>
                  </a:lnTo>
                  <a:lnTo>
                    <a:pt x="1150169" y="50901"/>
                  </a:lnTo>
                  <a:lnTo>
                    <a:pt x="1157993" y="50894"/>
                  </a:lnTo>
                  <a:lnTo>
                    <a:pt x="1165817" y="50886"/>
                  </a:lnTo>
                  <a:lnTo>
                    <a:pt x="1173641" y="50878"/>
                  </a:lnTo>
                  <a:lnTo>
                    <a:pt x="1181466" y="50869"/>
                  </a:lnTo>
                  <a:lnTo>
                    <a:pt x="1189290" y="50860"/>
                  </a:lnTo>
                  <a:lnTo>
                    <a:pt x="1197114" y="50851"/>
                  </a:lnTo>
                  <a:lnTo>
                    <a:pt x="1204939" y="50841"/>
                  </a:lnTo>
                  <a:lnTo>
                    <a:pt x="1212763" y="50831"/>
                  </a:lnTo>
                  <a:lnTo>
                    <a:pt x="1220587" y="50820"/>
                  </a:lnTo>
                  <a:lnTo>
                    <a:pt x="1228411" y="50809"/>
                  </a:lnTo>
                  <a:lnTo>
                    <a:pt x="1236236" y="50797"/>
                  </a:lnTo>
                  <a:lnTo>
                    <a:pt x="1244060" y="50785"/>
                  </a:lnTo>
                  <a:lnTo>
                    <a:pt x="1251884" y="50773"/>
                  </a:lnTo>
                  <a:lnTo>
                    <a:pt x="1259708" y="50759"/>
                  </a:lnTo>
                  <a:lnTo>
                    <a:pt x="1267533" y="50746"/>
                  </a:lnTo>
                  <a:lnTo>
                    <a:pt x="1275357" y="50731"/>
                  </a:lnTo>
                  <a:lnTo>
                    <a:pt x="1283181" y="50716"/>
                  </a:lnTo>
                  <a:lnTo>
                    <a:pt x="1291006" y="50701"/>
                  </a:lnTo>
                  <a:lnTo>
                    <a:pt x="1298830" y="50685"/>
                  </a:lnTo>
                  <a:lnTo>
                    <a:pt x="1306654" y="50668"/>
                  </a:lnTo>
                  <a:lnTo>
                    <a:pt x="1314478" y="50650"/>
                  </a:lnTo>
                  <a:lnTo>
                    <a:pt x="1322303" y="50632"/>
                  </a:lnTo>
                  <a:lnTo>
                    <a:pt x="1330127" y="50613"/>
                  </a:lnTo>
                  <a:lnTo>
                    <a:pt x="1337951" y="50593"/>
                  </a:lnTo>
                  <a:lnTo>
                    <a:pt x="1345776" y="50573"/>
                  </a:lnTo>
                  <a:lnTo>
                    <a:pt x="1353600" y="50552"/>
                  </a:lnTo>
                  <a:lnTo>
                    <a:pt x="1361424" y="50529"/>
                  </a:lnTo>
                  <a:lnTo>
                    <a:pt x="1369248" y="50507"/>
                  </a:lnTo>
                  <a:lnTo>
                    <a:pt x="1377073" y="50482"/>
                  </a:lnTo>
                  <a:lnTo>
                    <a:pt x="1384897" y="50458"/>
                  </a:lnTo>
                  <a:lnTo>
                    <a:pt x="1392721" y="50432"/>
                  </a:lnTo>
                  <a:lnTo>
                    <a:pt x="1400545" y="50405"/>
                  </a:lnTo>
                  <a:lnTo>
                    <a:pt x="1408370" y="50377"/>
                  </a:lnTo>
                  <a:lnTo>
                    <a:pt x="1416194" y="50349"/>
                  </a:lnTo>
                  <a:lnTo>
                    <a:pt x="1424018" y="50319"/>
                  </a:lnTo>
                  <a:lnTo>
                    <a:pt x="1431843" y="50288"/>
                  </a:lnTo>
                  <a:lnTo>
                    <a:pt x="1439667" y="50256"/>
                  </a:lnTo>
                  <a:lnTo>
                    <a:pt x="1447491" y="50223"/>
                  </a:lnTo>
                  <a:lnTo>
                    <a:pt x="1455315" y="50188"/>
                  </a:lnTo>
                  <a:lnTo>
                    <a:pt x="1463140" y="50153"/>
                  </a:lnTo>
                  <a:lnTo>
                    <a:pt x="1470964" y="50115"/>
                  </a:lnTo>
                  <a:lnTo>
                    <a:pt x="1478788" y="50078"/>
                  </a:lnTo>
                  <a:lnTo>
                    <a:pt x="1486613" y="50037"/>
                  </a:lnTo>
                  <a:lnTo>
                    <a:pt x="1494437" y="49997"/>
                  </a:lnTo>
                  <a:lnTo>
                    <a:pt x="1502261" y="49954"/>
                  </a:lnTo>
                  <a:lnTo>
                    <a:pt x="1510085" y="49911"/>
                  </a:lnTo>
                  <a:lnTo>
                    <a:pt x="1517910" y="49864"/>
                  </a:lnTo>
                  <a:lnTo>
                    <a:pt x="1525734" y="49818"/>
                  </a:lnTo>
                  <a:lnTo>
                    <a:pt x="1533558" y="49769"/>
                  </a:lnTo>
                  <a:lnTo>
                    <a:pt x="1541383" y="49719"/>
                  </a:lnTo>
                  <a:lnTo>
                    <a:pt x="1549207" y="49667"/>
                  </a:lnTo>
                  <a:lnTo>
                    <a:pt x="1557031" y="49614"/>
                  </a:lnTo>
                  <a:lnTo>
                    <a:pt x="1564855" y="49558"/>
                  </a:lnTo>
                  <a:lnTo>
                    <a:pt x="1572680" y="49502"/>
                  </a:lnTo>
                  <a:lnTo>
                    <a:pt x="1580504" y="49442"/>
                  </a:lnTo>
                  <a:lnTo>
                    <a:pt x="1588328" y="49382"/>
                  </a:lnTo>
                  <a:lnTo>
                    <a:pt x="1596152" y="49319"/>
                  </a:lnTo>
                  <a:lnTo>
                    <a:pt x="1603977" y="49254"/>
                  </a:lnTo>
                  <a:lnTo>
                    <a:pt x="1611801" y="49188"/>
                  </a:lnTo>
                  <a:lnTo>
                    <a:pt x="1619625" y="49119"/>
                  </a:lnTo>
                  <a:lnTo>
                    <a:pt x="1627450" y="49048"/>
                  </a:lnTo>
                  <a:lnTo>
                    <a:pt x="1635274" y="48975"/>
                  </a:lnTo>
                  <a:lnTo>
                    <a:pt x="1643098" y="48900"/>
                  </a:lnTo>
                  <a:lnTo>
                    <a:pt x="1650922" y="48822"/>
                  </a:lnTo>
                  <a:lnTo>
                    <a:pt x="1658747" y="48743"/>
                  </a:lnTo>
                  <a:lnTo>
                    <a:pt x="1666571" y="48661"/>
                  </a:lnTo>
                  <a:lnTo>
                    <a:pt x="1674395" y="48576"/>
                  </a:lnTo>
                  <a:lnTo>
                    <a:pt x="1682220" y="48489"/>
                  </a:lnTo>
                  <a:lnTo>
                    <a:pt x="1690044" y="48400"/>
                  </a:lnTo>
                  <a:lnTo>
                    <a:pt x="1697868" y="48308"/>
                  </a:lnTo>
                  <a:lnTo>
                    <a:pt x="1705692" y="48214"/>
                  </a:lnTo>
                  <a:lnTo>
                    <a:pt x="1713517" y="48116"/>
                  </a:lnTo>
                  <a:lnTo>
                    <a:pt x="1721341" y="48017"/>
                  </a:lnTo>
                  <a:lnTo>
                    <a:pt x="1729165" y="47914"/>
                  </a:lnTo>
                  <a:lnTo>
                    <a:pt x="1736990" y="47809"/>
                  </a:lnTo>
                  <a:lnTo>
                    <a:pt x="1744814" y="47700"/>
                  </a:lnTo>
                  <a:lnTo>
                    <a:pt x="1752638" y="47590"/>
                  </a:lnTo>
                  <a:lnTo>
                    <a:pt x="1760462" y="47476"/>
                  </a:lnTo>
                  <a:lnTo>
                    <a:pt x="1768287" y="47360"/>
                  </a:lnTo>
                  <a:lnTo>
                    <a:pt x="1776111" y="47239"/>
                  </a:lnTo>
                  <a:lnTo>
                    <a:pt x="1783935" y="47117"/>
                  </a:lnTo>
                  <a:lnTo>
                    <a:pt x="1791759" y="46990"/>
                  </a:lnTo>
                  <a:lnTo>
                    <a:pt x="1799584" y="46862"/>
                  </a:lnTo>
                  <a:lnTo>
                    <a:pt x="1807408" y="46728"/>
                  </a:lnTo>
                  <a:lnTo>
                    <a:pt x="1815232" y="46594"/>
                  </a:lnTo>
                  <a:lnTo>
                    <a:pt x="1823057" y="46454"/>
                  </a:lnTo>
                  <a:lnTo>
                    <a:pt x="1830881" y="46313"/>
                  </a:lnTo>
                  <a:lnTo>
                    <a:pt x="1838705" y="46166"/>
                  </a:lnTo>
                  <a:lnTo>
                    <a:pt x="1846529" y="46018"/>
                  </a:lnTo>
                  <a:lnTo>
                    <a:pt x="1854354" y="45864"/>
                  </a:lnTo>
                  <a:lnTo>
                    <a:pt x="1862178" y="45710"/>
                  </a:lnTo>
                  <a:lnTo>
                    <a:pt x="1870002" y="45549"/>
                  </a:lnTo>
                  <a:lnTo>
                    <a:pt x="1877827" y="45387"/>
                  </a:lnTo>
                  <a:lnTo>
                    <a:pt x="1885651" y="45219"/>
                  </a:lnTo>
                  <a:lnTo>
                    <a:pt x="1893475" y="45050"/>
                  </a:lnTo>
                  <a:lnTo>
                    <a:pt x="1901299" y="44875"/>
                  </a:lnTo>
                  <a:lnTo>
                    <a:pt x="1909124" y="44698"/>
                  </a:lnTo>
                  <a:lnTo>
                    <a:pt x="1916948" y="44516"/>
                  </a:lnTo>
                  <a:lnTo>
                    <a:pt x="1924772" y="44332"/>
                  </a:lnTo>
                  <a:lnTo>
                    <a:pt x="1932596" y="44142"/>
                  </a:lnTo>
                  <a:lnTo>
                    <a:pt x="1940421" y="43949"/>
                  </a:lnTo>
                  <a:lnTo>
                    <a:pt x="1948245" y="43752"/>
                  </a:lnTo>
                  <a:lnTo>
                    <a:pt x="1956069" y="43552"/>
                  </a:lnTo>
                  <a:lnTo>
                    <a:pt x="1963894" y="43347"/>
                  </a:lnTo>
                  <a:lnTo>
                    <a:pt x="1971718" y="43139"/>
                  </a:lnTo>
                  <a:lnTo>
                    <a:pt x="1979542" y="42926"/>
                  </a:lnTo>
                  <a:lnTo>
                    <a:pt x="1987366" y="42710"/>
                  </a:lnTo>
                  <a:lnTo>
                    <a:pt x="1995191" y="42489"/>
                  </a:lnTo>
                  <a:lnTo>
                    <a:pt x="2003015" y="42265"/>
                  </a:lnTo>
                  <a:lnTo>
                    <a:pt x="2010839" y="42036"/>
                  </a:lnTo>
                  <a:lnTo>
                    <a:pt x="2018664" y="41804"/>
                  </a:lnTo>
                  <a:lnTo>
                    <a:pt x="2026488" y="41567"/>
                  </a:lnTo>
                  <a:lnTo>
                    <a:pt x="2034312" y="41326"/>
                  </a:lnTo>
                  <a:lnTo>
                    <a:pt x="2042136" y="41082"/>
                  </a:lnTo>
                  <a:lnTo>
                    <a:pt x="2049961" y="40833"/>
                  </a:lnTo>
                  <a:lnTo>
                    <a:pt x="2057785" y="40581"/>
                  </a:lnTo>
                  <a:lnTo>
                    <a:pt x="2065609" y="40323"/>
                  </a:lnTo>
                  <a:lnTo>
                    <a:pt x="2073434" y="40063"/>
                  </a:lnTo>
                  <a:lnTo>
                    <a:pt x="2081258" y="39797"/>
                  </a:lnTo>
                  <a:lnTo>
                    <a:pt x="2089082" y="39529"/>
                  </a:lnTo>
                  <a:lnTo>
                    <a:pt x="2096906" y="39255"/>
                  </a:lnTo>
                  <a:lnTo>
                    <a:pt x="2104731" y="38979"/>
                  </a:lnTo>
                  <a:lnTo>
                    <a:pt x="2112555" y="38697"/>
                  </a:lnTo>
                  <a:lnTo>
                    <a:pt x="2120379" y="38413"/>
                  </a:lnTo>
                  <a:lnTo>
                    <a:pt x="2128203" y="38123"/>
                  </a:lnTo>
                  <a:lnTo>
                    <a:pt x="2136028" y="37831"/>
                  </a:lnTo>
                  <a:lnTo>
                    <a:pt x="2143852" y="37533"/>
                  </a:lnTo>
                  <a:lnTo>
                    <a:pt x="2151676" y="37234"/>
                  </a:lnTo>
                  <a:lnTo>
                    <a:pt x="2159501" y="36927"/>
                  </a:lnTo>
                  <a:lnTo>
                    <a:pt x="2167325" y="36621"/>
                  </a:lnTo>
                  <a:lnTo>
                    <a:pt x="2175149" y="36307"/>
                  </a:lnTo>
                  <a:lnTo>
                    <a:pt x="2182973" y="35993"/>
                  </a:lnTo>
                  <a:lnTo>
                    <a:pt x="2190798" y="35671"/>
                  </a:lnTo>
                  <a:lnTo>
                    <a:pt x="2198622" y="35349"/>
                  </a:lnTo>
                  <a:lnTo>
                    <a:pt x="2206446" y="35021"/>
                  </a:lnTo>
                  <a:lnTo>
                    <a:pt x="2214271" y="34692"/>
                  </a:lnTo>
                  <a:lnTo>
                    <a:pt x="2222095" y="34356"/>
                  </a:lnTo>
                  <a:lnTo>
                    <a:pt x="2229919" y="34020"/>
                  </a:lnTo>
                  <a:lnTo>
                    <a:pt x="2237743" y="33678"/>
                  </a:lnTo>
                  <a:lnTo>
                    <a:pt x="2245568" y="33335"/>
                  </a:lnTo>
                  <a:lnTo>
                    <a:pt x="2253392" y="32986"/>
                  </a:lnTo>
                  <a:lnTo>
                    <a:pt x="2261216" y="32636"/>
                  </a:lnTo>
                  <a:lnTo>
                    <a:pt x="2269040" y="32282"/>
                  </a:lnTo>
                  <a:lnTo>
                    <a:pt x="2276865" y="31926"/>
                  </a:lnTo>
                  <a:lnTo>
                    <a:pt x="2284689" y="31565"/>
                  </a:lnTo>
                  <a:lnTo>
                    <a:pt x="2292513" y="31203"/>
                  </a:lnTo>
                  <a:lnTo>
                    <a:pt x="2300338" y="30837"/>
                  </a:lnTo>
                  <a:lnTo>
                    <a:pt x="2308162" y="30469"/>
                  </a:lnTo>
                  <a:lnTo>
                    <a:pt x="2315986" y="30098"/>
                  </a:lnTo>
                  <a:lnTo>
                    <a:pt x="2323810" y="29725"/>
                  </a:lnTo>
                  <a:lnTo>
                    <a:pt x="2331635" y="29349"/>
                  </a:lnTo>
                  <a:lnTo>
                    <a:pt x="2339459" y="28970"/>
                  </a:lnTo>
                  <a:lnTo>
                    <a:pt x="2347283" y="28590"/>
                  </a:lnTo>
                  <a:lnTo>
                    <a:pt x="2355108" y="28207"/>
                  </a:lnTo>
                  <a:lnTo>
                    <a:pt x="2362932" y="27822"/>
                  </a:lnTo>
                  <a:lnTo>
                    <a:pt x="2370756" y="27435"/>
                  </a:lnTo>
                  <a:lnTo>
                    <a:pt x="2378580" y="27047"/>
                  </a:lnTo>
                  <a:lnTo>
                    <a:pt x="2386405" y="26656"/>
                  </a:lnTo>
                  <a:lnTo>
                    <a:pt x="2394229" y="26264"/>
                  </a:lnTo>
                  <a:lnTo>
                    <a:pt x="2402053" y="25870"/>
                  </a:lnTo>
                  <a:lnTo>
                    <a:pt x="2409878" y="25476"/>
                  </a:lnTo>
                  <a:lnTo>
                    <a:pt x="2417702" y="25079"/>
                  </a:lnTo>
                  <a:lnTo>
                    <a:pt x="2425526" y="24682"/>
                  </a:lnTo>
                  <a:lnTo>
                    <a:pt x="2433350" y="24283"/>
                  </a:lnTo>
                  <a:lnTo>
                    <a:pt x="2441175" y="23883"/>
                  </a:lnTo>
                  <a:lnTo>
                    <a:pt x="2448999" y="23483"/>
                  </a:lnTo>
                  <a:lnTo>
                    <a:pt x="2456823" y="23082"/>
                  </a:lnTo>
                  <a:lnTo>
                    <a:pt x="2464647" y="22680"/>
                  </a:lnTo>
                  <a:lnTo>
                    <a:pt x="2472472" y="22278"/>
                  </a:lnTo>
                  <a:lnTo>
                    <a:pt x="2480296" y="21876"/>
                  </a:lnTo>
                  <a:lnTo>
                    <a:pt x="2488120" y="21473"/>
                  </a:lnTo>
                  <a:lnTo>
                    <a:pt x="2495945" y="21071"/>
                  </a:lnTo>
                  <a:lnTo>
                    <a:pt x="2503769" y="20668"/>
                  </a:lnTo>
                  <a:lnTo>
                    <a:pt x="2511593" y="20266"/>
                  </a:lnTo>
                  <a:lnTo>
                    <a:pt x="2519417" y="19864"/>
                  </a:lnTo>
                  <a:lnTo>
                    <a:pt x="2527242" y="19463"/>
                  </a:lnTo>
                  <a:lnTo>
                    <a:pt x="2535066" y="19062"/>
                  </a:lnTo>
                  <a:lnTo>
                    <a:pt x="2542890" y="18662"/>
                  </a:lnTo>
                  <a:lnTo>
                    <a:pt x="2550715" y="18263"/>
                  </a:lnTo>
                  <a:lnTo>
                    <a:pt x="2558539" y="17865"/>
                  </a:lnTo>
                  <a:lnTo>
                    <a:pt x="2566363" y="17468"/>
                  </a:lnTo>
                  <a:lnTo>
                    <a:pt x="2574187" y="17073"/>
                  </a:lnTo>
                  <a:lnTo>
                    <a:pt x="2582012" y="16678"/>
                  </a:lnTo>
                  <a:lnTo>
                    <a:pt x="2589836" y="16287"/>
                  </a:lnTo>
                  <a:lnTo>
                    <a:pt x="2597660" y="15895"/>
                  </a:lnTo>
                  <a:lnTo>
                    <a:pt x="2605485" y="15507"/>
                  </a:lnTo>
                  <a:lnTo>
                    <a:pt x="2613309" y="15120"/>
                  </a:lnTo>
                  <a:lnTo>
                    <a:pt x="2621133" y="14736"/>
                  </a:lnTo>
                  <a:lnTo>
                    <a:pt x="2628957" y="14353"/>
                  </a:lnTo>
                  <a:lnTo>
                    <a:pt x="2636782" y="13974"/>
                  </a:lnTo>
                  <a:lnTo>
                    <a:pt x="2644606" y="13597"/>
                  </a:lnTo>
                  <a:lnTo>
                    <a:pt x="2652430" y="13223"/>
                  </a:lnTo>
                  <a:lnTo>
                    <a:pt x="2660254" y="12851"/>
                  </a:lnTo>
                  <a:lnTo>
                    <a:pt x="2668079" y="12483"/>
                  </a:lnTo>
                  <a:lnTo>
                    <a:pt x="2675903" y="12117"/>
                  </a:lnTo>
                  <a:lnTo>
                    <a:pt x="2683727" y="11755"/>
                  </a:lnTo>
                  <a:lnTo>
                    <a:pt x="2691552" y="11396"/>
                  </a:lnTo>
                  <a:lnTo>
                    <a:pt x="2699376" y="11041"/>
                  </a:lnTo>
                  <a:lnTo>
                    <a:pt x="2707200" y="10690"/>
                  </a:lnTo>
                  <a:lnTo>
                    <a:pt x="2715024" y="10342"/>
                  </a:lnTo>
                  <a:lnTo>
                    <a:pt x="2722849" y="9999"/>
                  </a:lnTo>
                  <a:lnTo>
                    <a:pt x="2730673" y="9659"/>
                  </a:lnTo>
                  <a:lnTo>
                    <a:pt x="2738497" y="9324"/>
                  </a:lnTo>
                  <a:lnTo>
                    <a:pt x="2746322" y="8992"/>
                  </a:lnTo>
                  <a:lnTo>
                    <a:pt x="2754146" y="8666"/>
                  </a:lnTo>
                  <a:lnTo>
                    <a:pt x="2761970" y="8343"/>
                  </a:lnTo>
                  <a:lnTo>
                    <a:pt x="2769794" y="8027"/>
                  </a:lnTo>
                  <a:lnTo>
                    <a:pt x="2777619" y="7713"/>
                  </a:lnTo>
                  <a:lnTo>
                    <a:pt x="2785443" y="7406"/>
                  </a:lnTo>
                  <a:lnTo>
                    <a:pt x="2793267" y="7102"/>
                  </a:lnTo>
                  <a:lnTo>
                    <a:pt x="2801091" y="6806"/>
                  </a:lnTo>
                  <a:lnTo>
                    <a:pt x="2808916" y="6512"/>
                  </a:lnTo>
                  <a:lnTo>
                    <a:pt x="2816740" y="6227"/>
                  </a:lnTo>
                  <a:lnTo>
                    <a:pt x="2824564" y="5943"/>
                  </a:lnTo>
                  <a:lnTo>
                    <a:pt x="2832389" y="5669"/>
                  </a:lnTo>
                  <a:lnTo>
                    <a:pt x="2840213" y="5397"/>
                  </a:lnTo>
                  <a:lnTo>
                    <a:pt x="2848037" y="5134"/>
                  </a:lnTo>
                  <a:lnTo>
                    <a:pt x="2855861" y="4873"/>
                  </a:lnTo>
                  <a:lnTo>
                    <a:pt x="2863686" y="4623"/>
                  </a:lnTo>
                  <a:lnTo>
                    <a:pt x="2871510" y="4373"/>
                  </a:lnTo>
                  <a:lnTo>
                    <a:pt x="2879334" y="4135"/>
                  </a:lnTo>
                  <a:lnTo>
                    <a:pt x="2887159" y="3898"/>
                  </a:lnTo>
                  <a:lnTo>
                    <a:pt x="2894983" y="3672"/>
                  </a:lnTo>
                  <a:lnTo>
                    <a:pt x="2902807" y="3448"/>
                  </a:lnTo>
                  <a:lnTo>
                    <a:pt x="2910631" y="3235"/>
                  </a:lnTo>
                  <a:lnTo>
                    <a:pt x="2918456" y="3023"/>
                  </a:lnTo>
                  <a:lnTo>
                    <a:pt x="2926280" y="2823"/>
                  </a:lnTo>
                  <a:lnTo>
                    <a:pt x="2934104" y="2625"/>
                  </a:lnTo>
                  <a:lnTo>
                    <a:pt x="2941929" y="2438"/>
                  </a:lnTo>
                  <a:lnTo>
                    <a:pt x="2949753" y="2254"/>
                  </a:lnTo>
                  <a:lnTo>
                    <a:pt x="2957577" y="2080"/>
                  </a:lnTo>
                  <a:lnTo>
                    <a:pt x="2965401" y="1910"/>
                  </a:lnTo>
                  <a:lnTo>
                    <a:pt x="2973226" y="1749"/>
                  </a:lnTo>
                  <a:lnTo>
                    <a:pt x="2981050" y="1593"/>
                  </a:lnTo>
                  <a:lnTo>
                    <a:pt x="2988874" y="1446"/>
                  </a:lnTo>
                  <a:lnTo>
                    <a:pt x="2996698" y="1304"/>
                  </a:lnTo>
                  <a:lnTo>
                    <a:pt x="3004523" y="1172"/>
                  </a:lnTo>
                  <a:lnTo>
                    <a:pt x="3012347" y="1044"/>
                  </a:lnTo>
                  <a:lnTo>
                    <a:pt x="3020171" y="925"/>
                  </a:lnTo>
                  <a:lnTo>
                    <a:pt x="3027996" y="812"/>
                  </a:lnTo>
                  <a:lnTo>
                    <a:pt x="3035820" y="708"/>
                  </a:lnTo>
                  <a:lnTo>
                    <a:pt x="3043644" y="610"/>
                  </a:lnTo>
                  <a:lnTo>
                    <a:pt x="3051468" y="519"/>
                  </a:lnTo>
                  <a:lnTo>
                    <a:pt x="3059293" y="436"/>
                  </a:lnTo>
                  <a:lnTo>
                    <a:pt x="3067117" y="359"/>
                  </a:lnTo>
                  <a:lnTo>
                    <a:pt x="3074941" y="291"/>
                  </a:lnTo>
                  <a:lnTo>
                    <a:pt x="3082766" y="229"/>
                  </a:lnTo>
                  <a:lnTo>
                    <a:pt x="3090590" y="175"/>
                  </a:lnTo>
                  <a:lnTo>
                    <a:pt x="3098414" y="128"/>
                  </a:lnTo>
                  <a:lnTo>
                    <a:pt x="3106238" y="89"/>
                  </a:lnTo>
                  <a:lnTo>
                    <a:pt x="3114063" y="56"/>
                  </a:lnTo>
                  <a:lnTo>
                    <a:pt x="3121887" y="32"/>
                  </a:lnTo>
                  <a:lnTo>
                    <a:pt x="3129711" y="13"/>
                  </a:lnTo>
                  <a:lnTo>
                    <a:pt x="3137536" y="5"/>
                  </a:lnTo>
                  <a:lnTo>
                    <a:pt x="3145360" y="0"/>
                  </a:lnTo>
                  <a:lnTo>
                    <a:pt x="3153184" y="6"/>
                  </a:lnTo>
                  <a:lnTo>
                    <a:pt x="3161008" y="15"/>
                  </a:lnTo>
                  <a:lnTo>
                    <a:pt x="3168833" y="36"/>
                  </a:lnTo>
                  <a:lnTo>
                    <a:pt x="3176657" y="60"/>
                  </a:lnTo>
                  <a:lnTo>
                    <a:pt x="3184481" y="96"/>
                  </a:lnTo>
                  <a:lnTo>
                    <a:pt x="3192305" y="133"/>
                  </a:lnTo>
                  <a:lnTo>
                    <a:pt x="3200130" y="183"/>
                  </a:lnTo>
                  <a:lnTo>
                    <a:pt x="3207954" y="235"/>
                  </a:lnTo>
                  <a:lnTo>
                    <a:pt x="3215778" y="300"/>
                  </a:lnTo>
                  <a:lnTo>
                    <a:pt x="3223603" y="365"/>
                  </a:lnTo>
                  <a:lnTo>
                    <a:pt x="3231427" y="444"/>
                  </a:lnTo>
                  <a:lnTo>
                    <a:pt x="3239251" y="523"/>
                  </a:lnTo>
                  <a:lnTo>
                    <a:pt x="3247075" y="616"/>
                  </a:lnTo>
                  <a:lnTo>
                    <a:pt x="3254900" y="709"/>
                  </a:lnTo>
                  <a:lnTo>
                    <a:pt x="3262724" y="815"/>
                  </a:lnTo>
                  <a:lnTo>
                    <a:pt x="3270548" y="922"/>
                  </a:lnTo>
                  <a:lnTo>
                    <a:pt x="3278373" y="1041"/>
                  </a:lnTo>
                  <a:lnTo>
                    <a:pt x="3286197" y="1162"/>
                  </a:lnTo>
                  <a:lnTo>
                    <a:pt x="3294021" y="1294"/>
                  </a:lnTo>
                  <a:lnTo>
                    <a:pt x="3301845" y="1429"/>
                  </a:lnTo>
                  <a:lnTo>
                    <a:pt x="3309670" y="1573"/>
                  </a:lnTo>
                  <a:lnTo>
                    <a:pt x="3317494" y="1721"/>
                  </a:lnTo>
                  <a:lnTo>
                    <a:pt x="3325318" y="1878"/>
                  </a:lnTo>
                  <a:lnTo>
                    <a:pt x="3333142" y="2039"/>
                  </a:lnTo>
                  <a:lnTo>
                    <a:pt x="3340967" y="2208"/>
                  </a:lnTo>
                  <a:lnTo>
                    <a:pt x="3348791" y="2381"/>
                  </a:lnTo>
                  <a:lnTo>
                    <a:pt x="3356615" y="2562"/>
                  </a:lnTo>
                  <a:lnTo>
                    <a:pt x="3364440" y="2747"/>
                  </a:lnTo>
                  <a:lnTo>
                    <a:pt x="3372264" y="2940"/>
                  </a:lnTo>
                  <a:lnTo>
                    <a:pt x="3380088" y="3138"/>
                  </a:lnTo>
                  <a:lnTo>
                    <a:pt x="3387912" y="3341"/>
                  </a:lnTo>
                  <a:lnTo>
                    <a:pt x="3395737" y="3551"/>
                  </a:lnTo>
                  <a:lnTo>
                    <a:pt x="3403561" y="3766"/>
                  </a:lnTo>
                  <a:lnTo>
                    <a:pt x="3411385" y="3986"/>
                  </a:lnTo>
                  <a:lnTo>
                    <a:pt x="3419210" y="4212"/>
                  </a:lnTo>
                  <a:lnTo>
                    <a:pt x="3427034" y="4444"/>
                  </a:lnTo>
                  <a:lnTo>
                    <a:pt x="3434858" y="4680"/>
                  </a:lnTo>
                  <a:lnTo>
                    <a:pt x="3442682" y="4922"/>
                  </a:lnTo>
                  <a:lnTo>
                    <a:pt x="3450507" y="5168"/>
                  </a:lnTo>
                  <a:lnTo>
                    <a:pt x="3458331" y="5420"/>
                  </a:lnTo>
                  <a:lnTo>
                    <a:pt x="3466155" y="5676"/>
                  </a:lnTo>
                  <a:lnTo>
                    <a:pt x="3473980" y="5939"/>
                  </a:lnTo>
                  <a:lnTo>
                    <a:pt x="3481804" y="6204"/>
                  </a:lnTo>
                  <a:lnTo>
                    <a:pt x="3489628" y="6476"/>
                  </a:lnTo>
                  <a:lnTo>
                    <a:pt x="3497452" y="6750"/>
                  </a:lnTo>
                  <a:lnTo>
                    <a:pt x="3505277" y="7031"/>
                  </a:lnTo>
                  <a:lnTo>
                    <a:pt x="3513101" y="7314"/>
                  </a:lnTo>
                  <a:lnTo>
                    <a:pt x="3520925" y="7603"/>
                  </a:lnTo>
                  <a:lnTo>
                    <a:pt x="3528749" y="7894"/>
                  </a:lnTo>
                  <a:lnTo>
                    <a:pt x="3536574" y="8192"/>
                  </a:lnTo>
                  <a:lnTo>
                    <a:pt x="3544398" y="8491"/>
                  </a:lnTo>
                  <a:lnTo>
                    <a:pt x="3552222" y="8797"/>
                  </a:lnTo>
                  <a:lnTo>
                    <a:pt x="3560047" y="9104"/>
                  </a:lnTo>
                  <a:lnTo>
                    <a:pt x="3567871" y="9417"/>
                  </a:lnTo>
                  <a:lnTo>
                    <a:pt x="3575695" y="9730"/>
                  </a:lnTo>
                  <a:lnTo>
                    <a:pt x="3583519" y="10051"/>
                  </a:lnTo>
                  <a:lnTo>
                    <a:pt x="3591344" y="10371"/>
                  </a:lnTo>
                  <a:lnTo>
                    <a:pt x="3599168" y="10698"/>
                  </a:lnTo>
                  <a:lnTo>
                    <a:pt x="3606992" y="11025"/>
                  </a:lnTo>
                  <a:lnTo>
                    <a:pt x="3614817" y="11357"/>
                  </a:lnTo>
                  <a:lnTo>
                    <a:pt x="3622641" y="11690"/>
                  </a:lnTo>
                  <a:lnTo>
                    <a:pt x="3630465" y="12028"/>
                  </a:lnTo>
                  <a:lnTo>
                    <a:pt x="3638289" y="12367"/>
                  </a:lnTo>
                  <a:lnTo>
                    <a:pt x="3646114" y="12710"/>
                  </a:lnTo>
                  <a:lnTo>
                    <a:pt x="3653938" y="13054"/>
                  </a:lnTo>
                  <a:lnTo>
                    <a:pt x="3661762" y="13402"/>
                  </a:lnTo>
                  <a:lnTo>
                    <a:pt x="3669586" y="13751"/>
                  </a:lnTo>
                  <a:lnTo>
                    <a:pt x="3677411" y="14103"/>
                  </a:lnTo>
                  <a:lnTo>
                    <a:pt x="3685235" y="14456"/>
                  </a:lnTo>
                  <a:lnTo>
                    <a:pt x="3693059" y="14811"/>
                  </a:lnTo>
                  <a:lnTo>
                    <a:pt x="3700884" y="15168"/>
                  </a:lnTo>
                  <a:lnTo>
                    <a:pt x="3708708" y="15528"/>
                  </a:lnTo>
                  <a:lnTo>
                    <a:pt x="3716532" y="15888"/>
                  </a:lnTo>
                  <a:lnTo>
                    <a:pt x="3724356" y="16250"/>
                  </a:lnTo>
                  <a:lnTo>
                    <a:pt x="3732181" y="16613"/>
                  </a:lnTo>
                  <a:lnTo>
                    <a:pt x="3740005" y="16978"/>
                  </a:lnTo>
                  <a:lnTo>
                    <a:pt x="3747829" y="17344"/>
                  </a:lnTo>
                  <a:lnTo>
                    <a:pt x="3755654" y="17711"/>
                  </a:lnTo>
                  <a:lnTo>
                    <a:pt x="3763478" y="18079"/>
                  </a:lnTo>
                  <a:lnTo>
                    <a:pt x="3771302" y="18448"/>
                  </a:lnTo>
                  <a:lnTo>
                    <a:pt x="3779126" y="18817"/>
                  </a:lnTo>
                  <a:lnTo>
                    <a:pt x="3786951" y="19187"/>
                  </a:lnTo>
                  <a:lnTo>
                    <a:pt x="3794775" y="19558"/>
                  </a:lnTo>
                  <a:lnTo>
                    <a:pt x="3802599" y="19929"/>
                  </a:lnTo>
                  <a:lnTo>
                    <a:pt x="3810424" y="20301"/>
                  </a:lnTo>
                  <a:lnTo>
                    <a:pt x="3818248" y="20673"/>
                  </a:lnTo>
                  <a:lnTo>
                    <a:pt x="3826072" y="21045"/>
                  </a:lnTo>
                  <a:lnTo>
                    <a:pt x="3833896" y="21416"/>
                  </a:lnTo>
                  <a:lnTo>
                    <a:pt x="3841721" y="21788"/>
                  </a:lnTo>
                  <a:lnTo>
                    <a:pt x="3849545" y="22160"/>
                  </a:lnTo>
                  <a:lnTo>
                    <a:pt x="3857369" y="22531"/>
                  </a:lnTo>
                  <a:lnTo>
                    <a:pt x="3865193" y="22902"/>
                  </a:lnTo>
                  <a:lnTo>
                    <a:pt x="3873018" y="23273"/>
                  </a:lnTo>
                  <a:lnTo>
                    <a:pt x="3880842" y="23643"/>
                  </a:lnTo>
                  <a:lnTo>
                    <a:pt x="3888666" y="24012"/>
                  </a:lnTo>
                  <a:lnTo>
                    <a:pt x="3896491" y="24381"/>
                  </a:lnTo>
                  <a:lnTo>
                    <a:pt x="3904315" y="24749"/>
                  </a:lnTo>
                  <a:lnTo>
                    <a:pt x="3912139" y="25116"/>
                  </a:lnTo>
                  <a:lnTo>
                    <a:pt x="3919963" y="25481"/>
                  </a:lnTo>
                  <a:lnTo>
                    <a:pt x="3927788" y="25846"/>
                  </a:lnTo>
                  <a:lnTo>
                    <a:pt x="3935612" y="26209"/>
                  </a:lnTo>
                  <a:lnTo>
                    <a:pt x="3943436" y="26572"/>
                  </a:lnTo>
                  <a:lnTo>
                    <a:pt x="3951261" y="26932"/>
                  </a:lnTo>
                  <a:lnTo>
                    <a:pt x="3959085" y="27292"/>
                  </a:lnTo>
                  <a:lnTo>
                    <a:pt x="3966909" y="27650"/>
                  </a:lnTo>
                  <a:lnTo>
                    <a:pt x="3974733" y="28007"/>
                  </a:lnTo>
                  <a:lnTo>
                    <a:pt x="3982558" y="28360"/>
                  </a:lnTo>
                  <a:lnTo>
                    <a:pt x="3990382" y="28714"/>
                  </a:lnTo>
                  <a:lnTo>
                    <a:pt x="3998206" y="2906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rc475"/>
            <p:cNvSpPr/>
            <p:nvPr/>
          </p:nvSpPr>
          <p:spPr>
            <a:xfrm>
              <a:off x="7648183" y="1761070"/>
              <a:ext cx="4398027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l476"/>
            <p:cNvSpPr/>
            <p:nvPr/>
          </p:nvSpPr>
          <p:spPr>
            <a:xfrm>
              <a:off x="8247914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l477"/>
            <p:cNvSpPr/>
            <p:nvPr/>
          </p:nvSpPr>
          <p:spPr>
            <a:xfrm>
              <a:off x="9047555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l478"/>
            <p:cNvSpPr/>
            <p:nvPr/>
          </p:nvSpPr>
          <p:spPr>
            <a:xfrm>
              <a:off x="9847197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l479"/>
            <p:cNvSpPr/>
            <p:nvPr/>
          </p:nvSpPr>
          <p:spPr>
            <a:xfrm>
              <a:off x="10646838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l480"/>
            <p:cNvSpPr/>
            <p:nvPr/>
          </p:nvSpPr>
          <p:spPr>
            <a:xfrm>
              <a:off x="11446479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tx481"/>
            <p:cNvSpPr/>
            <p:nvPr/>
          </p:nvSpPr>
          <p:spPr>
            <a:xfrm>
              <a:off x="8198228" y="500149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482" name="tx482"/>
            <p:cNvSpPr/>
            <p:nvPr/>
          </p:nvSpPr>
          <p:spPr>
            <a:xfrm>
              <a:off x="8997869" y="500149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483" name="tx483"/>
            <p:cNvSpPr/>
            <p:nvPr/>
          </p:nvSpPr>
          <p:spPr>
            <a:xfrm>
              <a:off x="9816119" y="50001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84" name="tx484"/>
            <p:cNvSpPr/>
            <p:nvPr/>
          </p:nvSpPr>
          <p:spPr>
            <a:xfrm>
              <a:off x="10615760" y="5001495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485" name="tx485"/>
            <p:cNvSpPr/>
            <p:nvPr/>
          </p:nvSpPr>
          <p:spPr>
            <a:xfrm>
              <a:off x="11415402" y="5001495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86" name="tx486"/>
            <p:cNvSpPr/>
            <p:nvPr/>
          </p:nvSpPr>
          <p:spPr>
            <a:xfrm>
              <a:off x="9094024" y="5119812"/>
              <a:ext cx="1506345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Rate of Change (Z/year)</a:t>
              </a:r>
            </a:p>
          </p:txBody>
        </p:sp>
        <p:sp>
          <p:nvSpPr>
            <p:cNvPr id="487" name="rc487"/>
            <p:cNvSpPr/>
            <p:nvPr/>
          </p:nvSpPr>
          <p:spPr>
            <a:xfrm>
              <a:off x="2971800" y="5349081"/>
              <a:ext cx="3048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rc488"/>
            <p:cNvSpPr/>
            <p:nvPr/>
          </p:nvSpPr>
          <p:spPr>
            <a:xfrm>
              <a:off x="3372163" y="5418670"/>
              <a:ext cx="2578047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9" name="pl489"/>
            <p:cNvSpPr/>
            <p:nvPr/>
          </p:nvSpPr>
          <p:spPr>
            <a:xfrm>
              <a:off x="3372163" y="7761691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l490"/>
            <p:cNvSpPr/>
            <p:nvPr/>
          </p:nvSpPr>
          <p:spPr>
            <a:xfrm>
              <a:off x="3372163" y="6901501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l491"/>
            <p:cNvSpPr/>
            <p:nvPr/>
          </p:nvSpPr>
          <p:spPr>
            <a:xfrm>
              <a:off x="3372163" y="6041311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l492"/>
            <p:cNvSpPr/>
            <p:nvPr/>
          </p:nvSpPr>
          <p:spPr>
            <a:xfrm>
              <a:off x="3435353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l493"/>
            <p:cNvSpPr/>
            <p:nvPr/>
          </p:nvSpPr>
          <p:spPr>
            <a:xfrm>
              <a:off x="3893142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l494"/>
            <p:cNvSpPr/>
            <p:nvPr/>
          </p:nvSpPr>
          <p:spPr>
            <a:xfrm>
              <a:off x="4350932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l495"/>
            <p:cNvSpPr/>
            <p:nvPr/>
          </p:nvSpPr>
          <p:spPr>
            <a:xfrm>
              <a:off x="4808721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l496"/>
            <p:cNvSpPr/>
            <p:nvPr/>
          </p:nvSpPr>
          <p:spPr>
            <a:xfrm>
              <a:off x="5266510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l497"/>
            <p:cNvSpPr/>
            <p:nvPr/>
          </p:nvSpPr>
          <p:spPr>
            <a:xfrm>
              <a:off x="5724299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l498"/>
            <p:cNvSpPr/>
            <p:nvPr/>
          </p:nvSpPr>
          <p:spPr>
            <a:xfrm>
              <a:off x="3372163" y="8191786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l499"/>
            <p:cNvSpPr/>
            <p:nvPr/>
          </p:nvSpPr>
          <p:spPr>
            <a:xfrm>
              <a:off x="3372163" y="7331596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l500"/>
            <p:cNvSpPr/>
            <p:nvPr/>
          </p:nvSpPr>
          <p:spPr>
            <a:xfrm>
              <a:off x="3372163" y="6471406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l501"/>
            <p:cNvSpPr/>
            <p:nvPr/>
          </p:nvSpPr>
          <p:spPr>
            <a:xfrm>
              <a:off x="3372163" y="5611216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l502"/>
            <p:cNvSpPr/>
            <p:nvPr/>
          </p:nvSpPr>
          <p:spPr>
            <a:xfrm>
              <a:off x="3664248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l503"/>
            <p:cNvSpPr/>
            <p:nvPr/>
          </p:nvSpPr>
          <p:spPr>
            <a:xfrm>
              <a:off x="4122037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l504"/>
            <p:cNvSpPr/>
            <p:nvPr/>
          </p:nvSpPr>
          <p:spPr>
            <a:xfrm>
              <a:off x="4579826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l505"/>
            <p:cNvSpPr/>
            <p:nvPr/>
          </p:nvSpPr>
          <p:spPr>
            <a:xfrm>
              <a:off x="5037615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l506"/>
            <p:cNvSpPr/>
            <p:nvPr/>
          </p:nvSpPr>
          <p:spPr>
            <a:xfrm>
              <a:off x="5495405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4711979" y="700364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5070417" y="77623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4827722" y="71486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4466555" y="72208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4665001" y="69868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4377602" y="772370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5240041" y="77092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3761730" y="730566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5244265" y="72946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4270149" y="695196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5356152" y="70298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5048756" y="72296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5466395" y="69714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4517088" y="74922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4051004" y="69431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5375121" y="701012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4161482" y="77542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4909579" y="75865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4911161" y="71083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5656622" y="72535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3559151" y="694429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4771127" y="73011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5052540" y="71229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4341454" y="78387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4185865" y="71036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5409031" y="71136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4977402" y="73052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3991203" y="69254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5336070" y="834524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4730306" y="73212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4145226" y="71597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4632532" y="72471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4158794" y="697490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4275004" y="553830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5192207" y="71562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4840789" y="73875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3715066" y="70118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5296923" y="69157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4008616" y="73697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4286524" y="71022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4897542" y="75242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3995720" y="746012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4200071" y="72488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4009391" y="736331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4938121" y="72991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5395750" y="71211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4723575" y="73521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5808201" y="725096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3464521" y="640045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4444079" y="75603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3931849" y="73833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5144017" y="76308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3831629" y="67163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4274938" y="587738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4549024" y="71956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4009069" y="72349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4849640" y="77961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5399583" y="701816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3883694" y="69077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4322882" y="72716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5032061" y="70086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4930630" y="686241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4016249" y="70160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4807413" y="71006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5010013" y="74017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3931098" y="67151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4252674" y="72261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5512586" y="724202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4239481" y="736045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4421248" y="77173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5189201" y="74520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4337475" y="72929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4348997" y="68896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5017751" y="709726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4519923" y="71108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4155951" y="754570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4783306" y="635863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4396858" y="70140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4852974" y="84275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4977192" y="72974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4124870" y="683062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4417894" y="68697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3892191" y="69891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3900000" y="69174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l591"/>
            <p:cNvSpPr/>
            <p:nvPr/>
          </p:nvSpPr>
          <p:spPr>
            <a:xfrm>
              <a:off x="3372163" y="6739962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489347" y="6808818"/>
              <a:ext cx="2343679" cy="788167"/>
            </a:xfrm>
            <a:custGeom>
              <a:avLst/>
              <a:pathLst>
                <a:path w="2343679" h="788167">
                  <a:moveTo>
                    <a:pt x="0" y="0"/>
                  </a:moveTo>
                  <a:lnTo>
                    <a:pt x="29666" y="11575"/>
                  </a:lnTo>
                  <a:lnTo>
                    <a:pt x="59333" y="23052"/>
                  </a:lnTo>
                  <a:lnTo>
                    <a:pt x="89000" y="34418"/>
                  </a:lnTo>
                  <a:lnTo>
                    <a:pt x="118667" y="45660"/>
                  </a:lnTo>
                  <a:lnTo>
                    <a:pt x="148334" y="56770"/>
                  </a:lnTo>
                  <a:lnTo>
                    <a:pt x="178000" y="67736"/>
                  </a:lnTo>
                  <a:lnTo>
                    <a:pt x="207667" y="78553"/>
                  </a:lnTo>
                  <a:lnTo>
                    <a:pt x="237334" y="89214"/>
                  </a:lnTo>
                  <a:lnTo>
                    <a:pt x="267001" y="99714"/>
                  </a:lnTo>
                  <a:lnTo>
                    <a:pt x="296668" y="110049"/>
                  </a:lnTo>
                  <a:lnTo>
                    <a:pt x="326335" y="120219"/>
                  </a:lnTo>
                  <a:lnTo>
                    <a:pt x="356001" y="130222"/>
                  </a:lnTo>
                  <a:lnTo>
                    <a:pt x="385668" y="140057"/>
                  </a:lnTo>
                  <a:lnTo>
                    <a:pt x="415335" y="149723"/>
                  </a:lnTo>
                  <a:lnTo>
                    <a:pt x="445002" y="159219"/>
                  </a:lnTo>
                  <a:lnTo>
                    <a:pt x="474669" y="168544"/>
                  </a:lnTo>
                  <a:lnTo>
                    <a:pt x="504336" y="177690"/>
                  </a:lnTo>
                  <a:lnTo>
                    <a:pt x="534002" y="186648"/>
                  </a:lnTo>
                  <a:lnTo>
                    <a:pt x="563669" y="195405"/>
                  </a:lnTo>
                  <a:lnTo>
                    <a:pt x="593336" y="203954"/>
                  </a:lnTo>
                  <a:lnTo>
                    <a:pt x="623003" y="212294"/>
                  </a:lnTo>
                  <a:lnTo>
                    <a:pt x="652670" y="220427"/>
                  </a:lnTo>
                  <a:lnTo>
                    <a:pt x="682336" y="228355"/>
                  </a:lnTo>
                  <a:lnTo>
                    <a:pt x="712003" y="236081"/>
                  </a:lnTo>
                  <a:lnTo>
                    <a:pt x="741670" y="243598"/>
                  </a:lnTo>
                  <a:lnTo>
                    <a:pt x="771337" y="250902"/>
                  </a:lnTo>
                  <a:lnTo>
                    <a:pt x="801004" y="257996"/>
                  </a:lnTo>
                  <a:lnTo>
                    <a:pt x="830671" y="264889"/>
                  </a:lnTo>
                  <a:lnTo>
                    <a:pt x="860337" y="271580"/>
                  </a:lnTo>
                  <a:lnTo>
                    <a:pt x="890004" y="278060"/>
                  </a:lnTo>
                  <a:lnTo>
                    <a:pt x="919671" y="284323"/>
                  </a:lnTo>
                  <a:lnTo>
                    <a:pt x="949338" y="290372"/>
                  </a:lnTo>
                  <a:lnTo>
                    <a:pt x="979005" y="296218"/>
                  </a:lnTo>
                  <a:lnTo>
                    <a:pt x="1008672" y="301863"/>
                  </a:lnTo>
                  <a:lnTo>
                    <a:pt x="1038338" y="307306"/>
                  </a:lnTo>
                  <a:lnTo>
                    <a:pt x="1068005" y="312542"/>
                  </a:lnTo>
                  <a:lnTo>
                    <a:pt x="1097672" y="317565"/>
                  </a:lnTo>
                  <a:lnTo>
                    <a:pt x="1127339" y="322374"/>
                  </a:lnTo>
                  <a:lnTo>
                    <a:pt x="1157006" y="326971"/>
                  </a:lnTo>
                  <a:lnTo>
                    <a:pt x="1186673" y="331362"/>
                  </a:lnTo>
                  <a:lnTo>
                    <a:pt x="1216339" y="335553"/>
                  </a:lnTo>
                  <a:lnTo>
                    <a:pt x="1246006" y="339554"/>
                  </a:lnTo>
                  <a:lnTo>
                    <a:pt x="1275673" y="343368"/>
                  </a:lnTo>
                  <a:lnTo>
                    <a:pt x="1305340" y="346990"/>
                  </a:lnTo>
                  <a:lnTo>
                    <a:pt x="1335007" y="350410"/>
                  </a:lnTo>
                  <a:lnTo>
                    <a:pt x="1364673" y="353620"/>
                  </a:lnTo>
                  <a:lnTo>
                    <a:pt x="1394340" y="356622"/>
                  </a:lnTo>
                  <a:lnTo>
                    <a:pt x="1424007" y="359421"/>
                  </a:lnTo>
                  <a:lnTo>
                    <a:pt x="1453674" y="362021"/>
                  </a:lnTo>
                  <a:lnTo>
                    <a:pt x="1483341" y="364419"/>
                  </a:lnTo>
                  <a:lnTo>
                    <a:pt x="1513008" y="366610"/>
                  </a:lnTo>
                  <a:lnTo>
                    <a:pt x="1542674" y="368590"/>
                  </a:lnTo>
                  <a:lnTo>
                    <a:pt x="1572341" y="370367"/>
                  </a:lnTo>
                  <a:lnTo>
                    <a:pt x="1602008" y="371951"/>
                  </a:lnTo>
                  <a:lnTo>
                    <a:pt x="1631675" y="373346"/>
                  </a:lnTo>
                  <a:lnTo>
                    <a:pt x="1661342" y="374549"/>
                  </a:lnTo>
                  <a:lnTo>
                    <a:pt x="1691009" y="375558"/>
                  </a:lnTo>
                  <a:lnTo>
                    <a:pt x="1720675" y="376373"/>
                  </a:lnTo>
                  <a:lnTo>
                    <a:pt x="1750342" y="376992"/>
                  </a:lnTo>
                  <a:lnTo>
                    <a:pt x="1780009" y="377422"/>
                  </a:lnTo>
                  <a:lnTo>
                    <a:pt x="1809676" y="377668"/>
                  </a:lnTo>
                  <a:lnTo>
                    <a:pt x="1839343" y="377741"/>
                  </a:lnTo>
                  <a:lnTo>
                    <a:pt x="1869010" y="377652"/>
                  </a:lnTo>
                  <a:lnTo>
                    <a:pt x="1898676" y="377408"/>
                  </a:lnTo>
                  <a:lnTo>
                    <a:pt x="1928343" y="377013"/>
                  </a:lnTo>
                  <a:lnTo>
                    <a:pt x="1958010" y="376467"/>
                  </a:lnTo>
                  <a:lnTo>
                    <a:pt x="1987677" y="375768"/>
                  </a:lnTo>
                  <a:lnTo>
                    <a:pt x="2017344" y="374916"/>
                  </a:lnTo>
                  <a:lnTo>
                    <a:pt x="2047010" y="373910"/>
                  </a:lnTo>
                  <a:lnTo>
                    <a:pt x="2076677" y="372749"/>
                  </a:lnTo>
                  <a:lnTo>
                    <a:pt x="2106344" y="371435"/>
                  </a:lnTo>
                  <a:lnTo>
                    <a:pt x="2136011" y="369969"/>
                  </a:lnTo>
                  <a:lnTo>
                    <a:pt x="2165678" y="368356"/>
                  </a:lnTo>
                  <a:lnTo>
                    <a:pt x="2195345" y="366600"/>
                  </a:lnTo>
                  <a:lnTo>
                    <a:pt x="2225011" y="364709"/>
                  </a:lnTo>
                  <a:lnTo>
                    <a:pt x="2254678" y="362690"/>
                  </a:lnTo>
                  <a:lnTo>
                    <a:pt x="2284345" y="360552"/>
                  </a:lnTo>
                  <a:lnTo>
                    <a:pt x="2314012" y="358306"/>
                  </a:lnTo>
                  <a:lnTo>
                    <a:pt x="2343679" y="355964"/>
                  </a:lnTo>
                  <a:lnTo>
                    <a:pt x="2343679" y="788167"/>
                  </a:lnTo>
                  <a:lnTo>
                    <a:pt x="2314012" y="778997"/>
                  </a:lnTo>
                  <a:lnTo>
                    <a:pt x="2284345" y="769921"/>
                  </a:lnTo>
                  <a:lnTo>
                    <a:pt x="2254678" y="760947"/>
                  </a:lnTo>
                  <a:lnTo>
                    <a:pt x="2225011" y="752083"/>
                  </a:lnTo>
                  <a:lnTo>
                    <a:pt x="2195345" y="743336"/>
                  </a:lnTo>
                  <a:lnTo>
                    <a:pt x="2165678" y="734711"/>
                  </a:lnTo>
                  <a:lnTo>
                    <a:pt x="2136011" y="726211"/>
                  </a:lnTo>
                  <a:lnTo>
                    <a:pt x="2106344" y="717839"/>
                  </a:lnTo>
                  <a:lnTo>
                    <a:pt x="2076677" y="709596"/>
                  </a:lnTo>
                  <a:lnTo>
                    <a:pt x="2047010" y="701481"/>
                  </a:lnTo>
                  <a:lnTo>
                    <a:pt x="2017344" y="693493"/>
                  </a:lnTo>
                  <a:lnTo>
                    <a:pt x="1987677" y="685628"/>
                  </a:lnTo>
                  <a:lnTo>
                    <a:pt x="1958010" y="677883"/>
                  </a:lnTo>
                  <a:lnTo>
                    <a:pt x="1928343" y="670253"/>
                  </a:lnTo>
                  <a:lnTo>
                    <a:pt x="1898676" y="662736"/>
                  </a:lnTo>
                  <a:lnTo>
                    <a:pt x="1869010" y="655328"/>
                  </a:lnTo>
                  <a:lnTo>
                    <a:pt x="1839343" y="648029"/>
                  </a:lnTo>
                  <a:lnTo>
                    <a:pt x="1809676" y="640842"/>
                  </a:lnTo>
                  <a:lnTo>
                    <a:pt x="1780009" y="633772"/>
                  </a:lnTo>
                  <a:lnTo>
                    <a:pt x="1750342" y="626823"/>
                  </a:lnTo>
                  <a:lnTo>
                    <a:pt x="1720675" y="619995"/>
                  </a:lnTo>
                  <a:lnTo>
                    <a:pt x="1691009" y="613286"/>
                  </a:lnTo>
                  <a:lnTo>
                    <a:pt x="1661342" y="606692"/>
                  </a:lnTo>
                  <a:lnTo>
                    <a:pt x="1631675" y="600204"/>
                  </a:lnTo>
                  <a:lnTo>
                    <a:pt x="1602008" y="593814"/>
                  </a:lnTo>
                  <a:lnTo>
                    <a:pt x="1572341" y="587514"/>
                  </a:lnTo>
                  <a:lnTo>
                    <a:pt x="1542674" y="581303"/>
                  </a:lnTo>
                  <a:lnTo>
                    <a:pt x="1513008" y="575188"/>
                  </a:lnTo>
                  <a:lnTo>
                    <a:pt x="1483341" y="569173"/>
                  </a:lnTo>
                  <a:lnTo>
                    <a:pt x="1453674" y="563255"/>
                  </a:lnTo>
                  <a:lnTo>
                    <a:pt x="1424007" y="557424"/>
                  </a:lnTo>
                  <a:lnTo>
                    <a:pt x="1394340" y="551678"/>
                  </a:lnTo>
                  <a:lnTo>
                    <a:pt x="1364673" y="546023"/>
                  </a:lnTo>
                  <a:lnTo>
                    <a:pt x="1335007" y="540467"/>
                  </a:lnTo>
                  <a:lnTo>
                    <a:pt x="1305340" y="535011"/>
                  </a:lnTo>
                  <a:lnTo>
                    <a:pt x="1275673" y="529652"/>
                  </a:lnTo>
                  <a:lnTo>
                    <a:pt x="1246006" y="524381"/>
                  </a:lnTo>
                  <a:lnTo>
                    <a:pt x="1216339" y="519193"/>
                  </a:lnTo>
                  <a:lnTo>
                    <a:pt x="1186673" y="514095"/>
                  </a:lnTo>
                  <a:lnTo>
                    <a:pt x="1157006" y="509096"/>
                  </a:lnTo>
                  <a:lnTo>
                    <a:pt x="1127339" y="504205"/>
                  </a:lnTo>
                  <a:lnTo>
                    <a:pt x="1097672" y="499428"/>
                  </a:lnTo>
                  <a:lnTo>
                    <a:pt x="1068005" y="494769"/>
                  </a:lnTo>
                  <a:lnTo>
                    <a:pt x="1038338" y="490227"/>
                  </a:lnTo>
                  <a:lnTo>
                    <a:pt x="1008672" y="485798"/>
                  </a:lnTo>
                  <a:lnTo>
                    <a:pt x="979005" y="481479"/>
                  </a:lnTo>
                  <a:lnTo>
                    <a:pt x="949338" y="477269"/>
                  </a:lnTo>
                  <a:lnTo>
                    <a:pt x="919671" y="473175"/>
                  </a:lnTo>
                  <a:lnTo>
                    <a:pt x="890004" y="469213"/>
                  </a:lnTo>
                  <a:lnTo>
                    <a:pt x="860337" y="465395"/>
                  </a:lnTo>
                  <a:lnTo>
                    <a:pt x="830671" y="461723"/>
                  </a:lnTo>
                  <a:lnTo>
                    <a:pt x="801004" y="458196"/>
                  </a:lnTo>
                  <a:lnTo>
                    <a:pt x="771337" y="454817"/>
                  </a:lnTo>
                  <a:lnTo>
                    <a:pt x="741670" y="451593"/>
                  </a:lnTo>
                  <a:lnTo>
                    <a:pt x="712003" y="448525"/>
                  </a:lnTo>
                  <a:lnTo>
                    <a:pt x="682336" y="445608"/>
                  </a:lnTo>
                  <a:lnTo>
                    <a:pt x="652670" y="442833"/>
                  </a:lnTo>
                  <a:lnTo>
                    <a:pt x="623003" y="440204"/>
                  </a:lnTo>
                  <a:lnTo>
                    <a:pt x="593336" y="437727"/>
                  </a:lnTo>
                  <a:lnTo>
                    <a:pt x="563669" y="435409"/>
                  </a:lnTo>
                  <a:lnTo>
                    <a:pt x="534002" y="433249"/>
                  </a:lnTo>
                  <a:lnTo>
                    <a:pt x="504336" y="431244"/>
                  </a:lnTo>
                  <a:lnTo>
                    <a:pt x="474669" y="429384"/>
                  </a:lnTo>
                  <a:lnTo>
                    <a:pt x="445002" y="427662"/>
                  </a:lnTo>
                  <a:lnTo>
                    <a:pt x="415335" y="426074"/>
                  </a:lnTo>
                  <a:lnTo>
                    <a:pt x="385668" y="424621"/>
                  </a:lnTo>
                  <a:lnTo>
                    <a:pt x="356001" y="423303"/>
                  </a:lnTo>
                  <a:lnTo>
                    <a:pt x="326335" y="422123"/>
                  </a:lnTo>
                  <a:lnTo>
                    <a:pt x="296668" y="421082"/>
                  </a:lnTo>
                  <a:lnTo>
                    <a:pt x="267001" y="420183"/>
                  </a:lnTo>
                  <a:lnTo>
                    <a:pt x="237334" y="419424"/>
                  </a:lnTo>
                  <a:lnTo>
                    <a:pt x="207667" y="418807"/>
                  </a:lnTo>
                  <a:lnTo>
                    <a:pt x="178000" y="418327"/>
                  </a:lnTo>
                  <a:lnTo>
                    <a:pt x="148334" y="417983"/>
                  </a:lnTo>
                  <a:lnTo>
                    <a:pt x="118667" y="417768"/>
                  </a:lnTo>
                  <a:lnTo>
                    <a:pt x="89000" y="417676"/>
                  </a:lnTo>
                  <a:lnTo>
                    <a:pt x="59333" y="417700"/>
                  </a:lnTo>
                  <a:lnTo>
                    <a:pt x="29666" y="417831"/>
                  </a:lnTo>
                  <a:lnTo>
                    <a:pt x="0" y="418058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93" name="pl593"/>
            <p:cNvSpPr/>
            <p:nvPr/>
          </p:nvSpPr>
          <p:spPr>
            <a:xfrm>
              <a:off x="3489347" y="6808818"/>
              <a:ext cx="2343679" cy="377741"/>
            </a:xfrm>
            <a:custGeom>
              <a:avLst/>
              <a:pathLst>
                <a:path w="2343679" h="377741">
                  <a:moveTo>
                    <a:pt x="0" y="0"/>
                  </a:moveTo>
                  <a:lnTo>
                    <a:pt x="29666" y="11575"/>
                  </a:lnTo>
                  <a:lnTo>
                    <a:pt x="59333" y="23052"/>
                  </a:lnTo>
                  <a:lnTo>
                    <a:pt x="89000" y="34418"/>
                  </a:lnTo>
                  <a:lnTo>
                    <a:pt x="118667" y="45660"/>
                  </a:lnTo>
                  <a:lnTo>
                    <a:pt x="148334" y="56770"/>
                  </a:lnTo>
                  <a:lnTo>
                    <a:pt x="178000" y="67736"/>
                  </a:lnTo>
                  <a:lnTo>
                    <a:pt x="207667" y="78553"/>
                  </a:lnTo>
                  <a:lnTo>
                    <a:pt x="237334" y="89214"/>
                  </a:lnTo>
                  <a:lnTo>
                    <a:pt x="267001" y="99714"/>
                  </a:lnTo>
                  <a:lnTo>
                    <a:pt x="296668" y="110049"/>
                  </a:lnTo>
                  <a:lnTo>
                    <a:pt x="326335" y="120219"/>
                  </a:lnTo>
                  <a:lnTo>
                    <a:pt x="356001" y="130222"/>
                  </a:lnTo>
                  <a:lnTo>
                    <a:pt x="385668" y="140057"/>
                  </a:lnTo>
                  <a:lnTo>
                    <a:pt x="415335" y="149723"/>
                  </a:lnTo>
                  <a:lnTo>
                    <a:pt x="445002" y="159219"/>
                  </a:lnTo>
                  <a:lnTo>
                    <a:pt x="474669" y="168544"/>
                  </a:lnTo>
                  <a:lnTo>
                    <a:pt x="504336" y="177690"/>
                  </a:lnTo>
                  <a:lnTo>
                    <a:pt x="534002" y="186648"/>
                  </a:lnTo>
                  <a:lnTo>
                    <a:pt x="563669" y="195405"/>
                  </a:lnTo>
                  <a:lnTo>
                    <a:pt x="593336" y="203954"/>
                  </a:lnTo>
                  <a:lnTo>
                    <a:pt x="623003" y="212294"/>
                  </a:lnTo>
                  <a:lnTo>
                    <a:pt x="652670" y="220427"/>
                  </a:lnTo>
                  <a:lnTo>
                    <a:pt x="682336" y="228355"/>
                  </a:lnTo>
                  <a:lnTo>
                    <a:pt x="712003" y="236081"/>
                  </a:lnTo>
                  <a:lnTo>
                    <a:pt x="741670" y="243598"/>
                  </a:lnTo>
                  <a:lnTo>
                    <a:pt x="771337" y="250902"/>
                  </a:lnTo>
                  <a:lnTo>
                    <a:pt x="801004" y="257996"/>
                  </a:lnTo>
                  <a:lnTo>
                    <a:pt x="830671" y="264889"/>
                  </a:lnTo>
                  <a:lnTo>
                    <a:pt x="860337" y="271580"/>
                  </a:lnTo>
                  <a:lnTo>
                    <a:pt x="890004" y="278060"/>
                  </a:lnTo>
                  <a:lnTo>
                    <a:pt x="919671" y="284323"/>
                  </a:lnTo>
                  <a:lnTo>
                    <a:pt x="949338" y="290372"/>
                  </a:lnTo>
                  <a:lnTo>
                    <a:pt x="979005" y="296218"/>
                  </a:lnTo>
                  <a:lnTo>
                    <a:pt x="1008672" y="301863"/>
                  </a:lnTo>
                  <a:lnTo>
                    <a:pt x="1038338" y="307306"/>
                  </a:lnTo>
                  <a:lnTo>
                    <a:pt x="1068005" y="312542"/>
                  </a:lnTo>
                  <a:lnTo>
                    <a:pt x="1097672" y="317565"/>
                  </a:lnTo>
                  <a:lnTo>
                    <a:pt x="1127339" y="322374"/>
                  </a:lnTo>
                  <a:lnTo>
                    <a:pt x="1157006" y="326971"/>
                  </a:lnTo>
                  <a:lnTo>
                    <a:pt x="1186673" y="331362"/>
                  </a:lnTo>
                  <a:lnTo>
                    <a:pt x="1216339" y="335553"/>
                  </a:lnTo>
                  <a:lnTo>
                    <a:pt x="1246006" y="339554"/>
                  </a:lnTo>
                  <a:lnTo>
                    <a:pt x="1275673" y="343368"/>
                  </a:lnTo>
                  <a:lnTo>
                    <a:pt x="1305340" y="346990"/>
                  </a:lnTo>
                  <a:lnTo>
                    <a:pt x="1335007" y="350410"/>
                  </a:lnTo>
                  <a:lnTo>
                    <a:pt x="1364673" y="353620"/>
                  </a:lnTo>
                  <a:lnTo>
                    <a:pt x="1394340" y="356622"/>
                  </a:lnTo>
                  <a:lnTo>
                    <a:pt x="1424007" y="359421"/>
                  </a:lnTo>
                  <a:lnTo>
                    <a:pt x="1453674" y="362021"/>
                  </a:lnTo>
                  <a:lnTo>
                    <a:pt x="1483341" y="364419"/>
                  </a:lnTo>
                  <a:lnTo>
                    <a:pt x="1513008" y="366610"/>
                  </a:lnTo>
                  <a:lnTo>
                    <a:pt x="1542674" y="368590"/>
                  </a:lnTo>
                  <a:lnTo>
                    <a:pt x="1572341" y="370367"/>
                  </a:lnTo>
                  <a:lnTo>
                    <a:pt x="1602008" y="371951"/>
                  </a:lnTo>
                  <a:lnTo>
                    <a:pt x="1631675" y="373346"/>
                  </a:lnTo>
                  <a:lnTo>
                    <a:pt x="1661342" y="374549"/>
                  </a:lnTo>
                  <a:lnTo>
                    <a:pt x="1691009" y="375558"/>
                  </a:lnTo>
                  <a:lnTo>
                    <a:pt x="1720675" y="376373"/>
                  </a:lnTo>
                  <a:lnTo>
                    <a:pt x="1750342" y="376992"/>
                  </a:lnTo>
                  <a:lnTo>
                    <a:pt x="1780009" y="377422"/>
                  </a:lnTo>
                  <a:lnTo>
                    <a:pt x="1809676" y="377668"/>
                  </a:lnTo>
                  <a:lnTo>
                    <a:pt x="1839343" y="377741"/>
                  </a:lnTo>
                  <a:lnTo>
                    <a:pt x="1869010" y="377652"/>
                  </a:lnTo>
                  <a:lnTo>
                    <a:pt x="1898676" y="377408"/>
                  </a:lnTo>
                  <a:lnTo>
                    <a:pt x="1928343" y="377013"/>
                  </a:lnTo>
                  <a:lnTo>
                    <a:pt x="1958010" y="376467"/>
                  </a:lnTo>
                  <a:lnTo>
                    <a:pt x="1987677" y="375768"/>
                  </a:lnTo>
                  <a:lnTo>
                    <a:pt x="2017344" y="374916"/>
                  </a:lnTo>
                  <a:lnTo>
                    <a:pt x="2047010" y="373910"/>
                  </a:lnTo>
                  <a:lnTo>
                    <a:pt x="2076677" y="372749"/>
                  </a:lnTo>
                  <a:lnTo>
                    <a:pt x="2106344" y="371435"/>
                  </a:lnTo>
                  <a:lnTo>
                    <a:pt x="2136011" y="369969"/>
                  </a:lnTo>
                  <a:lnTo>
                    <a:pt x="2165678" y="368356"/>
                  </a:lnTo>
                  <a:lnTo>
                    <a:pt x="2195345" y="366600"/>
                  </a:lnTo>
                  <a:lnTo>
                    <a:pt x="2225011" y="364709"/>
                  </a:lnTo>
                  <a:lnTo>
                    <a:pt x="2254678" y="362690"/>
                  </a:lnTo>
                  <a:lnTo>
                    <a:pt x="2284345" y="360552"/>
                  </a:lnTo>
                  <a:lnTo>
                    <a:pt x="2314012" y="358306"/>
                  </a:lnTo>
                  <a:lnTo>
                    <a:pt x="2343679" y="35596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94" name="pl594"/>
            <p:cNvSpPr/>
            <p:nvPr/>
          </p:nvSpPr>
          <p:spPr>
            <a:xfrm>
              <a:off x="3489347" y="7226495"/>
              <a:ext cx="2343679" cy="370490"/>
            </a:xfrm>
            <a:custGeom>
              <a:avLst/>
              <a:pathLst>
                <a:path w="2343679" h="370490">
                  <a:moveTo>
                    <a:pt x="2343679" y="370490"/>
                  </a:moveTo>
                  <a:lnTo>
                    <a:pt x="2314012" y="361320"/>
                  </a:lnTo>
                  <a:lnTo>
                    <a:pt x="2284345" y="352244"/>
                  </a:lnTo>
                  <a:lnTo>
                    <a:pt x="2254678" y="343270"/>
                  </a:lnTo>
                  <a:lnTo>
                    <a:pt x="2225011" y="334406"/>
                  </a:lnTo>
                  <a:lnTo>
                    <a:pt x="2195345" y="325659"/>
                  </a:lnTo>
                  <a:lnTo>
                    <a:pt x="2165678" y="317034"/>
                  </a:lnTo>
                  <a:lnTo>
                    <a:pt x="2136011" y="308534"/>
                  </a:lnTo>
                  <a:lnTo>
                    <a:pt x="2106344" y="300162"/>
                  </a:lnTo>
                  <a:lnTo>
                    <a:pt x="2076677" y="291919"/>
                  </a:lnTo>
                  <a:lnTo>
                    <a:pt x="2047010" y="283804"/>
                  </a:lnTo>
                  <a:lnTo>
                    <a:pt x="2017344" y="275816"/>
                  </a:lnTo>
                  <a:lnTo>
                    <a:pt x="1987677" y="267951"/>
                  </a:lnTo>
                  <a:lnTo>
                    <a:pt x="1958010" y="260206"/>
                  </a:lnTo>
                  <a:lnTo>
                    <a:pt x="1928343" y="252576"/>
                  </a:lnTo>
                  <a:lnTo>
                    <a:pt x="1898676" y="245059"/>
                  </a:lnTo>
                  <a:lnTo>
                    <a:pt x="1869010" y="237651"/>
                  </a:lnTo>
                  <a:lnTo>
                    <a:pt x="1839343" y="230352"/>
                  </a:lnTo>
                  <a:lnTo>
                    <a:pt x="1809676" y="223165"/>
                  </a:lnTo>
                  <a:lnTo>
                    <a:pt x="1780009" y="216095"/>
                  </a:lnTo>
                  <a:lnTo>
                    <a:pt x="1750342" y="209146"/>
                  </a:lnTo>
                  <a:lnTo>
                    <a:pt x="1720675" y="202318"/>
                  </a:lnTo>
                  <a:lnTo>
                    <a:pt x="1691009" y="195609"/>
                  </a:lnTo>
                  <a:lnTo>
                    <a:pt x="1661342" y="189015"/>
                  </a:lnTo>
                  <a:lnTo>
                    <a:pt x="1631675" y="182527"/>
                  </a:lnTo>
                  <a:lnTo>
                    <a:pt x="1602008" y="176138"/>
                  </a:lnTo>
                  <a:lnTo>
                    <a:pt x="1572341" y="169838"/>
                  </a:lnTo>
                  <a:lnTo>
                    <a:pt x="1542674" y="163626"/>
                  </a:lnTo>
                  <a:lnTo>
                    <a:pt x="1513008" y="157511"/>
                  </a:lnTo>
                  <a:lnTo>
                    <a:pt x="1483341" y="151496"/>
                  </a:lnTo>
                  <a:lnTo>
                    <a:pt x="1453674" y="145578"/>
                  </a:lnTo>
                  <a:lnTo>
                    <a:pt x="1424007" y="139747"/>
                  </a:lnTo>
                  <a:lnTo>
                    <a:pt x="1394340" y="134001"/>
                  </a:lnTo>
                  <a:lnTo>
                    <a:pt x="1364673" y="128346"/>
                  </a:lnTo>
                  <a:lnTo>
                    <a:pt x="1335007" y="122790"/>
                  </a:lnTo>
                  <a:lnTo>
                    <a:pt x="1305340" y="117334"/>
                  </a:lnTo>
                  <a:lnTo>
                    <a:pt x="1275673" y="111976"/>
                  </a:lnTo>
                  <a:lnTo>
                    <a:pt x="1246006" y="106704"/>
                  </a:lnTo>
                  <a:lnTo>
                    <a:pt x="1216339" y="101516"/>
                  </a:lnTo>
                  <a:lnTo>
                    <a:pt x="1186673" y="96418"/>
                  </a:lnTo>
                  <a:lnTo>
                    <a:pt x="1157006" y="91419"/>
                  </a:lnTo>
                  <a:lnTo>
                    <a:pt x="1127339" y="86528"/>
                  </a:lnTo>
                  <a:lnTo>
                    <a:pt x="1097672" y="81752"/>
                  </a:lnTo>
                  <a:lnTo>
                    <a:pt x="1068005" y="77092"/>
                  </a:lnTo>
                  <a:lnTo>
                    <a:pt x="1038338" y="72550"/>
                  </a:lnTo>
                  <a:lnTo>
                    <a:pt x="1008672" y="68121"/>
                  </a:lnTo>
                  <a:lnTo>
                    <a:pt x="979005" y="63803"/>
                  </a:lnTo>
                  <a:lnTo>
                    <a:pt x="949338" y="59592"/>
                  </a:lnTo>
                  <a:lnTo>
                    <a:pt x="919671" y="55498"/>
                  </a:lnTo>
                  <a:lnTo>
                    <a:pt x="890004" y="51536"/>
                  </a:lnTo>
                  <a:lnTo>
                    <a:pt x="860337" y="47718"/>
                  </a:lnTo>
                  <a:lnTo>
                    <a:pt x="830671" y="44046"/>
                  </a:lnTo>
                  <a:lnTo>
                    <a:pt x="801004" y="40519"/>
                  </a:lnTo>
                  <a:lnTo>
                    <a:pt x="771337" y="37140"/>
                  </a:lnTo>
                  <a:lnTo>
                    <a:pt x="741670" y="33916"/>
                  </a:lnTo>
                  <a:lnTo>
                    <a:pt x="712003" y="30848"/>
                  </a:lnTo>
                  <a:lnTo>
                    <a:pt x="682336" y="27931"/>
                  </a:lnTo>
                  <a:lnTo>
                    <a:pt x="652670" y="25156"/>
                  </a:lnTo>
                  <a:lnTo>
                    <a:pt x="623003" y="22527"/>
                  </a:lnTo>
                  <a:lnTo>
                    <a:pt x="593336" y="20051"/>
                  </a:lnTo>
                  <a:lnTo>
                    <a:pt x="563669" y="17732"/>
                  </a:lnTo>
                  <a:lnTo>
                    <a:pt x="534002" y="15573"/>
                  </a:lnTo>
                  <a:lnTo>
                    <a:pt x="504336" y="13567"/>
                  </a:lnTo>
                  <a:lnTo>
                    <a:pt x="474669" y="11707"/>
                  </a:lnTo>
                  <a:lnTo>
                    <a:pt x="445002" y="9985"/>
                  </a:lnTo>
                  <a:lnTo>
                    <a:pt x="415335" y="8397"/>
                  </a:lnTo>
                  <a:lnTo>
                    <a:pt x="385668" y="6944"/>
                  </a:lnTo>
                  <a:lnTo>
                    <a:pt x="356001" y="5626"/>
                  </a:lnTo>
                  <a:lnTo>
                    <a:pt x="326335" y="4446"/>
                  </a:lnTo>
                  <a:lnTo>
                    <a:pt x="296668" y="3406"/>
                  </a:lnTo>
                  <a:lnTo>
                    <a:pt x="267001" y="2506"/>
                  </a:lnTo>
                  <a:lnTo>
                    <a:pt x="237334" y="1748"/>
                  </a:lnTo>
                  <a:lnTo>
                    <a:pt x="207667" y="1130"/>
                  </a:lnTo>
                  <a:lnTo>
                    <a:pt x="178000" y="650"/>
                  </a:lnTo>
                  <a:lnTo>
                    <a:pt x="148334" y="306"/>
                  </a:lnTo>
                  <a:lnTo>
                    <a:pt x="118667" y="91"/>
                  </a:lnTo>
                  <a:lnTo>
                    <a:pt x="89000" y="0"/>
                  </a:lnTo>
                  <a:lnTo>
                    <a:pt x="59333" y="24"/>
                  </a:lnTo>
                  <a:lnTo>
                    <a:pt x="29666" y="154"/>
                  </a:lnTo>
                  <a:lnTo>
                    <a:pt x="0" y="38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95" name="pl595"/>
            <p:cNvSpPr/>
            <p:nvPr/>
          </p:nvSpPr>
          <p:spPr>
            <a:xfrm>
              <a:off x="3489347" y="7017847"/>
              <a:ext cx="2343679" cy="363036"/>
            </a:xfrm>
            <a:custGeom>
              <a:avLst/>
              <a:pathLst>
                <a:path w="2343679" h="363036">
                  <a:moveTo>
                    <a:pt x="0" y="0"/>
                  </a:moveTo>
                  <a:lnTo>
                    <a:pt x="29666" y="5674"/>
                  </a:lnTo>
                  <a:lnTo>
                    <a:pt x="59333" y="11347"/>
                  </a:lnTo>
                  <a:lnTo>
                    <a:pt x="89000" y="17018"/>
                  </a:lnTo>
                  <a:lnTo>
                    <a:pt x="118667" y="22685"/>
                  </a:lnTo>
                  <a:lnTo>
                    <a:pt x="148334" y="28347"/>
                  </a:lnTo>
                  <a:lnTo>
                    <a:pt x="178000" y="34003"/>
                  </a:lnTo>
                  <a:lnTo>
                    <a:pt x="207667" y="39651"/>
                  </a:lnTo>
                  <a:lnTo>
                    <a:pt x="237334" y="45290"/>
                  </a:lnTo>
                  <a:lnTo>
                    <a:pt x="267001" y="50919"/>
                  </a:lnTo>
                  <a:lnTo>
                    <a:pt x="296668" y="56537"/>
                  </a:lnTo>
                  <a:lnTo>
                    <a:pt x="326335" y="62142"/>
                  </a:lnTo>
                  <a:lnTo>
                    <a:pt x="356001" y="67733"/>
                  </a:lnTo>
                  <a:lnTo>
                    <a:pt x="385668" y="73310"/>
                  </a:lnTo>
                  <a:lnTo>
                    <a:pt x="415335" y="78869"/>
                  </a:lnTo>
                  <a:lnTo>
                    <a:pt x="445002" y="84412"/>
                  </a:lnTo>
                  <a:lnTo>
                    <a:pt x="474669" y="89935"/>
                  </a:lnTo>
                  <a:lnTo>
                    <a:pt x="504336" y="95438"/>
                  </a:lnTo>
                  <a:lnTo>
                    <a:pt x="534002" y="100919"/>
                  </a:lnTo>
                  <a:lnTo>
                    <a:pt x="563669" y="106378"/>
                  </a:lnTo>
                  <a:lnTo>
                    <a:pt x="593336" y="111812"/>
                  </a:lnTo>
                  <a:lnTo>
                    <a:pt x="623003" y="117220"/>
                  </a:lnTo>
                  <a:lnTo>
                    <a:pt x="652670" y="122601"/>
                  </a:lnTo>
                  <a:lnTo>
                    <a:pt x="682336" y="127952"/>
                  </a:lnTo>
                  <a:lnTo>
                    <a:pt x="712003" y="133274"/>
                  </a:lnTo>
                  <a:lnTo>
                    <a:pt x="741670" y="138566"/>
                  </a:lnTo>
                  <a:lnTo>
                    <a:pt x="771337" y="143830"/>
                  </a:lnTo>
                  <a:lnTo>
                    <a:pt x="801004" y="149067"/>
                  </a:lnTo>
                  <a:lnTo>
                    <a:pt x="830671" y="154277"/>
                  </a:lnTo>
                  <a:lnTo>
                    <a:pt x="860337" y="159458"/>
                  </a:lnTo>
                  <a:lnTo>
                    <a:pt x="890004" y="164607"/>
                  </a:lnTo>
                  <a:lnTo>
                    <a:pt x="919671" y="169720"/>
                  </a:lnTo>
                  <a:lnTo>
                    <a:pt x="949338" y="174792"/>
                  </a:lnTo>
                  <a:lnTo>
                    <a:pt x="979005" y="179819"/>
                  </a:lnTo>
                  <a:lnTo>
                    <a:pt x="1008672" y="184802"/>
                  </a:lnTo>
                  <a:lnTo>
                    <a:pt x="1038338" y="189737"/>
                  </a:lnTo>
                  <a:lnTo>
                    <a:pt x="1068005" y="194626"/>
                  </a:lnTo>
                  <a:lnTo>
                    <a:pt x="1097672" y="199467"/>
                  </a:lnTo>
                  <a:lnTo>
                    <a:pt x="1127339" y="204260"/>
                  </a:lnTo>
                  <a:lnTo>
                    <a:pt x="1157006" y="209005"/>
                  </a:lnTo>
                  <a:lnTo>
                    <a:pt x="1186673" y="213699"/>
                  </a:lnTo>
                  <a:lnTo>
                    <a:pt x="1216339" y="218344"/>
                  </a:lnTo>
                  <a:lnTo>
                    <a:pt x="1246006" y="222938"/>
                  </a:lnTo>
                  <a:lnTo>
                    <a:pt x="1275673" y="227481"/>
                  </a:lnTo>
                  <a:lnTo>
                    <a:pt x="1305340" y="231972"/>
                  </a:lnTo>
                  <a:lnTo>
                    <a:pt x="1335007" y="236409"/>
                  </a:lnTo>
                  <a:lnTo>
                    <a:pt x="1364673" y="240793"/>
                  </a:lnTo>
                  <a:lnTo>
                    <a:pt x="1394340" y="245121"/>
                  </a:lnTo>
                  <a:lnTo>
                    <a:pt x="1424007" y="249393"/>
                  </a:lnTo>
                  <a:lnTo>
                    <a:pt x="1453674" y="253609"/>
                  </a:lnTo>
                  <a:lnTo>
                    <a:pt x="1483341" y="257767"/>
                  </a:lnTo>
                  <a:lnTo>
                    <a:pt x="1513008" y="261870"/>
                  </a:lnTo>
                  <a:lnTo>
                    <a:pt x="1542674" y="265918"/>
                  </a:lnTo>
                  <a:lnTo>
                    <a:pt x="1572341" y="269912"/>
                  </a:lnTo>
                  <a:lnTo>
                    <a:pt x="1602008" y="273854"/>
                  </a:lnTo>
                  <a:lnTo>
                    <a:pt x="1631675" y="277746"/>
                  </a:lnTo>
                  <a:lnTo>
                    <a:pt x="1661342" y="281591"/>
                  </a:lnTo>
                  <a:lnTo>
                    <a:pt x="1691009" y="285393"/>
                  </a:lnTo>
                  <a:lnTo>
                    <a:pt x="1720675" y="289155"/>
                  </a:lnTo>
                  <a:lnTo>
                    <a:pt x="1750342" y="292878"/>
                  </a:lnTo>
                  <a:lnTo>
                    <a:pt x="1780009" y="296568"/>
                  </a:lnTo>
                  <a:lnTo>
                    <a:pt x="1809676" y="300226"/>
                  </a:lnTo>
                  <a:lnTo>
                    <a:pt x="1839343" y="303856"/>
                  </a:lnTo>
                  <a:lnTo>
                    <a:pt x="1869010" y="307461"/>
                  </a:lnTo>
                  <a:lnTo>
                    <a:pt x="1898676" y="311043"/>
                  </a:lnTo>
                  <a:lnTo>
                    <a:pt x="1928343" y="314604"/>
                  </a:lnTo>
                  <a:lnTo>
                    <a:pt x="1958010" y="318146"/>
                  </a:lnTo>
                  <a:lnTo>
                    <a:pt x="1987677" y="321669"/>
                  </a:lnTo>
                  <a:lnTo>
                    <a:pt x="2017344" y="325175"/>
                  </a:lnTo>
                  <a:lnTo>
                    <a:pt x="2047010" y="328666"/>
                  </a:lnTo>
                  <a:lnTo>
                    <a:pt x="2076677" y="332143"/>
                  </a:lnTo>
                  <a:lnTo>
                    <a:pt x="2106344" y="335608"/>
                  </a:lnTo>
                  <a:lnTo>
                    <a:pt x="2136011" y="339061"/>
                  </a:lnTo>
                  <a:lnTo>
                    <a:pt x="2165678" y="342504"/>
                  </a:lnTo>
                  <a:lnTo>
                    <a:pt x="2195345" y="345939"/>
                  </a:lnTo>
                  <a:lnTo>
                    <a:pt x="2225011" y="349367"/>
                  </a:lnTo>
                  <a:lnTo>
                    <a:pt x="2254678" y="352789"/>
                  </a:lnTo>
                  <a:lnTo>
                    <a:pt x="2284345" y="356207"/>
                  </a:lnTo>
                  <a:lnTo>
                    <a:pt x="2314012" y="359623"/>
                  </a:lnTo>
                  <a:lnTo>
                    <a:pt x="2343679" y="363036"/>
                  </a:lnTo>
                </a:path>
              </a:pathLst>
            </a:custGeom>
            <a:ln w="27101" cap="flat">
              <a:solidFill>
                <a:srgbClr val="FFD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rc596"/>
            <p:cNvSpPr/>
            <p:nvPr/>
          </p:nvSpPr>
          <p:spPr>
            <a:xfrm>
              <a:off x="3372163" y="5418670"/>
              <a:ext cx="2578047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tx597"/>
            <p:cNvSpPr/>
            <p:nvPr/>
          </p:nvSpPr>
          <p:spPr>
            <a:xfrm>
              <a:off x="3210161" y="8151459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598" name="tx598"/>
            <p:cNvSpPr/>
            <p:nvPr/>
          </p:nvSpPr>
          <p:spPr>
            <a:xfrm>
              <a:off x="3247378" y="7289904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99" name="tx599"/>
            <p:cNvSpPr/>
            <p:nvPr/>
          </p:nvSpPr>
          <p:spPr>
            <a:xfrm>
              <a:off x="3247378" y="6431078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00" name="tx600"/>
            <p:cNvSpPr/>
            <p:nvPr/>
          </p:nvSpPr>
          <p:spPr>
            <a:xfrm>
              <a:off x="3247378" y="5570888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01" name="pl601"/>
            <p:cNvSpPr/>
            <p:nvPr/>
          </p:nvSpPr>
          <p:spPr>
            <a:xfrm>
              <a:off x="3337369" y="819178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l602"/>
            <p:cNvSpPr/>
            <p:nvPr/>
          </p:nvSpPr>
          <p:spPr>
            <a:xfrm>
              <a:off x="3337369" y="733159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l603"/>
            <p:cNvSpPr/>
            <p:nvPr/>
          </p:nvSpPr>
          <p:spPr>
            <a:xfrm>
              <a:off x="3337369" y="647140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l604"/>
            <p:cNvSpPr/>
            <p:nvPr/>
          </p:nvSpPr>
          <p:spPr>
            <a:xfrm>
              <a:off x="3337369" y="561121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l605"/>
            <p:cNvSpPr/>
            <p:nvPr/>
          </p:nvSpPr>
          <p:spPr>
            <a:xfrm>
              <a:off x="3664248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l606"/>
            <p:cNvSpPr/>
            <p:nvPr/>
          </p:nvSpPr>
          <p:spPr>
            <a:xfrm>
              <a:off x="4122037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l607"/>
            <p:cNvSpPr/>
            <p:nvPr/>
          </p:nvSpPr>
          <p:spPr>
            <a:xfrm>
              <a:off x="4579826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l608"/>
            <p:cNvSpPr/>
            <p:nvPr/>
          </p:nvSpPr>
          <p:spPr>
            <a:xfrm>
              <a:off x="5037615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l609"/>
            <p:cNvSpPr/>
            <p:nvPr/>
          </p:nvSpPr>
          <p:spPr>
            <a:xfrm>
              <a:off x="5495405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tx610"/>
            <p:cNvSpPr/>
            <p:nvPr/>
          </p:nvSpPr>
          <p:spPr>
            <a:xfrm>
              <a:off x="3614561" y="8659422"/>
              <a:ext cx="99372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-4</a:t>
              </a:r>
            </a:p>
          </p:txBody>
        </p:sp>
        <p:sp>
          <p:nvSpPr>
            <p:cNvPr id="611" name="tx611"/>
            <p:cNvSpPr/>
            <p:nvPr/>
          </p:nvSpPr>
          <p:spPr>
            <a:xfrm>
              <a:off x="4072351" y="8657676"/>
              <a:ext cx="99372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-3</a:t>
              </a:r>
            </a:p>
          </p:txBody>
        </p:sp>
        <p:sp>
          <p:nvSpPr>
            <p:cNvPr id="612" name="tx612"/>
            <p:cNvSpPr/>
            <p:nvPr/>
          </p:nvSpPr>
          <p:spPr>
            <a:xfrm>
              <a:off x="4530140" y="865909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613" name="tx613"/>
            <p:cNvSpPr/>
            <p:nvPr/>
          </p:nvSpPr>
          <p:spPr>
            <a:xfrm>
              <a:off x="4987929" y="865909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614" name="tx614"/>
            <p:cNvSpPr/>
            <p:nvPr/>
          </p:nvSpPr>
          <p:spPr>
            <a:xfrm>
              <a:off x="5464327" y="86577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15" name="tx615"/>
            <p:cNvSpPr/>
            <p:nvPr/>
          </p:nvSpPr>
          <p:spPr>
            <a:xfrm>
              <a:off x="3748839" y="8777412"/>
              <a:ext cx="182469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Baseline Alamar pTau181 (Z)</a:t>
              </a:r>
            </a:p>
          </p:txBody>
        </p:sp>
        <p:sp>
          <p:nvSpPr>
            <p:cNvPr id="616" name="tx616"/>
            <p:cNvSpPr/>
            <p:nvPr/>
          </p:nvSpPr>
          <p:spPr>
            <a:xfrm rot="-5400000">
              <a:off x="2128666" y="6942179"/>
              <a:ext cx="1894340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ARC Alamar pTau181 (Z/year)</a:t>
              </a:r>
            </a:p>
          </p:txBody>
        </p:sp>
        <p:sp>
          <p:nvSpPr>
            <p:cNvPr id="617" name="pl617"/>
            <p:cNvSpPr/>
            <p:nvPr/>
          </p:nvSpPr>
          <p:spPr>
            <a:xfrm>
              <a:off x="6664435" y="7750895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l618"/>
            <p:cNvSpPr/>
            <p:nvPr/>
          </p:nvSpPr>
          <p:spPr>
            <a:xfrm>
              <a:off x="6664435" y="7224805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l619"/>
            <p:cNvSpPr/>
            <p:nvPr/>
          </p:nvSpPr>
          <p:spPr>
            <a:xfrm>
              <a:off x="6664435" y="6698715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l620"/>
            <p:cNvSpPr/>
            <p:nvPr/>
          </p:nvSpPr>
          <p:spPr>
            <a:xfrm>
              <a:off x="6664435" y="6172624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l621"/>
            <p:cNvSpPr/>
            <p:nvPr/>
          </p:nvSpPr>
          <p:spPr>
            <a:xfrm>
              <a:off x="7032698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l622"/>
            <p:cNvSpPr/>
            <p:nvPr/>
          </p:nvSpPr>
          <p:spPr>
            <a:xfrm>
              <a:off x="7558788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l623"/>
            <p:cNvSpPr/>
            <p:nvPr/>
          </p:nvSpPr>
          <p:spPr>
            <a:xfrm>
              <a:off x="8084878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l624"/>
            <p:cNvSpPr/>
            <p:nvPr/>
          </p:nvSpPr>
          <p:spPr>
            <a:xfrm>
              <a:off x="8610969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l625"/>
            <p:cNvSpPr/>
            <p:nvPr/>
          </p:nvSpPr>
          <p:spPr>
            <a:xfrm>
              <a:off x="6664435" y="8013940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l626"/>
            <p:cNvSpPr/>
            <p:nvPr/>
          </p:nvSpPr>
          <p:spPr>
            <a:xfrm>
              <a:off x="6664435" y="7487850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l627"/>
            <p:cNvSpPr/>
            <p:nvPr/>
          </p:nvSpPr>
          <p:spPr>
            <a:xfrm>
              <a:off x="6664435" y="6961760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l628"/>
            <p:cNvSpPr/>
            <p:nvPr/>
          </p:nvSpPr>
          <p:spPr>
            <a:xfrm>
              <a:off x="6664435" y="6435669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l629"/>
            <p:cNvSpPr/>
            <p:nvPr/>
          </p:nvSpPr>
          <p:spPr>
            <a:xfrm>
              <a:off x="6664435" y="5909579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l630"/>
            <p:cNvSpPr/>
            <p:nvPr/>
          </p:nvSpPr>
          <p:spPr>
            <a:xfrm>
              <a:off x="6769653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l631"/>
            <p:cNvSpPr/>
            <p:nvPr/>
          </p:nvSpPr>
          <p:spPr>
            <a:xfrm>
              <a:off x="7295743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l632"/>
            <p:cNvSpPr/>
            <p:nvPr/>
          </p:nvSpPr>
          <p:spPr>
            <a:xfrm>
              <a:off x="7821833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l633"/>
            <p:cNvSpPr/>
            <p:nvPr/>
          </p:nvSpPr>
          <p:spPr>
            <a:xfrm>
              <a:off x="8347924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l634"/>
            <p:cNvSpPr/>
            <p:nvPr/>
          </p:nvSpPr>
          <p:spPr>
            <a:xfrm>
              <a:off x="8874014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l635"/>
            <p:cNvSpPr/>
            <p:nvPr/>
          </p:nvSpPr>
          <p:spPr>
            <a:xfrm>
              <a:off x="6769653" y="5909579"/>
              <a:ext cx="2104360" cy="2104360"/>
            </a:xfrm>
            <a:custGeom>
              <a:avLst/>
              <a:pathLst>
                <a:path w="2104360" h="2104360">
                  <a:moveTo>
                    <a:pt x="0" y="2104360"/>
                  </a:moveTo>
                  <a:lnTo>
                    <a:pt x="0" y="2078055"/>
                  </a:lnTo>
                  <a:lnTo>
                    <a:pt x="0" y="2051751"/>
                  </a:lnTo>
                  <a:lnTo>
                    <a:pt x="0" y="2025446"/>
                  </a:lnTo>
                  <a:lnTo>
                    <a:pt x="0" y="1999142"/>
                  </a:lnTo>
                  <a:lnTo>
                    <a:pt x="0" y="1972837"/>
                  </a:lnTo>
                  <a:lnTo>
                    <a:pt x="0" y="1946533"/>
                  </a:lnTo>
                  <a:lnTo>
                    <a:pt x="0" y="1920228"/>
                  </a:lnTo>
                  <a:lnTo>
                    <a:pt x="0" y="1893924"/>
                  </a:lnTo>
                  <a:lnTo>
                    <a:pt x="0" y="1867619"/>
                  </a:lnTo>
                  <a:lnTo>
                    <a:pt x="0" y="1841315"/>
                  </a:lnTo>
                  <a:lnTo>
                    <a:pt x="0" y="1815010"/>
                  </a:lnTo>
                  <a:lnTo>
                    <a:pt x="0" y="1788706"/>
                  </a:lnTo>
                  <a:lnTo>
                    <a:pt x="0" y="1762401"/>
                  </a:lnTo>
                  <a:lnTo>
                    <a:pt x="0" y="1736097"/>
                  </a:lnTo>
                  <a:lnTo>
                    <a:pt x="0" y="1709792"/>
                  </a:lnTo>
                  <a:lnTo>
                    <a:pt x="0" y="1683488"/>
                  </a:lnTo>
                  <a:lnTo>
                    <a:pt x="0" y="1657183"/>
                  </a:lnTo>
                  <a:lnTo>
                    <a:pt x="0" y="1630879"/>
                  </a:lnTo>
                  <a:lnTo>
                    <a:pt x="0" y="1604574"/>
                  </a:lnTo>
                  <a:lnTo>
                    <a:pt x="0" y="1578270"/>
                  </a:lnTo>
                  <a:lnTo>
                    <a:pt x="0" y="1551965"/>
                  </a:lnTo>
                  <a:lnTo>
                    <a:pt x="0" y="1525661"/>
                  </a:lnTo>
                  <a:lnTo>
                    <a:pt x="0" y="1499356"/>
                  </a:lnTo>
                  <a:lnTo>
                    <a:pt x="0" y="1473052"/>
                  </a:lnTo>
                  <a:lnTo>
                    <a:pt x="0" y="1446747"/>
                  </a:lnTo>
                  <a:lnTo>
                    <a:pt x="0" y="1420443"/>
                  </a:lnTo>
                  <a:lnTo>
                    <a:pt x="0" y="1394138"/>
                  </a:lnTo>
                  <a:lnTo>
                    <a:pt x="0" y="1367834"/>
                  </a:lnTo>
                  <a:lnTo>
                    <a:pt x="0" y="1341529"/>
                  </a:lnTo>
                  <a:lnTo>
                    <a:pt x="0" y="1315225"/>
                  </a:lnTo>
                  <a:lnTo>
                    <a:pt x="0" y="1288920"/>
                  </a:lnTo>
                  <a:lnTo>
                    <a:pt x="0" y="1262616"/>
                  </a:lnTo>
                  <a:lnTo>
                    <a:pt x="0" y="1236311"/>
                  </a:lnTo>
                  <a:lnTo>
                    <a:pt x="0" y="1210007"/>
                  </a:lnTo>
                  <a:lnTo>
                    <a:pt x="526090" y="1210007"/>
                  </a:lnTo>
                  <a:lnTo>
                    <a:pt x="526090" y="1183702"/>
                  </a:lnTo>
                  <a:lnTo>
                    <a:pt x="526090" y="1157398"/>
                  </a:lnTo>
                  <a:lnTo>
                    <a:pt x="526090" y="1131093"/>
                  </a:lnTo>
                  <a:lnTo>
                    <a:pt x="526090" y="1104789"/>
                  </a:lnTo>
                  <a:lnTo>
                    <a:pt x="526090" y="1078484"/>
                  </a:lnTo>
                  <a:lnTo>
                    <a:pt x="526090" y="1052180"/>
                  </a:lnTo>
                  <a:lnTo>
                    <a:pt x="526090" y="1025875"/>
                  </a:lnTo>
                  <a:lnTo>
                    <a:pt x="526090" y="999571"/>
                  </a:lnTo>
                  <a:lnTo>
                    <a:pt x="526090" y="973266"/>
                  </a:lnTo>
                  <a:lnTo>
                    <a:pt x="526090" y="946962"/>
                  </a:lnTo>
                  <a:lnTo>
                    <a:pt x="526090" y="920657"/>
                  </a:lnTo>
                  <a:lnTo>
                    <a:pt x="526090" y="894353"/>
                  </a:lnTo>
                  <a:lnTo>
                    <a:pt x="526090" y="868048"/>
                  </a:lnTo>
                  <a:lnTo>
                    <a:pt x="526090" y="841744"/>
                  </a:lnTo>
                  <a:lnTo>
                    <a:pt x="526090" y="815439"/>
                  </a:lnTo>
                  <a:lnTo>
                    <a:pt x="526090" y="789135"/>
                  </a:lnTo>
                  <a:lnTo>
                    <a:pt x="526090" y="762830"/>
                  </a:lnTo>
                  <a:lnTo>
                    <a:pt x="526090" y="736526"/>
                  </a:lnTo>
                  <a:lnTo>
                    <a:pt x="526090" y="710221"/>
                  </a:lnTo>
                  <a:lnTo>
                    <a:pt x="526090" y="683917"/>
                  </a:lnTo>
                  <a:lnTo>
                    <a:pt x="1052180" y="683917"/>
                  </a:lnTo>
                  <a:lnTo>
                    <a:pt x="1578270" y="683917"/>
                  </a:lnTo>
                  <a:lnTo>
                    <a:pt x="1578270" y="657612"/>
                  </a:lnTo>
                  <a:lnTo>
                    <a:pt x="1578270" y="631308"/>
                  </a:lnTo>
                  <a:lnTo>
                    <a:pt x="1578270" y="605003"/>
                  </a:lnTo>
                  <a:lnTo>
                    <a:pt x="1578270" y="578699"/>
                  </a:lnTo>
                  <a:lnTo>
                    <a:pt x="1578270" y="552394"/>
                  </a:lnTo>
                  <a:lnTo>
                    <a:pt x="1578270" y="526090"/>
                  </a:lnTo>
                  <a:lnTo>
                    <a:pt x="1578270" y="499785"/>
                  </a:lnTo>
                  <a:lnTo>
                    <a:pt x="1578270" y="473481"/>
                  </a:lnTo>
                  <a:lnTo>
                    <a:pt x="1578270" y="447176"/>
                  </a:lnTo>
                  <a:lnTo>
                    <a:pt x="1578270" y="420872"/>
                  </a:lnTo>
                  <a:lnTo>
                    <a:pt x="1578270" y="394567"/>
                  </a:lnTo>
                  <a:lnTo>
                    <a:pt x="1578270" y="368263"/>
                  </a:lnTo>
                  <a:lnTo>
                    <a:pt x="1578270" y="341958"/>
                  </a:lnTo>
                  <a:lnTo>
                    <a:pt x="1578270" y="315654"/>
                  </a:lnTo>
                  <a:lnTo>
                    <a:pt x="1578270" y="289349"/>
                  </a:lnTo>
                  <a:lnTo>
                    <a:pt x="1578270" y="263045"/>
                  </a:lnTo>
                  <a:lnTo>
                    <a:pt x="1578270" y="236740"/>
                  </a:lnTo>
                  <a:lnTo>
                    <a:pt x="1578270" y="210436"/>
                  </a:lnTo>
                  <a:lnTo>
                    <a:pt x="1578270" y="184131"/>
                  </a:lnTo>
                  <a:lnTo>
                    <a:pt x="1578270" y="157827"/>
                  </a:lnTo>
                  <a:lnTo>
                    <a:pt x="1578270" y="131522"/>
                  </a:lnTo>
                  <a:lnTo>
                    <a:pt x="1578270" y="105218"/>
                  </a:lnTo>
                  <a:lnTo>
                    <a:pt x="1578270" y="78913"/>
                  </a:lnTo>
                  <a:lnTo>
                    <a:pt x="1578270" y="52609"/>
                  </a:lnTo>
                  <a:lnTo>
                    <a:pt x="1578270" y="26304"/>
                  </a:lnTo>
                  <a:lnTo>
                    <a:pt x="1578270" y="0"/>
                  </a:lnTo>
                  <a:lnTo>
                    <a:pt x="2104360" y="0"/>
                  </a:lnTo>
                </a:path>
              </a:pathLst>
            </a:custGeom>
            <a:ln w="32521" cap="flat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l636"/>
            <p:cNvSpPr/>
            <p:nvPr/>
          </p:nvSpPr>
          <p:spPr>
            <a:xfrm>
              <a:off x="6664435" y="5804361"/>
              <a:ext cx="2314796" cy="2314796"/>
            </a:xfrm>
            <a:custGeom>
              <a:avLst/>
              <a:pathLst>
                <a:path w="2314796" h="2314796">
                  <a:moveTo>
                    <a:pt x="0" y="2314796"/>
                  </a:moveTo>
                  <a:lnTo>
                    <a:pt x="0" y="2314796"/>
                  </a:lnTo>
                  <a:lnTo>
                    <a:pt x="2314796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37" name="tx637"/>
            <p:cNvSpPr/>
            <p:nvPr/>
          </p:nvSpPr>
          <p:spPr>
            <a:xfrm>
              <a:off x="6307884" y="7960878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638" name="tx638"/>
            <p:cNvSpPr/>
            <p:nvPr/>
          </p:nvSpPr>
          <p:spPr>
            <a:xfrm>
              <a:off x="6307884" y="743478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639" name="tx639"/>
            <p:cNvSpPr/>
            <p:nvPr/>
          </p:nvSpPr>
          <p:spPr>
            <a:xfrm>
              <a:off x="6307884" y="690869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640" name="tx640"/>
            <p:cNvSpPr/>
            <p:nvPr/>
          </p:nvSpPr>
          <p:spPr>
            <a:xfrm>
              <a:off x="6307884" y="638260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641" name="tx641"/>
            <p:cNvSpPr/>
            <p:nvPr/>
          </p:nvSpPr>
          <p:spPr>
            <a:xfrm>
              <a:off x="6307884" y="585651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642" name="tx642"/>
            <p:cNvSpPr/>
            <p:nvPr/>
          </p:nvSpPr>
          <p:spPr>
            <a:xfrm>
              <a:off x="663123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643" name="tx643"/>
            <p:cNvSpPr/>
            <p:nvPr/>
          </p:nvSpPr>
          <p:spPr>
            <a:xfrm>
              <a:off x="715732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644" name="tx644"/>
            <p:cNvSpPr/>
            <p:nvPr/>
          </p:nvSpPr>
          <p:spPr>
            <a:xfrm>
              <a:off x="768341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645" name="tx645"/>
            <p:cNvSpPr/>
            <p:nvPr/>
          </p:nvSpPr>
          <p:spPr>
            <a:xfrm>
              <a:off x="820950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646" name="tx646"/>
            <p:cNvSpPr/>
            <p:nvPr/>
          </p:nvSpPr>
          <p:spPr>
            <a:xfrm>
              <a:off x="8735594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647" name="tx647"/>
            <p:cNvSpPr/>
            <p:nvPr/>
          </p:nvSpPr>
          <p:spPr>
            <a:xfrm>
              <a:off x="6443449" y="8346439"/>
              <a:ext cx="2756768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Positive Rate (1 - Specificity)</a:t>
              </a:r>
            </a:p>
          </p:txBody>
        </p:sp>
        <p:sp>
          <p:nvSpPr>
            <p:cNvPr id="648" name="tx648"/>
            <p:cNvSpPr/>
            <p:nvPr/>
          </p:nvSpPr>
          <p:spPr>
            <a:xfrm rot="-5400000">
              <a:off x="4936867" y="6878329"/>
              <a:ext cx="2430685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Positive Rate (Sensitivity)</a:t>
              </a:r>
            </a:p>
          </p:txBody>
        </p:sp>
        <p:sp>
          <p:nvSpPr>
            <p:cNvPr id="649" name="rc649"/>
            <p:cNvSpPr/>
            <p:nvPr/>
          </p:nvSpPr>
          <p:spPr>
            <a:xfrm>
              <a:off x="9067800" y="5349081"/>
              <a:ext cx="1524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rc650"/>
            <p:cNvSpPr/>
            <p:nvPr/>
          </p:nvSpPr>
          <p:spPr>
            <a:xfrm>
              <a:off x="9468163" y="5418670"/>
              <a:ext cx="1054047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1" name="pl651"/>
            <p:cNvSpPr/>
            <p:nvPr/>
          </p:nvSpPr>
          <p:spPr>
            <a:xfrm>
              <a:off x="9468163" y="7761691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l652"/>
            <p:cNvSpPr/>
            <p:nvPr/>
          </p:nvSpPr>
          <p:spPr>
            <a:xfrm>
              <a:off x="9468163" y="6901501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l653"/>
            <p:cNvSpPr/>
            <p:nvPr/>
          </p:nvSpPr>
          <p:spPr>
            <a:xfrm>
              <a:off x="9468163" y="6041311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l654"/>
            <p:cNvSpPr/>
            <p:nvPr/>
          </p:nvSpPr>
          <p:spPr>
            <a:xfrm>
              <a:off x="9493999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l655"/>
            <p:cNvSpPr/>
            <p:nvPr/>
          </p:nvSpPr>
          <p:spPr>
            <a:xfrm>
              <a:off x="9681168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l656"/>
            <p:cNvSpPr/>
            <p:nvPr/>
          </p:nvSpPr>
          <p:spPr>
            <a:xfrm>
              <a:off x="9868338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l657"/>
            <p:cNvSpPr/>
            <p:nvPr/>
          </p:nvSpPr>
          <p:spPr>
            <a:xfrm>
              <a:off x="10055507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l658"/>
            <p:cNvSpPr/>
            <p:nvPr/>
          </p:nvSpPr>
          <p:spPr>
            <a:xfrm>
              <a:off x="10242676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l659"/>
            <p:cNvSpPr/>
            <p:nvPr/>
          </p:nvSpPr>
          <p:spPr>
            <a:xfrm>
              <a:off x="10429846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l660"/>
            <p:cNvSpPr/>
            <p:nvPr/>
          </p:nvSpPr>
          <p:spPr>
            <a:xfrm>
              <a:off x="9468163" y="8191786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l661"/>
            <p:cNvSpPr/>
            <p:nvPr/>
          </p:nvSpPr>
          <p:spPr>
            <a:xfrm>
              <a:off x="9468163" y="7331596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l662"/>
            <p:cNvSpPr/>
            <p:nvPr/>
          </p:nvSpPr>
          <p:spPr>
            <a:xfrm>
              <a:off x="9468163" y="6471406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l663"/>
            <p:cNvSpPr/>
            <p:nvPr/>
          </p:nvSpPr>
          <p:spPr>
            <a:xfrm>
              <a:off x="9468163" y="5611216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l664"/>
            <p:cNvSpPr/>
            <p:nvPr/>
          </p:nvSpPr>
          <p:spPr>
            <a:xfrm>
              <a:off x="9587583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l665"/>
            <p:cNvSpPr/>
            <p:nvPr/>
          </p:nvSpPr>
          <p:spPr>
            <a:xfrm>
              <a:off x="9774753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l666"/>
            <p:cNvSpPr/>
            <p:nvPr/>
          </p:nvSpPr>
          <p:spPr>
            <a:xfrm>
              <a:off x="9961922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l667"/>
            <p:cNvSpPr/>
            <p:nvPr/>
          </p:nvSpPr>
          <p:spPr>
            <a:xfrm>
              <a:off x="10149092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l668"/>
            <p:cNvSpPr/>
            <p:nvPr/>
          </p:nvSpPr>
          <p:spPr>
            <a:xfrm>
              <a:off x="10336261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10001278" y="700364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10147827" y="77623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10048600" y="71486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9900935" y="72208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9982071" y="69868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9864566" y="772370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10217178" y="77092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9612764" y="730566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10218906" y="72946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9820633" y="695196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10264651" y="70298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10138971" y="72296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10309725" y="69714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9921595" y="74922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9731035" y="69431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10272407" y="701012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9776204" y="77542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10082068" y="75865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10082714" y="71083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10387500" y="72535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9529938" y="694429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10025461" y="73011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10140518" y="71229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9849787" y="78387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9786174" y="71036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10286271" y="71136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10109797" y="73052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9706585" y="69254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10256440" y="834524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10008771" y="73212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9769558" y="71597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9968795" y="72471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9775105" y="697490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9822618" y="553830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10197621" y="71562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10053943" y="73875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9593685" y="70118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10240435" y="69157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9713704" y="73697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9827328" y="71022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10077146" y="75242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9708432" y="746012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9791982" y="72488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9714021" y="736331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10093737" y="72991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10280841" y="71211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10006019" y="73521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10449473" y="725096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9491249" y="640045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9891745" y="75603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9682318" y="73833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10177918" y="76308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9641342" y="67163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9822592" y="587738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9934653" y="71956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9713889" y="72349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10057561" y="77961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10282408" y="701816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9662629" y="69077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9842194" y="72716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10132145" y="70086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10090674" y="686241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9716825" y="70160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10040297" y="71006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10123130" y="74017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9682011" y="67151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9813489" y="72261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10328610" y="724202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9808095" y="736045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9882411" y="77173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10196392" y="74520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9848160" y="72929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9852871" y="68896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10126294" y="709726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9922755" y="71108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9773943" y="754570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10030440" y="635863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9872439" y="70140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10058924" y="84275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10109711" y="72974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9761235" y="683062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9881040" y="68697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9666104" y="69891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9669296" y="69174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l753"/>
            <p:cNvSpPr/>
            <p:nvPr/>
          </p:nvSpPr>
          <p:spPr>
            <a:xfrm>
              <a:off x="9468163" y="6739962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9516075" y="6808818"/>
              <a:ext cx="958224" cy="788167"/>
            </a:xfrm>
            <a:custGeom>
              <a:avLst/>
              <a:pathLst>
                <a:path w="958224" h="788167">
                  <a:moveTo>
                    <a:pt x="0" y="0"/>
                  </a:moveTo>
                  <a:lnTo>
                    <a:pt x="12129" y="11575"/>
                  </a:lnTo>
                  <a:lnTo>
                    <a:pt x="24258" y="23052"/>
                  </a:lnTo>
                  <a:lnTo>
                    <a:pt x="36388" y="34418"/>
                  </a:lnTo>
                  <a:lnTo>
                    <a:pt x="48517" y="45660"/>
                  </a:lnTo>
                  <a:lnTo>
                    <a:pt x="60647" y="56770"/>
                  </a:lnTo>
                  <a:lnTo>
                    <a:pt x="72776" y="67736"/>
                  </a:lnTo>
                  <a:lnTo>
                    <a:pt x="84905" y="78553"/>
                  </a:lnTo>
                  <a:lnTo>
                    <a:pt x="97035" y="89214"/>
                  </a:lnTo>
                  <a:lnTo>
                    <a:pt x="109164" y="99714"/>
                  </a:lnTo>
                  <a:lnTo>
                    <a:pt x="121294" y="110049"/>
                  </a:lnTo>
                  <a:lnTo>
                    <a:pt x="133423" y="120219"/>
                  </a:lnTo>
                  <a:lnTo>
                    <a:pt x="145553" y="130222"/>
                  </a:lnTo>
                  <a:lnTo>
                    <a:pt x="157682" y="140057"/>
                  </a:lnTo>
                  <a:lnTo>
                    <a:pt x="169811" y="149723"/>
                  </a:lnTo>
                  <a:lnTo>
                    <a:pt x="181941" y="159219"/>
                  </a:lnTo>
                  <a:lnTo>
                    <a:pt x="194070" y="168544"/>
                  </a:lnTo>
                  <a:lnTo>
                    <a:pt x="206200" y="177690"/>
                  </a:lnTo>
                  <a:lnTo>
                    <a:pt x="218329" y="186648"/>
                  </a:lnTo>
                  <a:lnTo>
                    <a:pt x="230459" y="195405"/>
                  </a:lnTo>
                  <a:lnTo>
                    <a:pt x="242588" y="203954"/>
                  </a:lnTo>
                  <a:lnTo>
                    <a:pt x="254717" y="212294"/>
                  </a:lnTo>
                  <a:lnTo>
                    <a:pt x="266847" y="220427"/>
                  </a:lnTo>
                  <a:lnTo>
                    <a:pt x="278976" y="228355"/>
                  </a:lnTo>
                  <a:lnTo>
                    <a:pt x="291106" y="236081"/>
                  </a:lnTo>
                  <a:lnTo>
                    <a:pt x="303235" y="243598"/>
                  </a:lnTo>
                  <a:lnTo>
                    <a:pt x="315365" y="250902"/>
                  </a:lnTo>
                  <a:lnTo>
                    <a:pt x="327494" y="257996"/>
                  </a:lnTo>
                  <a:lnTo>
                    <a:pt x="339623" y="264889"/>
                  </a:lnTo>
                  <a:lnTo>
                    <a:pt x="351753" y="271580"/>
                  </a:lnTo>
                  <a:lnTo>
                    <a:pt x="363882" y="278060"/>
                  </a:lnTo>
                  <a:lnTo>
                    <a:pt x="376012" y="284323"/>
                  </a:lnTo>
                  <a:lnTo>
                    <a:pt x="388141" y="290372"/>
                  </a:lnTo>
                  <a:lnTo>
                    <a:pt x="400271" y="296218"/>
                  </a:lnTo>
                  <a:lnTo>
                    <a:pt x="412400" y="301863"/>
                  </a:lnTo>
                  <a:lnTo>
                    <a:pt x="424529" y="307306"/>
                  </a:lnTo>
                  <a:lnTo>
                    <a:pt x="436659" y="312542"/>
                  </a:lnTo>
                  <a:lnTo>
                    <a:pt x="448788" y="317565"/>
                  </a:lnTo>
                  <a:lnTo>
                    <a:pt x="460918" y="322374"/>
                  </a:lnTo>
                  <a:lnTo>
                    <a:pt x="473047" y="326971"/>
                  </a:lnTo>
                  <a:lnTo>
                    <a:pt x="485177" y="331362"/>
                  </a:lnTo>
                  <a:lnTo>
                    <a:pt x="497306" y="335553"/>
                  </a:lnTo>
                  <a:lnTo>
                    <a:pt x="509435" y="339554"/>
                  </a:lnTo>
                  <a:lnTo>
                    <a:pt x="521565" y="343368"/>
                  </a:lnTo>
                  <a:lnTo>
                    <a:pt x="533694" y="346990"/>
                  </a:lnTo>
                  <a:lnTo>
                    <a:pt x="545824" y="350410"/>
                  </a:lnTo>
                  <a:lnTo>
                    <a:pt x="557953" y="353620"/>
                  </a:lnTo>
                  <a:lnTo>
                    <a:pt x="570083" y="356622"/>
                  </a:lnTo>
                  <a:lnTo>
                    <a:pt x="582212" y="359421"/>
                  </a:lnTo>
                  <a:lnTo>
                    <a:pt x="594341" y="362021"/>
                  </a:lnTo>
                  <a:lnTo>
                    <a:pt x="606471" y="364419"/>
                  </a:lnTo>
                  <a:lnTo>
                    <a:pt x="618600" y="366610"/>
                  </a:lnTo>
                  <a:lnTo>
                    <a:pt x="630730" y="368590"/>
                  </a:lnTo>
                  <a:lnTo>
                    <a:pt x="642859" y="370367"/>
                  </a:lnTo>
                  <a:lnTo>
                    <a:pt x="654989" y="371951"/>
                  </a:lnTo>
                  <a:lnTo>
                    <a:pt x="667118" y="373346"/>
                  </a:lnTo>
                  <a:lnTo>
                    <a:pt x="679247" y="374549"/>
                  </a:lnTo>
                  <a:lnTo>
                    <a:pt x="691377" y="375558"/>
                  </a:lnTo>
                  <a:lnTo>
                    <a:pt x="703506" y="376373"/>
                  </a:lnTo>
                  <a:lnTo>
                    <a:pt x="715636" y="376992"/>
                  </a:lnTo>
                  <a:lnTo>
                    <a:pt x="727765" y="377422"/>
                  </a:lnTo>
                  <a:lnTo>
                    <a:pt x="739895" y="377668"/>
                  </a:lnTo>
                  <a:lnTo>
                    <a:pt x="752024" y="377741"/>
                  </a:lnTo>
                  <a:lnTo>
                    <a:pt x="764153" y="377652"/>
                  </a:lnTo>
                  <a:lnTo>
                    <a:pt x="776283" y="377408"/>
                  </a:lnTo>
                  <a:lnTo>
                    <a:pt x="788412" y="377013"/>
                  </a:lnTo>
                  <a:lnTo>
                    <a:pt x="800542" y="376467"/>
                  </a:lnTo>
                  <a:lnTo>
                    <a:pt x="812671" y="375768"/>
                  </a:lnTo>
                  <a:lnTo>
                    <a:pt x="824801" y="374916"/>
                  </a:lnTo>
                  <a:lnTo>
                    <a:pt x="836930" y="373910"/>
                  </a:lnTo>
                  <a:lnTo>
                    <a:pt x="849059" y="372749"/>
                  </a:lnTo>
                  <a:lnTo>
                    <a:pt x="861189" y="371435"/>
                  </a:lnTo>
                  <a:lnTo>
                    <a:pt x="873318" y="369969"/>
                  </a:lnTo>
                  <a:lnTo>
                    <a:pt x="885448" y="368356"/>
                  </a:lnTo>
                  <a:lnTo>
                    <a:pt x="897577" y="366600"/>
                  </a:lnTo>
                  <a:lnTo>
                    <a:pt x="909706" y="364709"/>
                  </a:lnTo>
                  <a:lnTo>
                    <a:pt x="921836" y="362690"/>
                  </a:lnTo>
                  <a:lnTo>
                    <a:pt x="933965" y="360552"/>
                  </a:lnTo>
                  <a:lnTo>
                    <a:pt x="946095" y="358306"/>
                  </a:lnTo>
                  <a:lnTo>
                    <a:pt x="958224" y="355964"/>
                  </a:lnTo>
                  <a:lnTo>
                    <a:pt x="958224" y="788167"/>
                  </a:lnTo>
                  <a:lnTo>
                    <a:pt x="946095" y="778997"/>
                  </a:lnTo>
                  <a:lnTo>
                    <a:pt x="933965" y="769921"/>
                  </a:lnTo>
                  <a:lnTo>
                    <a:pt x="921836" y="760947"/>
                  </a:lnTo>
                  <a:lnTo>
                    <a:pt x="909706" y="752083"/>
                  </a:lnTo>
                  <a:lnTo>
                    <a:pt x="897577" y="743336"/>
                  </a:lnTo>
                  <a:lnTo>
                    <a:pt x="885448" y="734711"/>
                  </a:lnTo>
                  <a:lnTo>
                    <a:pt x="873318" y="726211"/>
                  </a:lnTo>
                  <a:lnTo>
                    <a:pt x="861189" y="717839"/>
                  </a:lnTo>
                  <a:lnTo>
                    <a:pt x="849059" y="709596"/>
                  </a:lnTo>
                  <a:lnTo>
                    <a:pt x="836930" y="701481"/>
                  </a:lnTo>
                  <a:lnTo>
                    <a:pt x="824801" y="693493"/>
                  </a:lnTo>
                  <a:lnTo>
                    <a:pt x="812671" y="685628"/>
                  </a:lnTo>
                  <a:lnTo>
                    <a:pt x="800542" y="677883"/>
                  </a:lnTo>
                  <a:lnTo>
                    <a:pt x="788412" y="670253"/>
                  </a:lnTo>
                  <a:lnTo>
                    <a:pt x="776283" y="662736"/>
                  </a:lnTo>
                  <a:lnTo>
                    <a:pt x="764153" y="655328"/>
                  </a:lnTo>
                  <a:lnTo>
                    <a:pt x="752024" y="648029"/>
                  </a:lnTo>
                  <a:lnTo>
                    <a:pt x="739895" y="640842"/>
                  </a:lnTo>
                  <a:lnTo>
                    <a:pt x="727765" y="633772"/>
                  </a:lnTo>
                  <a:lnTo>
                    <a:pt x="715636" y="626823"/>
                  </a:lnTo>
                  <a:lnTo>
                    <a:pt x="703506" y="619995"/>
                  </a:lnTo>
                  <a:lnTo>
                    <a:pt x="691377" y="613286"/>
                  </a:lnTo>
                  <a:lnTo>
                    <a:pt x="679247" y="606692"/>
                  </a:lnTo>
                  <a:lnTo>
                    <a:pt x="667118" y="600204"/>
                  </a:lnTo>
                  <a:lnTo>
                    <a:pt x="654989" y="593814"/>
                  </a:lnTo>
                  <a:lnTo>
                    <a:pt x="642859" y="587514"/>
                  </a:lnTo>
                  <a:lnTo>
                    <a:pt x="630730" y="581303"/>
                  </a:lnTo>
                  <a:lnTo>
                    <a:pt x="618600" y="575188"/>
                  </a:lnTo>
                  <a:lnTo>
                    <a:pt x="606471" y="569173"/>
                  </a:lnTo>
                  <a:lnTo>
                    <a:pt x="594341" y="563255"/>
                  </a:lnTo>
                  <a:lnTo>
                    <a:pt x="582212" y="557424"/>
                  </a:lnTo>
                  <a:lnTo>
                    <a:pt x="570083" y="551678"/>
                  </a:lnTo>
                  <a:lnTo>
                    <a:pt x="557953" y="546023"/>
                  </a:lnTo>
                  <a:lnTo>
                    <a:pt x="545824" y="540467"/>
                  </a:lnTo>
                  <a:lnTo>
                    <a:pt x="533694" y="535011"/>
                  </a:lnTo>
                  <a:lnTo>
                    <a:pt x="521565" y="529652"/>
                  </a:lnTo>
                  <a:lnTo>
                    <a:pt x="509435" y="524381"/>
                  </a:lnTo>
                  <a:lnTo>
                    <a:pt x="497306" y="519193"/>
                  </a:lnTo>
                  <a:lnTo>
                    <a:pt x="485177" y="514095"/>
                  </a:lnTo>
                  <a:lnTo>
                    <a:pt x="473047" y="509096"/>
                  </a:lnTo>
                  <a:lnTo>
                    <a:pt x="460918" y="504205"/>
                  </a:lnTo>
                  <a:lnTo>
                    <a:pt x="448788" y="499428"/>
                  </a:lnTo>
                  <a:lnTo>
                    <a:pt x="436659" y="494769"/>
                  </a:lnTo>
                  <a:lnTo>
                    <a:pt x="424529" y="490227"/>
                  </a:lnTo>
                  <a:lnTo>
                    <a:pt x="412400" y="485798"/>
                  </a:lnTo>
                  <a:lnTo>
                    <a:pt x="400271" y="481479"/>
                  </a:lnTo>
                  <a:lnTo>
                    <a:pt x="388141" y="477269"/>
                  </a:lnTo>
                  <a:lnTo>
                    <a:pt x="376012" y="473175"/>
                  </a:lnTo>
                  <a:lnTo>
                    <a:pt x="363882" y="469213"/>
                  </a:lnTo>
                  <a:lnTo>
                    <a:pt x="351753" y="465395"/>
                  </a:lnTo>
                  <a:lnTo>
                    <a:pt x="339623" y="461723"/>
                  </a:lnTo>
                  <a:lnTo>
                    <a:pt x="327494" y="458196"/>
                  </a:lnTo>
                  <a:lnTo>
                    <a:pt x="315365" y="454817"/>
                  </a:lnTo>
                  <a:lnTo>
                    <a:pt x="303235" y="451593"/>
                  </a:lnTo>
                  <a:lnTo>
                    <a:pt x="291106" y="448525"/>
                  </a:lnTo>
                  <a:lnTo>
                    <a:pt x="278976" y="445608"/>
                  </a:lnTo>
                  <a:lnTo>
                    <a:pt x="266847" y="442833"/>
                  </a:lnTo>
                  <a:lnTo>
                    <a:pt x="254717" y="440204"/>
                  </a:lnTo>
                  <a:lnTo>
                    <a:pt x="242588" y="437727"/>
                  </a:lnTo>
                  <a:lnTo>
                    <a:pt x="230459" y="435409"/>
                  </a:lnTo>
                  <a:lnTo>
                    <a:pt x="218329" y="433249"/>
                  </a:lnTo>
                  <a:lnTo>
                    <a:pt x="206200" y="431244"/>
                  </a:lnTo>
                  <a:lnTo>
                    <a:pt x="194070" y="429384"/>
                  </a:lnTo>
                  <a:lnTo>
                    <a:pt x="181941" y="427662"/>
                  </a:lnTo>
                  <a:lnTo>
                    <a:pt x="169811" y="426074"/>
                  </a:lnTo>
                  <a:lnTo>
                    <a:pt x="157682" y="424621"/>
                  </a:lnTo>
                  <a:lnTo>
                    <a:pt x="145553" y="423303"/>
                  </a:lnTo>
                  <a:lnTo>
                    <a:pt x="133423" y="422123"/>
                  </a:lnTo>
                  <a:lnTo>
                    <a:pt x="121294" y="421082"/>
                  </a:lnTo>
                  <a:lnTo>
                    <a:pt x="109164" y="420183"/>
                  </a:lnTo>
                  <a:lnTo>
                    <a:pt x="97035" y="419424"/>
                  </a:lnTo>
                  <a:lnTo>
                    <a:pt x="84905" y="418807"/>
                  </a:lnTo>
                  <a:lnTo>
                    <a:pt x="72776" y="418327"/>
                  </a:lnTo>
                  <a:lnTo>
                    <a:pt x="60647" y="417983"/>
                  </a:lnTo>
                  <a:lnTo>
                    <a:pt x="48517" y="417768"/>
                  </a:lnTo>
                  <a:lnTo>
                    <a:pt x="36388" y="417676"/>
                  </a:lnTo>
                  <a:lnTo>
                    <a:pt x="24258" y="417700"/>
                  </a:lnTo>
                  <a:lnTo>
                    <a:pt x="12129" y="417831"/>
                  </a:lnTo>
                  <a:lnTo>
                    <a:pt x="0" y="418058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55" name="pl755"/>
            <p:cNvSpPr/>
            <p:nvPr/>
          </p:nvSpPr>
          <p:spPr>
            <a:xfrm>
              <a:off x="9516075" y="6808818"/>
              <a:ext cx="958224" cy="377741"/>
            </a:xfrm>
            <a:custGeom>
              <a:avLst/>
              <a:pathLst>
                <a:path w="958224" h="377741">
                  <a:moveTo>
                    <a:pt x="0" y="0"/>
                  </a:moveTo>
                  <a:lnTo>
                    <a:pt x="12129" y="11575"/>
                  </a:lnTo>
                  <a:lnTo>
                    <a:pt x="24258" y="23052"/>
                  </a:lnTo>
                  <a:lnTo>
                    <a:pt x="36388" y="34418"/>
                  </a:lnTo>
                  <a:lnTo>
                    <a:pt x="48517" y="45660"/>
                  </a:lnTo>
                  <a:lnTo>
                    <a:pt x="60647" y="56770"/>
                  </a:lnTo>
                  <a:lnTo>
                    <a:pt x="72776" y="67736"/>
                  </a:lnTo>
                  <a:lnTo>
                    <a:pt x="84905" y="78553"/>
                  </a:lnTo>
                  <a:lnTo>
                    <a:pt x="97035" y="89214"/>
                  </a:lnTo>
                  <a:lnTo>
                    <a:pt x="109164" y="99714"/>
                  </a:lnTo>
                  <a:lnTo>
                    <a:pt x="121294" y="110049"/>
                  </a:lnTo>
                  <a:lnTo>
                    <a:pt x="133423" y="120219"/>
                  </a:lnTo>
                  <a:lnTo>
                    <a:pt x="145553" y="130222"/>
                  </a:lnTo>
                  <a:lnTo>
                    <a:pt x="157682" y="140057"/>
                  </a:lnTo>
                  <a:lnTo>
                    <a:pt x="169811" y="149723"/>
                  </a:lnTo>
                  <a:lnTo>
                    <a:pt x="181941" y="159219"/>
                  </a:lnTo>
                  <a:lnTo>
                    <a:pt x="194070" y="168544"/>
                  </a:lnTo>
                  <a:lnTo>
                    <a:pt x="206200" y="177690"/>
                  </a:lnTo>
                  <a:lnTo>
                    <a:pt x="218329" y="186648"/>
                  </a:lnTo>
                  <a:lnTo>
                    <a:pt x="230459" y="195405"/>
                  </a:lnTo>
                  <a:lnTo>
                    <a:pt x="242588" y="203954"/>
                  </a:lnTo>
                  <a:lnTo>
                    <a:pt x="254717" y="212294"/>
                  </a:lnTo>
                  <a:lnTo>
                    <a:pt x="266847" y="220427"/>
                  </a:lnTo>
                  <a:lnTo>
                    <a:pt x="278976" y="228355"/>
                  </a:lnTo>
                  <a:lnTo>
                    <a:pt x="291106" y="236081"/>
                  </a:lnTo>
                  <a:lnTo>
                    <a:pt x="303235" y="243598"/>
                  </a:lnTo>
                  <a:lnTo>
                    <a:pt x="315365" y="250902"/>
                  </a:lnTo>
                  <a:lnTo>
                    <a:pt x="327494" y="257996"/>
                  </a:lnTo>
                  <a:lnTo>
                    <a:pt x="339623" y="264889"/>
                  </a:lnTo>
                  <a:lnTo>
                    <a:pt x="351753" y="271580"/>
                  </a:lnTo>
                  <a:lnTo>
                    <a:pt x="363882" y="278060"/>
                  </a:lnTo>
                  <a:lnTo>
                    <a:pt x="376012" y="284323"/>
                  </a:lnTo>
                  <a:lnTo>
                    <a:pt x="388141" y="290372"/>
                  </a:lnTo>
                  <a:lnTo>
                    <a:pt x="400271" y="296218"/>
                  </a:lnTo>
                  <a:lnTo>
                    <a:pt x="412400" y="301863"/>
                  </a:lnTo>
                  <a:lnTo>
                    <a:pt x="424529" y="307306"/>
                  </a:lnTo>
                  <a:lnTo>
                    <a:pt x="436659" y="312542"/>
                  </a:lnTo>
                  <a:lnTo>
                    <a:pt x="448788" y="317565"/>
                  </a:lnTo>
                  <a:lnTo>
                    <a:pt x="460918" y="322374"/>
                  </a:lnTo>
                  <a:lnTo>
                    <a:pt x="473047" y="326971"/>
                  </a:lnTo>
                  <a:lnTo>
                    <a:pt x="485177" y="331362"/>
                  </a:lnTo>
                  <a:lnTo>
                    <a:pt x="497306" y="335553"/>
                  </a:lnTo>
                  <a:lnTo>
                    <a:pt x="509435" y="339554"/>
                  </a:lnTo>
                  <a:lnTo>
                    <a:pt x="521565" y="343368"/>
                  </a:lnTo>
                  <a:lnTo>
                    <a:pt x="533694" y="346990"/>
                  </a:lnTo>
                  <a:lnTo>
                    <a:pt x="545824" y="350410"/>
                  </a:lnTo>
                  <a:lnTo>
                    <a:pt x="557953" y="353620"/>
                  </a:lnTo>
                  <a:lnTo>
                    <a:pt x="570083" y="356622"/>
                  </a:lnTo>
                  <a:lnTo>
                    <a:pt x="582212" y="359421"/>
                  </a:lnTo>
                  <a:lnTo>
                    <a:pt x="594341" y="362021"/>
                  </a:lnTo>
                  <a:lnTo>
                    <a:pt x="606471" y="364419"/>
                  </a:lnTo>
                  <a:lnTo>
                    <a:pt x="618600" y="366610"/>
                  </a:lnTo>
                  <a:lnTo>
                    <a:pt x="630730" y="368590"/>
                  </a:lnTo>
                  <a:lnTo>
                    <a:pt x="642859" y="370367"/>
                  </a:lnTo>
                  <a:lnTo>
                    <a:pt x="654989" y="371951"/>
                  </a:lnTo>
                  <a:lnTo>
                    <a:pt x="667118" y="373346"/>
                  </a:lnTo>
                  <a:lnTo>
                    <a:pt x="679247" y="374549"/>
                  </a:lnTo>
                  <a:lnTo>
                    <a:pt x="691377" y="375558"/>
                  </a:lnTo>
                  <a:lnTo>
                    <a:pt x="703506" y="376373"/>
                  </a:lnTo>
                  <a:lnTo>
                    <a:pt x="715636" y="376992"/>
                  </a:lnTo>
                  <a:lnTo>
                    <a:pt x="727765" y="377422"/>
                  </a:lnTo>
                  <a:lnTo>
                    <a:pt x="739895" y="377668"/>
                  </a:lnTo>
                  <a:lnTo>
                    <a:pt x="752024" y="377741"/>
                  </a:lnTo>
                  <a:lnTo>
                    <a:pt x="764153" y="377652"/>
                  </a:lnTo>
                  <a:lnTo>
                    <a:pt x="776283" y="377408"/>
                  </a:lnTo>
                  <a:lnTo>
                    <a:pt x="788412" y="377013"/>
                  </a:lnTo>
                  <a:lnTo>
                    <a:pt x="800542" y="376467"/>
                  </a:lnTo>
                  <a:lnTo>
                    <a:pt x="812671" y="375768"/>
                  </a:lnTo>
                  <a:lnTo>
                    <a:pt x="824801" y="374916"/>
                  </a:lnTo>
                  <a:lnTo>
                    <a:pt x="836930" y="373910"/>
                  </a:lnTo>
                  <a:lnTo>
                    <a:pt x="849059" y="372749"/>
                  </a:lnTo>
                  <a:lnTo>
                    <a:pt x="861189" y="371435"/>
                  </a:lnTo>
                  <a:lnTo>
                    <a:pt x="873318" y="369969"/>
                  </a:lnTo>
                  <a:lnTo>
                    <a:pt x="885448" y="368356"/>
                  </a:lnTo>
                  <a:lnTo>
                    <a:pt x="897577" y="366600"/>
                  </a:lnTo>
                  <a:lnTo>
                    <a:pt x="909706" y="364709"/>
                  </a:lnTo>
                  <a:lnTo>
                    <a:pt x="921836" y="362690"/>
                  </a:lnTo>
                  <a:lnTo>
                    <a:pt x="933965" y="360552"/>
                  </a:lnTo>
                  <a:lnTo>
                    <a:pt x="946095" y="358306"/>
                  </a:lnTo>
                  <a:lnTo>
                    <a:pt x="958224" y="35596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56" name="pl756"/>
            <p:cNvSpPr/>
            <p:nvPr/>
          </p:nvSpPr>
          <p:spPr>
            <a:xfrm>
              <a:off x="9516075" y="7226495"/>
              <a:ext cx="958224" cy="370490"/>
            </a:xfrm>
            <a:custGeom>
              <a:avLst/>
              <a:pathLst>
                <a:path w="958224" h="370490">
                  <a:moveTo>
                    <a:pt x="958224" y="370490"/>
                  </a:moveTo>
                  <a:lnTo>
                    <a:pt x="946095" y="361320"/>
                  </a:lnTo>
                  <a:lnTo>
                    <a:pt x="933965" y="352244"/>
                  </a:lnTo>
                  <a:lnTo>
                    <a:pt x="921836" y="343270"/>
                  </a:lnTo>
                  <a:lnTo>
                    <a:pt x="909706" y="334406"/>
                  </a:lnTo>
                  <a:lnTo>
                    <a:pt x="897577" y="325659"/>
                  </a:lnTo>
                  <a:lnTo>
                    <a:pt x="885448" y="317034"/>
                  </a:lnTo>
                  <a:lnTo>
                    <a:pt x="873318" y="308534"/>
                  </a:lnTo>
                  <a:lnTo>
                    <a:pt x="861189" y="300162"/>
                  </a:lnTo>
                  <a:lnTo>
                    <a:pt x="849059" y="291919"/>
                  </a:lnTo>
                  <a:lnTo>
                    <a:pt x="836930" y="283804"/>
                  </a:lnTo>
                  <a:lnTo>
                    <a:pt x="824801" y="275816"/>
                  </a:lnTo>
                  <a:lnTo>
                    <a:pt x="812671" y="267951"/>
                  </a:lnTo>
                  <a:lnTo>
                    <a:pt x="800542" y="260206"/>
                  </a:lnTo>
                  <a:lnTo>
                    <a:pt x="788412" y="252576"/>
                  </a:lnTo>
                  <a:lnTo>
                    <a:pt x="776283" y="245059"/>
                  </a:lnTo>
                  <a:lnTo>
                    <a:pt x="764153" y="237651"/>
                  </a:lnTo>
                  <a:lnTo>
                    <a:pt x="752024" y="230352"/>
                  </a:lnTo>
                  <a:lnTo>
                    <a:pt x="739895" y="223165"/>
                  </a:lnTo>
                  <a:lnTo>
                    <a:pt x="727765" y="216095"/>
                  </a:lnTo>
                  <a:lnTo>
                    <a:pt x="715636" y="209146"/>
                  </a:lnTo>
                  <a:lnTo>
                    <a:pt x="703506" y="202318"/>
                  </a:lnTo>
                  <a:lnTo>
                    <a:pt x="691377" y="195609"/>
                  </a:lnTo>
                  <a:lnTo>
                    <a:pt x="679247" y="189015"/>
                  </a:lnTo>
                  <a:lnTo>
                    <a:pt x="667118" y="182527"/>
                  </a:lnTo>
                  <a:lnTo>
                    <a:pt x="654989" y="176138"/>
                  </a:lnTo>
                  <a:lnTo>
                    <a:pt x="642859" y="169838"/>
                  </a:lnTo>
                  <a:lnTo>
                    <a:pt x="630730" y="163626"/>
                  </a:lnTo>
                  <a:lnTo>
                    <a:pt x="618600" y="157511"/>
                  </a:lnTo>
                  <a:lnTo>
                    <a:pt x="606471" y="151496"/>
                  </a:lnTo>
                  <a:lnTo>
                    <a:pt x="594341" y="145578"/>
                  </a:lnTo>
                  <a:lnTo>
                    <a:pt x="582212" y="139747"/>
                  </a:lnTo>
                  <a:lnTo>
                    <a:pt x="570083" y="134001"/>
                  </a:lnTo>
                  <a:lnTo>
                    <a:pt x="557953" y="128346"/>
                  </a:lnTo>
                  <a:lnTo>
                    <a:pt x="545824" y="122790"/>
                  </a:lnTo>
                  <a:lnTo>
                    <a:pt x="533694" y="117334"/>
                  </a:lnTo>
                  <a:lnTo>
                    <a:pt x="521565" y="111976"/>
                  </a:lnTo>
                  <a:lnTo>
                    <a:pt x="509435" y="106704"/>
                  </a:lnTo>
                  <a:lnTo>
                    <a:pt x="497306" y="101516"/>
                  </a:lnTo>
                  <a:lnTo>
                    <a:pt x="485177" y="96418"/>
                  </a:lnTo>
                  <a:lnTo>
                    <a:pt x="473047" y="91419"/>
                  </a:lnTo>
                  <a:lnTo>
                    <a:pt x="460918" y="86528"/>
                  </a:lnTo>
                  <a:lnTo>
                    <a:pt x="448788" y="81752"/>
                  </a:lnTo>
                  <a:lnTo>
                    <a:pt x="436659" y="77092"/>
                  </a:lnTo>
                  <a:lnTo>
                    <a:pt x="424529" y="72550"/>
                  </a:lnTo>
                  <a:lnTo>
                    <a:pt x="412400" y="68121"/>
                  </a:lnTo>
                  <a:lnTo>
                    <a:pt x="400271" y="63803"/>
                  </a:lnTo>
                  <a:lnTo>
                    <a:pt x="388141" y="59592"/>
                  </a:lnTo>
                  <a:lnTo>
                    <a:pt x="376012" y="55498"/>
                  </a:lnTo>
                  <a:lnTo>
                    <a:pt x="363882" y="51536"/>
                  </a:lnTo>
                  <a:lnTo>
                    <a:pt x="351753" y="47718"/>
                  </a:lnTo>
                  <a:lnTo>
                    <a:pt x="339623" y="44046"/>
                  </a:lnTo>
                  <a:lnTo>
                    <a:pt x="327494" y="40519"/>
                  </a:lnTo>
                  <a:lnTo>
                    <a:pt x="315365" y="37140"/>
                  </a:lnTo>
                  <a:lnTo>
                    <a:pt x="303235" y="33916"/>
                  </a:lnTo>
                  <a:lnTo>
                    <a:pt x="291106" y="30848"/>
                  </a:lnTo>
                  <a:lnTo>
                    <a:pt x="278976" y="27931"/>
                  </a:lnTo>
                  <a:lnTo>
                    <a:pt x="266847" y="25156"/>
                  </a:lnTo>
                  <a:lnTo>
                    <a:pt x="254717" y="22527"/>
                  </a:lnTo>
                  <a:lnTo>
                    <a:pt x="242588" y="20051"/>
                  </a:lnTo>
                  <a:lnTo>
                    <a:pt x="230459" y="17732"/>
                  </a:lnTo>
                  <a:lnTo>
                    <a:pt x="218329" y="15573"/>
                  </a:lnTo>
                  <a:lnTo>
                    <a:pt x="206200" y="13567"/>
                  </a:lnTo>
                  <a:lnTo>
                    <a:pt x="194070" y="11707"/>
                  </a:lnTo>
                  <a:lnTo>
                    <a:pt x="181941" y="9985"/>
                  </a:lnTo>
                  <a:lnTo>
                    <a:pt x="169811" y="8397"/>
                  </a:lnTo>
                  <a:lnTo>
                    <a:pt x="157682" y="6944"/>
                  </a:lnTo>
                  <a:lnTo>
                    <a:pt x="145553" y="5626"/>
                  </a:lnTo>
                  <a:lnTo>
                    <a:pt x="133423" y="4446"/>
                  </a:lnTo>
                  <a:lnTo>
                    <a:pt x="121294" y="3406"/>
                  </a:lnTo>
                  <a:lnTo>
                    <a:pt x="109164" y="2506"/>
                  </a:lnTo>
                  <a:lnTo>
                    <a:pt x="97035" y="1748"/>
                  </a:lnTo>
                  <a:lnTo>
                    <a:pt x="84905" y="1130"/>
                  </a:lnTo>
                  <a:lnTo>
                    <a:pt x="72776" y="650"/>
                  </a:lnTo>
                  <a:lnTo>
                    <a:pt x="60647" y="306"/>
                  </a:lnTo>
                  <a:lnTo>
                    <a:pt x="48517" y="91"/>
                  </a:lnTo>
                  <a:lnTo>
                    <a:pt x="36388" y="0"/>
                  </a:lnTo>
                  <a:lnTo>
                    <a:pt x="24258" y="24"/>
                  </a:lnTo>
                  <a:lnTo>
                    <a:pt x="12129" y="154"/>
                  </a:lnTo>
                  <a:lnTo>
                    <a:pt x="0" y="38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57" name="pl757"/>
            <p:cNvSpPr/>
            <p:nvPr/>
          </p:nvSpPr>
          <p:spPr>
            <a:xfrm>
              <a:off x="9516075" y="7017847"/>
              <a:ext cx="958224" cy="363036"/>
            </a:xfrm>
            <a:custGeom>
              <a:avLst/>
              <a:pathLst>
                <a:path w="958224" h="363036">
                  <a:moveTo>
                    <a:pt x="0" y="0"/>
                  </a:moveTo>
                  <a:lnTo>
                    <a:pt x="12129" y="5674"/>
                  </a:lnTo>
                  <a:lnTo>
                    <a:pt x="24258" y="11347"/>
                  </a:lnTo>
                  <a:lnTo>
                    <a:pt x="36388" y="17018"/>
                  </a:lnTo>
                  <a:lnTo>
                    <a:pt x="48517" y="22685"/>
                  </a:lnTo>
                  <a:lnTo>
                    <a:pt x="60647" y="28347"/>
                  </a:lnTo>
                  <a:lnTo>
                    <a:pt x="72776" y="34003"/>
                  </a:lnTo>
                  <a:lnTo>
                    <a:pt x="84905" y="39651"/>
                  </a:lnTo>
                  <a:lnTo>
                    <a:pt x="97035" y="45290"/>
                  </a:lnTo>
                  <a:lnTo>
                    <a:pt x="109164" y="50919"/>
                  </a:lnTo>
                  <a:lnTo>
                    <a:pt x="121294" y="56537"/>
                  </a:lnTo>
                  <a:lnTo>
                    <a:pt x="133423" y="62142"/>
                  </a:lnTo>
                  <a:lnTo>
                    <a:pt x="145553" y="67733"/>
                  </a:lnTo>
                  <a:lnTo>
                    <a:pt x="157682" y="73310"/>
                  </a:lnTo>
                  <a:lnTo>
                    <a:pt x="169811" y="78869"/>
                  </a:lnTo>
                  <a:lnTo>
                    <a:pt x="181941" y="84412"/>
                  </a:lnTo>
                  <a:lnTo>
                    <a:pt x="194070" y="89935"/>
                  </a:lnTo>
                  <a:lnTo>
                    <a:pt x="206200" y="95438"/>
                  </a:lnTo>
                  <a:lnTo>
                    <a:pt x="218329" y="100919"/>
                  </a:lnTo>
                  <a:lnTo>
                    <a:pt x="230459" y="106378"/>
                  </a:lnTo>
                  <a:lnTo>
                    <a:pt x="242588" y="111812"/>
                  </a:lnTo>
                  <a:lnTo>
                    <a:pt x="254717" y="117220"/>
                  </a:lnTo>
                  <a:lnTo>
                    <a:pt x="266847" y="122601"/>
                  </a:lnTo>
                  <a:lnTo>
                    <a:pt x="278976" y="127952"/>
                  </a:lnTo>
                  <a:lnTo>
                    <a:pt x="291106" y="133274"/>
                  </a:lnTo>
                  <a:lnTo>
                    <a:pt x="303235" y="138566"/>
                  </a:lnTo>
                  <a:lnTo>
                    <a:pt x="315365" y="143830"/>
                  </a:lnTo>
                  <a:lnTo>
                    <a:pt x="327494" y="149067"/>
                  </a:lnTo>
                  <a:lnTo>
                    <a:pt x="339623" y="154277"/>
                  </a:lnTo>
                  <a:lnTo>
                    <a:pt x="351753" y="159458"/>
                  </a:lnTo>
                  <a:lnTo>
                    <a:pt x="363882" y="164607"/>
                  </a:lnTo>
                  <a:lnTo>
                    <a:pt x="376012" y="169720"/>
                  </a:lnTo>
                  <a:lnTo>
                    <a:pt x="388141" y="174792"/>
                  </a:lnTo>
                  <a:lnTo>
                    <a:pt x="400271" y="179819"/>
                  </a:lnTo>
                  <a:lnTo>
                    <a:pt x="412400" y="184802"/>
                  </a:lnTo>
                  <a:lnTo>
                    <a:pt x="424529" y="189737"/>
                  </a:lnTo>
                  <a:lnTo>
                    <a:pt x="436659" y="194626"/>
                  </a:lnTo>
                  <a:lnTo>
                    <a:pt x="448788" y="199467"/>
                  </a:lnTo>
                  <a:lnTo>
                    <a:pt x="460918" y="204260"/>
                  </a:lnTo>
                  <a:lnTo>
                    <a:pt x="473047" y="209005"/>
                  </a:lnTo>
                  <a:lnTo>
                    <a:pt x="485177" y="213699"/>
                  </a:lnTo>
                  <a:lnTo>
                    <a:pt x="497306" y="218344"/>
                  </a:lnTo>
                  <a:lnTo>
                    <a:pt x="509435" y="222938"/>
                  </a:lnTo>
                  <a:lnTo>
                    <a:pt x="521565" y="227481"/>
                  </a:lnTo>
                  <a:lnTo>
                    <a:pt x="533694" y="231972"/>
                  </a:lnTo>
                  <a:lnTo>
                    <a:pt x="545824" y="236409"/>
                  </a:lnTo>
                  <a:lnTo>
                    <a:pt x="557953" y="240793"/>
                  </a:lnTo>
                  <a:lnTo>
                    <a:pt x="570083" y="245121"/>
                  </a:lnTo>
                  <a:lnTo>
                    <a:pt x="582212" y="249393"/>
                  </a:lnTo>
                  <a:lnTo>
                    <a:pt x="594341" y="253609"/>
                  </a:lnTo>
                  <a:lnTo>
                    <a:pt x="606471" y="257767"/>
                  </a:lnTo>
                  <a:lnTo>
                    <a:pt x="618600" y="261870"/>
                  </a:lnTo>
                  <a:lnTo>
                    <a:pt x="630730" y="265918"/>
                  </a:lnTo>
                  <a:lnTo>
                    <a:pt x="642859" y="269912"/>
                  </a:lnTo>
                  <a:lnTo>
                    <a:pt x="654989" y="273854"/>
                  </a:lnTo>
                  <a:lnTo>
                    <a:pt x="667118" y="277746"/>
                  </a:lnTo>
                  <a:lnTo>
                    <a:pt x="679247" y="281591"/>
                  </a:lnTo>
                  <a:lnTo>
                    <a:pt x="691377" y="285393"/>
                  </a:lnTo>
                  <a:lnTo>
                    <a:pt x="703506" y="289155"/>
                  </a:lnTo>
                  <a:lnTo>
                    <a:pt x="715636" y="292878"/>
                  </a:lnTo>
                  <a:lnTo>
                    <a:pt x="727765" y="296568"/>
                  </a:lnTo>
                  <a:lnTo>
                    <a:pt x="739895" y="300226"/>
                  </a:lnTo>
                  <a:lnTo>
                    <a:pt x="752024" y="303856"/>
                  </a:lnTo>
                  <a:lnTo>
                    <a:pt x="764153" y="307461"/>
                  </a:lnTo>
                  <a:lnTo>
                    <a:pt x="776283" y="311043"/>
                  </a:lnTo>
                  <a:lnTo>
                    <a:pt x="788412" y="314604"/>
                  </a:lnTo>
                  <a:lnTo>
                    <a:pt x="800542" y="318146"/>
                  </a:lnTo>
                  <a:lnTo>
                    <a:pt x="812671" y="321669"/>
                  </a:lnTo>
                  <a:lnTo>
                    <a:pt x="824801" y="325175"/>
                  </a:lnTo>
                  <a:lnTo>
                    <a:pt x="836930" y="328666"/>
                  </a:lnTo>
                  <a:lnTo>
                    <a:pt x="849059" y="332143"/>
                  </a:lnTo>
                  <a:lnTo>
                    <a:pt x="861189" y="335608"/>
                  </a:lnTo>
                  <a:lnTo>
                    <a:pt x="873318" y="339061"/>
                  </a:lnTo>
                  <a:lnTo>
                    <a:pt x="885448" y="342504"/>
                  </a:lnTo>
                  <a:lnTo>
                    <a:pt x="897577" y="345939"/>
                  </a:lnTo>
                  <a:lnTo>
                    <a:pt x="909706" y="349367"/>
                  </a:lnTo>
                  <a:lnTo>
                    <a:pt x="921836" y="352789"/>
                  </a:lnTo>
                  <a:lnTo>
                    <a:pt x="933965" y="356207"/>
                  </a:lnTo>
                  <a:lnTo>
                    <a:pt x="946095" y="359623"/>
                  </a:lnTo>
                  <a:lnTo>
                    <a:pt x="958224" y="363036"/>
                  </a:lnTo>
                </a:path>
              </a:pathLst>
            </a:custGeom>
            <a:ln w="27101" cap="flat">
              <a:solidFill>
                <a:srgbClr val="FFD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l758"/>
            <p:cNvSpPr/>
            <p:nvPr/>
          </p:nvSpPr>
          <p:spPr>
            <a:xfrm>
              <a:off x="9966179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59" name="rc759"/>
            <p:cNvSpPr/>
            <p:nvPr/>
          </p:nvSpPr>
          <p:spPr>
            <a:xfrm>
              <a:off x="9468163" y="5418670"/>
              <a:ext cx="1054047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tx760"/>
            <p:cNvSpPr/>
            <p:nvPr/>
          </p:nvSpPr>
          <p:spPr>
            <a:xfrm>
              <a:off x="9306161" y="8151459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9343378" y="7289904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9343378" y="6431078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9343378" y="5570888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764" name="pl764"/>
            <p:cNvSpPr/>
            <p:nvPr/>
          </p:nvSpPr>
          <p:spPr>
            <a:xfrm>
              <a:off x="9433369" y="819178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l765"/>
            <p:cNvSpPr/>
            <p:nvPr/>
          </p:nvSpPr>
          <p:spPr>
            <a:xfrm>
              <a:off x="9433369" y="733159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l766"/>
            <p:cNvSpPr/>
            <p:nvPr/>
          </p:nvSpPr>
          <p:spPr>
            <a:xfrm>
              <a:off x="9433369" y="647140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l767"/>
            <p:cNvSpPr/>
            <p:nvPr/>
          </p:nvSpPr>
          <p:spPr>
            <a:xfrm>
              <a:off x="9433369" y="561121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l768"/>
            <p:cNvSpPr/>
            <p:nvPr/>
          </p:nvSpPr>
          <p:spPr>
            <a:xfrm>
              <a:off x="9587583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l769"/>
            <p:cNvSpPr/>
            <p:nvPr/>
          </p:nvSpPr>
          <p:spPr>
            <a:xfrm>
              <a:off x="9774753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l770"/>
            <p:cNvSpPr/>
            <p:nvPr/>
          </p:nvSpPr>
          <p:spPr>
            <a:xfrm>
              <a:off x="9961922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l771"/>
            <p:cNvSpPr/>
            <p:nvPr/>
          </p:nvSpPr>
          <p:spPr>
            <a:xfrm>
              <a:off x="10149092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l772"/>
            <p:cNvSpPr/>
            <p:nvPr/>
          </p:nvSpPr>
          <p:spPr>
            <a:xfrm>
              <a:off x="10336261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tx773"/>
            <p:cNvSpPr/>
            <p:nvPr/>
          </p:nvSpPr>
          <p:spPr>
            <a:xfrm>
              <a:off x="9537897" y="8659422"/>
              <a:ext cx="99372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-4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9725067" y="8657676"/>
              <a:ext cx="99372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-3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9912236" y="865909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10099405" y="865909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10305183" y="86577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9377826" y="8780345"/>
              <a:ext cx="1234721" cy="1281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Alamar_pTau181_Z</a:t>
              </a:r>
            </a:p>
          </p:txBody>
        </p:sp>
        <p:sp>
          <p:nvSpPr>
            <p:cNvPr id="779" name="tx779"/>
            <p:cNvSpPr/>
            <p:nvPr/>
          </p:nvSpPr>
          <p:spPr>
            <a:xfrm rot="-5400000">
              <a:off x="8473848" y="6942997"/>
              <a:ext cx="1397613" cy="129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RofC_AlamarpT181_Z</a:t>
              </a:r>
            </a:p>
          </p:txBody>
        </p:sp>
        <p:sp>
          <p:nvSpPr>
            <p:cNvPr id="780" name="rc780"/>
            <p:cNvSpPr/>
            <p:nvPr/>
          </p:nvSpPr>
          <p:spPr>
            <a:xfrm>
              <a:off x="10591800" y="5349081"/>
              <a:ext cx="1523999" cy="1828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rc781"/>
            <p:cNvSpPr/>
            <p:nvPr/>
          </p:nvSpPr>
          <p:spPr>
            <a:xfrm>
              <a:off x="10992163" y="5418670"/>
              <a:ext cx="1054047" cy="13493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" name="pl782"/>
            <p:cNvSpPr/>
            <p:nvPr/>
          </p:nvSpPr>
          <p:spPr>
            <a:xfrm>
              <a:off x="10992163" y="6733539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l783"/>
            <p:cNvSpPr/>
            <p:nvPr/>
          </p:nvSpPr>
          <p:spPr>
            <a:xfrm>
              <a:off x="10992163" y="6505637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l784"/>
            <p:cNvSpPr/>
            <p:nvPr/>
          </p:nvSpPr>
          <p:spPr>
            <a:xfrm>
              <a:off x="10992163" y="6277736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l785"/>
            <p:cNvSpPr/>
            <p:nvPr/>
          </p:nvSpPr>
          <p:spPr>
            <a:xfrm>
              <a:off x="10992163" y="6049834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l786"/>
            <p:cNvSpPr/>
            <p:nvPr/>
          </p:nvSpPr>
          <p:spPr>
            <a:xfrm>
              <a:off x="10992163" y="5821932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l787"/>
            <p:cNvSpPr/>
            <p:nvPr/>
          </p:nvSpPr>
          <p:spPr>
            <a:xfrm>
              <a:off x="10992163" y="5594030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l788"/>
            <p:cNvSpPr/>
            <p:nvPr/>
          </p:nvSpPr>
          <p:spPr>
            <a:xfrm>
              <a:off x="11209989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l789"/>
            <p:cNvSpPr/>
            <p:nvPr/>
          </p:nvSpPr>
          <p:spPr>
            <a:xfrm>
              <a:off x="11549818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l790"/>
            <p:cNvSpPr/>
            <p:nvPr/>
          </p:nvSpPr>
          <p:spPr>
            <a:xfrm>
              <a:off x="11889647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l791"/>
            <p:cNvSpPr/>
            <p:nvPr/>
          </p:nvSpPr>
          <p:spPr>
            <a:xfrm>
              <a:off x="10992163" y="6619588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l792"/>
            <p:cNvSpPr/>
            <p:nvPr/>
          </p:nvSpPr>
          <p:spPr>
            <a:xfrm>
              <a:off x="10992163" y="6391686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l793"/>
            <p:cNvSpPr/>
            <p:nvPr/>
          </p:nvSpPr>
          <p:spPr>
            <a:xfrm>
              <a:off x="10992163" y="6163785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l794"/>
            <p:cNvSpPr/>
            <p:nvPr/>
          </p:nvSpPr>
          <p:spPr>
            <a:xfrm>
              <a:off x="10992163" y="5935883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l795"/>
            <p:cNvSpPr/>
            <p:nvPr/>
          </p:nvSpPr>
          <p:spPr>
            <a:xfrm>
              <a:off x="10992163" y="5707981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l796"/>
            <p:cNvSpPr/>
            <p:nvPr/>
          </p:nvSpPr>
          <p:spPr>
            <a:xfrm>
              <a:off x="10992163" y="5480079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l797"/>
            <p:cNvSpPr/>
            <p:nvPr/>
          </p:nvSpPr>
          <p:spPr>
            <a:xfrm>
              <a:off x="11040075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l798"/>
            <p:cNvSpPr/>
            <p:nvPr/>
          </p:nvSpPr>
          <p:spPr>
            <a:xfrm>
              <a:off x="11379904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l799"/>
            <p:cNvSpPr/>
            <p:nvPr/>
          </p:nvSpPr>
          <p:spPr>
            <a:xfrm>
              <a:off x="11719733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800"/>
            <p:cNvSpPr/>
            <p:nvPr/>
          </p:nvSpPr>
          <p:spPr>
            <a:xfrm>
              <a:off x="11015249" y="61829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1"/>
            <p:cNvSpPr/>
            <p:nvPr/>
          </p:nvSpPr>
          <p:spPr>
            <a:xfrm>
              <a:off x="11093413" y="6156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2"/>
            <p:cNvSpPr/>
            <p:nvPr/>
          </p:nvSpPr>
          <p:spPr>
            <a:xfrm>
              <a:off x="11015249" y="63761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3"/>
            <p:cNvSpPr/>
            <p:nvPr/>
          </p:nvSpPr>
          <p:spPr>
            <a:xfrm>
              <a:off x="11015249" y="6227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4"/>
            <p:cNvSpPr/>
            <p:nvPr/>
          </p:nvSpPr>
          <p:spPr>
            <a:xfrm>
              <a:off x="11252291" y="6612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5"/>
            <p:cNvSpPr/>
            <p:nvPr/>
          </p:nvSpPr>
          <p:spPr>
            <a:xfrm>
              <a:off x="11015249" y="65338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6"/>
            <p:cNvSpPr/>
            <p:nvPr/>
          </p:nvSpPr>
          <p:spPr>
            <a:xfrm>
              <a:off x="11163983" y="65332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7"/>
            <p:cNvSpPr/>
            <p:nvPr/>
          </p:nvSpPr>
          <p:spPr>
            <a:xfrm>
              <a:off x="11219705" y="6233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8"/>
            <p:cNvSpPr/>
            <p:nvPr/>
          </p:nvSpPr>
          <p:spPr>
            <a:xfrm>
              <a:off x="11015249" y="62807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9"/>
            <p:cNvSpPr/>
            <p:nvPr/>
          </p:nvSpPr>
          <p:spPr>
            <a:xfrm>
              <a:off x="11156100" y="60859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10"/>
            <p:cNvSpPr/>
            <p:nvPr/>
          </p:nvSpPr>
          <p:spPr>
            <a:xfrm>
              <a:off x="11015249" y="6157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1"/>
            <p:cNvSpPr/>
            <p:nvPr/>
          </p:nvSpPr>
          <p:spPr>
            <a:xfrm>
              <a:off x="11084182" y="62076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2"/>
            <p:cNvSpPr/>
            <p:nvPr/>
          </p:nvSpPr>
          <p:spPr>
            <a:xfrm>
              <a:off x="11015249" y="63898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3"/>
            <p:cNvSpPr/>
            <p:nvPr/>
          </p:nvSpPr>
          <p:spPr>
            <a:xfrm>
              <a:off x="11331712" y="5941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4"/>
            <p:cNvSpPr/>
            <p:nvPr/>
          </p:nvSpPr>
          <p:spPr>
            <a:xfrm>
              <a:off x="11015249" y="63348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5"/>
            <p:cNvSpPr/>
            <p:nvPr/>
          </p:nvSpPr>
          <p:spPr>
            <a:xfrm>
              <a:off x="11107608" y="64959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6"/>
            <p:cNvSpPr/>
            <p:nvPr/>
          </p:nvSpPr>
          <p:spPr>
            <a:xfrm>
              <a:off x="11015249" y="66347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7"/>
            <p:cNvSpPr/>
            <p:nvPr/>
          </p:nvSpPr>
          <p:spPr>
            <a:xfrm>
              <a:off x="11237953" y="6320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8"/>
            <p:cNvSpPr/>
            <p:nvPr/>
          </p:nvSpPr>
          <p:spPr>
            <a:xfrm>
              <a:off x="11015249" y="61646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9"/>
            <p:cNvSpPr/>
            <p:nvPr/>
          </p:nvSpPr>
          <p:spPr>
            <a:xfrm>
              <a:off x="11015249" y="62430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20"/>
            <p:cNvSpPr/>
            <p:nvPr/>
          </p:nvSpPr>
          <p:spPr>
            <a:xfrm>
              <a:off x="11015249" y="62452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1"/>
            <p:cNvSpPr/>
            <p:nvPr/>
          </p:nvSpPr>
          <p:spPr>
            <a:xfrm>
              <a:off x="11093338" y="6407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2"/>
            <p:cNvSpPr/>
            <p:nvPr/>
          </p:nvSpPr>
          <p:spPr>
            <a:xfrm>
              <a:off x="11015249" y="63227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3"/>
            <p:cNvSpPr/>
            <p:nvPr/>
          </p:nvSpPr>
          <p:spPr>
            <a:xfrm>
              <a:off x="11085635" y="61536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4"/>
            <p:cNvSpPr/>
            <p:nvPr/>
          </p:nvSpPr>
          <p:spPr>
            <a:xfrm>
              <a:off x="11154975" y="6185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5"/>
            <p:cNvSpPr/>
            <p:nvPr/>
          </p:nvSpPr>
          <p:spPr>
            <a:xfrm>
              <a:off x="11222684" y="5709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6"/>
            <p:cNvSpPr/>
            <p:nvPr/>
          </p:nvSpPr>
          <p:spPr>
            <a:xfrm>
              <a:off x="11311319" y="62238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11015249" y="64196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11085821" y="59982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11169056" y="6174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11015249" y="63429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11088428" y="6310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11156061" y="62620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11015249" y="63362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11094752" y="62333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11015249" y="62783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11093145" y="57413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11428975" y="62323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11015249" y="61642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11229946" y="6557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11450416" y="6303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11015249" y="64109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11075480" y="59969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11167839" y="6450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11371177" y="63338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11015249" y="62726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11316533" y="6032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11015249" y="65243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11015249" y="64017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11198941" y="64173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11290091" y="64718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11015249" y="63156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11226694" y="62679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11015249" y="64105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11169056" y="6444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11015249" y="64269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11015249" y="6681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11088887" y="6421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11015249" y="61941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11170330" y="58980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11277057" y="6511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11221046" y="64491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11347108" y="58623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11497005" y="64966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11015249" y="6499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11146430" y="61971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11015249" y="6278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11085771" y="58854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11015249" y="64107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11144477" y="66546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11290464" y="63448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11015249" y="64731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11221176" y="61528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11015249" y="62545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11077026" y="6330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11161937" y="62429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11015249" y="61712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11015249" y="64071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11092152" y="65529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11217715" y="6212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11015249" y="6452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11015249" y="63777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11015249" y="64495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11174102" y="60831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11015249" y="62894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11091809" y="62654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11015249" y="62960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11095819" y="62876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11172966" y="61892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11304615" y="63712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11015249" y="6205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11256574" y="6591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11015249" y="6247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11084153" y="64315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11151933" y="62388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11015249" y="62415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11218239" y="5911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11015249" y="61564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11152428" y="60361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11221380" y="61143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11294001" y="58967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11355636" y="59072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11015249" y="63376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11152062" y="64650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4"/>
            <p:cNvSpPr/>
            <p:nvPr/>
          </p:nvSpPr>
          <p:spPr>
            <a:xfrm>
              <a:off x="11015249" y="6217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5"/>
            <p:cNvSpPr/>
            <p:nvPr/>
          </p:nvSpPr>
          <p:spPr>
            <a:xfrm>
              <a:off x="11099973" y="62476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6"/>
            <p:cNvSpPr/>
            <p:nvPr/>
          </p:nvSpPr>
          <p:spPr>
            <a:xfrm>
              <a:off x="11410195" y="58075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7"/>
            <p:cNvSpPr/>
            <p:nvPr/>
          </p:nvSpPr>
          <p:spPr>
            <a:xfrm>
              <a:off x="11015249" y="63530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8"/>
            <p:cNvSpPr/>
            <p:nvPr/>
          </p:nvSpPr>
          <p:spPr>
            <a:xfrm>
              <a:off x="11153671" y="5955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9"/>
            <p:cNvSpPr/>
            <p:nvPr/>
          </p:nvSpPr>
          <p:spPr>
            <a:xfrm>
              <a:off x="11279663" y="58667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10"/>
            <p:cNvSpPr/>
            <p:nvPr/>
          </p:nvSpPr>
          <p:spPr>
            <a:xfrm>
              <a:off x="11015249" y="6447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1"/>
            <p:cNvSpPr/>
            <p:nvPr/>
          </p:nvSpPr>
          <p:spPr>
            <a:xfrm>
              <a:off x="11015249" y="62801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2"/>
            <p:cNvSpPr/>
            <p:nvPr/>
          </p:nvSpPr>
          <p:spPr>
            <a:xfrm>
              <a:off x="11015249" y="62072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3"/>
            <p:cNvSpPr/>
            <p:nvPr/>
          </p:nvSpPr>
          <p:spPr>
            <a:xfrm>
              <a:off x="11152087" y="5974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4"/>
            <p:cNvSpPr/>
            <p:nvPr/>
          </p:nvSpPr>
          <p:spPr>
            <a:xfrm>
              <a:off x="11015249" y="64689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5"/>
            <p:cNvSpPr/>
            <p:nvPr/>
          </p:nvSpPr>
          <p:spPr>
            <a:xfrm>
              <a:off x="11230132" y="6202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6"/>
            <p:cNvSpPr/>
            <p:nvPr/>
          </p:nvSpPr>
          <p:spPr>
            <a:xfrm>
              <a:off x="11015249" y="64650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7"/>
            <p:cNvSpPr/>
            <p:nvPr/>
          </p:nvSpPr>
          <p:spPr>
            <a:xfrm>
              <a:off x="11081675" y="6274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8"/>
            <p:cNvSpPr/>
            <p:nvPr/>
          </p:nvSpPr>
          <p:spPr>
            <a:xfrm>
              <a:off x="11157276" y="62456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l919"/>
            <p:cNvSpPr/>
            <p:nvPr/>
          </p:nvSpPr>
          <p:spPr>
            <a:xfrm>
              <a:off x="11040075" y="6181622"/>
              <a:ext cx="78163" cy="26193"/>
            </a:xfrm>
            <a:custGeom>
              <a:avLst/>
              <a:pathLst>
                <a:path w="78163" h="26193">
                  <a:moveTo>
                    <a:pt x="0" y="26193"/>
                  </a:moveTo>
                  <a:lnTo>
                    <a:pt x="7816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l920"/>
            <p:cNvSpPr/>
            <p:nvPr/>
          </p:nvSpPr>
          <p:spPr>
            <a:xfrm>
              <a:off x="11040075" y="6252099"/>
              <a:ext cx="237042" cy="385258"/>
            </a:xfrm>
            <a:custGeom>
              <a:avLst/>
              <a:pathLst>
                <a:path w="237042" h="385258">
                  <a:moveTo>
                    <a:pt x="0" y="0"/>
                  </a:moveTo>
                  <a:lnTo>
                    <a:pt x="237042" y="38525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l921"/>
            <p:cNvSpPr/>
            <p:nvPr/>
          </p:nvSpPr>
          <p:spPr>
            <a:xfrm>
              <a:off x="11040075" y="6558059"/>
              <a:ext cx="148734" cy="640"/>
            </a:xfrm>
            <a:custGeom>
              <a:avLst/>
              <a:pathLst>
                <a:path w="148734" h="640">
                  <a:moveTo>
                    <a:pt x="0" y="640"/>
                  </a:moveTo>
                  <a:lnTo>
                    <a:pt x="14873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l922"/>
            <p:cNvSpPr/>
            <p:nvPr/>
          </p:nvSpPr>
          <p:spPr>
            <a:xfrm>
              <a:off x="11040075" y="6110783"/>
              <a:ext cx="140851" cy="194809"/>
            </a:xfrm>
            <a:custGeom>
              <a:avLst/>
              <a:pathLst>
                <a:path w="140851" h="194809">
                  <a:moveTo>
                    <a:pt x="0" y="194809"/>
                  </a:moveTo>
                  <a:lnTo>
                    <a:pt x="14085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l923"/>
            <p:cNvSpPr/>
            <p:nvPr/>
          </p:nvSpPr>
          <p:spPr>
            <a:xfrm>
              <a:off x="11040075" y="6182659"/>
              <a:ext cx="68932" cy="49836"/>
            </a:xfrm>
            <a:custGeom>
              <a:avLst/>
              <a:pathLst>
                <a:path w="68932" h="49836">
                  <a:moveTo>
                    <a:pt x="0" y="0"/>
                  </a:moveTo>
                  <a:lnTo>
                    <a:pt x="68932" y="4983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l924"/>
            <p:cNvSpPr/>
            <p:nvPr/>
          </p:nvSpPr>
          <p:spPr>
            <a:xfrm>
              <a:off x="11040075" y="5966066"/>
              <a:ext cx="316463" cy="448624"/>
            </a:xfrm>
            <a:custGeom>
              <a:avLst/>
              <a:pathLst>
                <a:path w="316463" h="448624">
                  <a:moveTo>
                    <a:pt x="0" y="448624"/>
                  </a:moveTo>
                  <a:lnTo>
                    <a:pt x="31646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l925"/>
            <p:cNvSpPr/>
            <p:nvPr/>
          </p:nvSpPr>
          <p:spPr>
            <a:xfrm>
              <a:off x="11040075" y="6359691"/>
              <a:ext cx="92359" cy="161100"/>
            </a:xfrm>
            <a:custGeom>
              <a:avLst/>
              <a:pathLst>
                <a:path w="92359" h="161100">
                  <a:moveTo>
                    <a:pt x="0" y="0"/>
                  </a:moveTo>
                  <a:lnTo>
                    <a:pt x="92359" y="16110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l926"/>
            <p:cNvSpPr/>
            <p:nvPr/>
          </p:nvSpPr>
          <p:spPr>
            <a:xfrm>
              <a:off x="11040075" y="6344866"/>
              <a:ext cx="222704" cy="314683"/>
            </a:xfrm>
            <a:custGeom>
              <a:avLst/>
              <a:pathLst>
                <a:path w="222704" h="314683">
                  <a:moveTo>
                    <a:pt x="0" y="314683"/>
                  </a:moveTo>
                  <a:lnTo>
                    <a:pt x="2227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l927"/>
            <p:cNvSpPr/>
            <p:nvPr/>
          </p:nvSpPr>
          <p:spPr>
            <a:xfrm>
              <a:off x="11040075" y="6270095"/>
              <a:ext cx="78089" cy="161925"/>
            </a:xfrm>
            <a:custGeom>
              <a:avLst/>
              <a:pathLst>
                <a:path w="78089" h="161925">
                  <a:moveTo>
                    <a:pt x="0" y="0"/>
                  </a:moveTo>
                  <a:lnTo>
                    <a:pt x="78089" y="16192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l928"/>
            <p:cNvSpPr/>
            <p:nvPr/>
          </p:nvSpPr>
          <p:spPr>
            <a:xfrm>
              <a:off x="11040075" y="5733957"/>
              <a:ext cx="296070" cy="613594"/>
            </a:xfrm>
            <a:custGeom>
              <a:avLst/>
              <a:pathLst>
                <a:path w="296070" h="613594">
                  <a:moveTo>
                    <a:pt x="0" y="613594"/>
                  </a:moveTo>
                  <a:lnTo>
                    <a:pt x="70386" y="444480"/>
                  </a:lnTo>
                  <a:lnTo>
                    <a:pt x="139726" y="476392"/>
                  </a:lnTo>
                  <a:lnTo>
                    <a:pt x="207435" y="0"/>
                  </a:lnTo>
                  <a:lnTo>
                    <a:pt x="296070" y="51475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l929"/>
            <p:cNvSpPr/>
            <p:nvPr/>
          </p:nvSpPr>
          <p:spPr>
            <a:xfrm>
              <a:off x="11040075" y="6023109"/>
              <a:ext cx="153807" cy="421351"/>
            </a:xfrm>
            <a:custGeom>
              <a:avLst/>
              <a:pathLst>
                <a:path w="153807" h="421351">
                  <a:moveTo>
                    <a:pt x="0" y="421351"/>
                  </a:moveTo>
                  <a:lnTo>
                    <a:pt x="70572" y="0"/>
                  </a:lnTo>
                  <a:lnTo>
                    <a:pt x="153807" y="17579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l930"/>
            <p:cNvSpPr/>
            <p:nvPr/>
          </p:nvSpPr>
          <p:spPr>
            <a:xfrm>
              <a:off x="11040075" y="6286852"/>
              <a:ext cx="140812" cy="80931"/>
            </a:xfrm>
            <a:custGeom>
              <a:avLst/>
              <a:pathLst>
                <a:path w="140812" h="80931">
                  <a:moveTo>
                    <a:pt x="0" y="80931"/>
                  </a:moveTo>
                  <a:lnTo>
                    <a:pt x="73179" y="48261"/>
                  </a:lnTo>
                  <a:lnTo>
                    <a:pt x="14081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l931"/>
            <p:cNvSpPr/>
            <p:nvPr/>
          </p:nvSpPr>
          <p:spPr>
            <a:xfrm>
              <a:off x="11040075" y="6258176"/>
              <a:ext cx="79503" cy="102852"/>
            </a:xfrm>
            <a:custGeom>
              <a:avLst/>
              <a:pathLst>
                <a:path w="79503" h="102852">
                  <a:moveTo>
                    <a:pt x="0" y="102852"/>
                  </a:moveTo>
                  <a:lnTo>
                    <a:pt x="7950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l932"/>
            <p:cNvSpPr/>
            <p:nvPr/>
          </p:nvSpPr>
          <p:spPr>
            <a:xfrm>
              <a:off x="11040075" y="5766169"/>
              <a:ext cx="77896" cy="537006"/>
            </a:xfrm>
            <a:custGeom>
              <a:avLst/>
              <a:pathLst>
                <a:path w="77896" h="537006">
                  <a:moveTo>
                    <a:pt x="0" y="537006"/>
                  </a:moveTo>
                  <a:lnTo>
                    <a:pt x="7789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l933"/>
            <p:cNvSpPr/>
            <p:nvPr/>
          </p:nvSpPr>
          <p:spPr>
            <a:xfrm>
              <a:off x="11254772" y="6328428"/>
              <a:ext cx="220469" cy="253502"/>
            </a:xfrm>
            <a:custGeom>
              <a:avLst/>
              <a:pathLst>
                <a:path w="220469" h="253502">
                  <a:moveTo>
                    <a:pt x="0" y="253502"/>
                  </a:moveTo>
                  <a:lnTo>
                    <a:pt x="22046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l934"/>
            <p:cNvSpPr/>
            <p:nvPr/>
          </p:nvSpPr>
          <p:spPr>
            <a:xfrm>
              <a:off x="11040075" y="6021749"/>
              <a:ext cx="355928" cy="453247"/>
            </a:xfrm>
            <a:custGeom>
              <a:avLst/>
              <a:pathLst>
                <a:path w="355928" h="453247">
                  <a:moveTo>
                    <a:pt x="0" y="414043"/>
                  </a:moveTo>
                  <a:lnTo>
                    <a:pt x="60231" y="0"/>
                  </a:lnTo>
                  <a:lnTo>
                    <a:pt x="152590" y="453247"/>
                  </a:lnTo>
                  <a:lnTo>
                    <a:pt x="355928" y="33689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l935"/>
            <p:cNvSpPr/>
            <p:nvPr/>
          </p:nvSpPr>
          <p:spPr>
            <a:xfrm>
              <a:off x="11040075" y="6057194"/>
              <a:ext cx="301284" cy="240246"/>
            </a:xfrm>
            <a:custGeom>
              <a:avLst/>
              <a:pathLst>
                <a:path w="301284" h="240246">
                  <a:moveTo>
                    <a:pt x="0" y="240246"/>
                  </a:moveTo>
                  <a:lnTo>
                    <a:pt x="30128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l936"/>
            <p:cNvSpPr/>
            <p:nvPr/>
          </p:nvSpPr>
          <p:spPr>
            <a:xfrm>
              <a:off x="11223767" y="6442212"/>
              <a:ext cx="91149" cy="54490"/>
            </a:xfrm>
            <a:custGeom>
              <a:avLst/>
              <a:pathLst>
                <a:path w="91149" h="54490">
                  <a:moveTo>
                    <a:pt x="0" y="0"/>
                  </a:moveTo>
                  <a:lnTo>
                    <a:pt x="91149" y="5449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l937"/>
            <p:cNvSpPr/>
            <p:nvPr/>
          </p:nvSpPr>
          <p:spPr>
            <a:xfrm>
              <a:off x="11040075" y="6292761"/>
              <a:ext cx="211444" cy="47718"/>
            </a:xfrm>
            <a:custGeom>
              <a:avLst/>
              <a:pathLst>
                <a:path w="211444" h="47718">
                  <a:moveTo>
                    <a:pt x="0" y="47718"/>
                  </a:moveTo>
                  <a:lnTo>
                    <a:pt x="21144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l938"/>
            <p:cNvSpPr/>
            <p:nvPr/>
          </p:nvSpPr>
          <p:spPr>
            <a:xfrm>
              <a:off x="11040075" y="6435406"/>
              <a:ext cx="153807" cy="33900"/>
            </a:xfrm>
            <a:custGeom>
              <a:avLst/>
              <a:pathLst>
                <a:path w="153807" h="33900">
                  <a:moveTo>
                    <a:pt x="0" y="0"/>
                  </a:moveTo>
                  <a:lnTo>
                    <a:pt x="153807" y="3390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l939"/>
            <p:cNvSpPr/>
            <p:nvPr/>
          </p:nvSpPr>
          <p:spPr>
            <a:xfrm>
              <a:off x="11040075" y="6446496"/>
              <a:ext cx="73638" cy="260163"/>
            </a:xfrm>
            <a:custGeom>
              <a:avLst/>
              <a:pathLst>
                <a:path w="73638" h="260163">
                  <a:moveTo>
                    <a:pt x="0" y="260163"/>
                  </a:moveTo>
                  <a:lnTo>
                    <a:pt x="7363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l940"/>
            <p:cNvSpPr/>
            <p:nvPr/>
          </p:nvSpPr>
          <p:spPr>
            <a:xfrm>
              <a:off x="11040075" y="5922906"/>
              <a:ext cx="261807" cy="613841"/>
            </a:xfrm>
            <a:custGeom>
              <a:avLst/>
              <a:pathLst>
                <a:path w="261807" h="613841">
                  <a:moveTo>
                    <a:pt x="0" y="296098"/>
                  </a:moveTo>
                  <a:lnTo>
                    <a:pt x="155080" y="0"/>
                  </a:lnTo>
                  <a:lnTo>
                    <a:pt x="261807" y="61384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l941"/>
            <p:cNvSpPr/>
            <p:nvPr/>
          </p:nvSpPr>
          <p:spPr>
            <a:xfrm>
              <a:off x="11245872" y="5887185"/>
              <a:ext cx="275959" cy="634262"/>
            </a:xfrm>
            <a:custGeom>
              <a:avLst/>
              <a:pathLst>
                <a:path w="275959" h="634262">
                  <a:moveTo>
                    <a:pt x="0" y="586823"/>
                  </a:moveTo>
                  <a:lnTo>
                    <a:pt x="126062" y="0"/>
                  </a:lnTo>
                  <a:lnTo>
                    <a:pt x="275959" y="63426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l942"/>
            <p:cNvSpPr/>
            <p:nvPr/>
          </p:nvSpPr>
          <p:spPr>
            <a:xfrm>
              <a:off x="11040075" y="6221988"/>
              <a:ext cx="131181" cy="301913"/>
            </a:xfrm>
            <a:custGeom>
              <a:avLst/>
              <a:pathLst>
                <a:path w="131181" h="301913">
                  <a:moveTo>
                    <a:pt x="0" y="301913"/>
                  </a:moveTo>
                  <a:lnTo>
                    <a:pt x="13118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l943"/>
            <p:cNvSpPr/>
            <p:nvPr/>
          </p:nvSpPr>
          <p:spPr>
            <a:xfrm>
              <a:off x="11040075" y="5910256"/>
              <a:ext cx="70522" cy="392951"/>
            </a:xfrm>
            <a:custGeom>
              <a:avLst/>
              <a:pathLst>
                <a:path w="70522" h="392951">
                  <a:moveTo>
                    <a:pt x="0" y="392951"/>
                  </a:moveTo>
                  <a:lnTo>
                    <a:pt x="7052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l944"/>
            <p:cNvSpPr/>
            <p:nvPr/>
          </p:nvSpPr>
          <p:spPr>
            <a:xfrm>
              <a:off x="11040075" y="6369648"/>
              <a:ext cx="275214" cy="309789"/>
            </a:xfrm>
            <a:custGeom>
              <a:avLst/>
              <a:pathLst>
                <a:path w="275214" h="309789">
                  <a:moveTo>
                    <a:pt x="0" y="65918"/>
                  </a:moveTo>
                  <a:lnTo>
                    <a:pt x="129228" y="309789"/>
                  </a:lnTo>
                  <a:lnTo>
                    <a:pt x="27521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l945"/>
            <p:cNvSpPr/>
            <p:nvPr/>
          </p:nvSpPr>
          <p:spPr>
            <a:xfrm>
              <a:off x="11040075" y="6177644"/>
              <a:ext cx="205927" cy="320337"/>
            </a:xfrm>
            <a:custGeom>
              <a:avLst/>
              <a:pathLst>
                <a:path w="205927" h="320337">
                  <a:moveTo>
                    <a:pt x="0" y="320337"/>
                  </a:moveTo>
                  <a:lnTo>
                    <a:pt x="20592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l946"/>
            <p:cNvSpPr/>
            <p:nvPr/>
          </p:nvSpPr>
          <p:spPr>
            <a:xfrm>
              <a:off x="11040075" y="6267751"/>
              <a:ext cx="146688" cy="88064"/>
            </a:xfrm>
            <a:custGeom>
              <a:avLst/>
              <a:pathLst>
                <a:path w="146688" h="88064">
                  <a:moveTo>
                    <a:pt x="0" y="11589"/>
                  </a:moveTo>
                  <a:lnTo>
                    <a:pt x="61777" y="88064"/>
                  </a:lnTo>
                  <a:lnTo>
                    <a:pt x="14668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l947"/>
            <p:cNvSpPr/>
            <p:nvPr/>
          </p:nvSpPr>
          <p:spPr>
            <a:xfrm>
              <a:off x="11040075" y="6237069"/>
              <a:ext cx="202466" cy="340709"/>
            </a:xfrm>
            <a:custGeom>
              <a:avLst/>
              <a:pathLst>
                <a:path w="202466" h="340709">
                  <a:moveTo>
                    <a:pt x="0" y="194923"/>
                  </a:moveTo>
                  <a:lnTo>
                    <a:pt x="76903" y="340709"/>
                  </a:lnTo>
                  <a:lnTo>
                    <a:pt x="20246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l948"/>
            <p:cNvSpPr/>
            <p:nvPr/>
          </p:nvSpPr>
          <p:spPr>
            <a:xfrm>
              <a:off x="11040075" y="6108019"/>
              <a:ext cx="158853" cy="366364"/>
            </a:xfrm>
            <a:custGeom>
              <a:avLst/>
              <a:pathLst>
                <a:path w="158853" h="366364">
                  <a:moveTo>
                    <a:pt x="0" y="366364"/>
                  </a:moveTo>
                  <a:lnTo>
                    <a:pt x="15885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l949"/>
            <p:cNvSpPr/>
            <p:nvPr/>
          </p:nvSpPr>
          <p:spPr>
            <a:xfrm>
              <a:off x="11040075" y="6290232"/>
              <a:ext cx="76560" cy="24060"/>
            </a:xfrm>
            <a:custGeom>
              <a:avLst/>
              <a:pathLst>
                <a:path w="76560" h="24060">
                  <a:moveTo>
                    <a:pt x="0" y="24060"/>
                  </a:moveTo>
                  <a:lnTo>
                    <a:pt x="7656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l950"/>
            <p:cNvSpPr/>
            <p:nvPr/>
          </p:nvSpPr>
          <p:spPr>
            <a:xfrm>
              <a:off x="11040075" y="6214042"/>
              <a:ext cx="289366" cy="182062"/>
            </a:xfrm>
            <a:custGeom>
              <a:avLst/>
              <a:pathLst>
                <a:path w="289366" h="182062">
                  <a:moveTo>
                    <a:pt x="0" y="106817"/>
                  </a:moveTo>
                  <a:lnTo>
                    <a:pt x="80570" y="98435"/>
                  </a:lnTo>
                  <a:lnTo>
                    <a:pt x="157717" y="0"/>
                  </a:lnTo>
                  <a:lnTo>
                    <a:pt x="289366" y="18206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l951"/>
            <p:cNvSpPr/>
            <p:nvPr/>
          </p:nvSpPr>
          <p:spPr>
            <a:xfrm>
              <a:off x="11040075" y="6230371"/>
              <a:ext cx="241325" cy="386288"/>
            </a:xfrm>
            <a:custGeom>
              <a:avLst/>
              <a:pathLst>
                <a:path w="241325" h="386288">
                  <a:moveTo>
                    <a:pt x="0" y="0"/>
                  </a:moveTo>
                  <a:lnTo>
                    <a:pt x="241325" y="38628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l952"/>
            <p:cNvSpPr/>
            <p:nvPr/>
          </p:nvSpPr>
          <p:spPr>
            <a:xfrm>
              <a:off x="11040075" y="6263703"/>
              <a:ext cx="136684" cy="192668"/>
            </a:xfrm>
            <a:custGeom>
              <a:avLst/>
              <a:pathLst>
                <a:path w="136684" h="192668">
                  <a:moveTo>
                    <a:pt x="0" y="8372"/>
                  </a:moveTo>
                  <a:lnTo>
                    <a:pt x="68904" y="192668"/>
                  </a:lnTo>
                  <a:lnTo>
                    <a:pt x="13668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l953"/>
            <p:cNvSpPr/>
            <p:nvPr/>
          </p:nvSpPr>
          <p:spPr>
            <a:xfrm>
              <a:off x="11040075" y="5936295"/>
              <a:ext cx="202990" cy="330044"/>
            </a:xfrm>
            <a:custGeom>
              <a:avLst/>
              <a:pathLst>
                <a:path w="202990" h="330044">
                  <a:moveTo>
                    <a:pt x="0" y="330044"/>
                  </a:moveTo>
                  <a:lnTo>
                    <a:pt x="20299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l954"/>
            <p:cNvSpPr/>
            <p:nvPr/>
          </p:nvSpPr>
          <p:spPr>
            <a:xfrm>
              <a:off x="11040075" y="5921590"/>
              <a:ext cx="340387" cy="259656"/>
            </a:xfrm>
            <a:custGeom>
              <a:avLst/>
              <a:pathLst>
                <a:path w="340387" h="259656">
                  <a:moveTo>
                    <a:pt x="0" y="259656"/>
                  </a:moveTo>
                  <a:lnTo>
                    <a:pt x="137179" y="139375"/>
                  </a:lnTo>
                  <a:lnTo>
                    <a:pt x="206131" y="217634"/>
                  </a:lnTo>
                  <a:lnTo>
                    <a:pt x="278752" y="0"/>
                  </a:lnTo>
                  <a:lnTo>
                    <a:pt x="340387" y="1053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l955"/>
            <p:cNvSpPr/>
            <p:nvPr/>
          </p:nvSpPr>
          <p:spPr>
            <a:xfrm>
              <a:off x="11040075" y="6362444"/>
              <a:ext cx="136813" cy="127428"/>
            </a:xfrm>
            <a:custGeom>
              <a:avLst/>
              <a:pathLst>
                <a:path w="136813" h="127428">
                  <a:moveTo>
                    <a:pt x="0" y="0"/>
                  </a:moveTo>
                  <a:lnTo>
                    <a:pt x="136813" y="12742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l956"/>
            <p:cNvSpPr/>
            <p:nvPr/>
          </p:nvSpPr>
          <p:spPr>
            <a:xfrm>
              <a:off x="11040075" y="5832343"/>
              <a:ext cx="394946" cy="440110"/>
            </a:xfrm>
            <a:custGeom>
              <a:avLst/>
              <a:pathLst>
                <a:path w="394946" h="440110">
                  <a:moveTo>
                    <a:pt x="0" y="410169"/>
                  </a:moveTo>
                  <a:lnTo>
                    <a:pt x="84724" y="440110"/>
                  </a:lnTo>
                  <a:lnTo>
                    <a:pt x="39494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l957"/>
            <p:cNvSpPr/>
            <p:nvPr/>
          </p:nvSpPr>
          <p:spPr>
            <a:xfrm>
              <a:off x="11040075" y="5891611"/>
              <a:ext cx="264414" cy="486306"/>
            </a:xfrm>
            <a:custGeom>
              <a:avLst/>
              <a:pathLst>
                <a:path w="264414" h="486306">
                  <a:moveTo>
                    <a:pt x="0" y="486306"/>
                  </a:moveTo>
                  <a:lnTo>
                    <a:pt x="138422" y="88847"/>
                  </a:lnTo>
                  <a:lnTo>
                    <a:pt x="26441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l958"/>
            <p:cNvSpPr/>
            <p:nvPr/>
          </p:nvSpPr>
          <p:spPr>
            <a:xfrm>
              <a:off x="11040075" y="5998935"/>
              <a:ext cx="136838" cy="233105"/>
            </a:xfrm>
            <a:custGeom>
              <a:avLst/>
              <a:pathLst>
                <a:path w="136838" h="233105">
                  <a:moveTo>
                    <a:pt x="0" y="233105"/>
                  </a:moveTo>
                  <a:lnTo>
                    <a:pt x="13683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l959"/>
            <p:cNvSpPr/>
            <p:nvPr/>
          </p:nvSpPr>
          <p:spPr>
            <a:xfrm>
              <a:off x="11040075" y="6227722"/>
              <a:ext cx="214883" cy="266029"/>
            </a:xfrm>
            <a:custGeom>
              <a:avLst/>
              <a:pathLst>
                <a:path w="214883" h="266029">
                  <a:moveTo>
                    <a:pt x="0" y="266029"/>
                  </a:moveTo>
                  <a:lnTo>
                    <a:pt x="21488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l960"/>
            <p:cNvSpPr/>
            <p:nvPr/>
          </p:nvSpPr>
          <p:spPr>
            <a:xfrm>
              <a:off x="11040075" y="6270509"/>
              <a:ext cx="142027" cy="219355"/>
            </a:xfrm>
            <a:custGeom>
              <a:avLst/>
              <a:pathLst>
                <a:path w="142027" h="219355">
                  <a:moveTo>
                    <a:pt x="0" y="219355"/>
                  </a:moveTo>
                  <a:lnTo>
                    <a:pt x="66426" y="28802"/>
                  </a:lnTo>
                  <a:lnTo>
                    <a:pt x="14202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l961"/>
            <p:cNvSpPr/>
            <p:nvPr/>
          </p:nvSpPr>
          <p:spPr>
            <a:xfrm>
              <a:off x="11040075" y="5925641"/>
              <a:ext cx="958224" cy="421359"/>
            </a:xfrm>
            <a:custGeom>
              <a:avLst/>
              <a:pathLst>
                <a:path w="958224" h="421359">
                  <a:moveTo>
                    <a:pt x="0" y="421359"/>
                  </a:moveTo>
                  <a:lnTo>
                    <a:pt x="9679" y="417102"/>
                  </a:lnTo>
                  <a:lnTo>
                    <a:pt x="19358" y="412846"/>
                  </a:lnTo>
                  <a:lnTo>
                    <a:pt x="29037" y="408590"/>
                  </a:lnTo>
                  <a:lnTo>
                    <a:pt x="38716" y="404334"/>
                  </a:lnTo>
                  <a:lnTo>
                    <a:pt x="48395" y="400078"/>
                  </a:lnTo>
                  <a:lnTo>
                    <a:pt x="58074" y="395822"/>
                  </a:lnTo>
                  <a:lnTo>
                    <a:pt x="67753" y="391566"/>
                  </a:lnTo>
                  <a:lnTo>
                    <a:pt x="77432" y="387309"/>
                  </a:lnTo>
                  <a:lnTo>
                    <a:pt x="87111" y="383053"/>
                  </a:lnTo>
                  <a:lnTo>
                    <a:pt x="96790" y="378797"/>
                  </a:lnTo>
                  <a:lnTo>
                    <a:pt x="106469" y="374541"/>
                  </a:lnTo>
                  <a:lnTo>
                    <a:pt x="116148" y="370285"/>
                  </a:lnTo>
                  <a:lnTo>
                    <a:pt x="125827" y="366029"/>
                  </a:lnTo>
                  <a:lnTo>
                    <a:pt x="135506" y="361772"/>
                  </a:lnTo>
                  <a:lnTo>
                    <a:pt x="145185" y="357516"/>
                  </a:lnTo>
                  <a:lnTo>
                    <a:pt x="154864" y="353260"/>
                  </a:lnTo>
                  <a:lnTo>
                    <a:pt x="164543" y="349004"/>
                  </a:lnTo>
                  <a:lnTo>
                    <a:pt x="174222" y="344748"/>
                  </a:lnTo>
                  <a:lnTo>
                    <a:pt x="183901" y="340492"/>
                  </a:lnTo>
                  <a:lnTo>
                    <a:pt x="193580" y="336236"/>
                  </a:lnTo>
                  <a:lnTo>
                    <a:pt x="203259" y="331979"/>
                  </a:lnTo>
                  <a:lnTo>
                    <a:pt x="212938" y="327723"/>
                  </a:lnTo>
                  <a:lnTo>
                    <a:pt x="222617" y="323467"/>
                  </a:lnTo>
                  <a:lnTo>
                    <a:pt x="232296" y="319211"/>
                  </a:lnTo>
                  <a:lnTo>
                    <a:pt x="241975" y="314955"/>
                  </a:lnTo>
                  <a:lnTo>
                    <a:pt x="251654" y="310699"/>
                  </a:lnTo>
                  <a:lnTo>
                    <a:pt x="261334" y="306442"/>
                  </a:lnTo>
                  <a:lnTo>
                    <a:pt x="271013" y="302186"/>
                  </a:lnTo>
                  <a:lnTo>
                    <a:pt x="280692" y="297930"/>
                  </a:lnTo>
                  <a:lnTo>
                    <a:pt x="290371" y="293674"/>
                  </a:lnTo>
                  <a:lnTo>
                    <a:pt x="300050" y="289418"/>
                  </a:lnTo>
                  <a:lnTo>
                    <a:pt x="309729" y="285162"/>
                  </a:lnTo>
                  <a:lnTo>
                    <a:pt x="319408" y="280906"/>
                  </a:lnTo>
                  <a:lnTo>
                    <a:pt x="329087" y="276649"/>
                  </a:lnTo>
                  <a:lnTo>
                    <a:pt x="338766" y="272393"/>
                  </a:lnTo>
                  <a:lnTo>
                    <a:pt x="348445" y="268137"/>
                  </a:lnTo>
                  <a:lnTo>
                    <a:pt x="358124" y="263881"/>
                  </a:lnTo>
                  <a:lnTo>
                    <a:pt x="367803" y="259625"/>
                  </a:lnTo>
                  <a:lnTo>
                    <a:pt x="377482" y="255369"/>
                  </a:lnTo>
                  <a:lnTo>
                    <a:pt x="387161" y="251113"/>
                  </a:lnTo>
                  <a:lnTo>
                    <a:pt x="396840" y="246856"/>
                  </a:lnTo>
                  <a:lnTo>
                    <a:pt x="406519" y="242600"/>
                  </a:lnTo>
                  <a:lnTo>
                    <a:pt x="416198" y="238344"/>
                  </a:lnTo>
                  <a:lnTo>
                    <a:pt x="425877" y="234088"/>
                  </a:lnTo>
                  <a:lnTo>
                    <a:pt x="435556" y="229832"/>
                  </a:lnTo>
                  <a:lnTo>
                    <a:pt x="445235" y="225576"/>
                  </a:lnTo>
                  <a:lnTo>
                    <a:pt x="454914" y="221319"/>
                  </a:lnTo>
                  <a:lnTo>
                    <a:pt x="464593" y="217063"/>
                  </a:lnTo>
                  <a:lnTo>
                    <a:pt x="474272" y="212807"/>
                  </a:lnTo>
                  <a:lnTo>
                    <a:pt x="483951" y="208551"/>
                  </a:lnTo>
                  <a:lnTo>
                    <a:pt x="493630" y="204295"/>
                  </a:lnTo>
                  <a:lnTo>
                    <a:pt x="503309" y="200039"/>
                  </a:lnTo>
                  <a:lnTo>
                    <a:pt x="512988" y="195783"/>
                  </a:lnTo>
                  <a:lnTo>
                    <a:pt x="522668" y="191526"/>
                  </a:lnTo>
                  <a:lnTo>
                    <a:pt x="532347" y="187270"/>
                  </a:lnTo>
                  <a:lnTo>
                    <a:pt x="542026" y="183014"/>
                  </a:lnTo>
                  <a:lnTo>
                    <a:pt x="551705" y="178758"/>
                  </a:lnTo>
                  <a:lnTo>
                    <a:pt x="561384" y="174502"/>
                  </a:lnTo>
                  <a:lnTo>
                    <a:pt x="571063" y="170246"/>
                  </a:lnTo>
                  <a:lnTo>
                    <a:pt x="580742" y="165989"/>
                  </a:lnTo>
                  <a:lnTo>
                    <a:pt x="590421" y="161733"/>
                  </a:lnTo>
                  <a:lnTo>
                    <a:pt x="600100" y="157477"/>
                  </a:lnTo>
                  <a:lnTo>
                    <a:pt x="609779" y="153221"/>
                  </a:lnTo>
                  <a:lnTo>
                    <a:pt x="619458" y="148965"/>
                  </a:lnTo>
                  <a:lnTo>
                    <a:pt x="629137" y="144709"/>
                  </a:lnTo>
                  <a:lnTo>
                    <a:pt x="638816" y="140453"/>
                  </a:lnTo>
                  <a:lnTo>
                    <a:pt x="648495" y="136196"/>
                  </a:lnTo>
                  <a:lnTo>
                    <a:pt x="658174" y="131940"/>
                  </a:lnTo>
                  <a:lnTo>
                    <a:pt x="667853" y="127684"/>
                  </a:lnTo>
                  <a:lnTo>
                    <a:pt x="677532" y="123428"/>
                  </a:lnTo>
                  <a:lnTo>
                    <a:pt x="687211" y="119172"/>
                  </a:lnTo>
                  <a:lnTo>
                    <a:pt x="696890" y="114916"/>
                  </a:lnTo>
                  <a:lnTo>
                    <a:pt x="706569" y="110659"/>
                  </a:lnTo>
                  <a:lnTo>
                    <a:pt x="716248" y="106403"/>
                  </a:lnTo>
                  <a:lnTo>
                    <a:pt x="725927" y="102147"/>
                  </a:lnTo>
                  <a:lnTo>
                    <a:pt x="735606" y="97891"/>
                  </a:lnTo>
                  <a:lnTo>
                    <a:pt x="745285" y="93635"/>
                  </a:lnTo>
                  <a:lnTo>
                    <a:pt x="754964" y="89379"/>
                  </a:lnTo>
                  <a:lnTo>
                    <a:pt x="764643" y="85123"/>
                  </a:lnTo>
                  <a:lnTo>
                    <a:pt x="774322" y="80866"/>
                  </a:lnTo>
                  <a:lnTo>
                    <a:pt x="784002" y="76610"/>
                  </a:lnTo>
                  <a:lnTo>
                    <a:pt x="793681" y="72354"/>
                  </a:lnTo>
                  <a:lnTo>
                    <a:pt x="803360" y="68098"/>
                  </a:lnTo>
                  <a:lnTo>
                    <a:pt x="813039" y="63842"/>
                  </a:lnTo>
                  <a:lnTo>
                    <a:pt x="822718" y="59586"/>
                  </a:lnTo>
                  <a:lnTo>
                    <a:pt x="832397" y="55329"/>
                  </a:lnTo>
                  <a:lnTo>
                    <a:pt x="842076" y="51073"/>
                  </a:lnTo>
                  <a:lnTo>
                    <a:pt x="851755" y="46817"/>
                  </a:lnTo>
                  <a:lnTo>
                    <a:pt x="861434" y="42561"/>
                  </a:lnTo>
                  <a:lnTo>
                    <a:pt x="871113" y="38305"/>
                  </a:lnTo>
                  <a:lnTo>
                    <a:pt x="880792" y="34049"/>
                  </a:lnTo>
                  <a:lnTo>
                    <a:pt x="890471" y="29793"/>
                  </a:lnTo>
                  <a:lnTo>
                    <a:pt x="900150" y="25536"/>
                  </a:lnTo>
                  <a:lnTo>
                    <a:pt x="909829" y="21280"/>
                  </a:lnTo>
                  <a:lnTo>
                    <a:pt x="919508" y="17024"/>
                  </a:lnTo>
                  <a:lnTo>
                    <a:pt x="929187" y="12768"/>
                  </a:lnTo>
                  <a:lnTo>
                    <a:pt x="938866" y="8512"/>
                  </a:lnTo>
                  <a:lnTo>
                    <a:pt x="948545" y="4256"/>
                  </a:lnTo>
                  <a:lnTo>
                    <a:pt x="958224" y="0"/>
                  </a:lnTo>
                </a:path>
              </a:pathLst>
            </a:custGeom>
            <a:ln w="54202" cap="flat">
              <a:solidFill>
                <a:srgbClr val="FFD7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62" name="tx962"/>
            <p:cNvSpPr/>
            <p:nvPr/>
          </p:nvSpPr>
          <p:spPr>
            <a:xfrm>
              <a:off x="10983943" y="5439774"/>
              <a:ext cx="1014356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7B82">
                      <a:alpha val="100000"/>
                    </a:srgbClr>
                  </a:solidFill>
                  <a:latin typeface="Arial"/>
                  <a:cs typeface="Arial"/>
                </a:rPr>
                <a:t>0.131 Z/year</a:t>
              </a:r>
            </a:p>
          </p:txBody>
        </p:sp>
        <p:sp>
          <p:nvSpPr>
            <p:cNvPr id="963" name="rc963"/>
            <p:cNvSpPr/>
            <p:nvPr/>
          </p:nvSpPr>
          <p:spPr>
            <a:xfrm>
              <a:off x="10992163" y="5418670"/>
              <a:ext cx="1054047" cy="13493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tx964"/>
            <p:cNvSpPr/>
            <p:nvPr/>
          </p:nvSpPr>
          <p:spPr>
            <a:xfrm>
              <a:off x="10830161" y="6579588"/>
              <a:ext cx="99372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-4</a:t>
              </a:r>
            </a:p>
          </p:txBody>
        </p:sp>
        <p:sp>
          <p:nvSpPr>
            <p:cNvPr id="965" name="tx965"/>
            <p:cNvSpPr/>
            <p:nvPr/>
          </p:nvSpPr>
          <p:spPr>
            <a:xfrm>
              <a:off x="10830161" y="6349940"/>
              <a:ext cx="99372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-3</a:t>
              </a:r>
            </a:p>
          </p:txBody>
        </p:sp>
        <p:sp>
          <p:nvSpPr>
            <p:cNvPr id="966" name="tx966"/>
            <p:cNvSpPr/>
            <p:nvPr/>
          </p:nvSpPr>
          <p:spPr>
            <a:xfrm>
              <a:off x="10830161" y="6123457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967" name="tx967"/>
            <p:cNvSpPr/>
            <p:nvPr/>
          </p:nvSpPr>
          <p:spPr>
            <a:xfrm>
              <a:off x="10830161" y="589555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968" name="tx968"/>
            <p:cNvSpPr/>
            <p:nvPr/>
          </p:nvSpPr>
          <p:spPr>
            <a:xfrm>
              <a:off x="10867378" y="5666289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969" name="tx969"/>
            <p:cNvSpPr/>
            <p:nvPr/>
          </p:nvSpPr>
          <p:spPr>
            <a:xfrm>
              <a:off x="10867378" y="5439751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970" name="pl970"/>
            <p:cNvSpPr/>
            <p:nvPr/>
          </p:nvSpPr>
          <p:spPr>
            <a:xfrm>
              <a:off x="10957369" y="661958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l971"/>
            <p:cNvSpPr/>
            <p:nvPr/>
          </p:nvSpPr>
          <p:spPr>
            <a:xfrm>
              <a:off x="10957369" y="639168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l972"/>
            <p:cNvSpPr/>
            <p:nvPr/>
          </p:nvSpPr>
          <p:spPr>
            <a:xfrm>
              <a:off x="10957369" y="616378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l973"/>
            <p:cNvSpPr/>
            <p:nvPr/>
          </p:nvSpPr>
          <p:spPr>
            <a:xfrm>
              <a:off x="10957369" y="593588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l974"/>
            <p:cNvSpPr/>
            <p:nvPr/>
          </p:nvSpPr>
          <p:spPr>
            <a:xfrm>
              <a:off x="10957369" y="570798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l975"/>
            <p:cNvSpPr/>
            <p:nvPr/>
          </p:nvSpPr>
          <p:spPr>
            <a:xfrm>
              <a:off x="10957369" y="548007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l976"/>
            <p:cNvSpPr/>
            <p:nvPr/>
          </p:nvSpPr>
          <p:spPr>
            <a:xfrm>
              <a:off x="11040075" y="6767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l977"/>
            <p:cNvSpPr/>
            <p:nvPr/>
          </p:nvSpPr>
          <p:spPr>
            <a:xfrm>
              <a:off x="11379904" y="6767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l978"/>
            <p:cNvSpPr/>
            <p:nvPr/>
          </p:nvSpPr>
          <p:spPr>
            <a:xfrm>
              <a:off x="11719733" y="6767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tx979"/>
            <p:cNvSpPr/>
            <p:nvPr/>
          </p:nvSpPr>
          <p:spPr>
            <a:xfrm>
              <a:off x="11008997" y="68289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980" name="tx980"/>
            <p:cNvSpPr/>
            <p:nvPr/>
          </p:nvSpPr>
          <p:spPr>
            <a:xfrm>
              <a:off x="11348826" y="683034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981" name="tx981"/>
            <p:cNvSpPr/>
            <p:nvPr/>
          </p:nvSpPr>
          <p:spPr>
            <a:xfrm>
              <a:off x="11657577" y="68289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982" name="tx982"/>
            <p:cNvSpPr/>
            <p:nvPr/>
          </p:nvSpPr>
          <p:spPr>
            <a:xfrm>
              <a:off x="10898006" y="6976374"/>
              <a:ext cx="1242361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Years from baseline</a:t>
              </a:r>
            </a:p>
          </p:txBody>
        </p:sp>
        <p:sp>
          <p:nvSpPr>
            <p:cNvPr id="983" name="tx983"/>
            <p:cNvSpPr/>
            <p:nvPr/>
          </p:nvSpPr>
          <p:spPr>
            <a:xfrm rot="-5400000">
              <a:off x="9818516" y="6027779"/>
              <a:ext cx="1754640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Alamar Plasma pTau181 (Z)</a:t>
              </a:r>
            </a:p>
          </p:txBody>
        </p:sp>
        <p:sp>
          <p:nvSpPr>
            <p:cNvPr id="984" name="rc984"/>
            <p:cNvSpPr/>
            <p:nvPr/>
          </p:nvSpPr>
          <p:spPr>
            <a:xfrm>
              <a:off x="10591800" y="7177881"/>
              <a:ext cx="1523999" cy="1828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rc985"/>
            <p:cNvSpPr/>
            <p:nvPr/>
          </p:nvSpPr>
          <p:spPr>
            <a:xfrm>
              <a:off x="10992163" y="7247470"/>
              <a:ext cx="1054047" cy="13493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6" name="pl986"/>
            <p:cNvSpPr/>
            <p:nvPr/>
          </p:nvSpPr>
          <p:spPr>
            <a:xfrm>
              <a:off x="10992163" y="8433205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l987"/>
            <p:cNvSpPr/>
            <p:nvPr/>
          </p:nvSpPr>
          <p:spPr>
            <a:xfrm>
              <a:off x="10992163" y="8183356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l988"/>
            <p:cNvSpPr/>
            <p:nvPr/>
          </p:nvSpPr>
          <p:spPr>
            <a:xfrm>
              <a:off x="10992163" y="7933508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l989"/>
            <p:cNvSpPr/>
            <p:nvPr/>
          </p:nvSpPr>
          <p:spPr>
            <a:xfrm>
              <a:off x="10992163" y="7683659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l990"/>
            <p:cNvSpPr/>
            <p:nvPr/>
          </p:nvSpPr>
          <p:spPr>
            <a:xfrm>
              <a:off x="10992163" y="7433810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l991"/>
            <p:cNvSpPr/>
            <p:nvPr/>
          </p:nvSpPr>
          <p:spPr>
            <a:xfrm>
              <a:off x="11209989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l992"/>
            <p:cNvSpPr/>
            <p:nvPr/>
          </p:nvSpPr>
          <p:spPr>
            <a:xfrm>
              <a:off x="11549818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l993"/>
            <p:cNvSpPr/>
            <p:nvPr/>
          </p:nvSpPr>
          <p:spPr>
            <a:xfrm>
              <a:off x="11889647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l994"/>
            <p:cNvSpPr/>
            <p:nvPr/>
          </p:nvSpPr>
          <p:spPr>
            <a:xfrm>
              <a:off x="10992163" y="8558129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l995"/>
            <p:cNvSpPr/>
            <p:nvPr/>
          </p:nvSpPr>
          <p:spPr>
            <a:xfrm>
              <a:off x="10992163" y="8308281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l996"/>
            <p:cNvSpPr/>
            <p:nvPr/>
          </p:nvSpPr>
          <p:spPr>
            <a:xfrm>
              <a:off x="10992163" y="8058432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l997"/>
            <p:cNvSpPr/>
            <p:nvPr/>
          </p:nvSpPr>
          <p:spPr>
            <a:xfrm>
              <a:off x="10992163" y="7808583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l998"/>
            <p:cNvSpPr/>
            <p:nvPr/>
          </p:nvSpPr>
          <p:spPr>
            <a:xfrm>
              <a:off x="10992163" y="7558735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l999"/>
            <p:cNvSpPr/>
            <p:nvPr/>
          </p:nvSpPr>
          <p:spPr>
            <a:xfrm>
              <a:off x="10992163" y="7308886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l1000"/>
            <p:cNvSpPr/>
            <p:nvPr/>
          </p:nvSpPr>
          <p:spPr>
            <a:xfrm>
              <a:off x="11040075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l1001"/>
            <p:cNvSpPr/>
            <p:nvPr/>
          </p:nvSpPr>
          <p:spPr>
            <a:xfrm>
              <a:off x="11379904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l1002"/>
            <p:cNvSpPr/>
            <p:nvPr/>
          </p:nvSpPr>
          <p:spPr>
            <a:xfrm>
              <a:off x="11719733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t1003"/>
            <p:cNvSpPr/>
            <p:nvPr/>
          </p:nvSpPr>
          <p:spPr>
            <a:xfrm>
              <a:off x="11015249" y="7947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t1004"/>
            <p:cNvSpPr/>
            <p:nvPr/>
          </p:nvSpPr>
          <p:spPr>
            <a:xfrm>
              <a:off x="11085478" y="82757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t1005"/>
            <p:cNvSpPr/>
            <p:nvPr/>
          </p:nvSpPr>
          <p:spPr>
            <a:xfrm>
              <a:off x="11159746" y="77684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t1006"/>
            <p:cNvSpPr/>
            <p:nvPr/>
          </p:nvSpPr>
          <p:spPr>
            <a:xfrm>
              <a:off x="11015249" y="77523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t1007"/>
            <p:cNvSpPr/>
            <p:nvPr/>
          </p:nvSpPr>
          <p:spPr>
            <a:xfrm>
              <a:off x="11198755" y="75738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t1008"/>
            <p:cNvSpPr/>
            <p:nvPr/>
          </p:nvSpPr>
          <p:spPr>
            <a:xfrm>
              <a:off x="11287298" y="84230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t1009"/>
            <p:cNvSpPr/>
            <p:nvPr/>
          </p:nvSpPr>
          <p:spPr>
            <a:xfrm>
              <a:off x="11015249" y="7884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t1010"/>
            <p:cNvSpPr/>
            <p:nvPr/>
          </p:nvSpPr>
          <p:spPr>
            <a:xfrm>
              <a:off x="11096063" y="77752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t1011"/>
            <p:cNvSpPr/>
            <p:nvPr/>
          </p:nvSpPr>
          <p:spPr>
            <a:xfrm>
              <a:off x="11257740" y="7709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t1012"/>
            <p:cNvSpPr/>
            <p:nvPr/>
          </p:nvSpPr>
          <p:spPr>
            <a:xfrm>
              <a:off x="11240687" y="80101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t1013"/>
            <p:cNvSpPr/>
            <p:nvPr/>
          </p:nvSpPr>
          <p:spPr>
            <a:xfrm>
              <a:off x="11238139" y="79014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t1014"/>
            <p:cNvSpPr/>
            <p:nvPr/>
          </p:nvSpPr>
          <p:spPr>
            <a:xfrm>
              <a:off x="11093403" y="79735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t1015"/>
            <p:cNvSpPr/>
            <p:nvPr/>
          </p:nvSpPr>
          <p:spPr>
            <a:xfrm>
              <a:off x="11166769" y="78732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t1016"/>
            <p:cNvSpPr/>
            <p:nvPr/>
          </p:nvSpPr>
          <p:spPr>
            <a:xfrm>
              <a:off x="11090759" y="79783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t1017"/>
            <p:cNvSpPr/>
            <p:nvPr/>
          </p:nvSpPr>
          <p:spPr>
            <a:xfrm>
              <a:off x="11015249" y="76597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t1018"/>
            <p:cNvSpPr/>
            <p:nvPr/>
          </p:nvSpPr>
          <p:spPr>
            <a:xfrm>
              <a:off x="11355226" y="83177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t1019"/>
            <p:cNvSpPr/>
            <p:nvPr/>
          </p:nvSpPr>
          <p:spPr>
            <a:xfrm>
              <a:off x="11490637" y="84527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t1020"/>
            <p:cNvSpPr/>
            <p:nvPr/>
          </p:nvSpPr>
          <p:spPr>
            <a:xfrm>
              <a:off x="11015249" y="76574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t1021"/>
            <p:cNvSpPr/>
            <p:nvPr/>
          </p:nvSpPr>
          <p:spPr>
            <a:xfrm>
              <a:off x="11087253" y="76537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t1022"/>
            <p:cNvSpPr/>
            <p:nvPr/>
          </p:nvSpPr>
          <p:spPr>
            <a:xfrm>
              <a:off x="11015249" y="75963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t1023"/>
            <p:cNvSpPr/>
            <p:nvPr/>
          </p:nvSpPr>
          <p:spPr>
            <a:xfrm>
              <a:off x="11096435" y="75002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t1024"/>
            <p:cNvSpPr/>
            <p:nvPr/>
          </p:nvSpPr>
          <p:spPr>
            <a:xfrm>
              <a:off x="11015249" y="77641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t1025"/>
            <p:cNvSpPr/>
            <p:nvPr/>
          </p:nvSpPr>
          <p:spPr>
            <a:xfrm>
              <a:off x="11163470" y="77152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t1026"/>
            <p:cNvSpPr/>
            <p:nvPr/>
          </p:nvSpPr>
          <p:spPr>
            <a:xfrm>
              <a:off x="11015249" y="75361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t1027"/>
            <p:cNvSpPr/>
            <p:nvPr/>
          </p:nvSpPr>
          <p:spPr>
            <a:xfrm>
              <a:off x="11078513" y="7445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t1028"/>
            <p:cNvSpPr/>
            <p:nvPr/>
          </p:nvSpPr>
          <p:spPr>
            <a:xfrm>
              <a:off x="11015249" y="75860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t1029"/>
            <p:cNvSpPr/>
            <p:nvPr/>
          </p:nvSpPr>
          <p:spPr>
            <a:xfrm>
              <a:off x="11153133" y="74112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t1030"/>
            <p:cNvSpPr/>
            <p:nvPr/>
          </p:nvSpPr>
          <p:spPr>
            <a:xfrm>
              <a:off x="11015249" y="77412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t1031"/>
            <p:cNvSpPr/>
            <p:nvPr/>
          </p:nvSpPr>
          <p:spPr>
            <a:xfrm>
              <a:off x="11015249" y="78400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t1032"/>
            <p:cNvSpPr/>
            <p:nvPr/>
          </p:nvSpPr>
          <p:spPr>
            <a:xfrm>
              <a:off x="11083257" y="7543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t1033"/>
            <p:cNvSpPr/>
            <p:nvPr/>
          </p:nvSpPr>
          <p:spPr>
            <a:xfrm>
              <a:off x="11153228" y="76813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t1034"/>
            <p:cNvSpPr/>
            <p:nvPr/>
          </p:nvSpPr>
          <p:spPr>
            <a:xfrm>
              <a:off x="11356420" y="80549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t1035"/>
            <p:cNvSpPr/>
            <p:nvPr/>
          </p:nvSpPr>
          <p:spPr>
            <a:xfrm>
              <a:off x="11421554" y="82170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t1036"/>
            <p:cNvSpPr/>
            <p:nvPr/>
          </p:nvSpPr>
          <p:spPr>
            <a:xfrm>
              <a:off x="11485423" y="81551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t1037"/>
            <p:cNvSpPr/>
            <p:nvPr/>
          </p:nvSpPr>
          <p:spPr>
            <a:xfrm>
              <a:off x="11015249" y="78392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t1038"/>
            <p:cNvSpPr/>
            <p:nvPr/>
          </p:nvSpPr>
          <p:spPr>
            <a:xfrm>
              <a:off x="11145594" y="73574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t1039"/>
            <p:cNvSpPr/>
            <p:nvPr/>
          </p:nvSpPr>
          <p:spPr>
            <a:xfrm>
              <a:off x="11286181" y="73981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t1040"/>
            <p:cNvSpPr/>
            <p:nvPr/>
          </p:nvSpPr>
          <p:spPr>
            <a:xfrm>
              <a:off x="11355264" y="74169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t1041"/>
            <p:cNvSpPr/>
            <p:nvPr/>
          </p:nvSpPr>
          <p:spPr>
            <a:xfrm>
              <a:off x="11423043" y="74177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t1042"/>
            <p:cNvSpPr/>
            <p:nvPr/>
          </p:nvSpPr>
          <p:spPr>
            <a:xfrm>
              <a:off x="11015249" y="74323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t1043"/>
            <p:cNvSpPr/>
            <p:nvPr/>
          </p:nvSpPr>
          <p:spPr>
            <a:xfrm>
              <a:off x="11086194" y="73708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t1044"/>
            <p:cNvSpPr/>
            <p:nvPr/>
          </p:nvSpPr>
          <p:spPr>
            <a:xfrm>
              <a:off x="11152587" y="74021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t1045"/>
            <p:cNvSpPr/>
            <p:nvPr/>
          </p:nvSpPr>
          <p:spPr>
            <a:xfrm>
              <a:off x="11015249" y="7749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t1046"/>
            <p:cNvSpPr/>
            <p:nvPr/>
          </p:nvSpPr>
          <p:spPr>
            <a:xfrm>
              <a:off x="11015249" y="7930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t1047"/>
            <p:cNvSpPr/>
            <p:nvPr/>
          </p:nvSpPr>
          <p:spPr>
            <a:xfrm>
              <a:off x="11015249" y="79156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t1048"/>
            <p:cNvSpPr/>
            <p:nvPr/>
          </p:nvSpPr>
          <p:spPr>
            <a:xfrm>
              <a:off x="11145465" y="78362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t1049"/>
            <p:cNvSpPr/>
            <p:nvPr/>
          </p:nvSpPr>
          <p:spPr>
            <a:xfrm>
              <a:off x="11219705" y="7926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t1050"/>
            <p:cNvSpPr/>
            <p:nvPr/>
          </p:nvSpPr>
          <p:spPr>
            <a:xfrm>
              <a:off x="11080421" y="77620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t1051"/>
            <p:cNvSpPr/>
            <p:nvPr/>
          </p:nvSpPr>
          <p:spPr>
            <a:xfrm>
              <a:off x="11147828" y="7709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t1052"/>
            <p:cNvSpPr/>
            <p:nvPr/>
          </p:nvSpPr>
          <p:spPr>
            <a:xfrm>
              <a:off x="11015249" y="75675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t1053"/>
            <p:cNvSpPr/>
            <p:nvPr/>
          </p:nvSpPr>
          <p:spPr>
            <a:xfrm>
              <a:off x="11084268" y="75105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t1054"/>
            <p:cNvSpPr/>
            <p:nvPr/>
          </p:nvSpPr>
          <p:spPr>
            <a:xfrm>
              <a:off x="11015249" y="7803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t1055"/>
            <p:cNvSpPr/>
            <p:nvPr/>
          </p:nvSpPr>
          <p:spPr>
            <a:xfrm>
              <a:off x="11235346" y="7801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t1056"/>
            <p:cNvSpPr/>
            <p:nvPr/>
          </p:nvSpPr>
          <p:spPr>
            <a:xfrm>
              <a:off x="11015249" y="78867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t1057"/>
            <p:cNvSpPr/>
            <p:nvPr/>
          </p:nvSpPr>
          <p:spPr>
            <a:xfrm>
              <a:off x="11015249" y="7607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t1058"/>
            <p:cNvSpPr/>
            <p:nvPr/>
          </p:nvSpPr>
          <p:spPr>
            <a:xfrm>
              <a:off x="11094633" y="8347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t1059"/>
            <p:cNvSpPr/>
            <p:nvPr/>
          </p:nvSpPr>
          <p:spPr>
            <a:xfrm>
              <a:off x="11158442" y="82136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t1060"/>
            <p:cNvSpPr/>
            <p:nvPr/>
          </p:nvSpPr>
          <p:spPr>
            <a:xfrm>
              <a:off x="11015249" y="79379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t1061"/>
            <p:cNvSpPr/>
            <p:nvPr/>
          </p:nvSpPr>
          <p:spPr>
            <a:xfrm>
              <a:off x="11083959" y="78228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t1062"/>
            <p:cNvSpPr/>
            <p:nvPr/>
          </p:nvSpPr>
          <p:spPr>
            <a:xfrm>
              <a:off x="11154267" y="79840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t1063"/>
            <p:cNvSpPr/>
            <p:nvPr/>
          </p:nvSpPr>
          <p:spPr>
            <a:xfrm>
              <a:off x="11212815" y="78950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t1064"/>
            <p:cNvSpPr/>
            <p:nvPr/>
          </p:nvSpPr>
          <p:spPr>
            <a:xfrm>
              <a:off x="11015249" y="79912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t1065"/>
            <p:cNvSpPr/>
            <p:nvPr/>
          </p:nvSpPr>
          <p:spPr>
            <a:xfrm>
              <a:off x="11086921" y="7939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t1066"/>
            <p:cNvSpPr/>
            <p:nvPr/>
          </p:nvSpPr>
          <p:spPr>
            <a:xfrm>
              <a:off x="11161218" y="7953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pt1067"/>
            <p:cNvSpPr/>
            <p:nvPr/>
          </p:nvSpPr>
          <p:spPr>
            <a:xfrm>
              <a:off x="11015249" y="79178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t1068"/>
            <p:cNvSpPr/>
            <p:nvPr/>
          </p:nvSpPr>
          <p:spPr>
            <a:xfrm>
              <a:off x="11015249" y="76858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t1069"/>
            <p:cNvSpPr/>
            <p:nvPr/>
          </p:nvSpPr>
          <p:spPr>
            <a:xfrm>
              <a:off x="11084478" y="7677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t1070"/>
            <p:cNvSpPr/>
            <p:nvPr/>
          </p:nvSpPr>
          <p:spPr>
            <a:xfrm>
              <a:off x="11152670" y="7438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t1071"/>
            <p:cNvSpPr/>
            <p:nvPr/>
          </p:nvSpPr>
          <p:spPr>
            <a:xfrm>
              <a:off x="11395523" y="74470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t1072"/>
            <p:cNvSpPr/>
            <p:nvPr/>
          </p:nvSpPr>
          <p:spPr>
            <a:xfrm>
              <a:off x="11015249" y="78776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t1073"/>
            <p:cNvSpPr/>
            <p:nvPr/>
          </p:nvSpPr>
          <p:spPr>
            <a:xfrm>
              <a:off x="11209277" y="79322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t1074"/>
            <p:cNvSpPr/>
            <p:nvPr/>
          </p:nvSpPr>
          <p:spPr>
            <a:xfrm>
              <a:off x="11292698" y="7819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t1075"/>
            <p:cNvSpPr/>
            <p:nvPr/>
          </p:nvSpPr>
          <p:spPr>
            <a:xfrm>
              <a:off x="11355264" y="80781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t1076"/>
            <p:cNvSpPr/>
            <p:nvPr/>
          </p:nvSpPr>
          <p:spPr>
            <a:xfrm>
              <a:off x="11015249" y="76286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t1077"/>
            <p:cNvSpPr/>
            <p:nvPr/>
          </p:nvSpPr>
          <p:spPr>
            <a:xfrm>
              <a:off x="11089359" y="75569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t1078"/>
            <p:cNvSpPr/>
            <p:nvPr/>
          </p:nvSpPr>
          <p:spPr>
            <a:xfrm>
              <a:off x="11159617" y="73864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t1079"/>
            <p:cNvSpPr/>
            <p:nvPr/>
          </p:nvSpPr>
          <p:spPr>
            <a:xfrm>
              <a:off x="11015249" y="75595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t1080"/>
            <p:cNvSpPr/>
            <p:nvPr/>
          </p:nvSpPr>
          <p:spPr>
            <a:xfrm>
              <a:off x="11015249" y="7846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t1081"/>
            <p:cNvSpPr/>
            <p:nvPr/>
          </p:nvSpPr>
          <p:spPr>
            <a:xfrm>
              <a:off x="11088614" y="7941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t1082"/>
            <p:cNvSpPr/>
            <p:nvPr/>
          </p:nvSpPr>
          <p:spPr>
            <a:xfrm>
              <a:off x="11153601" y="7974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t1083"/>
            <p:cNvSpPr/>
            <p:nvPr/>
          </p:nvSpPr>
          <p:spPr>
            <a:xfrm>
              <a:off x="11232739" y="7995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t1084"/>
            <p:cNvSpPr/>
            <p:nvPr/>
          </p:nvSpPr>
          <p:spPr>
            <a:xfrm>
              <a:off x="11015249" y="78245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t1085"/>
            <p:cNvSpPr/>
            <p:nvPr/>
          </p:nvSpPr>
          <p:spPr>
            <a:xfrm>
              <a:off x="11089702" y="77989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t1086"/>
            <p:cNvSpPr/>
            <p:nvPr/>
          </p:nvSpPr>
          <p:spPr>
            <a:xfrm>
              <a:off x="11159932" y="7820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t1087"/>
            <p:cNvSpPr/>
            <p:nvPr/>
          </p:nvSpPr>
          <p:spPr>
            <a:xfrm>
              <a:off x="11015249" y="75747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t1088"/>
            <p:cNvSpPr/>
            <p:nvPr/>
          </p:nvSpPr>
          <p:spPr>
            <a:xfrm>
              <a:off x="11083028" y="75102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t1089"/>
            <p:cNvSpPr/>
            <p:nvPr/>
          </p:nvSpPr>
          <p:spPr>
            <a:xfrm>
              <a:off x="11153318" y="74519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t1090"/>
            <p:cNvSpPr/>
            <p:nvPr/>
          </p:nvSpPr>
          <p:spPr>
            <a:xfrm>
              <a:off x="11223801" y="74356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t1091"/>
            <p:cNvSpPr/>
            <p:nvPr/>
          </p:nvSpPr>
          <p:spPr>
            <a:xfrm>
              <a:off x="11301822" y="73295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t1092"/>
            <p:cNvSpPr/>
            <p:nvPr/>
          </p:nvSpPr>
          <p:spPr>
            <a:xfrm>
              <a:off x="11015249" y="79416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t1093"/>
            <p:cNvSpPr/>
            <p:nvPr/>
          </p:nvSpPr>
          <p:spPr>
            <a:xfrm>
              <a:off x="11090290" y="8341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t1094"/>
            <p:cNvSpPr/>
            <p:nvPr/>
          </p:nvSpPr>
          <p:spPr>
            <a:xfrm>
              <a:off x="11150808" y="84770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t1095"/>
            <p:cNvSpPr/>
            <p:nvPr/>
          </p:nvSpPr>
          <p:spPr>
            <a:xfrm>
              <a:off x="11232181" y="84190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t1096"/>
            <p:cNvSpPr/>
            <p:nvPr/>
          </p:nvSpPr>
          <p:spPr>
            <a:xfrm>
              <a:off x="11297726" y="77463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t1097"/>
            <p:cNvSpPr/>
            <p:nvPr/>
          </p:nvSpPr>
          <p:spPr>
            <a:xfrm>
              <a:off x="11491767" y="8306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t1098"/>
            <p:cNvSpPr/>
            <p:nvPr/>
          </p:nvSpPr>
          <p:spPr>
            <a:xfrm>
              <a:off x="11622286" y="8329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t1099"/>
            <p:cNvSpPr/>
            <p:nvPr/>
          </p:nvSpPr>
          <p:spPr>
            <a:xfrm>
              <a:off x="11015249" y="73496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t1100"/>
            <p:cNvSpPr/>
            <p:nvPr/>
          </p:nvSpPr>
          <p:spPr>
            <a:xfrm>
              <a:off x="11085635" y="73525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t1101"/>
            <p:cNvSpPr/>
            <p:nvPr/>
          </p:nvSpPr>
          <p:spPr>
            <a:xfrm>
              <a:off x="11174123" y="7306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t1102"/>
            <p:cNvSpPr/>
            <p:nvPr/>
          </p:nvSpPr>
          <p:spPr>
            <a:xfrm>
              <a:off x="11242050" y="7283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t1103"/>
            <p:cNvSpPr/>
            <p:nvPr/>
          </p:nvSpPr>
          <p:spPr>
            <a:xfrm>
              <a:off x="11312250" y="72958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t1104"/>
            <p:cNvSpPr/>
            <p:nvPr/>
          </p:nvSpPr>
          <p:spPr>
            <a:xfrm>
              <a:off x="11015249" y="78125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t1105"/>
            <p:cNvSpPr/>
            <p:nvPr/>
          </p:nvSpPr>
          <p:spPr>
            <a:xfrm>
              <a:off x="11015249" y="77121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t1106"/>
            <p:cNvSpPr/>
            <p:nvPr/>
          </p:nvSpPr>
          <p:spPr>
            <a:xfrm>
              <a:off x="11085399" y="78092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t1107"/>
            <p:cNvSpPr/>
            <p:nvPr/>
          </p:nvSpPr>
          <p:spPr>
            <a:xfrm>
              <a:off x="11015249" y="80368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t1108"/>
            <p:cNvSpPr/>
            <p:nvPr/>
          </p:nvSpPr>
          <p:spPr>
            <a:xfrm>
              <a:off x="11084518" y="8003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t1109"/>
            <p:cNvSpPr/>
            <p:nvPr/>
          </p:nvSpPr>
          <p:spPr>
            <a:xfrm>
              <a:off x="11015249" y="78728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t1110"/>
            <p:cNvSpPr/>
            <p:nvPr/>
          </p:nvSpPr>
          <p:spPr>
            <a:xfrm>
              <a:off x="11096970" y="80437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t1111"/>
            <p:cNvSpPr/>
            <p:nvPr/>
          </p:nvSpPr>
          <p:spPr>
            <a:xfrm>
              <a:off x="11015249" y="7572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t1112"/>
            <p:cNvSpPr/>
            <p:nvPr/>
          </p:nvSpPr>
          <p:spPr>
            <a:xfrm>
              <a:off x="11086008" y="76275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t1113"/>
            <p:cNvSpPr/>
            <p:nvPr/>
          </p:nvSpPr>
          <p:spPr>
            <a:xfrm>
              <a:off x="11155091" y="73990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t1114"/>
            <p:cNvSpPr/>
            <p:nvPr/>
          </p:nvSpPr>
          <p:spPr>
            <a:xfrm>
              <a:off x="11015249" y="7773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t1115"/>
            <p:cNvSpPr/>
            <p:nvPr/>
          </p:nvSpPr>
          <p:spPr>
            <a:xfrm>
              <a:off x="11222125" y="75097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t1116"/>
            <p:cNvSpPr/>
            <p:nvPr/>
          </p:nvSpPr>
          <p:spPr>
            <a:xfrm>
              <a:off x="11175573" y="7828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t1117"/>
            <p:cNvSpPr/>
            <p:nvPr/>
          </p:nvSpPr>
          <p:spPr>
            <a:xfrm>
              <a:off x="11299215" y="76505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t1118"/>
            <p:cNvSpPr/>
            <p:nvPr/>
          </p:nvSpPr>
          <p:spPr>
            <a:xfrm>
              <a:off x="11369602" y="7448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t1119"/>
            <p:cNvSpPr/>
            <p:nvPr/>
          </p:nvSpPr>
          <p:spPr>
            <a:xfrm>
              <a:off x="11015249" y="78958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t1120"/>
            <p:cNvSpPr/>
            <p:nvPr/>
          </p:nvSpPr>
          <p:spPr>
            <a:xfrm>
              <a:off x="11160960" y="78132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t1121"/>
            <p:cNvSpPr/>
            <p:nvPr/>
          </p:nvSpPr>
          <p:spPr>
            <a:xfrm>
              <a:off x="11289897" y="75351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t1122"/>
            <p:cNvSpPr/>
            <p:nvPr/>
          </p:nvSpPr>
          <p:spPr>
            <a:xfrm>
              <a:off x="11366906" y="76609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t1123"/>
            <p:cNvSpPr/>
            <p:nvPr/>
          </p:nvSpPr>
          <p:spPr>
            <a:xfrm>
              <a:off x="11015249" y="7785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t1124"/>
            <p:cNvSpPr/>
            <p:nvPr/>
          </p:nvSpPr>
          <p:spPr>
            <a:xfrm>
              <a:off x="11083297" y="7840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t1125"/>
            <p:cNvSpPr/>
            <p:nvPr/>
          </p:nvSpPr>
          <p:spPr>
            <a:xfrm>
              <a:off x="11155277" y="78426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t1126"/>
            <p:cNvSpPr/>
            <p:nvPr/>
          </p:nvSpPr>
          <p:spPr>
            <a:xfrm>
              <a:off x="11015249" y="7510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t1127"/>
            <p:cNvSpPr/>
            <p:nvPr/>
          </p:nvSpPr>
          <p:spPr>
            <a:xfrm>
              <a:off x="11097366" y="74882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t1128"/>
            <p:cNvSpPr/>
            <p:nvPr/>
          </p:nvSpPr>
          <p:spPr>
            <a:xfrm>
              <a:off x="11015249" y="78420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t1129"/>
            <p:cNvSpPr/>
            <p:nvPr/>
          </p:nvSpPr>
          <p:spPr>
            <a:xfrm>
              <a:off x="11015249" y="76874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t1130"/>
            <p:cNvSpPr/>
            <p:nvPr/>
          </p:nvSpPr>
          <p:spPr>
            <a:xfrm>
              <a:off x="11152516" y="77726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t1131"/>
            <p:cNvSpPr/>
            <p:nvPr/>
          </p:nvSpPr>
          <p:spPr>
            <a:xfrm>
              <a:off x="11083906" y="77023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t1132"/>
            <p:cNvSpPr/>
            <p:nvPr/>
          </p:nvSpPr>
          <p:spPr>
            <a:xfrm>
              <a:off x="11015249" y="74686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t1133"/>
            <p:cNvSpPr/>
            <p:nvPr/>
          </p:nvSpPr>
          <p:spPr>
            <a:xfrm>
              <a:off x="11015249" y="77810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t1134"/>
            <p:cNvSpPr/>
            <p:nvPr/>
          </p:nvSpPr>
          <p:spPr>
            <a:xfrm>
              <a:off x="11235346" y="75839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t1135"/>
            <p:cNvSpPr/>
            <p:nvPr/>
          </p:nvSpPr>
          <p:spPr>
            <a:xfrm>
              <a:off x="11015249" y="79090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t1136"/>
            <p:cNvSpPr/>
            <p:nvPr/>
          </p:nvSpPr>
          <p:spPr>
            <a:xfrm>
              <a:off x="11088242" y="7613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t1137"/>
            <p:cNvSpPr/>
            <p:nvPr/>
          </p:nvSpPr>
          <p:spPr>
            <a:xfrm>
              <a:off x="11367699" y="7870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t1138"/>
            <p:cNvSpPr/>
            <p:nvPr/>
          </p:nvSpPr>
          <p:spPr>
            <a:xfrm>
              <a:off x="11501251" y="8510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t1139"/>
            <p:cNvSpPr/>
            <p:nvPr/>
          </p:nvSpPr>
          <p:spPr>
            <a:xfrm>
              <a:off x="11015249" y="78031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t1140"/>
            <p:cNvSpPr/>
            <p:nvPr/>
          </p:nvSpPr>
          <p:spPr>
            <a:xfrm>
              <a:off x="11084217" y="81319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t1141"/>
            <p:cNvSpPr/>
            <p:nvPr/>
          </p:nvSpPr>
          <p:spPr>
            <a:xfrm>
              <a:off x="11151925" y="78470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t1142"/>
            <p:cNvSpPr/>
            <p:nvPr/>
          </p:nvSpPr>
          <p:spPr>
            <a:xfrm>
              <a:off x="11221008" y="78878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t1143"/>
            <p:cNvSpPr/>
            <p:nvPr/>
          </p:nvSpPr>
          <p:spPr>
            <a:xfrm>
              <a:off x="11015249" y="74820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l1144"/>
            <p:cNvSpPr/>
            <p:nvPr/>
          </p:nvSpPr>
          <p:spPr>
            <a:xfrm>
              <a:off x="11040075" y="7793303"/>
              <a:ext cx="144497" cy="507300"/>
            </a:xfrm>
            <a:custGeom>
              <a:avLst/>
              <a:pathLst>
                <a:path w="144497" h="507300">
                  <a:moveTo>
                    <a:pt x="0" y="179454"/>
                  </a:moveTo>
                  <a:lnTo>
                    <a:pt x="70229" y="507300"/>
                  </a:lnTo>
                  <a:lnTo>
                    <a:pt x="14449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l1145"/>
            <p:cNvSpPr/>
            <p:nvPr/>
          </p:nvSpPr>
          <p:spPr>
            <a:xfrm>
              <a:off x="11040075" y="7598675"/>
              <a:ext cx="272049" cy="849176"/>
            </a:xfrm>
            <a:custGeom>
              <a:avLst/>
              <a:pathLst>
                <a:path w="272049" h="849176">
                  <a:moveTo>
                    <a:pt x="0" y="178457"/>
                  </a:moveTo>
                  <a:lnTo>
                    <a:pt x="183506" y="0"/>
                  </a:lnTo>
                  <a:lnTo>
                    <a:pt x="272049" y="84917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l1146"/>
            <p:cNvSpPr/>
            <p:nvPr/>
          </p:nvSpPr>
          <p:spPr>
            <a:xfrm>
              <a:off x="11040075" y="7734796"/>
              <a:ext cx="242491" cy="174792"/>
            </a:xfrm>
            <a:custGeom>
              <a:avLst/>
              <a:pathLst>
                <a:path w="242491" h="174792">
                  <a:moveTo>
                    <a:pt x="0" y="174792"/>
                  </a:moveTo>
                  <a:lnTo>
                    <a:pt x="80814" y="65325"/>
                  </a:lnTo>
                  <a:lnTo>
                    <a:pt x="24249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l1147"/>
            <p:cNvSpPr/>
            <p:nvPr/>
          </p:nvSpPr>
          <p:spPr>
            <a:xfrm>
              <a:off x="11118229" y="7898097"/>
              <a:ext cx="73365" cy="100299"/>
            </a:xfrm>
            <a:custGeom>
              <a:avLst/>
              <a:pathLst>
                <a:path w="73365" h="100299">
                  <a:moveTo>
                    <a:pt x="0" y="100299"/>
                  </a:moveTo>
                  <a:lnTo>
                    <a:pt x="7336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l1148"/>
            <p:cNvSpPr/>
            <p:nvPr/>
          </p:nvSpPr>
          <p:spPr>
            <a:xfrm>
              <a:off x="11380052" y="8342602"/>
              <a:ext cx="135411" cy="135008"/>
            </a:xfrm>
            <a:custGeom>
              <a:avLst/>
              <a:pathLst>
                <a:path w="135411" h="135008">
                  <a:moveTo>
                    <a:pt x="0" y="0"/>
                  </a:moveTo>
                  <a:lnTo>
                    <a:pt x="135411" y="13500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l1149"/>
            <p:cNvSpPr/>
            <p:nvPr/>
          </p:nvSpPr>
          <p:spPr>
            <a:xfrm>
              <a:off x="11040075" y="7678531"/>
              <a:ext cx="72004" cy="3719"/>
            </a:xfrm>
            <a:custGeom>
              <a:avLst/>
              <a:pathLst>
                <a:path w="72004" h="3719">
                  <a:moveTo>
                    <a:pt x="0" y="3719"/>
                  </a:moveTo>
                  <a:lnTo>
                    <a:pt x="720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l1150"/>
            <p:cNvSpPr/>
            <p:nvPr/>
          </p:nvSpPr>
          <p:spPr>
            <a:xfrm>
              <a:off x="11040075" y="7525107"/>
              <a:ext cx="81186" cy="96078"/>
            </a:xfrm>
            <a:custGeom>
              <a:avLst/>
              <a:pathLst>
                <a:path w="81186" h="96078">
                  <a:moveTo>
                    <a:pt x="0" y="96078"/>
                  </a:moveTo>
                  <a:lnTo>
                    <a:pt x="8118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l1151"/>
            <p:cNvSpPr/>
            <p:nvPr/>
          </p:nvSpPr>
          <p:spPr>
            <a:xfrm>
              <a:off x="11040075" y="7470358"/>
              <a:ext cx="63264" cy="90660"/>
            </a:xfrm>
            <a:custGeom>
              <a:avLst/>
              <a:pathLst>
                <a:path w="63264" h="90660">
                  <a:moveTo>
                    <a:pt x="0" y="90660"/>
                  </a:moveTo>
                  <a:lnTo>
                    <a:pt x="6326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l1152"/>
            <p:cNvSpPr/>
            <p:nvPr/>
          </p:nvSpPr>
          <p:spPr>
            <a:xfrm>
              <a:off x="11040075" y="7568653"/>
              <a:ext cx="470174" cy="673187"/>
            </a:xfrm>
            <a:custGeom>
              <a:avLst/>
              <a:pathLst>
                <a:path w="470174" h="673187">
                  <a:moveTo>
                    <a:pt x="0" y="296259"/>
                  </a:moveTo>
                  <a:lnTo>
                    <a:pt x="68008" y="0"/>
                  </a:lnTo>
                  <a:lnTo>
                    <a:pt x="137979" y="137494"/>
                  </a:lnTo>
                  <a:lnTo>
                    <a:pt x="341171" y="511120"/>
                  </a:lnTo>
                  <a:lnTo>
                    <a:pt x="406305" y="673187"/>
                  </a:lnTo>
                  <a:lnTo>
                    <a:pt x="470174" y="61129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l1153"/>
            <p:cNvSpPr/>
            <p:nvPr/>
          </p:nvSpPr>
          <p:spPr>
            <a:xfrm>
              <a:off x="11040075" y="7382262"/>
              <a:ext cx="407794" cy="481787"/>
            </a:xfrm>
            <a:custGeom>
              <a:avLst/>
              <a:pathLst>
                <a:path w="407794" h="481787">
                  <a:moveTo>
                    <a:pt x="0" y="481787"/>
                  </a:moveTo>
                  <a:lnTo>
                    <a:pt x="130345" y="0"/>
                  </a:lnTo>
                  <a:lnTo>
                    <a:pt x="270932" y="40742"/>
                  </a:lnTo>
                  <a:lnTo>
                    <a:pt x="340015" y="59474"/>
                  </a:lnTo>
                  <a:lnTo>
                    <a:pt x="407794" y="6034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l1154"/>
            <p:cNvSpPr/>
            <p:nvPr/>
          </p:nvSpPr>
          <p:spPr>
            <a:xfrm>
              <a:off x="11040075" y="7395723"/>
              <a:ext cx="137338" cy="61474"/>
            </a:xfrm>
            <a:custGeom>
              <a:avLst/>
              <a:pathLst>
                <a:path w="137338" h="61474">
                  <a:moveTo>
                    <a:pt x="0" y="61474"/>
                  </a:moveTo>
                  <a:lnTo>
                    <a:pt x="70945" y="0"/>
                  </a:lnTo>
                  <a:lnTo>
                    <a:pt x="137338" y="3123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l1155"/>
            <p:cNvSpPr/>
            <p:nvPr/>
          </p:nvSpPr>
          <p:spPr>
            <a:xfrm>
              <a:off x="11040075" y="7861090"/>
              <a:ext cx="204456" cy="89837"/>
            </a:xfrm>
            <a:custGeom>
              <a:avLst/>
              <a:pathLst>
                <a:path w="204456" h="89837">
                  <a:moveTo>
                    <a:pt x="0" y="79385"/>
                  </a:moveTo>
                  <a:lnTo>
                    <a:pt x="130216" y="0"/>
                  </a:lnTo>
                  <a:lnTo>
                    <a:pt x="204456" y="8983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l1156"/>
            <p:cNvSpPr/>
            <p:nvPr/>
          </p:nvSpPr>
          <p:spPr>
            <a:xfrm>
              <a:off x="11105247" y="7733931"/>
              <a:ext cx="67407" cy="52957"/>
            </a:xfrm>
            <a:custGeom>
              <a:avLst/>
              <a:pathLst>
                <a:path w="67407" h="52957">
                  <a:moveTo>
                    <a:pt x="0" y="52957"/>
                  </a:moveTo>
                  <a:lnTo>
                    <a:pt x="674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l1157"/>
            <p:cNvSpPr/>
            <p:nvPr/>
          </p:nvSpPr>
          <p:spPr>
            <a:xfrm>
              <a:off x="11040075" y="7535368"/>
              <a:ext cx="69019" cy="56958"/>
            </a:xfrm>
            <a:custGeom>
              <a:avLst/>
              <a:pathLst>
                <a:path w="69019" h="56958">
                  <a:moveTo>
                    <a:pt x="0" y="56958"/>
                  </a:moveTo>
                  <a:lnTo>
                    <a:pt x="6901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l1158"/>
            <p:cNvSpPr/>
            <p:nvPr/>
          </p:nvSpPr>
          <p:spPr>
            <a:xfrm>
              <a:off x="11040075" y="7826424"/>
              <a:ext cx="220097" cy="1472"/>
            </a:xfrm>
            <a:custGeom>
              <a:avLst/>
              <a:pathLst>
                <a:path w="220097" h="1472">
                  <a:moveTo>
                    <a:pt x="0" y="1472"/>
                  </a:moveTo>
                  <a:lnTo>
                    <a:pt x="22009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l1159"/>
            <p:cNvSpPr/>
            <p:nvPr/>
          </p:nvSpPr>
          <p:spPr>
            <a:xfrm>
              <a:off x="11040075" y="7632146"/>
              <a:ext cx="143193" cy="740089"/>
            </a:xfrm>
            <a:custGeom>
              <a:avLst/>
              <a:pathLst>
                <a:path w="143193" h="740089">
                  <a:moveTo>
                    <a:pt x="0" y="0"/>
                  </a:moveTo>
                  <a:lnTo>
                    <a:pt x="79384" y="740089"/>
                  </a:lnTo>
                  <a:lnTo>
                    <a:pt x="143193" y="60631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l1160"/>
            <p:cNvSpPr/>
            <p:nvPr/>
          </p:nvSpPr>
          <p:spPr>
            <a:xfrm>
              <a:off x="11040075" y="7847697"/>
              <a:ext cx="197566" cy="161139"/>
            </a:xfrm>
            <a:custGeom>
              <a:avLst/>
              <a:pathLst>
                <a:path w="197566" h="161139">
                  <a:moveTo>
                    <a:pt x="0" y="115057"/>
                  </a:moveTo>
                  <a:lnTo>
                    <a:pt x="68710" y="0"/>
                  </a:lnTo>
                  <a:lnTo>
                    <a:pt x="139018" y="161139"/>
                  </a:lnTo>
                  <a:lnTo>
                    <a:pt x="197566" y="7219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l1161"/>
            <p:cNvSpPr/>
            <p:nvPr/>
          </p:nvSpPr>
          <p:spPr>
            <a:xfrm>
              <a:off x="11040075" y="7964782"/>
              <a:ext cx="145969" cy="51334"/>
            </a:xfrm>
            <a:custGeom>
              <a:avLst/>
              <a:pathLst>
                <a:path w="145969" h="51334">
                  <a:moveTo>
                    <a:pt x="0" y="51334"/>
                  </a:moveTo>
                  <a:lnTo>
                    <a:pt x="71672" y="0"/>
                  </a:lnTo>
                  <a:lnTo>
                    <a:pt x="145969" y="1375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l1162"/>
            <p:cNvSpPr/>
            <p:nvPr/>
          </p:nvSpPr>
          <p:spPr>
            <a:xfrm>
              <a:off x="11040075" y="7463597"/>
              <a:ext cx="380274" cy="247064"/>
            </a:xfrm>
            <a:custGeom>
              <a:avLst/>
              <a:pathLst>
                <a:path w="380274" h="247064">
                  <a:moveTo>
                    <a:pt x="0" y="247064"/>
                  </a:moveTo>
                  <a:lnTo>
                    <a:pt x="69229" y="239025"/>
                  </a:lnTo>
                  <a:lnTo>
                    <a:pt x="137421" y="0"/>
                  </a:lnTo>
                  <a:lnTo>
                    <a:pt x="380274" y="828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l1163"/>
            <p:cNvSpPr/>
            <p:nvPr/>
          </p:nvSpPr>
          <p:spPr>
            <a:xfrm>
              <a:off x="11234103" y="7844046"/>
              <a:ext cx="145986" cy="258917"/>
            </a:xfrm>
            <a:custGeom>
              <a:avLst/>
              <a:pathLst>
                <a:path w="145986" h="258917">
                  <a:moveTo>
                    <a:pt x="0" y="113013"/>
                  </a:moveTo>
                  <a:lnTo>
                    <a:pt x="83421" y="0"/>
                  </a:lnTo>
                  <a:lnTo>
                    <a:pt x="145986" y="25891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l1164"/>
            <p:cNvSpPr/>
            <p:nvPr/>
          </p:nvSpPr>
          <p:spPr>
            <a:xfrm>
              <a:off x="11040075" y="7411323"/>
              <a:ext cx="144367" cy="242188"/>
            </a:xfrm>
            <a:custGeom>
              <a:avLst/>
              <a:pathLst>
                <a:path w="144367" h="242188">
                  <a:moveTo>
                    <a:pt x="0" y="242188"/>
                  </a:moveTo>
                  <a:lnTo>
                    <a:pt x="74110" y="170439"/>
                  </a:lnTo>
                  <a:lnTo>
                    <a:pt x="14436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l1165"/>
            <p:cNvSpPr/>
            <p:nvPr/>
          </p:nvSpPr>
          <p:spPr>
            <a:xfrm>
              <a:off x="11040075" y="7871482"/>
              <a:ext cx="138352" cy="127466"/>
            </a:xfrm>
            <a:custGeom>
              <a:avLst/>
              <a:pathLst>
                <a:path w="138352" h="127466">
                  <a:moveTo>
                    <a:pt x="0" y="0"/>
                  </a:moveTo>
                  <a:lnTo>
                    <a:pt x="73365" y="95251"/>
                  </a:lnTo>
                  <a:lnTo>
                    <a:pt x="138352" y="12746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l1166"/>
            <p:cNvSpPr/>
            <p:nvPr/>
          </p:nvSpPr>
          <p:spPr>
            <a:xfrm>
              <a:off x="11040075" y="7823733"/>
              <a:ext cx="144683" cy="25602"/>
            </a:xfrm>
            <a:custGeom>
              <a:avLst/>
              <a:pathLst>
                <a:path w="144683" h="25602">
                  <a:moveTo>
                    <a:pt x="0" y="25602"/>
                  </a:moveTo>
                  <a:lnTo>
                    <a:pt x="74453" y="0"/>
                  </a:lnTo>
                  <a:lnTo>
                    <a:pt x="144683" y="2136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l1167"/>
            <p:cNvSpPr/>
            <p:nvPr/>
          </p:nvSpPr>
          <p:spPr>
            <a:xfrm>
              <a:off x="11040075" y="7354391"/>
              <a:ext cx="286573" cy="245183"/>
            </a:xfrm>
            <a:custGeom>
              <a:avLst/>
              <a:pathLst>
                <a:path w="286573" h="245183">
                  <a:moveTo>
                    <a:pt x="0" y="245183"/>
                  </a:moveTo>
                  <a:lnTo>
                    <a:pt x="67779" y="180680"/>
                  </a:lnTo>
                  <a:lnTo>
                    <a:pt x="138069" y="122352"/>
                  </a:lnTo>
                  <a:lnTo>
                    <a:pt x="208552" y="106056"/>
                  </a:lnTo>
                  <a:lnTo>
                    <a:pt x="28657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l1168"/>
            <p:cNvSpPr/>
            <p:nvPr/>
          </p:nvSpPr>
          <p:spPr>
            <a:xfrm>
              <a:off x="11040075" y="7771179"/>
              <a:ext cx="607037" cy="730667"/>
            </a:xfrm>
            <a:custGeom>
              <a:avLst/>
              <a:pathLst>
                <a:path w="607037" h="730667">
                  <a:moveTo>
                    <a:pt x="0" y="195249"/>
                  </a:moveTo>
                  <a:lnTo>
                    <a:pt x="75041" y="594974"/>
                  </a:lnTo>
                  <a:lnTo>
                    <a:pt x="135559" y="730667"/>
                  </a:lnTo>
                  <a:lnTo>
                    <a:pt x="216931" y="672681"/>
                  </a:lnTo>
                  <a:lnTo>
                    <a:pt x="282477" y="0"/>
                  </a:lnTo>
                  <a:lnTo>
                    <a:pt x="476518" y="560476"/>
                  </a:lnTo>
                  <a:lnTo>
                    <a:pt x="607037" y="58315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l1169"/>
            <p:cNvSpPr/>
            <p:nvPr/>
          </p:nvSpPr>
          <p:spPr>
            <a:xfrm>
              <a:off x="11040075" y="7308803"/>
              <a:ext cx="297001" cy="68531"/>
            </a:xfrm>
            <a:custGeom>
              <a:avLst/>
              <a:pathLst>
                <a:path w="297001" h="68531">
                  <a:moveTo>
                    <a:pt x="0" y="65667"/>
                  </a:moveTo>
                  <a:lnTo>
                    <a:pt x="70386" y="68531"/>
                  </a:lnTo>
                  <a:lnTo>
                    <a:pt x="158874" y="22977"/>
                  </a:lnTo>
                  <a:lnTo>
                    <a:pt x="226800" y="0"/>
                  </a:lnTo>
                  <a:lnTo>
                    <a:pt x="297001" y="1190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l1170"/>
            <p:cNvSpPr/>
            <p:nvPr/>
          </p:nvSpPr>
          <p:spPr>
            <a:xfrm>
              <a:off x="11040075" y="7736963"/>
              <a:ext cx="70149" cy="97145"/>
            </a:xfrm>
            <a:custGeom>
              <a:avLst/>
              <a:pathLst>
                <a:path w="70149" h="97145">
                  <a:moveTo>
                    <a:pt x="0" y="0"/>
                  </a:moveTo>
                  <a:lnTo>
                    <a:pt x="70149" y="9714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l1171"/>
            <p:cNvSpPr/>
            <p:nvPr/>
          </p:nvSpPr>
          <p:spPr>
            <a:xfrm>
              <a:off x="11040075" y="8028800"/>
              <a:ext cx="69269" cy="32894"/>
            </a:xfrm>
            <a:custGeom>
              <a:avLst/>
              <a:pathLst>
                <a:path w="69269" h="32894">
                  <a:moveTo>
                    <a:pt x="0" y="32894"/>
                  </a:moveTo>
                  <a:lnTo>
                    <a:pt x="6926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l1172"/>
            <p:cNvSpPr/>
            <p:nvPr/>
          </p:nvSpPr>
          <p:spPr>
            <a:xfrm>
              <a:off x="11040075" y="7897626"/>
              <a:ext cx="81721" cy="170907"/>
            </a:xfrm>
            <a:custGeom>
              <a:avLst/>
              <a:pathLst>
                <a:path w="81721" h="170907">
                  <a:moveTo>
                    <a:pt x="0" y="0"/>
                  </a:moveTo>
                  <a:lnTo>
                    <a:pt x="81721" y="17090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l1173"/>
            <p:cNvSpPr/>
            <p:nvPr/>
          </p:nvSpPr>
          <p:spPr>
            <a:xfrm>
              <a:off x="11040075" y="7423864"/>
              <a:ext cx="139841" cy="228513"/>
            </a:xfrm>
            <a:custGeom>
              <a:avLst/>
              <a:pathLst>
                <a:path w="139841" h="228513">
                  <a:moveTo>
                    <a:pt x="0" y="173617"/>
                  </a:moveTo>
                  <a:lnTo>
                    <a:pt x="70758" y="228513"/>
                  </a:lnTo>
                  <a:lnTo>
                    <a:pt x="1398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l1174"/>
            <p:cNvSpPr/>
            <p:nvPr/>
          </p:nvSpPr>
          <p:spPr>
            <a:xfrm>
              <a:off x="11040075" y="7534531"/>
              <a:ext cx="206876" cy="263534"/>
            </a:xfrm>
            <a:custGeom>
              <a:avLst/>
              <a:pathLst>
                <a:path w="206876" h="263534">
                  <a:moveTo>
                    <a:pt x="0" y="263534"/>
                  </a:moveTo>
                  <a:lnTo>
                    <a:pt x="20687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l1175"/>
            <p:cNvSpPr/>
            <p:nvPr/>
          </p:nvSpPr>
          <p:spPr>
            <a:xfrm>
              <a:off x="11200399" y="7473539"/>
              <a:ext cx="194028" cy="379885"/>
            </a:xfrm>
            <a:custGeom>
              <a:avLst/>
              <a:pathLst>
                <a:path w="194028" h="379885">
                  <a:moveTo>
                    <a:pt x="0" y="379885"/>
                  </a:moveTo>
                  <a:lnTo>
                    <a:pt x="123641" y="201842"/>
                  </a:lnTo>
                  <a:lnTo>
                    <a:pt x="19402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l1176"/>
            <p:cNvSpPr/>
            <p:nvPr/>
          </p:nvSpPr>
          <p:spPr>
            <a:xfrm>
              <a:off x="11185786" y="7559950"/>
              <a:ext cx="205945" cy="278136"/>
            </a:xfrm>
            <a:custGeom>
              <a:avLst/>
              <a:pathLst>
                <a:path w="205945" h="278136">
                  <a:moveTo>
                    <a:pt x="0" y="278136"/>
                  </a:moveTo>
                  <a:lnTo>
                    <a:pt x="128937" y="0"/>
                  </a:lnTo>
                  <a:lnTo>
                    <a:pt x="205945" y="12580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l1177"/>
            <p:cNvSpPr/>
            <p:nvPr/>
          </p:nvSpPr>
          <p:spPr>
            <a:xfrm>
              <a:off x="11040075" y="7810099"/>
              <a:ext cx="140028" cy="57334"/>
            </a:xfrm>
            <a:custGeom>
              <a:avLst/>
              <a:pathLst>
                <a:path w="140028" h="57334">
                  <a:moveTo>
                    <a:pt x="0" y="0"/>
                  </a:moveTo>
                  <a:lnTo>
                    <a:pt x="68048" y="54875"/>
                  </a:lnTo>
                  <a:lnTo>
                    <a:pt x="140028" y="5733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l1178"/>
            <p:cNvSpPr/>
            <p:nvPr/>
          </p:nvSpPr>
          <p:spPr>
            <a:xfrm>
              <a:off x="11040075" y="7513088"/>
              <a:ext cx="82117" cy="22720"/>
            </a:xfrm>
            <a:custGeom>
              <a:avLst/>
              <a:pathLst>
                <a:path w="82117" h="22720">
                  <a:moveTo>
                    <a:pt x="0" y="22720"/>
                  </a:moveTo>
                  <a:lnTo>
                    <a:pt x="8211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l1179"/>
            <p:cNvSpPr/>
            <p:nvPr/>
          </p:nvSpPr>
          <p:spPr>
            <a:xfrm>
              <a:off x="11040075" y="7608811"/>
              <a:ext cx="220097" cy="197065"/>
            </a:xfrm>
            <a:custGeom>
              <a:avLst/>
              <a:pathLst>
                <a:path w="220097" h="197065">
                  <a:moveTo>
                    <a:pt x="0" y="197065"/>
                  </a:moveTo>
                  <a:lnTo>
                    <a:pt x="22009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l1180"/>
            <p:cNvSpPr/>
            <p:nvPr/>
          </p:nvSpPr>
          <p:spPr>
            <a:xfrm>
              <a:off x="11040075" y="7638063"/>
              <a:ext cx="72993" cy="295765"/>
            </a:xfrm>
            <a:custGeom>
              <a:avLst/>
              <a:pathLst>
                <a:path w="72993" h="295765">
                  <a:moveTo>
                    <a:pt x="0" y="295765"/>
                  </a:moveTo>
                  <a:lnTo>
                    <a:pt x="7299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l1181"/>
            <p:cNvSpPr/>
            <p:nvPr/>
          </p:nvSpPr>
          <p:spPr>
            <a:xfrm>
              <a:off x="11392525" y="7895806"/>
              <a:ext cx="133551" cy="639653"/>
            </a:xfrm>
            <a:custGeom>
              <a:avLst/>
              <a:pathLst>
                <a:path w="133551" h="639653">
                  <a:moveTo>
                    <a:pt x="0" y="0"/>
                  </a:moveTo>
                  <a:lnTo>
                    <a:pt x="133551" y="63965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l1182"/>
            <p:cNvSpPr/>
            <p:nvPr/>
          </p:nvSpPr>
          <p:spPr>
            <a:xfrm>
              <a:off x="11040075" y="7828011"/>
              <a:ext cx="205759" cy="328757"/>
            </a:xfrm>
            <a:custGeom>
              <a:avLst/>
              <a:pathLst>
                <a:path w="205759" h="328757">
                  <a:moveTo>
                    <a:pt x="0" y="0"/>
                  </a:moveTo>
                  <a:lnTo>
                    <a:pt x="68968" y="328757"/>
                  </a:lnTo>
                  <a:lnTo>
                    <a:pt x="136676" y="43853"/>
                  </a:lnTo>
                  <a:lnTo>
                    <a:pt x="205759" y="8470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l1183"/>
            <p:cNvSpPr/>
            <p:nvPr/>
          </p:nvSpPr>
          <p:spPr>
            <a:xfrm>
              <a:off x="11040075" y="7765801"/>
              <a:ext cx="958224" cy="273114"/>
            </a:xfrm>
            <a:custGeom>
              <a:avLst/>
              <a:pathLst>
                <a:path w="958224" h="273114">
                  <a:moveTo>
                    <a:pt x="0" y="0"/>
                  </a:moveTo>
                  <a:lnTo>
                    <a:pt x="9679" y="2758"/>
                  </a:lnTo>
                  <a:lnTo>
                    <a:pt x="19358" y="5517"/>
                  </a:lnTo>
                  <a:lnTo>
                    <a:pt x="29037" y="8276"/>
                  </a:lnTo>
                  <a:lnTo>
                    <a:pt x="38716" y="11034"/>
                  </a:lnTo>
                  <a:lnTo>
                    <a:pt x="48395" y="13793"/>
                  </a:lnTo>
                  <a:lnTo>
                    <a:pt x="58074" y="16552"/>
                  </a:lnTo>
                  <a:lnTo>
                    <a:pt x="67753" y="19311"/>
                  </a:lnTo>
                  <a:lnTo>
                    <a:pt x="77432" y="22069"/>
                  </a:lnTo>
                  <a:lnTo>
                    <a:pt x="87111" y="24828"/>
                  </a:lnTo>
                  <a:lnTo>
                    <a:pt x="96790" y="27587"/>
                  </a:lnTo>
                  <a:lnTo>
                    <a:pt x="106469" y="30346"/>
                  </a:lnTo>
                  <a:lnTo>
                    <a:pt x="116148" y="33104"/>
                  </a:lnTo>
                  <a:lnTo>
                    <a:pt x="125827" y="35863"/>
                  </a:lnTo>
                  <a:lnTo>
                    <a:pt x="135506" y="38622"/>
                  </a:lnTo>
                  <a:lnTo>
                    <a:pt x="145185" y="41380"/>
                  </a:lnTo>
                  <a:lnTo>
                    <a:pt x="154864" y="44139"/>
                  </a:lnTo>
                  <a:lnTo>
                    <a:pt x="164543" y="46898"/>
                  </a:lnTo>
                  <a:lnTo>
                    <a:pt x="174222" y="49657"/>
                  </a:lnTo>
                  <a:lnTo>
                    <a:pt x="183901" y="52415"/>
                  </a:lnTo>
                  <a:lnTo>
                    <a:pt x="193580" y="55174"/>
                  </a:lnTo>
                  <a:lnTo>
                    <a:pt x="203259" y="57933"/>
                  </a:lnTo>
                  <a:lnTo>
                    <a:pt x="212938" y="60692"/>
                  </a:lnTo>
                  <a:lnTo>
                    <a:pt x="222617" y="63450"/>
                  </a:lnTo>
                  <a:lnTo>
                    <a:pt x="232296" y="66209"/>
                  </a:lnTo>
                  <a:lnTo>
                    <a:pt x="241975" y="68968"/>
                  </a:lnTo>
                  <a:lnTo>
                    <a:pt x="251654" y="71727"/>
                  </a:lnTo>
                  <a:lnTo>
                    <a:pt x="261334" y="74485"/>
                  </a:lnTo>
                  <a:lnTo>
                    <a:pt x="271013" y="77244"/>
                  </a:lnTo>
                  <a:lnTo>
                    <a:pt x="280692" y="80003"/>
                  </a:lnTo>
                  <a:lnTo>
                    <a:pt x="290371" y="82761"/>
                  </a:lnTo>
                  <a:lnTo>
                    <a:pt x="300050" y="85520"/>
                  </a:lnTo>
                  <a:lnTo>
                    <a:pt x="309729" y="88279"/>
                  </a:lnTo>
                  <a:lnTo>
                    <a:pt x="319408" y="91038"/>
                  </a:lnTo>
                  <a:lnTo>
                    <a:pt x="329087" y="93796"/>
                  </a:lnTo>
                  <a:lnTo>
                    <a:pt x="338766" y="96555"/>
                  </a:lnTo>
                  <a:lnTo>
                    <a:pt x="348445" y="99314"/>
                  </a:lnTo>
                  <a:lnTo>
                    <a:pt x="358124" y="102073"/>
                  </a:lnTo>
                  <a:lnTo>
                    <a:pt x="367803" y="104831"/>
                  </a:lnTo>
                  <a:lnTo>
                    <a:pt x="377482" y="107590"/>
                  </a:lnTo>
                  <a:lnTo>
                    <a:pt x="387161" y="110349"/>
                  </a:lnTo>
                  <a:lnTo>
                    <a:pt x="396840" y="113107"/>
                  </a:lnTo>
                  <a:lnTo>
                    <a:pt x="406519" y="115866"/>
                  </a:lnTo>
                  <a:lnTo>
                    <a:pt x="416198" y="118625"/>
                  </a:lnTo>
                  <a:lnTo>
                    <a:pt x="425877" y="121384"/>
                  </a:lnTo>
                  <a:lnTo>
                    <a:pt x="435556" y="124142"/>
                  </a:lnTo>
                  <a:lnTo>
                    <a:pt x="445235" y="126901"/>
                  </a:lnTo>
                  <a:lnTo>
                    <a:pt x="454914" y="129660"/>
                  </a:lnTo>
                  <a:lnTo>
                    <a:pt x="464593" y="132419"/>
                  </a:lnTo>
                  <a:lnTo>
                    <a:pt x="474272" y="135177"/>
                  </a:lnTo>
                  <a:lnTo>
                    <a:pt x="483951" y="137936"/>
                  </a:lnTo>
                  <a:lnTo>
                    <a:pt x="493630" y="140695"/>
                  </a:lnTo>
                  <a:lnTo>
                    <a:pt x="503309" y="143454"/>
                  </a:lnTo>
                  <a:lnTo>
                    <a:pt x="512988" y="146212"/>
                  </a:lnTo>
                  <a:lnTo>
                    <a:pt x="522668" y="148971"/>
                  </a:lnTo>
                  <a:lnTo>
                    <a:pt x="532347" y="151730"/>
                  </a:lnTo>
                  <a:lnTo>
                    <a:pt x="542026" y="154488"/>
                  </a:lnTo>
                  <a:lnTo>
                    <a:pt x="551705" y="157247"/>
                  </a:lnTo>
                  <a:lnTo>
                    <a:pt x="561384" y="160006"/>
                  </a:lnTo>
                  <a:lnTo>
                    <a:pt x="571063" y="162765"/>
                  </a:lnTo>
                  <a:lnTo>
                    <a:pt x="580742" y="165523"/>
                  </a:lnTo>
                  <a:lnTo>
                    <a:pt x="590421" y="168282"/>
                  </a:lnTo>
                  <a:lnTo>
                    <a:pt x="600100" y="171041"/>
                  </a:lnTo>
                  <a:lnTo>
                    <a:pt x="609779" y="173800"/>
                  </a:lnTo>
                  <a:lnTo>
                    <a:pt x="619458" y="176558"/>
                  </a:lnTo>
                  <a:lnTo>
                    <a:pt x="629137" y="179317"/>
                  </a:lnTo>
                  <a:lnTo>
                    <a:pt x="638816" y="182076"/>
                  </a:lnTo>
                  <a:lnTo>
                    <a:pt x="648495" y="184834"/>
                  </a:lnTo>
                  <a:lnTo>
                    <a:pt x="658174" y="187593"/>
                  </a:lnTo>
                  <a:lnTo>
                    <a:pt x="667853" y="190352"/>
                  </a:lnTo>
                  <a:lnTo>
                    <a:pt x="677532" y="193111"/>
                  </a:lnTo>
                  <a:lnTo>
                    <a:pt x="687211" y="195869"/>
                  </a:lnTo>
                  <a:lnTo>
                    <a:pt x="696890" y="198628"/>
                  </a:lnTo>
                  <a:lnTo>
                    <a:pt x="706569" y="201387"/>
                  </a:lnTo>
                  <a:lnTo>
                    <a:pt x="716248" y="204146"/>
                  </a:lnTo>
                  <a:lnTo>
                    <a:pt x="725927" y="206904"/>
                  </a:lnTo>
                  <a:lnTo>
                    <a:pt x="735606" y="209663"/>
                  </a:lnTo>
                  <a:lnTo>
                    <a:pt x="745285" y="212422"/>
                  </a:lnTo>
                  <a:lnTo>
                    <a:pt x="754964" y="215181"/>
                  </a:lnTo>
                  <a:lnTo>
                    <a:pt x="764643" y="217939"/>
                  </a:lnTo>
                  <a:lnTo>
                    <a:pt x="774322" y="220698"/>
                  </a:lnTo>
                  <a:lnTo>
                    <a:pt x="784002" y="223457"/>
                  </a:lnTo>
                  <a:lnTo>
                    <a:pt x="793681" y="226215"/>
                  </a:lnTo>
                  <a:lnTo>
                    <a:pt x="803360" y="228974"/>
                  </a:lnTo>
                  <a:lnTo>
                    <a:pt x="813039" y="231733"/>
                  </a:lnTo>
                  <a:lnTo>
                    <a:pt x="822718" y="234492"/>
                  </a:lnTo>
                  <a:lnTo>
                    <a:pt x="832397" y="237250"/>
                  </a:lnTo>
                  <a:lnTo>
                    <a:pt x="842076" y="240009"/>
                  </a:lnTo>
                  <a:lnTo>
                    <a:pt x="851755" y="242768"/>
                  </a:lnTo>
                  <a:lnTo>
                    <a:pt x="861434" y="245527"/>
                  </a:lnTo>
                  <a:lnTo>
                    <a:pt x="871113" y="248285"/>
                  </a:lnTo>
                  <a:lnTo>
                    <a:pt x="880792" y="251044"/>
                  </a:lnTo>
                  <a:lnTo>
                    <a:pt x="890471" y="253803"/>
                  </a:lnTo>
                  <a:lnTo>
                    <a:pt x="900150" y="256562"/>
                  </a:lnTo>
                  <a:lnTo>
                    <a:pt x="909829" y="259320"/>
                  </a:lnTo>
                  <a:lnTo>
                    <a:pt x="919508" y="262079"/>
                  </a:lnTo>
                  <a:lnTo>
                    <a:pt x="929187" y="264838"/>
                  </a:lnTo>
                  <a:lnTo>
                    <a:pt x="938866" y="267596"/>
                  </a:lnTo>
                  <a:lnTo>
                    <a:pt x="948545" y="270355"/>
                  </a:lnTo>
                  <a:lnTo>
                    <a:pt x="958224" y="273114"/>
                  </a:lnTo>
                </a:path>
              </a:pathLst>
            </a:custGeom>
            <a:ln w="54202" cap="flat">
              <a:solidFill>
                <a:srgbClr val="FFD7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84" name="tx1184"/>
            <p:cNvSpPr/>
            <p:nvPr/>
          </p:nvSpPr>
          <p:spPr>
            <a:xfrm>
              <a:off x="10923777" y="7268574"/>
              <a:ext cx="1074522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7B82">
                      <a:alpha val="100000"/>
                    </a:srgbClr>
                  </a:solidFill>
                  <a:latin typeface="Arial"/>
                  <a:cs typeface="Arial"/>
                </a:rPr>
                <a:t>-0.078 Z/year</a:t>
              </a:r>
            </a:p>
          </p:txBody>
        </p:sp>
        <p:sp>
          <p:nvSpPr>
            <p:cNvPr id="1185" name="rc1185"/>
            <p:cNvSpPr/>
            <p:nvPr/>
          </p:nvSpPr>
          <p:spPr>
            <a:xfrm>
              <a:off x="10992163" y="7247470"/>
              <a:ext cx="1054047" cy="13493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tx1186"/>
            <p:cNvSpPr/>
            <p:nvPr/>
          </p:nvSpPr>
          <p:spPr>
            <a:xfrm>
              <a:off x="10830161" y="8518129"/>
              <a:ext cx="99372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-4</a:t>
              </a:r>
            </a:p>
          </p:txBody>
        </p:sp>
        <p:sp>
          <p:nvSpPr>
            <p:cNvPr id="1187" name="tx1187"/>
            <p:cNvSpPr/>
            <p:nvPr/>
          </p:nvSpPr>
          <p:spPr>
            <a:xfrm>
              <a:off x="10830161" y="8266534"/>
              <a:ext cx="99372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-3</a:t>
              </a:r>
            </a:p>
          </p:txBody>
        </p:sp>
        <p:sp>
          <p:nvSpPr>
            <p:cNvPr id="1188" name="tx1188"/>
            <p:cNvSpPr/>
            <p:nvPr/>
          </p:nvSpPr>
          <p:spPr>
            <a:xfrm>
              <a:off x="10830161" y="8018104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1189" name="tx1189"/>
            <p:cNvSpPr/>
            <p:nvPr/>
          </p:nvSpPr>
          <p:spPr>
            <a:xfrm>
              <a:off x="10830161" y="7768256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190" name="tx1190"/>
            <p:cNvSpPr/>
            <p:nvPr/>
          </p:nvSpPr>
          <p:spPr>
            <a:xfrm>
              <a:off x="10867378" y="7517043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91" name="tx1191"/>
            <p:cNvSpPr/>
            <p:nvPr/>
          </p:nvSpPr>
          <p:spPr>
            <a:xfrm>
              <a:off x="10867378" y="7268559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192" name="pl1192"/>
            <p:cNvSpPr/>
            <p:nvPr/>
          </p:nvSpPr>
          <p:spPr>
            <a:xfrm>
              <a:off x="10957369" y="855812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l1193"/>
            <p:cNvSpPr/>
            <p:nvPr/>
          </p:nvSpPr>
          <p:spPr>
            <a:xfrm>
              <a:off x="10957369" y="830828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l1194"/>
            <p:cNvSpPr/>
            <p:nvPr/>
          </p:nvSpPr>
          <p:spPr>
            <a:xfrm>
              <a:off x="10957369" y="805843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l1195"/>
            <p:cNvSpPr/>
            <p:nvPr/>
          </p:nvSpPr>
          <p:spPr>
            <a:xfrm>
              <a:off x="10957369" y="780858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l1196"/>
            <p:cNvSpPr/>
            <p:nvPr/>
          </p:nvSpPr>
          <p:spPr>
            <a:xfrm>
              <a:off x="10957369" y="755873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l1197"/>
            <p:cNvSpPr/>
            <p:nvPr/>
          </p:nvSpPr>
          <p:spPr>
            <a:xfrm>
              <a:off x="10957369" y="730888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l1198"/>
            <p:cNvSpPr/>
            <p:nvPr/>
          </p:nvSpPr>
          <p:spPr>
            <a:xfrm>
              <a:off x="11040075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l1199"/>
            <p:cNvSpPr/>
            <p:nvPr/>
          </p:nvSpPr>
          <p:spPr>
            <a:xfrm>
              <a:off x="11379904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l1200"/>
            <p:cNvSpPr/>
            <p:nvPr/>
          </p:nvSpPr>
          <p:spPr>
            <a:xfrm>
              <a:off x="11719733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tx1201"/>
            <p:cNvSpPr/>
            <p:nvPr/>
          </p:nvSpPr>
          <p:spPr>
            <a:xfrm>
              <a:off x="11008997" y="86577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202" name="tx1202"/>
            <p:cNvSpPr/>
            <p:nvPr/>
          </p:nvSpPr>
          <p:spPr>
            <a:xfrm>
              <a:off x="11348826" y="865914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203" name="tx1203"/>
            <p:cNvSpPr/>
            <p:nvPr/>
          </p:nvSpPr>
          <p:spPr>
            <a:xfrm>
              <a:off x="11657577" y="86577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204" name="tx1204"/>
            <p:cNvSpPr/>
            <p:nvPr/>
          </p:nvSpPr>
          <p:spPr>
            <a:xfrm>
              <a:off x="10898006" y="8805174"/>
              <a:ext cx="1242361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Years from baseline</a:t>
              </a:r>
            </a:p>
          </p:txBody>
        </p:sp>
        <p:sp>
          <p:nvSpPr>
            <p:cNvPr id="1205" name="tx1205"/>
            <p:cNvSpPr/>
            <p:nvPr/>
          </p:nvSpPr>
          <p:spPr>
            <a:xfrm rot="-5400000">
              <a:off x="9818516" y="7856579"/>
              <a:ext cx="1754640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Alamar Plasma pTau181 (Z)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7</cp:revision>
  <dcterms:created xsi:type="dcterms:W3CDTF">2015-07-14T21:05:00Z</dcterms:created>
  <dcterms:modified xsi:type="dcterms:W3CDTF">2026-02-17T12:00:52Z</dcterms:modified>
</cp:coreProperties>
</file>