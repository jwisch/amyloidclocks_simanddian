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2" Type="http://schemas.openxmlformats.org/package/2006/relationships/metadata/thumbnail" Target="docProps/thumbnail.jpeg"/>
<Relationship Id="rId1" Type="http://schemas.openxmlformats.org/officeDocument/2006/relationships/officeDocument" Target="ppt/presentation.xml"/>
<Relationship Id="rId4" Type="http://schemas.openxmlformats.org/officeDocument/2006/relationships/extended-properties" Target="docProps/app.xml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6"/>
  </p:sldIdLst>
  <p:sldSz cx="15087600" cy="10698163"/>
  <p:notesSz cx="6858000" cy="9144000"/>
  <p:defaultTextStyle>
    <a:defPPr>
      <a:defRPr lang="en-US"/>
    </a:defPPr>
    <a:lvl1pPr marL="0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1pPr>
    <a:lvl2pPr marL="526237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2pPr>
    <a:lvl3pPr marL="1052474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3pPr>
    <a:lvl4pPr marL="1578712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4pPr>
    <a:lvl5pPr marL="2104949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5pPr>
    <a:lvl6pPr marL="2631186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6pPr>
    <a:lvl7pPr marL="3157423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7pPr>
    <a:lvl8pPr marL="3683660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8pPr>
    <a:lvl9pPr marL="4209898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 varScale="1">
        <p:scale>
          <a:sx n="53" d="100"/>
          <a:sy n="53" d="100"/>
        </p:scale>
        <p:origin x="-1339" y="-86"/>
      </p:cViewPr>
      <p:guideLst>
        <p:guide orient="horz" pos="3370"/>
        <p:guide pos="475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viewProps" Target="viewProps.xml"/>
<Relationship Id="rId2" Type="http://schemas.openxmlformats.org/officeDocument/2006/relationships/presProps" Target="presProps.xml"/>
<Relationship Id="rId1" Type="http://schemas.openxmlformats.org/officeDocument/2006/relationships/slideMaster" Target="slideMasters/slideMaster1.xml"/>
<Relationship Id="rId5" Type="http://schemas.openxmlformats.org/officeDocument/2006/relationships/tableStyles" Target="tableStyles.xml"/>
<Relationship Id="rId4" Type="http://schemas.openxmlformats.org/officeDocument/2006/relationships/theme" Target="theme/theme1.xml"/>
<Relationship Id="rId6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1570" y="3323370"/>
            <a:ext cx="12824460" cy="2293171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63140" y="6062292"/>
            <a:ext cx="10561320" cy="2733975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52623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05247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57871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10494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6311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15742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6836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20989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6263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2499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1817" y="6874563"/>
            <a:ext cx="12824460" cy="2124774"/>
          </a:xfrm>
        </p:spPr>
        <p:txBody>
          <a:bodyPr anchor="t"/>
          <a:lstStyle>
            <a:lvl1pPr algn="l">
              <a:defRPr sz="46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91817" y="4534341"/>
            <a:ext cx="12824460" cy="2340223"/>
          </a:xfrm>
        </p:spPr>
        <p:txBody>
          <a:bodyPr anchor="b"/>
          <a:lstStyle>
            <a:lvl1pPr marL="0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1pPr>
            <a:lvl2pPr marL="526237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2pPr>
            <a:lvl3pPr marL="105247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57871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210494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6311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315742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68366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420989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1327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7249" y="2496240"/>
            <a:ext cx="7229475" cy="706029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3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98184" y="2496240"/>
            <a:ext cx="7229475" cy="706029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3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140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4380" y="428422"/>
            <a:ext cx="13578840" cy="1783027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4384" y="2394706"/>
            <a:ext cx="6666310" cy="997999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526237" indent="0">
              <a:buNone/>
              <a:defRPr sz="2300" b="1"/>
            </a:lvl2pPr>
            <a:lvl3pPr marL="1052474" indent="0">
              <a:buNone/>
              <a:defRPr sz="2100" b="1"/>
            </a:lvl3pPr>
            <a:lvl4pPr marL="1578712" indent="0">
              <a:buNone/>
              <a:defRPr sz="1800" b="1"/>
            </a:lvl4pPr>
            <a:lvl5pPr marL="2104949" indent="0">
              <a:buNone/>
              <a:defRPr sz="1800" b="1"/>
            </a:lvl5pPr>
            <a:lvl6pPr marL="2631186" indent="0">
              <a:buNone/>
              <a:defRPr sz="1800" b="1"/>
            </a:lvl6pPr>
            <a:lvl7pPr marL="3157423" indent="0">
              <a:buNone/>
              <a:defRPr sz="1800" b="1"/>
            </a:lvl7pPr>
            <a:lvl8pPr marL="3683660" indent="0">
              <a:buNone/>
              <a:defRPr sz="1800" b="1"/>
            </a:lvl8pPr>
            <a:lvl9pPr marL="4209898" indent="0">
              <a:buNone/>
              <a:defRPr sz="18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54384" y="3392705"/>
            <a:ext cx="6666310" cy="6163826"/>
          </a:xfrm>
        </p:spPr>
        <p:txBody>
          <a:bodyPr/>
          <a:lstStyle>
            <a:lvl1pPr>
              <a:defRPr sz="2800"/>
            </a:lvl1pPr>
            <a:lvl2pPr>
              <a:defRPr sz="2300"/>
            </a:lvl2pPr>
            <a:lvl3pPr>
              <a:defRPr sz="21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664295" y="2394706"/>
            <a:ext cx="6668930" cy="997999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526237" indent="0">
              <a:buNone/>
              <a:defRPr sz="2300" b="1"/>
            </a:lvl2pPr>
            <a:lvl3pPr marL="1052474" indent="0">
              <a:buNone/>
              <a:defRPr sz="2100" b="1"/>
            </a:lvl3pPr>
            <a:lvl4pPr marL="1578712" indent="0">
              <a:buNone/>
              <a:defRPr sz="1800" b="1"/>
            </a:lvl4pPr>
            <a:lvl5pPr marL="2104949" indent="0">
              <a:buNone/>
              <a:defRPr sz="1800" b="1"/>
            </a:lvl5pPr>
            <a:lvl6pPr marL="2631186" indent="0">
              <a:buNone/>
              <a:defRPr sz="1800" b="1"/>
            </a:lvl6pPr>
            <a:lvl7pPr marL="3157423" indent="0">
              <a:buNone/>
              <a:defRPr sz="1800" b="1"/>
            </a:lvl7pPr>
            <a:lvl8pPr marL="3683660" indent="0">
              <a:buNone/>
              <a:defRPr sz="1800" b="1"/>
            </a:lvl8pPr>
            <a:lvl9pPr marL="4209898" indent="0">
              <a:buNone/>
              <a:defRPr sz="18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664295" y="3392705"/>
            <a:ext cx="6668930" cy="6163826"/>
          </a:xfrm>
        </p:spPr>
        <p:txBody>
          <a:bodyPr/>
          <a:lstStyle>
            <a:lvl1pPr>
              <a:defRPr sz="2800"/>
            </a:lvl1pPr>
            <a:lvl2pPr>
              <a:defRPr sz="2300"/>
            </a:lvl2pPr>
            <a:lvl3pPr>
              <a:defRPr sz="21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05597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15641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18188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4384" y="425946"/>
            <a:ext cx="4963717" cy="1812744"/>
          </a:xfrm>
        </p:spPr>
        <p:txBody>
          <a:bodyPr anchor="b"/>
          <a:lstStyle>
            <a:lvl1pPr algn="l">
              <a:defRPr sz="23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98834" y="425950"/>
            <a:ext cx="8434386" cy="9130587"/>
          </a:xfrm>
        </p:spPr>
        <p:txBody>
          <a:bodyPr/>
          <a:lstStyle>
            <a:lvl1pPr>
              <a:defRPr sz="3700"/>
            </a:lvl1pPr>
            <a:lvl2pPr>
              <a:defRPr sz="3200"/>
            </a:lvl2pPr>
            <a:lvl3pPr>
              <a:defRPr sz="2800"/>
            </a:lvl3pPr>
            <a:lvl4pPr>
              <a:defRPr sz="2300"/>
            </a:lvl4pPr>
            <a:lvl5pPr>
              <a:defRPr sz="2300"/>
            </a:lvl5pPr>
            <a:lvl6pPr>
              <a:defRPr sz="2300"/>
            </a:lvl6pPr>
            <a:lvl7pPr>
              <a:defRPr sz="2300"/>
            </a:lvl7pPr>
            <a:lvl8pPr>
              <a:defRPr sz="2300"/>
            </a:lvl8pPr>
            <a:lvl9pPr>
              <a:defRPr sz="23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54384" y="2238692"/>
            <a:ext cx="4963717" cy="7317841"/>
          </a:xfrm>
        </p:spPr>
        <p:txBody>
          <a:bodyPr/>
          <a:lstStyle>
            <a:lvl1pPr marL="0" indent="0">
              <a:buNone/>
              <a:defRPr sz="1600"/>
            </a:lvl1pPr>
            <a:lvl2pPr marL="526237" indent="0">
              <a:buNone/>
              <a:defRPr sz="1400"/>
            </a:lvl2pPr>
            <a:lvl3pPr marL="1052474" indent="0">
              <a:buNone/>
              <a:defRPr sz="1200"/>
            </a:lvl3pPr>
            <a:lvl4pPr marL="1578712" indent="0">
              <a:buNone/>
              <a:defRPr sz="1000"/>
            </a:lvl4pPr>
            <a:lvl5pPr marL="2104949" indent="0">
              <a:buNone/>
              <a:defRPr sz="1000"/>
            </a:lvl5pPr>
            <a:lvl6pPr marL="2631186" indent="0">
              <a:buNone/>
              <a:defRPr sz="1000"/>
            </a:lvl6pPr>
            <a:lvl7pPr marL="3157423" indent="0">
              <a:buNone/>
              <a:defRPr sz="1000"/>
            </a:lvl7pPr>
            <a:lvl8pPr marL="3683660" indent="0">
              <a:buNone/>
              <a:defRPr sz="1000"/>
            </a:lvl8pPr>
            <a:lvl9pPr marL="420989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0804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57275" y="7488714"/>
            <a:ext cx="9052560" cy="884086"/>
          </a:xfrm>
        </p:spPr>
        <p:txBody>
          <a:bodyPr anchor="b"/>
          <a:lstStyle>
            <a:lvl1pPr algn="l">
              <a:defRPr sz="23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957275" y="955901"/>
            <a:ext cx="9052560" cy="6418898"/>
          </a:xfrm>
        </p:spPr>
        <p:txBody>
          <a:bodyPr/>
          <a:lstStyle>
            <a:lvl1pPr marL="0" indent="0">
              <a:buNone/>
              <a:defRPr sz="3700"/>
            </a:lvl1pPr>
            <a:lvl2pPr marL="526237" indent="0">
              <a:buNone/>
              <a:defRPr sz="3200"/>
            </a:lvl2pPr>
            <a:lvl3pPr marL="1052474" indent="0">
              <a:buNone/>
              <a:defRPr sz="2800"/>
            </a:lvl3pPr>
            <a:lvl4pPr marL="1578712" indent="0">
              <a:buNone/>
              <a:defRPr sz="2300"/>
            </a:lvl4pPr>
            <a:lvl5pPr marL="2104949" indent="0">
              <a:buNone/>
              <a:defRPr sz="2300"/>
            </a:lvl5pPr>
            <a:lvl6pPr marL="2631186" indent="0">
              <a:buNone/>
              <a:defRPr sz="2300"/>
            </a:lvl6pPr>
            <a:lvl7pPr marL="3157423" indent="0">
              <a:buNone/>
              <a:defRPr sz="2300"/>
            </a:lvl7pPr>
            <a:lvl8pPr marL="3683660" indent="0">
              <a:buNone/>
              <a:defRPr sz="2300"/>
            </a:lvl8pPr>
            <a:lvl9pPr marL="4209898" indent="0">
              <a:buNone/>
              <a:defRPr sz="23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957275" y="8372800"/>
            <a:ext cx="9052560" cy="1255547"/>
          </a:xfrm>
        </p:spPr>
        <p:txBody>
          <a:bodyPr/>
          <a:lstStyle>
            <a:lvl1pPr marL="0" indent="0">
              <a:buNone/>
              <a:defRPr sz="1600"/>
            </a:lvl1pPr>
            <a:lvl2pPr marL="526237" indent="0">
              <a:buNone/>
              <a:defRPr sz="1400"/>
            </a:lvl2pPr>
            <a:lvl3pPr marL="1052474" indent="0">
              <a:buNone/>
              <a:defRPr sz="1200"/>
            </a:lvl3pPr>
            <a:lvl4pPr marL="1578712" indent="0">
              <a:buNone/>
              <a:defRPr sz="1000"/>
            </a:lvl4pPr>
            <a:lvl5pPr marL="2104949" indent="0">
              <a:buNone/>
              <a:defRPr sz="1000"/>
            </a:lvl5pPr>
            <a:lvl6pPr marL="2631186" indent="0">
              <a:buNone/>
              <a:defRPr sz="1000"/>
            </a:lvl6pPr>
            <a:lvl7pPr marL="3157423" indent="0">
              <a:buNone/>
              <a:defRPr sz="1000"/>
            </a:lvl7pPr>
            <a:lvl8pPr marL="3683660" indent="0">
              <a:buNone/>
              <a:defRPr sz="1000"/>
            </a:lvl8pPr>
            <a:lvl9pPr marL="420989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627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603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850052" y="428427"/>
            <a:ext cx="3677604" cy="9128109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7249" y="428427"/>
            <a:ext cx="10781349" cy="9128109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57309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54380" y="428422"/>
            <a:ext cx="13578840" cy="1783027"/>
          </a:xfrm>
          <a:prstGeom prst="rect">
            <a:avLst/>
          </a:prstGeom>
        </p:spPr>
        <p:txBody>
          <a:bodyPr vert="horz" lIns="105247" tIns="52624" rIns="105247" bIns="52624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4380" y="2496240"/>
            <a:ext cx="13578840" cy="7060293"/>
          </a:xfrm>
          <a:prstGeom prst="rect">
            <a:avLst/>
          </a:prstGeom>
        </p:spPr>
        <p:txBody>
          <a:bodyPr vert="horz" lIns="105247" tIns="52624" rIns="105247" bIns="52624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4380" y="9915617"/>
            <a:ext cx="35204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l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4930" y="9915617"/>
            <a:ext cx="47777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ctr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12780" y="9915617"/>
            <a:ext cx="35204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r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27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1052474" rtl="0" eaLnBrk="1" latinLnBrk="0" hangingPunct="1">
        <a:spcBef>
          <a:spcPct val="0"/>
        </a:spcBef>
        <a:buNone/>
        <a:defRPr sz="51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94678" indent="-394678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3700" kern="1200">
          <a:solidFill>
            <a:schemeClr val="tx1"/>
          </a:solidFill>
          <a:latin typeface="+mn-lt"/>
          <a:ea typeface="+mn-ea"/>
          <a:cs typeface="+mn-cs"/>
        </a:defRPr>
      </a:lvl1pPr>
      <a:lvl2pPr marL="855135" indent="-328898" algn="l" defTabSz="1052474" rtl="0" eaLnBrk="1" latinLnBrk="0" hangingPunct="1">
        <a:spcBef>
          <a:spcPct val="20000"/>
        </a:spcBef>
        <a:buFont typeface="Arial" panose="020B0604020202020204" pitchFamily="34" charset="0"/>
        <a:buChar char="–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315593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1841830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–"/>
        <a:defRPr sz="2300" kern="1200">
          <a:solidFill>
            <a:schemeClr val="tx1"/>
          </a:solidFill>
          <a:latin typeface="+mn-lt"/>
          <a:ea typeface="+mn-ea"/>
          <a:cs typeface="+mn-cs"/>
        </a:defRPr>
      </a:lvl4pPr>
      <a:lvl5pPr marL="2368067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»"/>
        <a:defRPr sz="2300" kern="1200">
          <a:solidFill>
            <a:schemeClr val="tx1"/>
          </a:solidFill>
          <a:latin typeface="+mn-lt"/>
          <a:ea typeface="+mn-ea"/>
          <a:cs typeface="+mn-cs"/>
        </a:defRPr>
      </a:lvl5pPr>
      <a:lvl6pPr marL="2894305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6pPr>
      <a:lvl7pPr marL="3420542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7pPr>
      <a:lvl8pPr marL="3946779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8pPr>
      <a:lvl9pPr marL="4473016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26237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52474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578712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4pPr>
      <a:lvl5pPr marL="2104949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5pPr>
      <a:lvl6pPr marL="2631186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6pPr>
      <a:lvl7pPr marL="3157423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7pPr>
      <a:lvl8pPr marL="3683660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8pPr>
      <a:lvl9pPr marL="4209898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2971800" y="1691481"/>
            <a:ext cx="9144000" cy="7315200"/>
            <a:chOff x="2971800" y="1691481"/>
            <a:chExt cx="9144000" cy="7315200"/>
          </a:xfrm>
        </p:grpSpPr>
        <p:sp>
          <p:nvSpPr>
            <p:cNvPr id="3" name="rc3"/>
            <p:cNvSpPr/>
            <p:nvPr/>
          </p:nvSpPr>
          <p:spPr>
            <a:xfrm>
              <a:off x="2971800" y="1691481"/>
              <a:ext cx="9144000" cy="7315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2971800" y="1691481"/>
              <a:ext cx="4572000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3400738" y="1761070"/>
              <a:ext cx="4073472" cy="317812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3400738" y="4859692"/>
              <a:ext cx="4073472" cy="0"/>
            </a:xfrm>
            <a:custGeom>
              <a:avLst/>
              <a:pathLst>
                <a:path w="4073472" h="0">
                  <a:moveTo>
                    <a:pt x="0" y="0"/>
                  </a:moveTo>
                  <a:lnTo>
                    <a:pt x="4073472" y="0"/>
                  </a:lnTo>
                  <a:lnTo>
                    <a:pt x="40734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3400738" y="4072786"/>
              <a:ext cx="4073472" cy="0"/>
            </a:xfrm>
            <a:custGeom>
              <a:avLst/>
              <a:pathLst>
                <a:path w="4073472" h="0">
                  <a:moveTo>
                    <a:pt x="0" y="0"/>
                  </a:moveTo>
                  <a:lnTo>
                    <a:pt x="4073472" y="0"/>
                  </a:lnTo>
                  <a:lnTo>
                    <a:pt x="40734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400738" y="3285880"/>
              <a:ext cx="4073472" cy="0"/>
            </a:xfrm>
            <a:custGeom>
              <a:avLst/>
              <a:pathLst>
                <a:path w="4073472" h="0">
                  <a:moveTo>
                    <a:pt x="0" y="0"/>
                  </a:moveTo>
                  <a:lnTo>
                    <a:pt x="4073472" y="0"/>
                  </a:lnTo>
                  <a:lnTo>
                    <a:pt x="40734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00738" y="2498974"/>
              <a:ext cx="4073472" cy="0"/>
            </a:xfrm>
            <a:custGeom>
              <a:avLst/>
              <a:pathLst>
                <a:path w="4073472" h="0">
                  <a:moveTo>
                    <a:pt x="0" y="0"/>
                  </a:moveTo>
                  <a:lnTo>
                    <a:pt x="4073472" y="0"/>
                  </a:lnTo>
                  <a:lnTo>
                    <a:pt x="40734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242548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555852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869155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3400738" y="4466239"/>
              <a:ext cx="4073472" cy="0"/>
            </a:xfrm>
            <a:custGeom>
              <a:avLst/>
              <a:pathLst>
                <a:path w="4073472" h="0">
                  <a:moveTo>
                    <a:pt x="0" y="0"/>
                  </a:moveTo>
                  <a:lnTo>
                    <a:pt x="4073472" y="0"/>
                  </a:lnTo>
                  <a:lnTo>
                    <a:pt x="40734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3400738" y="3679333"/>
              <a:ext cx="4073472" cy="0"/>
            </a:xfrm>
            <a:custGeom>
              <a:avLst/>
              <a:pathLst>
                <a:path w="4073472" h="0">
                  <a:moveTo>
                    <a:pt x="0" y="0"/>
                  </a:moveTo>
                  <a:lnTo>
                    <a:pt x="4073472" y="0"/>
                  </a:lnTo>
                  <a:lnTo>
                    <a:pt x="40734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3400738" y="2892427"/>
              <a:ext cx="4073472" cy="0"/>
            </a:xfrm>
            <a:custGeom>
              <a:avLst/>
              <a:pathLst>
                <a:path w="4073472" h="0">
                  <a:moveTo>
                    <a:pt x="0" y="0"/>
                  </a:moveTo>
                  <a:lnTo>
                    <a:pt x="4073472" y="0"/>
                  </a:lnTo>
                  <a:lnTo>
                    <a:pt x="40734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400738" y="2105521"/>
              <a:ext cx="4073472" cy="0"/>
            </a:xfrm>
            <a:custGeom>
              <a:avLst/>
              <a:pathLst>
                <a:path w="4073472" h="0">
                  <a:moveTo>
                    <a:pt x="0" y="0"/>
                  </a:moveTo>
                  <a:lnTo>
                    <a:pt x="4073472" y="0"/>
                  </a:lnTo>
                  <a:lnTo>
                    <a:pt x="40734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585896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899200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212503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3561070" y="44477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4265577" y="44916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4396547" y="42759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561070" y="38285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61070" y="44972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561070" y="43332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346174" y="42319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3561070" y="45457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418136" y="45577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561070" y="44565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886607" y="44715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5606226" y="44299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5948764" y="44911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561070" y="45368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832478" y="46079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119494" y="45581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561070" y="35386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561070" y="44307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4270250" y="43291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4612433" y="43592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146390" y="43289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561070" y="44812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4124221" y="44656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561070" y="44557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068118" y="44953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61070" y="42373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3451" y="42250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561070" y="43393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4120214" y="44372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1070" y="45145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854690" y="45001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115192" y="45905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561070" y="44171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561070" y="45169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561070" y="37477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873385" y="36891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4498202" y="35345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561070" y="45337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561070" y="44270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561070" y="45387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4353020" y="46026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5414428" y="46069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561070" y="41885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4432298" y="41044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5152866" y="33217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561070" y="28468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561070" y="41924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561070" y="45358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561070" y="44028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561070" y="44969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883459" y="44465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561070" y="45554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561070" y="31683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866908" y="29240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113568" y="31083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561070" y="45464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4513845" y="44801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211875" y="43090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561070" y="42096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863143" y="42778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561070" y="45576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4449079" y="44384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561070" y="42212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561070" y="43056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194578" y="43167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561070" y="45767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197213" y="45891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3561070" y="41457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4406622" y="38914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561070" y="44560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422453" y="43846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561070" y="46788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3561070" y="44807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847478" y="44560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4356740" y="44177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895243" y="44040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561070" y="44259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352900" y="45053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81100" y="44015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5399945" y="41498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561070" y="44639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102943" y="43834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561070" y="34567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848918" y="37817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561070" y="45585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141802" y="45546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4646974" y="45208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165819" y="45739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5671711" y="45151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561070" y="45075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561070" y="45596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837874" y="46115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4135076" y="45474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561070" y="45955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837750" y="45929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120933" y="45944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487219" y="46543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866145" y="46464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5399695" y="45515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561070" y="46074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169924" y="44958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478584" y="44775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901000" y="45736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454386" y="45589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953082" y="45957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3561070" y="44065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561070" y="35386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812937" y="34181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3561070" y="36378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63105" y="41359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146635" y="38191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561070" y="37838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852889" y="35416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561070" y="34024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903496" y="37571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442603" y="29184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5036669" y="32186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5344285" y="34875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61070" y="46399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3561070" y="45138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4396547" y="45876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894325" y="44696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3561070" y="42986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124758" y="43359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3561070" y="38377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341689" y="37524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561070" y="34659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561070" y="45010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115110" y="45242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561070" y="44219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38123" y="42952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367043" y="42836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906037" y="44148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5429200" y="44458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5959558" y="43795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561070" y="45529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561070" y="34277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848918" y="38329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095509" y="33130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356968" y="34241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761394" y="34821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561070" y="44944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4477144" y="45141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561070" y="26398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104663" y="26823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561070" y="43460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4366323" y="43374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874946" y="43845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5398256" y="43109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3561070" y="44880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135868" y="44872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561070" y="45076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4402304" y="43228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3561070" y="45493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561070" y="44030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4397058" y="43705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3561070" y="44476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561070" y="44352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856833" y="39607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561070" y="45921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4401345" y="45555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561070" y="45531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351585" y="45670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421734" y="44077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210166" y="43175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5705533" y="43266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561070" y="45251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627501" y="37265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5196230" y="45420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561070" y="46382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4135233" y="45089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3561070" y="43965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404463" y="42163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3561070" y="45139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368081" y="45385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4886206" y="44555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5430238" y="44180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61070" y="39779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561070" y="45444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4109148" y="45105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561070" y="44740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852889" y="44405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561070" y="44406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61070" y="44812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096016" y="44165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582928" y="44546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561070" y="46033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920429" y="45872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5436396" y="45817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23011" y="38886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090678" y="38240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3561070" y="44465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561070" y="36221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839340" y="34609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561070" y="46101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3561070" y="45504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351211" y="45833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561070" y="45666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351846" y="41009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875009" y="45326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5398891" y="45142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61070" y="44512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853235" y="44681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391510" y="43408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5161610" y="40328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3561070" y="45484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870056" y="43902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561070" y="44270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72960" y="43453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61070" y="44591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998598" y="44138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4497294" y="44625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3561070" y="45599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069791" y="44309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561070" y="42286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4145058" y="41731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561070" y="45964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3561070" y="44302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582928" y="44830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561070" y="44307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4395108" y="44068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5673870" y="44435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3561070" y="44703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3561070" y="23853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848918" y="22394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561070" y="44413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26786" y="44489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561070" y="43614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351754" y="42660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898664" y="42168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422546" y="42989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561070" y="38540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833086" y="36229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3561070" y="43362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869230" y="43722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4149718" y="43984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4416697" y="44144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561070" y="42848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4105405" y="40423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3561070" y="24479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874824" y="23660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561070" y="45336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561070" y="35703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891112" y="30958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4133886" y="35462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561070" y="45169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111159" y="45797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561070" y="43684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805563" y="31253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561070" y="41080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27469" y="37890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561070" y="40160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863310" y="39602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561070" y="45177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3561070" y="44790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3561070" y="42436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3561070" y="42714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561070" y="44056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822514" y="44274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094307" y="43791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347613" y="43540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900428" y="43702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5423443" y="43861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3561070" y="43771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784075" y="39553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3561070" y="31909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826240" y="29764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093938" y="24117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3561070" y="44906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882865" y="43849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154755" y="44959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427491" y="44385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890449" y="44462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5676029" y="42986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561070" y="44060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918001" y="43054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561070" y="45415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561070" y="44364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179981" y="45365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4648414" y="45653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561070" y="39379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3561070" y="43665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913585" y="44844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114528" y="44948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4376398" y="44526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4643376" y="44561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5127135" y="43048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666674" y="42827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561070" y="26842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561070" y="44913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561070" y="45036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561070" y="33793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3843161" y="37556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3561070" y="43382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4178503" y="42865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1070" y="43832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823894" y="42855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094307" y="43534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879561" y="41616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5131278" y="42382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378107" y="41014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5660197" y="43806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561070" y="41882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832891" y="41991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561070" y="37291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64803" y="28977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608115" y="23456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4875093" y="27055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37035" y="21798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561070" y="44342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3561070" y="35936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3888048" y="35701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3561070" y="45599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89270" y="45572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3561070" y="42725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395108" y="41777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3561070" y="28008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3823731" y="31446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561070" y="44294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561070" y="45716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3878379" y="45577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561070" y="45297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4356249" y="44285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5232325" y="43410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3561070" y="43308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3888497" y="43376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3561070" y="45111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4133993" y="44079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4641937" y="45163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3561070" y="44540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3561070" y="45712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3561070" y="45487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3561070" y="40515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856114" y="39596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4102815" y="38704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4370641" y="37092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3561070" y="23127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3835245" y="20629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4091830" y="23826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561070" y="44889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886607" y="44154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5424882" y="44972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6014249" y="43662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3561070" y="45348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3561070" y="45024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3561070" y="32153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561070" y="46335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4421734" y="45876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3561070" y="45443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3829488" y="45209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3561070" y="43648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3561070" y="45506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084233" y="45474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608115" y="45395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3561070" y="43287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089634" y="42960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3561070" y="44144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3561070" y="45299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561070" y="44625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4446201" y="45719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5111728" y="44460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561070" y="44556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4133886" y="45098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4639059" y="44542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3561070" y="35810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61070" y="44346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3561070" y="41876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847478" y="43105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18566" y="43542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385753" y="44157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561070" y="43855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61070" y="44988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4381435" y="44890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5963876" y="42853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3561070" y="31304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848198" y="29577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3561070" y="44681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3561070" y="44175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4637619" y="45663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561070" y="44608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4120214" y="43895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3561070" y="42125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3843035" y="42414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115051" y="42666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618172" y="42509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840426" y="42757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5243412" y="42285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561070" y="38692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4064306" y="38769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351211" y="38094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561070" y="44744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561070" y="44841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52679" y="44778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3561070" y="44925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3561070" y="43064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351931" y="42776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3561070" y="45609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4353600" y="45026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5122642" y="45294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656599" y="45253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6189836" y="41572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561070" y="43891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561070" y="41335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858273" y="40539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4218801" y="41977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825742" y="44076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3812937" y="34158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4073439" y="36028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4364373" y="36613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411659" y="44819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5079465" y="44839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665235" y="44767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561070" y="44167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4381435" y="44693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4893084" y="45279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3561070" y="44872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196493" y="44314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4649133" y="44165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3561070" y="45478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561070" y="43365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561070" y="44643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3561070" y="44701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561070" y="43699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868514" y="43488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561070" y="44333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4331062" y="35416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899981" y="44721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5685384" y="45241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3561070" y="44942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3561070" y="43938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399426" y="44269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5202308" y="45075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5685384" y="45451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3561070" y="42037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862854" y="41972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4084233" y="36968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4397267" y="39597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561070" y="44632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61070" y="44550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561070" y="43287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090438" y="44089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3561070" y="31417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3879861" y="38068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4094345" y="44579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561070" y="43946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3829138" y="45163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4114457" y="45101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3561070" y="45346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141083" y="45662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639778" y="45465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3561070" y="42848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3833086" y="39889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4101057" y="39442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4362725" y="42254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705264" y="40074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561070" y="44636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4349772" y="44739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4877732" y="44866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5406891" y="45031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561070" y="35700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561070" y="45327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4180296" y="44516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3561070" y="44162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846165" y="43944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4074158" y="44075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3561070" y="42612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3561070" y="32994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827803" y="30372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561070" y="45582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4101903" y="45944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561070" y="20667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3561070" y="44808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449079" y="45259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61070" y="44060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705041" y="42124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3561070" y="36256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4411659" y="37341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4693750" y="37946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561070" y="40420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3561070" y="46224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129840" y="44731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4629704" y="45827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3561070" y="43187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4149765" y="43344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3561070" y="45662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3561070" y="43647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3561070" y="43922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129966" y="42371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3561070" y="45468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869067" y="45003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4141370" y="44745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4493696" y="45038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561070" y="35841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3561070" y="39343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4452292" y="36344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4904212" y="35978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428095" y="35381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61070" y="46110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827840" y="45937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3561070" y="30854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3876485" y="35383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088551" y="36270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3561070" y="45050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3561070" y="45130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673431" y="45388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5160550" y="44866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3561070" y="42691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3561070" y="45113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3561070" y="41213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3833806" y="39443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4155475" y="38307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71226" y="42206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122109" y="42953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4384314" y="41147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4962887" y="39522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5435676" y="39528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561070" y="44162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4733329" y="44649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5201800" y="44446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1070" y="46151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561070" y="44466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561070" y="42020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3868347" y="45847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230315" y="44920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3561070" y="43264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4395108" y="44144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3561070" y="34890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3561070" y="43706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878318" y="42570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3561070" y="43981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3867860" y="43879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114457" y="43506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561070" y="39642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561070" y="45446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149765" y="44327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3843880" y="41977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4105253" y="41950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393669" y="32756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3561070" y="43830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092149" y="46394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631862" y="44782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3561070" y="43640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3561070" y="45022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362006" y="44174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3561070" y="44965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3561070" y="45650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4129667" y="44926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3561070" y="43274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352969" y="44855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4951692" y="44759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5394976" y="44745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3561070" y="43443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129569" y="44049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4388631" y="44605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910355" y="45142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5383864" y="44615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3838056" y="39079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125184" y="38382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3561070" y="26623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3561070" y="36501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3561070" y="46357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4069654" y="44653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561070" y="45505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561070" y="44188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561070" y="45009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134999" y="44465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561070" y="45494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104345" y="46131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561070" y="45579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19955" y="45235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3561070" y="44683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3561070" y="44023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561070" y="46312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3561070" y="45650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3561070" y="43877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3561070" y="34648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3561070" y="44809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3561070" y="40059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3958412" y="40037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4136765" y="38420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4427491" y="37888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561070" y="44020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561070" y="46057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4401585" y="46596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5569525" y="46297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3561070" y="38882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4114528" y="34171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4376398" y="38252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5022358" y="39368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3561070" y="44214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3561070" y="43206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868318" y="42222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561070" y="45374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353020" y="45403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5414428" y="45511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561070" y="43839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074158" y="44247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3561070" y="34620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3561070" y="44003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561070" y="32872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3561070" y="42254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11305" y="40541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4659928" y="41609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3561070" y="44494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371628" y="44991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4894791" y="45304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5418673" y="44750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3561070" y="43529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366642" y="43945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909954" y="43464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5398575" y="43153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3561070" y="44109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3561070" y="44849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4111578" y="44926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561070" y="34500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862111" y="33289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3561070" y="43879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561070" y="40768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21014" y="45166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974401" y="44753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392499" y="44067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561070" y="37195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3561070" y="42481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4089569" y="43366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3561070" y="42979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4363445" y="42343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5159958" y="41719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3561070" y="44412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4613872" y="44855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3561070" y="45329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4331357" y="45175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4854519" y="44251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5383439" y="44146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3561070" y="35542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828613" y="37377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092149" y="33000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5030680" y="30699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561070" y="19701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3561070" y="44901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4118774" y="44759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3561070" y="44581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561070" y="44507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4597321" y="43976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5182371" y="37716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5694739" y="33493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561070" y="44498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3561070" y="39036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3561070" y="39680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3883459" y="41294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4310913" y="40587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4633302" y="39060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4875093" y="41851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561070" y="44677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390790" y="44258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5242818" y="42054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3561070" y="44021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3561070" y="45812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3561070" y="42011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561070" y="33662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69035" y="32157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3561070" y="45205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355529" y="45386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909175" y="44908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5442872" y="45444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3561070" y="44404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4170587" y="43941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4628264" y="44085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3561070" y="44861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3561070" y="45453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56646" y="44794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3561070" y="34894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456995" y="45849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4929065" y="45687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5437835" y="45339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561070" y="45274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351469" y="44576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3561070" y="33808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3847478" y="33181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4118995" y="31749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561070" y="42558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793839" y="44044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150770" y="43835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4936593" y="41885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449681" y="40935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3561070" y="45646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3561070" y="43481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3878422" y="43300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5108199" y="45982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3561070" y="43472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3561070" y="44982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561070" y="37194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4090709" y="38563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3561070" y="43315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5131997" y="43399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561070" y="45316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456995" y="44666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561070" y="45025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844600" y="44493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4355529" y="45200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561070" y="43644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3561070" y="43170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4396673" y="42030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3561070" y="44819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4090328" y="44630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3561070" y="44201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205595" y="43360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3600" y="44652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3561070" y="43890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4104915" y="44338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561070" y="45487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874104" y="44978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4498202" y="45010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3561070" y="44034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863294" y="44407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4205848" y="44098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4658488" y="44631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182371" y="45208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5899830" y="45472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3561070" y="42071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725413" y="39847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3561070" y="45191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4526798" y="45243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3561070" y="42224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561070" y="45096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3561070" y="45534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4417487" y="45254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4897472" y="45228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5438625" y="45545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3561070" y="44839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4155475" y="41003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3561070" y="42213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3561070" y="44718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4448360" y="43621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3561070" y="43135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367043" y="43526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3561070" y="44439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3561070" y="41723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3561070" y="45185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100064" y="44974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3561070" y="41503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3561070" y="39538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3844600" y="39986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4095747" y="40453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561070" y="45988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4160396" y="46089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4613152" y="45945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5142072" y="45736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561070" y="37894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3891375" y="37226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3561070" y="45137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3561070" y="44948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3561070" y="43873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4270970" y="43395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4623227" y="43714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147109" y="42194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3561070" y="44179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3561070" y="45798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4420800" y="45464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561070" y="44106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3561070" y="43295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3828049" y="36626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4089726" y="35630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4371361" y="34775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4664245" y="27902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4925467" y="25284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5408331" y="26416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561070" y="37459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4378221" y="41952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561070" y="38760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4185699" y="33797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4613152" y="33650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561070" y="42439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4094534" y="43822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3561070" y="45113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4352650" y="45005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876027" y="44464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5404733" y="43375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3561070" y="43861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4401585" y="44177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3561070" y="44097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124402" y="44029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4632582" y="42980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561070" y="39494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843161" y="40011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4110178" y="37648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4356249" y="38993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673600" y="38079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3561070" y="40768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638339" y="38962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5197483" y="39049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561070" y="44937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446920" y="44506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3561070" y="44941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4118774" y="44325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3561070" y="44099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4155475" y="45853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561070" y="36403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3848804" y="38528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120214" y="36152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561070" y="40606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125251" y="38011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613152" y="35998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3561070" y="45912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351211" y="45114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3561070" y="36112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3878200" y="35357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561070" y="43731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3561070" y="30407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3823011" y="30766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4094653" y="29856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4367043" y="27274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68563" y="22661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561070" y="45121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851076" y="42508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084952" y="44149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399426" y="43798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4652731" y="43766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5402623" y="42613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5907026" y="42078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3561070" y="28004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3833086" y="20764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4175058" y="21403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437565" y="23890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4708862" y="18807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3561070" y="43583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4374959" y="43769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1070" y="43720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08483" y="44276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561070" y="45782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836448" y="46005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4118774" y="45999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391510" y="45161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3561070" y="39995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3830927" y="42650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4103548" y="42063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4366323" y="42073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4617470" y="42525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561070" y="44909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3845652" y="43755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561070" y="44965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160396" y="44795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4572854" y="44256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5142072" y="43444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561070" y="40306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3561070" y="44776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356394" y="44067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4843576" y="44605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422869" y="43430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3561070" y="32777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3832864" y="28032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084730" y="33748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3561070" y="43951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561070" y="44070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3561070" y="46835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3873385" y="45861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3561070" y="44361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4749854" y="42368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5161502" y="44764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3561070" y="39033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832172" y="38675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3561070" y="43726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068035" y="41098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3561070" y="44934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3561070" y="45423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084541" y="45081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1070" y="44484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210166" y="33456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561070" y="45498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4369921" y="45209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899560" y="45784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5399695" y="45276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5931493" y="45076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561070" y="44374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4396547" y="44008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3561070" y="43407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4981597" y="44337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3561070" y="44369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4351211" y="43417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3561070" y="42855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561070" y="43779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068118" y="44818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3561070" y="45149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3561070" y="44590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396547" y="43133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3561070" y="41642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3561070" y="44019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561070" y="45762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4210166" y="46139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4658488" y="45735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561070" y="37475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3843161" y="38369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4104769" y="35135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4371361" y="35013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3561070" y="45185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561070" y="43783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833611" y="42189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561070" y="39299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3561070" y="45356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3561070" y="42626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3869786" y="41525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4170587" y="41417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381740" y="41142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4663526" y="41814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3561070" y="44467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350800" y="45940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3561070" y="45183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4407341" y="45058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4899971" y="45105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5414088" y="43600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561070" y="45287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060485" y="44980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624666" y="44845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5147109" y="44881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3561070" y="37220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3876892" y="38658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3561070" y="33012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3834525" y="31895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4101504" y="30703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4356897" y="40816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4513125" y="44028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5043991" y="44737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3561070" y="41504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3561070" y="42127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3799816" y="41604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4127962" y="41301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561070" y="45075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3848198" y="45865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4142551" y="45574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375678" y="43964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641217" y="44000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5159465" y="43402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5864569" y="43858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3561070" y="44477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3561070" y="43988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4360566" y="42763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561070" y="45112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853235" y="44633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5493965" y="42611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561070" y="34165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4180662" y="37018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658488" y="29656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4930504" y="30818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5172296" y="24326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3561070" y="43485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561070" y="45243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t965"/>
            <p:cNvSpPr/>
            <p:nvPr/>
          </p:nvSpPr>
          <p:spPr>
            <a:xfrm>
              <a:off x="4118381" y="43551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t966"/>
            <p:cNvSpPr/>
            <p:nvPr/>
          </p:nvSpPr>
          <p:spPr>
            <a:xfrm>
              <a:off x="3561070" y="44606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t967"/>
            <p:cNvSpPr/>
            <p:nvPr/>
          </p:nvSpPr>
          <p:spPr>
            <a:xfrm>
              <a:off x="3561070" y="44665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t968"/>
            <p:cNvSpPr/>
            <p:nvPr/>
          </p:nvSpPr>
          <p:spPr>
            <a:xfrm>
              <a:off x="3561070" y="45344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t969"/>
            <p:cNvSpPr/>
            <p:nvPr/>
          </p:nvSpPr>
          <p:spPr>
            <a:xfrm>
              <a:off x="3561070" y="44693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t970"/>
            <p:cNvSpPr/>
            <p:nvPr/>
          </p:nvSpPr>
          <p:spPr>
            <a:xfrm>
              <a:off x="5159343" y="44102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t971"/>
            <p:cNvSpPr/>
            <p:nvPr/>
          </p:nvSpPr>
          <p:spPr>
            <a:xfrm>
              <a:off x="5443592" y="43838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t972"/>
            <p:cNvSpPr/>
            <p:nvPr/>
          </p:nvSpPr>
          <p:spPr>
            <a:xfrm>
              <a:off x="3561070" y="45063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t973"/>
            <p:cNvSpPr/>
            <p:nvPr/>
          </p:nvSpPr>
          <p:spPr>
            <a:xfrm>
              <a:off x="4149995" y="44936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t974"/>
            <p:cNvSpPr/>
            <p:nvPr/>
          </p:nvSpPr>
          <p:spPr>
            <a:xfrm>
              <a:off x="4366323" y="45363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t975"/>
            <p:cNvSpPr/>
            <p:nvPr/>
          </p:nvSpPr>
          <p:spPr>
            <a:xfrm>
              <a:off x="4664965" y="45373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t976"/>
            <p:cNvSpPr/>
            <p:nvPr/>
          </p:nvSpPr>
          <p:spPr>
            <a:xfrm>
              <a:off x="5121696" y="44821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t977"/>
            <p:cNvSpPr/>
            <p:nvPr/>
          </p:nvSpPr>
          <p:spPr>
            <a:xfrm>
              <a:off x="3561070" y="42967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t978"/>
            <p:cNvSpPr/>
            <p:nvPr/>
          </p:nvSpPr>
          <p:spPr>
            <a:xfrm>
              <a:off x="4351931" y="41413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t979"/>
            <p:cNvSpPr/>
            <p:nvPr/>
          </p:nvSpPr>
          <p:spPr>
            <a:xfrm>
              <a:off x="3561070" y="44709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t980"/>
            <p:cNvSpPr/>
            <p:nvPr/>
          </p:nvSpPr>
          <p:spPr>
            <a:xfrm>
              <a:off x="3561070" y="39490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t981"/>
            <p:cNvSpPr/>
            <p:nvPr/>
          </p:nvSpPr>
          <p:spPr>
            <a:xfrm>
              <a:off x="3561070" y="44192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t982"/>
            <p:cNvSpPr/>
            <p:nvPr/>
          </p:nvSpPr>
          <p:spPr>
            <a:xfrm>
              <a:off x="3858273" y="44550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t983"/>
            <p:cNvSpPr/>
            <p:nvPr/>
          </p:nvSpPr>
          <p:spPr>
            <a:xfrm>
              <a:off x="4343522" y="42972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t984"/>
            <p:cNvSpPr/>
            <p:nvPr/>
          </p:nvSpPr>
          <p:spPr>
            <a:xfrm>
              <a:off x="3561070" y="43210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t985"/>
            <p:cNvSpPr/>
            <p:nvPr/>
          </p:nvSpPr>
          <p:spPr>
            <a:xfrm>
              <a:off x="4381435" y="43779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t986"/>
            <p:cNvSpPr/>
            <p:nvPr/>
          </p:nvSpPr>
          <p:spPr>
            <a:xfrm>
              <a:off x="4980877" y="43395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t987"/>
            <p:cNvSpPr/>
            <p:nvPr/>
          </p:nvSpPr>
          <p:spPr>
            <a:xfrm>
              <a:off x="5682505" y="42477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t988"/>
            <p:cNvSpPr/>
            <p:nvPr/>
          </p:nvSpPr>
          <p:spPr>
            <a:xfrm>
              <a:off x="3561070" y="39285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t989"/>
            <p:cNvSpPr/>
            <p:nvPr/>
          </p:nvSpPr>
          <p:spPr>
            <a:xfrm>
              <a:off x="3837060" y="36910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t990"/>
            <p:cNvSpPr/>
            <p:nvPr/>
          </p:nvSpPr>
          <p:spPr>
            <a:xfrm>
              <a:off x="4124187" y="37400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t991"/>
            <p:cNvSpPr/>
            <p:nvPr/>
          </p:nvSpPr>
          <p:spPr>
            <a:xfrm>
              <a:off x="4622478" y="32605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t992"/>
            <p:cNvSpPr/>
            <p:nvPr/>
          </p:nvSpPr>
          <p:spPr>
            <a:xfrm>
              <a:off x="4920085" y="35494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t993"/>
            <p:cNvSpPr/>
            <p:nvPr/>
          </p:nvSpPr>
          <p:spPr>
            <a:xfrm>
              <a:off x="3561070" y="42238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t994"/>
            <p:cNvSpPr/>
            <p:nvPr/>
          </p:nvSpPr>
          <p:spPr>
            <a:xfrm>
              <a:off x="4482901" y="37848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t995"/>
            <p:cNvSpPr/>
            <p:nvPr/>
          </p:nvSpPr>
          <p:spPr>
            <a:xfrm>
              <a:off x="3561070" y="44123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t996"/>
            <p:cNvSpPr/>
            <p:nvPr/>
          </p:nvSpPr>
          <p:spPr>
            <a:xfrm>
              <a:off x="4389351" y="43639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t997"/>
            <p:cNvSpPr/>
            <p:nvPr/>
          </p:nvSpPr>
          <p:spPr>
            <a:xfrm>
              <a:off x="4875172" y="44511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t998"/>
            <p:cNvSpPr/>
            <p:nvPr/>
          </p:nvSpPr>
          <p:spPr>
            <a:xfrm>
              <a:off x="5393938" y="44025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t999"/>
            <p:cNvSpPr/>
            <p:nvPr/>
          </p:nvSpPr>
          <p:spPr>
            <a:xfrm>
              <a:off x="3561070" y="39211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t1000"/>
            <p:cNvSpPr/>
            <p:nvPr/>
          </p:nvSpPr>
          <p:spPr>
            <a:xfrm>
              <a:off x="3837626" y="35117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t1001"/>
            <p:cNvSpPr/>
            <p:nvPr/>
          </p:nvSpPr>
          <p:spPr>
            <a:xfrm>
              <a:off x="3561070" y="43686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t1002"/>
            <p:cNvSpPr/>
            <p:nvPr/>
          </p:nvSpPr>
          <p:spPr>
            <a:xfrm>
              <a:off x="3824051" y="44435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t1003"/>
            <p:cNvSpPr/>
            <p:nvPr/>
          </p:nvSpPr>
          <p:spPr>
            <a:xfrm>
              <a:off x="4102223" y="43743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t1004"/>
            <p:cNvSpPr/>
            <p:nvPr/>
          </p:nvSpPr>
          <p:spPr>
            <a:xfrm>
              <a:off x="3561070" y="44632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t1005"/>
            <p:cNvSpPr/>
            <p:nvPr/>
          </p:nvSpPr>
          <p:spPr>
            <a:xfrm>
              <a:off x="3561070" y="44608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t1006"/>
            <p:cNvSpPr/>
            <p:nvPr/>
          </p:nvSpPr>
          <p:spPr>
            <a:xfrm>
              <a:off x="3561070" y="25704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t1007"/>
            <p:cNvSpPr/>
            <p:nvPr/>
          </p:nvSpPr>
          <p:spPr>
            <a:xfrm>
              <a:off x="3873355" y="30390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t1008"/>
            <p:cNvSpPr/>
            <p:nvPr/>
          </p:nvSpPr>
          <p:spPr>
            <a:xfrm>
              <a:off x="3561070" y="44080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t1009"/>
            <p:cNvSpPr/>
            <p:nvPr/>
          </p:nvSpPr>
          <p:spPr>
            <a:xfrm>
              <a:off x="4174975" y="41046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t1010"/>
            <p:cNvSpPr/>
            <p:nvPr/>
          </p:nvSpPr>
          <p:spPr>
            <a:xfrm>
              <a:off x="3561070" y="43931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t1011"/>
            <p:cNvSpPr/>
            <p:nvPr/>
          </p:nvSpPr>
          <p:spPr>
            <a:xfrm>
              <a:off x="3561070" y="44428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t1012"/>
            <p:cNvSpPr/>
            <p:nvPr/>
          </p:nvSpPr>
          <p:spPr>
            <a:xfrm>
              <a:off x="4366323" y="43795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t1013"/>
            <p:cNvSpPr/>
            <p:nvPr/>
          </p:nvSpPr>
          <p:spPr>
            <a:xfrm>
              <a:off x="3561070" y="44848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t1014"/>
            <p:cNvSpPr/>
            <p:nvPr/>
          </p:nvSpPr>
          <p:spPr>
            <a:xfrm>
              <a:off x="4388696" y="44057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t1015"/>
            <p:cNvSpPr/>
            <p:nvPr/>
          </p:nvSpPr>
          <p:spPr>
            <a:xfrm>
              <a:off x="5215432" y="45519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t1016"/>
            <p:cNvSpPr/>
            <p:nvPr/>
          </p:nvSpPr>
          <p:spPr>
            <a:xfrm>
              <a:off x="5658758" y="45068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t1017"/>
            <p:cNvSpPr/>
            <p:nvPr/>
          </p:nvSpPr>
          <p:spPr>
            <a:xfrm>
              <a:off x="6210705" y="44780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t1018"/>
            <p:cNvSpPr/>
            <p:nvPr/>
          </p:nvSpPr>
          <p:spPr>
            <a:xfrm>
              <a:off x="3561070" y="45461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t1019"/>
            <p:cNvSpPr/>
            <p:nvPr/>
          </p:nvSpPr>
          <p:spPr>
            <a:xfrm>
              <a:off x="3561070" y="42536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t1020"/>
            <p:cNvSpPr/>
            <p:nvPr/>
          </p:nvSpPr>
          <p:spPr>
            <a:xfrm>
              <a:off x="3856947" y="43084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t1021"/>
            <p:cNvSpPr/>
            <p:nvPr/>
          </p:nvSpPr>
          <p:spPr>
            <a:xfrm>
              <a:off x="4118889" y="42000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t1022"/>
            <p:cNvSpPr/>
            <p:nvPr/>
          </p:nvSpPr>
          <p:spPr>
            <a:xfrm>
              <a:off x="3561070" y="45621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t1023"/>
            <p:cNvSpPr/>
            <p:nvPr/>
          </p:nvSpPr>
          <p:spPr>
            <a:xfrm>
              <a:off x="4139643" y="45382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t1024"/>
            <p:cNvSpPr/>
            <p:nvPr/>
          </p:nvSpPr>
          <p:spPr>
            <a:xfrm>
              <a:off x="3561070" y="28837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t1025"/>
            <p:cNvSpPr/>
            <p:nvPr/>
          </p:nvSpPr>
          <p:spPr>
            <a:xfrm>
              <a:off x="3828049" y="27317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t1026"/>
            <p:cNvSpPr/>
            <p:nvPr/>
          </p:nvSpPr>
          <p:spPr>
            <a:xfrm>
              <a:off x="3561070" y="45589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t1027"/>
            <p:cNvSpPr/>
            <p:nvPr/>
          </p:nvSpPr>
          <p:spPr>
            <a:xfrm>
              <a:off x="4084813" y="45167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t1028"/>
            <p:cNvSpPr/>
            <p:nvPr/>
          </p:nvSpPr>
          <p:spPr>
            <a:xfrm>
              <a:off x="4351211" y="45156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t1029"/>
            <p:cNvSpPr/>
            <p:nvPr/>
          </p:nvSpPr>
          <p:spPr>
            <a:xfrm>
              <a:off x="3561070" y="44512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t1030"/>
            <p:cNvSpPr/>
            <p:nvPr/>
          </p:nvSpPr>
          <p:spPr>
            <a:xfrm>
              <a:off x="4124551" y="44617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t1031"/>
            <p:cNvSpPr/>
            <p:nvPr/>
          </p:nvSpPr>
          <p:spPr>
            <a:xfrm>
              <a:off x="3561070" y="42773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t1032"/>
            <p:cNvSpPr/>
            <p:nvPr/>
          </p:nvSpPr>
          <p:spPr>
            <a:xfrm>
              <a:off x="4376583" y="43442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t1033"/>
            <p:cNvSpPr/>
            <p:nvPr/>
          </p:nvSpPr>
          <p:spPr>
            <a:xfrm>
              <a:off x="4849372" y="43955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t1034"/>
            <p:cNvSpPr/>
            <p:nvPr/>
          </p:nvSpPr>
          <p:spPr>
            <a:xfrm>
              <a:off x="5388366" y="42272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t1035"/>
            <p:cNvSpPr/>
            <p:nvPr/>
          </p:nvSpPr>
          <p:spPr>
            <a:xfrm>
              <a:off x="3561070" y="43259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t1036"/>
            <p:cNvSpPr/>
            <p:nvPr/>
          </p:nvSpPr>
          <p:spPr>
            <a:xfrm>
              <a:off x="4366323" y="45888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t1037"/>
            <p:cNvSpPr/>
            <p:nvPr/>
          </p:nvSpPr>
          <p:spPr>
            <a:xfrm>
              <a:off x="4934236" y="45056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t1038"/>
            <p:cNvSpPr/>
            <p:nvPr/>
          </p:nvSpPr>
          <p:spPr>
            <a:xfrm>
              <a:off x="5399695" y="44229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t1039"/>
            <p:cNvSpPr/>
            <p:nvPr/>
          </p:nvSpPr>
          <p:spPr>
            <a:xfrm>
              <a:off x="3561070" y="38929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t1040"/>
            <p:cNvSpPr/>
            <p:nvPr/>
          </p:nvSpPr>
          <p:spPr>
            <a:xfrm>
              <a:off x="3561070" y="21440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t1041"/>
            <p:cNvSpPr/>
            <p:nvPr/>
          </p:nvSpPr>
          <p:spPr>
            <a:xfrm>
              <a:off x="3878422" y="33467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t1042"/>
            <p:cNvSpPr/>
            <p:nvPr/>
          </p:nvSpPr>
          <p:spPr>
            <a:xfrm>
              <a:off x="3561070" y="27587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t1043"/>
            <p:cNvSpPr/>
            <p:nvPr/>
          </p:nvSpPr>
          <p:spPr>
            <a:xfrm>
              <a:off x="3561070" y="42230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t1044"/>
            <p:cNvSpPr/>
            <p:nvPr/>
          </p:nvSpPr>
          <p:spPr>
            <a:xfrm>
              <a:off x="3872443" y="42812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t1045"/>
            <p:cNvSpPr/>
            <p:nvPr/>
          </p:nvSpPr>
          <p:spPr>
            <a:xfrm>
              <a:off x="4170587" y="41729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t1046"/>
            <p:cNvSpPr/>
            <p:nvPr/>
          </p:nvSpPr>
          <p:spPr>
            <a:xfrm>
              <a:off x="4679357" y="43281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" name="pt1047"/>
            <p:cNvSpPr/>
            <p:nvPr/>
          </p:nvSpPr>
          <p:spPr>
            <a:xfrm>
              <a:off x="3561070" y="46041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" name="pt1048"/>
            <p:cNvSpPr/>
            <p:nvPr/>
          </p:nvSpPr>
          <p:spPr>
            <a:xfrm>
              <a:off x="4156574" y="46569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pt1049"/>
            <p:cNvSpPr/>
            <p:nvPr/>
          </p:nvSpPr>
          <p:spPr>
            <a:xfrm>
              <a:off x="4609554" y="45807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" name="pt1050"/>
            <p:cNvSpPr/>
            <p:nvPr/>
          </p:nvSpPr>
          <p:spPr>
            <a:xfrm>
              <a:off x="3561070" y="45281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" name="pt1051"/>
            <p:cNvSpPr/>
            <p:nvPr/>
          </p:nvSpPr>
          <p:spPr>
            <a:xfrm>
              <a:off x="3561070" y="45411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pt1052"/>
            <p:cNvSpPr/>
            <p:nvPr/>
          </p:nvSpPr>
          <p:spPr>
            <a:xfrm>
              <a:off x="4788651" y="45998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" name="pt1053"/>
            <p:cNvSpPr/>
            <p:nvPr/>
          </p:nvSpPr>
          <p:spPr>
            <a:xfrm>
              <a:off x="3561070" y="43716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" name="pt1054"/>
            <p:cNvSpPr/>
            <p:nvPr/>
          </p:nvSpPr>
          <p:spPr>
            <a:xfrm>
              <a:off x="3561070" y="42401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pt1055"/>
            <p:cNvSpPr/>
            <p:nvPr/>
          </p:nvSpPr>
          <p:spPr>
            <a:xfrm>
              <a:off x="3561070" y="44826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" name="pt1056"/>
            <p:cNvSpPr/>
            <p:nvPr/>
          </p:nvSpPr>
          <p:spPr>
            <a:xfrm>
              <a:off x="4141083" y="44958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" name="pt1057"/>
            <p:cNvSpPr/>
            <p:nvPr/>
          </p:nvSpPr>
          <p:spPr>
            <a:xfrm>
              <a:off x="3561070" y="32101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pt1058"/>
            <p:cNvSpPr/>
            <p:nvPr/>
          </p:nvSpPr>
          <p:spPr>
            <a:xfrm>
              <a:off x="3823011" y="30697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" name="pt1059"/>
            <p:cNvSpPr/>
            <p:nvPr/>
          </p:nvSpPr>
          <p:spPr>
            <a:xfrm>
              <a:off x="3561070" y="43790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" name="pt1060"/>
            <p:cNvSpPr/>
            <p:nvPr/>
          </p:nvSpPr>
          <p:spPr>
            <a:xfrm>
              <a:off x="4110310" y="44538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pt1061"/>
            <p:cNvSpPr/>
            <p:nvPr/>
          </p:nvSpPr>
          <p:spPr>
            <a:xfrm>
              <a:off x="4647694" y="43959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" name="pt1062"/>
            <p:cNvSpPr/>
            <p:nvPr/>
          </p:nvSpPr>
          <p:spPr>
            <a:xfrm>
              <a:off x="3561070" y="44972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t1063"/>
            <p:cNvSpPr/>
            <p:nvPr/>
          </p:nvSpPr>
          <p:spPr>
            <a:xfrm>
              <a:off x="4493696" y="45229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t1064"/>
            <p:cNvSpPr/>
            <p:nvPr/>
          </p:nvSpPr>
          <p:spPr>
            <a:xfrm>
              <a:off x="3561070" y="42373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t1065"/>
            <p:cNvSpPr/>
            <p:nvPr/>
          </p:nvSpPr>
          <p:spPr>
            <a:xfrm>
              <a:off x="3561070" y="37932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t1066"/>
            <p:cNvSpPr/>
            <p:nvPr/>
          </p:nvSpPr>
          <p:spPr>
            <a:xfrm>
              <a:off x="4350492" y="35919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t1067"/>
            <p:cNvSpPr/>
            <p:nvPr/>
          </p:nvSpPr>
          <p:spPr>
            <a:xfrm>
              <a:off x="3561070" y="42715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t1068"/>
            <p:cNvSpPr/>
            <p:nvPr/>
          </p:nvSpPr>
          <p:spPr>
            <a:xfrm>
              <a:off x="4220665" y="43241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t1069"/>
            <p:cNvSpPr/>
            <p:nvPr/>
          </p:nvSpPr>
          <p:spPr>
            <a:xfrm>
              <a:off x="4613152" y="42691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t1070"/>
            <p:cNvSpPr/>
            <p:nvPr/>
          </p:nvSpPr>
          <p:spPr>
            <a:xfrm>
              <a:off x="3561070" y="44837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t1071"/>
            <p:cNvSpPr/>
            <p:nvPr/>
          </p:nvSpPr>
          <p:spPr>
            <a:xfrm>
              <a:off x="3561070" y="41815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t1072"/>
            <p:cNvSpPr/>
            <p:nvPr/>
          </p:nvSpPr>
          <p:spPr>
            <a:xfrm>
              <a:off x="3561070" y="43552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pt1073"/>
            <p:cNvSpPr/>
            <p:nvPr/>
          </p:nvSpPr>
          <p:spPr>
            <a:xfrm>
              <a:off x="4224558" y="43352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t1074"/>
            <p:cNvSpPr/>
            <p:nvPr/>
          </p:nvSpPr>
          <p:spPr>
            <a:xfrm>
              <a:off x="4658488" y="43540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t1075"/>
            <p:cNvSpPr/>
            <p:nvPr/>
          </p:nvSpPr>
          <p:spPr>
            <a:xfrm>
              <a:off x="3561070" y="45975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t1076"/>
            <p:cNvSpPr/>
            <p:nvPr/>
          </p:nvSpPr>
          <p:spPr>
            <a:xfrm>
              <a:off x="4140363" y="45639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t1077"/>
            <p:cNvSpPr/>
            <p:nvPr/>
          </p:nvSpPr>
          <p:spPr>
            <a:xfrm>
              <a:off x="3561070" y="44319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t1078"/>
            <p:cNvSpPr/>
            <p:nvPr/>
          </p:nvSpPr>
          <p:spPr>
            <a:xfrm>
              <a:off x="4935512" y="43794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t1079"/>
            <p:cNvSpPr/>
            <p:nvPr/>
          </p:nvSpPr>
          <p:spPr>
            <a:xfrm>
              <a:off x="3561070" y="33849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t1080"/>
            <p:cNvSpPr/>
            <p:nvPr/>
          </p:nvSpPr>
          <p:spPr>
            <a:xfrm>
              <a:off x="3820852" y="30344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t1081"/>
            <p:cNvSpPr/>
            <p:nvPr/>
          </p:nvSpPr>
          <p:spPr>
            <a:xfrm>
              <a:off x="4091555" y="31414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t1082"/>
            <p:cNvSpPr/>
            <p:nvPr/>
          </p:nvSpPr>
          <p:spPr>
            <a:xfrm>
              <a:off x="4354090" y="30100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t1083"/>
            <p:cNvSpPr/>
            <p:nvPr/>
          </p:nvSpPr>
          <p:spPr>
            <a:xfrm>
              <a:off x="3561070" y="45822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t1084"/>
            <p:cNvSpPr/>
            <p:nvPr/>
          </p:nvSpPr>
          <p:spPr>
            <a:xfrm>
              <a:off x="3561070" y="43851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t1085"/>
            <p:cNvSpPr/>
            <p:nvPr/>
          </p:nvSpPr>
          <p:spPr>
            <a:xfrm>
              <a:off x="4348231" y="45082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t1086"/>
            <p:cNvSpPr/>
            <p:nvPr/>
          </p:nvSpPr>
          <p:spPr>
            <a:xfrm>
              <a:off x="3561070" y="45085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t1087"/>
            <p:cNvSpPr/>
            <p:nvPr/>
          </p:nvSpPr>
          <p:spPr>
            <a:xfrm>
              <a:off x="4104443" y="45417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t1088"/>
            <p:cNvSpPr/>
            <p:nvPr/>
          </p:nvSpPr>
          <p:spPr>
            <a:xfrm>
              <a:off x="3561070" y="45010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t1089"/>
            <p:cNvSpPr/>
            <p:nvPr/>
          </p:nvSpPr>
          <p:spPr>
            <a:xfrm>
              <a:off x="3561070" y="44600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t1090"/>
            <p:cNvSpPr/>
            <p:nvPr/>
          </p:nvSpPr>
          <p:spPr>
            <a:xfrm>
              <a:off x="3827909" y="44388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t1091"/>
            <p:cNvSpPr/>
            <p:nvPr/>
          </p:nvSpPr>
          <p:spPr>
            <a:xfrm>
              <a:off x="3561070" y="40404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t1092"/>
            <p:cNvSpPr/>
            <p:nvPr/>
          </p:nvSpPr>
          <p:spPr>
            <a:xfrm>
              <a:off x="3827359" y="42957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t1093"/>
            <p:cNvSpPr/>
            <p:nvPr/>
          </p:nvSpPr>
          <p:spPr>
            <a:xfrm>
              <a:off x="4089300" y="42244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t1094"/>
            <p:cNvSpPr/>
            <p:nvPr/>
          </p:nvSpPr>
          <p:spPr>
            <a:xfrm>
              <a:off x="3561070" y="41662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t1095"/>
            <p:cNvSpPr/>
            <p:nvPr/>
          </p:nvSpPr>
          <p:spPr>
            <a:xfrm>
              <a:off x="4270970" y="43944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t1096"/>
            <p:cNvSpPr/>
            <p:nvPr/>
          </p:nvSpPr>
          <p:spPr>
            <a:xfrm>
              <a:off x="4613152" y="43827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t1097"/>
            <p:cNvSpPr/>
            <p:nvPr/>
          </p:nvSpPr>
          <p:spPr>
            <a:xfrm>
              <a:off x="3826405" y="31981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t1098"/>
            <p:cNvSpPr/>
            <p:nvPr/>
          </p:nvSpPr>
          <p:spPr>
            <a:xfrm>
              <a:off x="3561070" y="45600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t1099"/>
            <p:cNvSpPr/>
            <p:nvPr/>
          </p:nvSpPr>
          <p:spPr>
            <a:xfrm>
              <a:off x="4089180" y="45793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t1100"/>
            <p:cNvSpPr/>
            <p:nvPr/>
          </p:nvSpPr>
          <p:spPr>
            <a:xfrm>
              <a:off x="3561070" y="41243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t1101"/>
            <p:cNvSpPr/>
            <p:nvPr/>
          </p:nvSpPr>
          <p:spPr>
            <a:xfrm>
              <a:off x="4345549" y="37952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t1102"/>
            <p:cNvSpPr/>
            <p:nvPr/>
          </p:nvSpPr>
          <p:spPr>
            <a:xfrm>
              <a:off x="4865019" y="40771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t1103"/>
            <p:cNvSpPr/>
            <p:nvPr/>
          </p:nvSpPr>
          <p:spPr>
            <a:xfrm>
              <a:off x="3561070" y="43803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t1104"/>
            <p:cNvSpPr/>
            <p:nvPr/>
          </p:nvSpPr>
          <p:spPr>
            <a:xfrm>
              <a:off x="4059439" y="43108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t1105"/>
            <p:cNvSpPr/>
            <p:nvPr/>
          </p:nvSpPr>
          <p:spPr>
            <a:xfrm>
              <a:off x="3561070" y="35563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t1106"/>
            <p:cNvSpPr/>
            <p:nvPr/>
          </p:nvSpPr>
          <p:spPr>
            <a:xfrm>
              <a:off x="3863862" y="40413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t1107"/>
            <p:cNvSpPr/>
            <p:nvPr/>
          </p:nvSpPr>
          <p:spPr>
            <a:xfrm>
              <a:off x="3561070" y="44758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t1108"/>
            <p:cNvSpPr/>
            <p:nvPr/>
          </p:nvSpPr>
          <p:spPr>
            <a:xfrm>
              <a:off x="3855125" y="43983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t1109"/>
            <p:cNvSpPr/>
            <p:nvPr/>
          </p:nvSpPr>
          <p:spPr>
            <a:xfrm>
              <a:off x="4129569" y="43375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t1110"/>
            <p:cNvSpPr/>
            <p:nvPr/>
          </p:nvSpPr>
          <p:spPr>
            <a:xfrm>
              <a:off x="3561070" y="30441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t1111"/>
            <p:cNvSpPr/>
            <p:nvPr/>
          </p:nvSpPr>
          <p:spPr>
            <a:xfrm>
              <a:off x="3561070" y="42620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t1112"/>
            <p:cNvSpPr/>
            <p:nvPr/>
          </p:nvSpPr>
          <p:spPr>
            <a:xfrm>
              <a:off x="3561070" y="44014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pt1113"/>
            <p:cNvSpPr/>
            <p:nvPr/>
          </p:nvSpPr>
          <p:spPr>
            <a:xfrm>
              <a:off x="3561070" y="40717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pt1114"/>
            <p:cNvSpPr/>
            <p:nvPr/>
          </p:nvSpPr>
          <p:spPr>
            <a:xfrm>
              <a:off x="4869810" y="41490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" name="pt1115"/>
            <p:cNvSpPr/>
            <p:nvPr/>
          </p:nvSpPr>
          <p:spPr>
            <a:xfrm>
              <a:off x="5383618" y="42048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pt1116"/>
            <p:cNvSpPr/>
            <p:nvPr/>
          </p:nvSpPr>
          <p:spPr>
            <a:xfrm>
              <a:off x="3561070" y="45320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pt1117"/>
            <p:cNvSpPr/>
            <p:nvPr/>
          </p:nvSpPr>
          <p:spPr>
            <a:xfrm>
              <a:off x="5429919" y="42693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" name="pt1118"/>
            <p:cNvSpPr/>
            <p:nvPr/>
          </p:nvSpPr>
          <p:spPr>
            <a:xfrm>
              <a:off x="3561070" y="41639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pt1119"/>
            <p:cNvSpPr/>
            <p:nvPr/>
          </p:nvSpPr>
          <p:spPr>
            <a:xfrm>
              <a:off x="3844600" y="42098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pt1120"/>
            <p:cNvSpPr/>
            <p:nvPr/>
          </p:nvSpPr>
          <p:spPr>
            <a:xfrm>
              <a:off x="3561070" y="42930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" name="pt1121"/>
            <p:cNvSpPr/>
            <p:nvPr/>
          </p:nvSpPr>
          <p:spPr>
            <a:xfrm>
              <a:off x="4411659" y="42483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t1122"/>
            <p:cNvSpPr/>
            <p:nvPr/>
          </p:nvSpPr>
          <p:spPr>
            <a:xfrm>
              <a:off x="3561070" y="44734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t1123"/>
            <p:cNvSpPr/>
            <p:nvPr/>
          </p:nvSpPr>
          <p:spPr>
            <a:xfrm>
              <a:off x="3561070" y="44750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t1124"/>
            <p:cNvSpPr/>
            <p:nvPr/>
          </p:nvSpPr>
          <p:spPr>
            <a:xfrm>
              <a:off x="3561070" y="44929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t1125"/>
            <p:cNvSpPr/>
            <p:nvPr/>
          </p:nvSpPr>
          <p:spPr>
            <a:xfrm>
              <a:off x="4354090" y="44891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t1126"/>
            <p:cNvSpPr/>
            <p:nvPr/>
          </p:nvSpPr>
          <p:spPr>
            <a:xfrm>
              <a:off x="4895243" y="44802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t1127"/>
            <p:cNvSpPr/>
            <p:nvPr/>
          </p:nvSpPr>
          <p:spPr>
            <a:xfrm>
              <a:off x="5414088" y="44993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t1128"/>
            <p:cNvSpPr/>
            <p:nvPr/>
          </p:nvSpPr>
          <p:spPr>
            <a:xfrm>
              <a:off x="5932933" y="45198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t1129"/>
            <p:cNvSpPr/>
            <p:nvPr/>
          </p:nvSpPr>
          <p:spPr>
            <a:xfrm>
              <a:off x="3561070" y="41466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t1130"/>
            <p:cNvSpPr/>
            <p:nvPr/>
          </p:nvSpPr>
          <p:spPr>
            <a:xfrm>
              <a:off x="4091213" y="39816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t1131"/>
            <p:cNvSpPr/>
            <p:nvPr/>
          </p:nvSpPr>
          <p:spPr>
            <a:xfrm>
              <a:off x="4357688" y="40798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t1132"/>
            <p:cNvSpPr/>
            <p:nvPr/>
          </p:nvSpPr>
          <p:spPr>
            <a:xfrm>
              <a:off x="4638339" y="38083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t1133"/>
            <p:cNvSpPr/>
            <p:nvPr/>
          </p:nvSpPr>
          <p:spPr>
            <a:xfrm>
              <a:off x="4876533" y="36237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t1134"/>
            <p:cNvSpPr/>
            <p:nvPr/>
          </p:nvSpPr>
          <p:spPr>
            <a:xfrm>
              <a:off x="4089799" y="43436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t1135"/>
            <p:cNvSpPr/>
            <p:nvPr/>
          </p:nvSpPr>
          <p:spPr>
            <a:xfrm>
              <a:off x="3561070" y="44478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t1136"/>
            <p:cNvSpPr/>
            <p:nvPr/>
          </p:nvSpPr>
          <p:spPr>
            <a:xfrm>
              <a:off x="4416697" y="45246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t1137"/>
            <p:cNvSpPr/>
            <p:nvPr/>
          </p:nvSpPr>
          <p:spPr>
            <a:xfrm>
              <a:off x="4915042" y="44985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t1138"/>
            <p:cNvSpPr/>
            <p:nvPr/>
          </p:nvSpPr>
          <p:spPr>
            <a:xfrm>
              <a:off x="5404013" y="45143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t1139"/>
            <p:cNvSpPr/>
            <p:nvPr/>
          </p:nvSpPr>
          <p:spPr>
            <a:xfrm>
              <a:off x="3561070" y="34816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t1140"/>
            <p:cNvSpPr/>
            <p:nvPr/>
          </p:nvSpPr>
          <p:spPr>
            <a:xfrm>
              <a:off x="3843161" y="33942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t1141"/>
            <p:cNvSpPr/>
            <p:nvPr/>
          </p:nvSpPr>
          <p:spPr>
            <a:xfrm>
              <a:off x="3561070" y="43989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t1142"/>
            <p:cNvSpPr/>
            <p:nvPr/>
          </p:nvSpPr>
          <p:spPr>
            <a:xfrm>
              <a:off x="3888497" y="43602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t1143"/>
            <p:cNvSpPr/>
            <p:nvPr/>
          </p:nvSpPr>
          <p:spPr>
            <a:xfrm>
              <a:off x="5087381" y="42684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t1144"/>
            <p:cNvSpPr/>
            <p:nvPr/>
          </p:nvSpPr>
          <p:spPr>
            <a:xfrm>
              <a:off x="3561070" y="36239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t1145"/>
            <p:cNvSpPr/>
            <p:nvPr/>
          </p:nvSpPr>
          <p:spPr>
            <a:xfrm>
              <a:off x="3561070" y="44722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t1146"/>
            <p:cNvSpPr/>
            <p:nvPr/>
          </p:nvSpPr>
          <p:spPr>
            <a:xfrm>
              <a:off x="4296263" y="44122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t1147"/>
            <p:cNvSpPr/>
            <p:nvPr/>
          </p:nvSpPr>
          <p:spPr>
            <a:xfrm>
              <a:off x="4875093" y="44833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t1148"/>
            <p:cNvSpPr/>
            <p:nvPr/>
          </p:nvSpPr>
          <p:spPr>
            <a:xfrm>
              <a:off x="3561070" y="41314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t1149"/>
            <p:cNvSpPr/>
            <p:nvPr/>
          </p:nvSpPr>
          <p:spPr>
            <a:xfrm>
              <a:off x="4351931" y="41004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t1150"/>
            <p:cNvSpPr/>
            <p:nvPr/>
          </p:nvSpPr>
          <p:spPr>
            <a:xfrm>
              <a:off x="4956410" y="37732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t1151"/>
            <p:cNvSpPr/>
            <p:nvPr/>
          </p:nvSpPr>
          <p:spPr>
            <a:xfrm>
              <a:off x="3561070" y="44227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t1152"/>
            <p:cNvSpPr/>
            <p:nvPr/>
          </p:nvSpPr>
          <p:spPr>
            <a:xfrm>
              <a:off x="4405902" y="45958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t1153"/>
            <p:cNvSpPr/>
            <p:nvPr/>
          </p:nvSpPr>
          <p:spPr>
            <a:xfrm>
              <a:off x="5091579" y="45857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t1154"/>
            <p:cNvSpPr/>
            <p:nvPr/>
          </p:nvSpPr>
          <p:spPr>
            <a:xfrm>
              <a:off x="3561070" y="42989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t1155"/>
            <p:cNvSpPr/>
            <p:nvPr/>
          </p:nvSpPr>
          <p:spPr>
            <a:xfrm>
              <a:off x="3561070" y="35388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t1156"/>
            <p:cNvSpPr/>
            <p:nvPr/>
          </p:nvSpPr>
          <p:spPr>
            <a:xfrm>
              <a:off x="3817974" y="37944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t1157"/>
            <p:cNvSpPr/>
            <p:nvPr/>
          </p:nvSpPr>
          <p:spPr>
            <a:xfrm>
              <a:off x="4104766" y="36261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t1158"/>
            <p:cNvSpPr/>
            <p:nvPr/>
          </p:nvSpPr>
          <p:spPr>
            <a:xfrm>
              <a:off x="4350492" y="38159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t1159"/>
            <p:cNvSpPr/>
            <p:nvPr/>
          </p:nvSpPr>
          <p:spPr>
            <a:xfrm>
              <a:off x="4657769" y="39862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t1160"/>
            <p:cNvSpPr/>
            <p:nvPr/>
          </p:nvSpPr>
          <p:spPr>
            <a:xfrm>
              <a:off x="3561070" y="41958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t1161"/>
            <p:cNvSpPr/>
            <p:nvPr/>
          </p:nvSpPr>
          <p:spPr>
            <a:xfrm>
              <a:off x="4456995" y="45177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t1162"/>
            <p:cNvSpPr/>
            <p:nvPr/>
          </p:nvSpPr>
          <p:spPr>
            <a:xfrm>
              <a:off x="4923151" y="45425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t1163"/>
            <p:cNvSpPr/>
            <p:nvPr/>
          </p:nvSpPr>
          <p:spPr>
            <a:xfrm>
              <a:off x="5439274" y="45341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t1164"/>
            <p:cNvSpPr/>
            <p:nvPr/>
          </p:nvSpPr>
          <p:spPr>
            <a:xfrm>
              <a:off x="3561070" y="38441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t1165"/>
            <p:cNvSpPr/>
            <p:nvPr/>
          </p:nvSpPr>
          <p:spPr>
            <a:xfrm>
              <a:off x="3827606" y="41394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t1166"/>
            <p:cNvSpPr/>
            <p:nvPr/>
          </p:nvSpPr>
          <p:spPr>
            <a:xfrm>
              <a:off x="4089270" y="37481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t1167"/>
            <p:cNvSpPr/>
            <p:nvPr/>
          </p:nvSpPr>
          <p:spPr>
            <a:xfrm>
              <a:off x="4356249" y="39921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t1168"/>
            <p:cNvSpPr/>
            <p:nvPr/>
          </p:nvSpPr>
          <p:spPr>
            <a:xfrm>
              <a:off x="3561070" y="45003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t1169"/>
            <p:cNvSpPr/>
            <p:nvPr/>
          </p:nvSpPr>
          <p:spPr>
            <a:xfrm>
              <a:off x="4104382" y="45701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t1170"/>
            <p:cNvSpPr/>
            <p:nvPr/>
          </p:nvSpPr>
          <p:spPr>
            <a:xfrm>
              <a:off x="4618190" y="45000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t1171"/>
            <p:cNvSpPr/>
            <p:nvPr/>
          </p:nvSpPr>
          <p:spPr>
            <a:xfrm>
              <a:off x="4869337" y="44688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t1172"/>
            <p:cNvSpPr/>
            <p:nvPr/>
          </p:nvSpPr>
          <p:spPr>
            <a:xfrm>
              <a:off x="3561070" y="28515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t1173"/>
            <p:cNvSpPr/>
            <p:nvPr/>
          </p:nvSpPr>
          <p:spPr>
            <a:xfrm>
              <a:off x="3561070" y="45343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t1174"/>
            <p:cNvSpPr/>
            <p:nvPr/>
          </p:nvSpPr>
          <p:spPr>
            <a:xfrm>
              <a:off x="4349963" y="47699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t1175"/>
            <p:cNvSpPr/>
            <p:nvPr/>
          </p:nvSpPr>
          <p:spPr>
            <a:xfrm>
              <a:off x="3561070" y="44889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t1176"/>
            <p:cNvSpPr/>
            <p:nvPr/>
          </p:nvSpPr>
          <p:spPr>
            <a:xfrm>
              <a:off x="4341689" y="44573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t1177"/>
            <p:cNvSpPr/>
            <p:nvPr/>
          </p:nvSpPr>
          <p:spPr>
            <a:xfrm>
              <a:off x="3561070" y="30975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t1178"/>
            <p:cNvSpPr/>
            <p:nvPr/>
          </p:nvSpPr>
          <p:spPr>
            <a:xfrm>
              <a:off x="3561070" y="45177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t1179"/>
            <p:cNvSpPr/>
            <p:nvPr/>
          </p:nvSpPr>
          <p:spPr>
            <a:xfrm>
              <a:off x="3561070" y="45433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t1180"/>
            <p:cNvSpPr/>
            <p:nvPr/>
          </p:nvSpPr>
          <p:spPr>
            <a:xfrm>
              <a:off x="3561070" y="44494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t1181"/>
            <p:cNvSpPr/>
            <p:nvPr/>
          </p:nvSpPr>
          <p:spPr>
            <a:xfrm>
              <a:off x="4096016" y="42686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t1182"/>
            <p:cNvSpPr/>
            <p:nvPr/>
          </p:nvSpPr>
          <p:spPr>
            <a:xfrm>
              <a:off x="4582928" y="42651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t1183"/>
            <p:cNvSpPr/>
            <p:nvPr/>
          </p:nvSpPr>
          <p:spPr>
            <a:xfrm>
              <a:off x="3561070" y="44111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t1184"/>
            <p:cNvSpPr/>
            <p:nvPr/>
          </p:nvSpPr>
          <p:spPr>
            <a:xfrm>
              <a:off x="4361866" y="45542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t1185"/>
            <p:cNvSpPr/>
            <p:nvPr/>
          </p:nvSpPr>
          <p:spPr>
            <a:xfrm>
              <a:off x="3561070" y="35163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t1186"/>
            <p:cNvSpPr/>
            <p:nvPr/>
          </p:nvSpPr>
          <p:spPr>
            <a:xfrm>
              <a:off x="3561070" y="45044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t1187"/>
            <p:cNvSpPr/>
            <p:nvPr/>
          </p:nvSpPr>
          <p:spPr>
            <a:xfrm>
              <a:off x="3561070" y="45203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t1188"/>
            <p:cNvSpPr/>
            <p:nvPr/>
          </p:nvSpPr>
          <p:spPr>
            <a:xfrm>
              <a:off x="4414538" y="44715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t1189"/>
            <p:cNvSpPr/>
            <p:nvPr/>
          </p:nvSpPr>
          <p:spPr>
            <a:xfrm>
              <a:off x="5226267" y="44151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t1190"/>
            <p:cNvSpPr/>
            <p:nvPr/>
          </p:nvSpPr>
          <p:spPr>
            <a:xfrm>
              <a:off x="3561070" y="44611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t1191"/>
            <p:cNvSpPr/>
            <p:nvPr/>
          </p:nvSpPr>
          <p:spPr>
            <a:xfrm>
              <a:off x="3561070" y="44632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t1192"/>
            <p:cNvSpPr/>
            <p:nvPr/>
          </p:nvSpPr>
          <p:spPr>
            <a:xfrm>
              <a:off x="4135153" y="44709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t1193"/>
            <p:cNvSpPr/>
            <p:nvPr/>
          </p:nvSpPr>
          <p:spPr>
            <a:xfrm>
              <a:off x="3561070" y="45149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t1194"/>
            <p:cNvSpPr/>
            <p:nvPr/>
          </p:nvSpPr>
          <p:spPr>
            <a:xfrm>
              <a:off x="3561070" y="46179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t1195"/>
            <p:cNvSpPr/>
            <p:nvPr/>
          </p:nvSpPr>
          <p:spPr>
            <a:xfrm>
              <a:off x="4118774" y="45716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t1196"/>
            <p:cNvSpPr/>
            <p:nvPr/>
          </p:nvSpPr>
          <p:spPr>
            <a:xfrm>
              <a:off x="3561070" y="42202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t1197"/>
            <p:cNvSpPr/>
            <p:nvPr/>
          </p:nvSpPr>
          <p:spPr>
            <a:xfrm>
              <a:off x="4111578" y="41327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t1198"/>
            <p:cNvSpPr/>
            <p:nvPr/>
          </p:nvSpPr>
          <p:spPr>
            <a:xfrm>
              <a:off x="3561070" y="45425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t1199"/>
            <p:cNvSpPr/>
            <p:nvPr/>
          </p:nvSpPr>
          <p:spPr>
            <a:xfrm>
              <a:off x="4109911" y="45764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t1200"/>
            <p:cNvSpPr/>
            <p:nvPr/>
          </p:nvSpPr>
          <p:spPr>
            <a:xfrm>
              <a:off x="3561070" y="43835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t1201"/>
            <p:cNvSpPr/>
            <p:nvPr/>
          </p:nvSpPr>
          <p:spPr>
            <a:xfrm>
              <a:off x="3561070" y="43829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t1202"/>
            <p:cNvSpPr/>
            <p:nvPr/>
          </p:nvSpPr>
          <p:spPr>
            <a:xfrm>
              <a:off x="4168715" y="43528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t1203"/>
            <p:cNvSpPr/>
            <p:nvPr/>
          </p:nvSpPr>
          <p:spPr>
            <a:xfrm>
              <a:off x="3561070" y="38708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t1204"/>
            <p:cNvSpPr/>
            <p:nvPr/>
          </p:nvSpPr>
          <p:spPr>
            <a:xfrm>
              <a:off x="4088822" y="45597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t1205"/>
            <p:cNvSpPr/>
            <p:nvPr/>
          </p:nvSpPr>
          <p:spPr>
            <a:xfrm>
              <a:off x="4636900" y="45768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t1206"/>
            <p:cNvSpPr/>
            <p:nvPr/>
          </p:nvSpPr>
          <p:spPr>
            <a:xfrm>
              <a:off x="3561070" y="40124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t1207"/>
            <p:cNvSpPr/>
            <p:nvPr/>
          </p:nvSpPr>
          <p:spPr>
            <a:xfrm>
              <a:off x="3561070" y="44809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t1208"/>
            <p:cNvSpPr/>
            <p:nvPr/>
          </p:nvSpPr>
          <p:spPr>
            <a:xfrm>
              <a:off x="4089567" y="44958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t1209"/>
            <p:cNvSpPr/>
            <p:nvPr/>
          </p:nvSpPr>
          <p:spPr>
            <a:xfrm>
              <a:off x="3561070" y="45287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t1210"/>
            <p:cNvSpPr/>
            <p:nvPr/>
          </p:nvSpPr>
          <p:spPr>
            <a:xfrm>
              <a:off x="3561070" y="45184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t1211"/>
            <p:cNvSpPr/>
            <p:nvPr/>
          </p:nvSpPr>
          <p:spPr>
            <a:xfrm>
              <a:off x="4341689" y="45061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t1212"/>
            <p:cNvSpPr/>
            <p:nvPr/>
          </p:nvSpPr>
          <p:spPr>
            <a:xfrm>
              <a:off x="4881403" y="45022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t1213"/>
            <p:cNvSpPr/>
            <p:nvPr/>
          </p:nvSpPr>
          <p:spPr>
            <a:xfrm>
              <a:off x="5405285" y="41993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t1214"/>
            <p:cNvSpPr/>
            <p:nvPr/>
          </p:nvSpPr>
          <p:spPr>
            <a:xfrm>
              <a:off x="3561070" y="45698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t1215"/>
            <p:cNvSpPr/>
            <p:nvPr/>
          </p:nvSpPr>
          <p:spPr>
            <a:xfrm>
              <a:off x="4129569" y="46046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t1216"/>
            <p:cNvSpPr/>
            <p:nvPr/>
          </p:nvSpPr>
          <p:spPr>
            <a:xfrm>
              <a:off x="3561070" y="41866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t1217"/>
            <p:cNvSpPr/>
            <p:nvPr/>
          </p:nvSpPr>
          <p:spPr>
            <a:xfrm>
              <a:off x="4089897" y="38852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t1218"/>
            <p:cNvSpPr/>
            <p:nvPr/>
          </p:nvSpPr>
          <p:spPr>
            <a:xfrm>
              <a:off x="3561070" y="44859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t1219"/>
            <p:cNvSpPr/>
            <p:nvPr/>
          </p:nvSpPr>
          <p:spPr>
            <a:xfrm>
              <a:off x="4141083" y="44758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t1220"/>
            <p:cNvSpPr/>
            <p:nvPr/>
          </p:nvSpPr>
          <p:spPr>
            <a:xfrm>
              <a:off x="4663526" y="43667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t1221"/>
            <p:cNvSpPr/>
            <p:nvPr/>
          </p:nvSpPr>
          <p:spPr>
            <a:xfrm>
              <a:off x="3561070" y="44973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t1222"/>
            <p:cNvSpPr/>
            <p:nvPr/>
          </p:nvSpPr>
          <p:spPr>
            <a:xfrm>
              <a:off x="4368482" y="45359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t1223"/>
            <p:cNvSpPr/>
            <p:nvPr/>
          </p:nvSpPr>
          <p:spPr>
            <a:xfrm>
              <a:off x="4919790" y="44679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t1224"/>
            <p:cNvSpPr/>
            <p:nvPr/>
          </p:nvSpPr>
          <p:spPr>
            <a:xfrm>
              <a:off x="5373069" y="45091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t1225"/>
            <p:cNvSpPr/>
            <p:nvPr/>
          </p:nvSpPr>
          <p:spPr>
            <a:xfrm>
              <a:off x="3561070" y="39266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t1226"/>
            <p:cNvSpPr/>
            <p:nvPr/>
          </p:nvSpPr>
          <p:spPr>
            <a:xfrm>
              <a:off x="3561070" y="36817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t1227"/>
            <p:cNvSpPr/>
            <p:nvPr/>
          </p:nvSpPr>
          <p:spPr>
            <a:xfrm>
              <a:off x="3561070" y="45113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pt1228"/>
            <p:cNvSpPr/>
            <p:nvPr/>
          </p:nvSpPr>
          <p:spPr>
            <a:xfrm>
              <a:off x="3764535" y="44933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pt1229"/>
            <p:cNvSpPr/>
            <p:nvPr/>
          </p:nvSpPr>
          <p:spPr>
            <a:xfrm>
              <a:off x="4397267" y="44840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" name="pt1230"/>
            <p:cNvSpPr/>
            <p:nvPr/>
          </p:nvSpPr>
          <p:spPr>
            <a:xfrm>
              <a:off x="4910626" y="44634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t1231"/>
            <p:cNvSpPr/>
            <p:nvPr/>
          </p:nvSpPr>
          <p:spPr>
            <a:xfrm>
              <a:off x="5388901" y="44934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t1232"/>
            <p:cNvSpPr/>
            <p:nvPr/>
          </p:nvSpPr>
          <p:spPr>
            <a:xfrm>
              <a:off x="3561070" y="42430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t1233"/>
            <p:cNvSpPr/>
            <p:nvPr/>
          </p:nvSpPr>
          <p:spPr>
            <a:xfrm>
              <a:off x="4391510" y="42242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t1234"/>
            <p:cNvSpPr/>
            <p:nvPr/>
          </p:nvSpPr>
          <p:spPr>
            <a:xfrm>
              <a:off x="3561070" y="42437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t1235"/>
            <p:cNvSpPr/>
            <p:nvPr/>
          </p:nvSpPr>
          <p:spPr>
            <a:xfrm>
              <a:off x="3817783" y="42085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t1236"/>
            <p:cNvSpPr/>
            <p:nvPr/>
          </p:nvSpPr>
          <p:spPr>
            <a:xfrm>
              <a:off x="4109948" y="41638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t1237"/>
            <p:cNvSpPr/>
            <p:nvPr/>
          </p:nvSpPr>
          <p:spPr>
            <a:xfrm>
              <a:off x="4433735" y="39780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t1238"/>
            <p:cNvSpPr/>
            <p:nvPr/>
          </p:nvSpPr>
          <p:spPr>
            <a:xfrm>
              <a:off x="3561070" y="43581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t1239"/>
            <p:cNvSpPr/>
            <p:nvPr/>
          </p:nvSpPr>
          <p:spPr>
            <a:xfrm>
              <a:off x="4623227" y="46022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t1240"/>
            <p:cNvSpPr/>
            <p:nvPr/>
          </p:nvSpPr>
          <p:spPr>
            <a:xfrm>
              <a:off x="5151427" y="45589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t1241"/>
            <p:cNvSpPr/>
            <p:nvPr/>
          </p:nvSpPr>
          <p:spPr>
            <a:xfrm>
              <a:off x="3561070" y="45191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t1242"/>
            <p:cNvSpPr/>
            <p:nvPr/>
          </p:nvSpPr>
          <p:spPr>
            <a:xfrm>
              <a:off x="3561070" y="44354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t1243"/>
            <p:cNvSpPr/>
            <p:nvPr/>
          </p:nvSpPr>
          <p:spPr>
            <a:xfrm>
              <a:off x="3561070" y="45126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pt1244"/>
            <p:cNvSpPr/>
            <p:nvPr/>
          </p:nvSpPr>
          <p:spPr>
            <a:xfrm>
              <a:off x="3561070" y="45489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pt1245"/>
            <p:cNvSpPr/>
            <p:nvPr/>
          </p:nvSpPr>
          <p:spPr>
            <a:xfrm>
              <a:off x="4135223" y="43822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" name="pt1246"/>
            <p:cNvSpPr/>
            <p:nvPr/>
          </p:nvSpPr>
          <p:spPr>
            <a:xfrm>
              <a:off x="4634741" y="44762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t1247"/>
            <p:cNvSpPr/>
            <p:nvPr/>
          </p:nvSpPr>
          <p:spPr>
            <a:xfrm>
              <a:off x="3561070" y="43904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t1248"/>
            <p:cNvSpPr/>
            <p:nvPr/>
          </p:nvSpPr>
          <p:spPr>
            <a:xfrm>
              <a:off x="3561070" y="33756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t1249"/>
            <p:cNvSpPr/>
            <p:nvPr/>
          </p:nvSpPr>
          <p:spPr>
            <a:xfrm>
              <a:off x="3561070" y="45056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l1250"/>
            <p:cNvSpPr/>
            <p:nvPr/>
          </p:nvSpPr>
          <p:spPr>
            <a:xfrm>
              <a:off x="3585896" y="4472546"/>
              <a:ext cx="704506" cy="43904"/>
            </a:xfrm>
            <a:custGeom>
              <a:avLst/>
              <a:pathLst>
                <a:path w="704506" h="43904">
                  <a:moveTo>
                    <a:pt x="0" y="0"/>
                  </a:moveTo>
                  <a:lnTo>
                    <a:pt x="704506" y="4390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l1251"/>
            <p:cNvSpPr/>
            <p:nvPr/>
          </p:nvSpPr>
          <p:spPr>
            <a:xfrm>
              <a:off x="3585896" y="4256822"/>
              <a:ext cx="785103" cy="101295"/>
            </a:xfrm>
            <a:custGeom>
              <a:avLst/>
              <a:pathLst>
                <a:path w="785103" h="101295">
                  <a:moveTo>
                    <a:pt x="0" y="101295"/>
                  </a:moveTo>
                  <a:lnTo>
                    <a:pt x="78510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l1252"/>
            <p:cNvSpPr/>
            <p:nvPr/>
          </p:nvSpPr>
          <p:spPr>
            <a:xfrm>
              <a:off x="3585896" y="4570594"/>
              <a:ext cx="857065" cy="12015"/>
            </a:xfrm>
            <a:custGeom>
              <a:avLst/>
              <a:pathLst>
                <a:path w="857065" h="12015">
                  <a:moveTo>
                    <a:pt x="0" y="0"/>
                  </a:moveTo>
                  <a:lnTo>
                    <a:pt x="857065" y="1201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l1253"/>
            <p:cNvSpPr/>
            <p:nvPr/>
          </p:nvSpPr>
          <p:spPr>
            <a:xfrm>
              <a:off x="3585896" y="4454778"/>
              <a:ext cx="2387693" cy="61181"/>
            </a:xfrm>
            <a:custGeom>
              <a:avLst/>
              <a:pathLst>
                <a:path w="2387693" h="61181">
                  <a:moveTo>
                    <a:pt x="0" y="26609"/>
                  </a:moveTo>
                  <a:lnTo>
                    <a:pt x="1325537" y="41641"/>
                  </a:lnTo>
                  <a:lnTo>
                    <a:pt x="2045155" y="0"/>
                  </a:lnTo>
                  <a:lnTo>
                    <a:pt x="2387693" y="6118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l1254"/>
            <p:cNvSpPr/>
            <p:nvPr/>
          </p:nvSpPr>
          <p:spPr>
            <a:xfrm>
              <a:off x="3585896" y="4561679"/>
              <a:ext cx="558423" cy="71084"/>
            </a:xfrm>
            <a:custGeom>
              <a:avLst/>
              <a:pathLst>
                <a:path w="558423" h="71084">
                  <a:moveTo>
                    <a:pt x="0" y="0"/>
                  </a:moveTo>
                  <a:lnTo>
                    <a:pt x="271408" y="71084"/>
                  </a:lnTo>
                  <a:lnTo>
                    <a:pt x="558423" y="2129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l1255"/>
            <p:cNvSpPr/>
            <p:nvPr/>
          </p:nvSpPr>
          <p:spPr>
            <a:xfrm>
              <a:off x="3585896" y="4353776"/>
              <a:ext cx="1585319" cy="101821"/>
            </a:xfrm>
            <a:custGeom>
              <a:avLst/>
              <a:pathLst>
                <a:path w="1585319" h="101821">
                  <a:moveTo>
                    <a:pt x="0" y="101821"/>
                  </a:moveTo>
                  <a:lnTo>
                    <a:pt x="709180" y="165"/>
                  </a:lnTo>
                  <a:lnTo>
                    <a:pt x="1051362" y="30341"/>
                  </a:lnTo>
                  <a:lnTo>
                    <a:pt x="158531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l1256"/>
            <p:cNvSpPr/>
            <p:nvPr/>
          </p:nvSpPr>
          <p:spPr>
            <a:xfrm>
              <a:off x="3585896" y="4490483"/>
              <a:ext cx="563150" cy="15590"/>
            </a:xfrm>
            <a:custGeom>
              <a:avLst/>
              <a:pathLst>
                <a:path w="563150" h="15590">
                  <a:moveTo>
                    <a:pt x="0" y="15590"/>
                  </a:moveTo>
                  <a:lnTo>
                    <a:pt x="56315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l1257"/>
            <p:cNvSpPr/>
            <p:nvPr/>
          </p:nvSpPr>
          <p:spPr>
            <a:xfrm>
              <a:off x="3585896" y="4480574"/>
              <a:ext cx="507047" cy="39597"/>
            </a:xfrm>
            <a:custGeom>
              <a:avLst/>
              <a:pathLst>
                <a:path w="507047" h="39597">
                  <a:moveTo>
                    <a:pt x="0" y="0"/>
                  </a:moveTo>
                  <a:lnTo>
                    <a:pt x="507047" y="3959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l1258"/>
            <p:cNvSpPr/>
            <p:nvPr/>
          </p:nvSpPr>
          <p:spPr>
            <a:xfrm>
              <a:off x="3585896" y="4249850"/>
              <a:ext cx="1092380" cy="12336"/>
            </a:xfrm>
            <a:custGeom>
              <a:avLst/>
              <a:pathLst>
                <a:path w="1092380" h="12336">
                  <a:moveTo>
                    <a:pt x="0" y="12336"/>
                  </a:moveTo>
                  <a:lnTo>
                    <a:pt x="109238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l1259"/>
            <p:cNvSpPr/>
            <p:nvPr/>
          </p:nvSpPr>
          <p:spPr>
            <a:xfrm>
              <a:off x="3585896" y="4364160"/>
              <a:ext cx="559143" cy="97928"/>
            </a:xfrm>
            <a:custGeom>
              <a:avLst/>
              <a:pathLst>
                <a:path w="559143" h="97928">
                  <a:moveTo>
                    <a:pt x="0" y="0"/>
                  </a:moveTo>
                  <a:lnTo>
                    <a:pt x="559143" y="9792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l1260"/>
            <p:cNvSpPr/>
            <p:nvPr/>
          </p:nvSpPr>
          <p:spPr>
            <a:xfrm>
              <a:off x="3585896" y="4524981"/>
              <a:ext cx="554121" cy="90427"/>
            </a:xfrm>
            <a:custGeom>
              <a:avLst/>
              <a:pathLst>
                <a:path w="554121" h="90427">
                  <a:moveTo>
                    <a:pt x="0" y="14381"/>
                  </a:moveTo>
                  <a:lnTo>
                    <a:pt x="293620" y="0"/>
                  </a:lnTo>
                  <a:lnTo>
                    <a:pt x="554121" y="9042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l1261"/>
            <p:cNvSpPr/>
            <p:nvPr/>
          </p:nvSpPr>
          <p:spPr>
            <a:xfrm>
              <a:off x="3585896" y="3559349"/>
              <a:ext cx="937131" cy="213242"/>
            </a:xfrm>
            <a:custGeom>
              <a:avLst/>
              <a:pathLst>
                <a:path w="937131" h="213242">
                  <a:moveTo>
                    <a:pt x="0" y="213242"/>
                  </a:moveTo>
                  <a:lnTo>
                    <a:pt x="312314" y="154663"/>
                  </a:lnTo>
                  <a:lnTo>
                    <a:pt x="93713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l1262"/>
            <p:cNvSpPr/>
            <p:nvPr/>
          </p:nvSpPr>
          <p:spPr>
            <a:xfrm>
              <a:off x="3585896" y="4563540"/>
              <a:ext cx="1853357" cy="68282"/>
            </a:xfrm>
            <a:custGeom>
              <a:avLst/>
              <a:pathLst>
                <a:path w="1853357" h="68282">
                  <a:moveTo>
                    <a:pt x="0" y="0"/>
                  </a:moveTo>
                  <a:lnTo>
                    <a:pt x="791949" y="63971"/>
                  </a:lnTo>
                  <a:lnTo>
                    <a:pt x="1853357" y="6828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l1263"/>
            <p:cNvSpPr/>
            <p:nvPr/>
          </p:nvSpPr>
          <p:spPr>
            <a:xfrm>
              <a:off x="3585896" y="3346619"/>
              <a:ext cx="1591795" cy="866772"/>
            </a:xfrm>
            <a:custGeom>
              <a:avLst/>
              <a:pathLst>
                <a:path w="1591795" h="866772">
                  <a:moveTo>
                    <a:pt x="0" y="866772"/>
                  </a:moveTo>
                  <a:lnTo>
                    <a:pt x="871227" y="782610"/>
                  </a:lnTo>
                  <a:lnTo>
                    <a:pt x="159179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l1264"/>
            <p:cNvSpPr/>
            <p:nvPr/>
          </p:nvSpPr>
          <p:spPr>
            <a:xfrm>
              <a:off x="3585896" y="4471404"/>
              <a:ext cx="322389" cy="50342"/>
            </a:xfrm>
            <a:custGeom>
              <a:avLst/>
              <a:pathLst>
                <a:path w="322389" h="50342">
                  <a:moveTo>
                    <a:pt x="0" y="50342"/>
                  </a:moveTo>
                  <a:lnTo>
                    <a:pt x="32238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l1265"/>
            <p:cNvSpPr/>
            <p:nvPr/>
          </p:nvSpPr>
          <p:spPr>
            <a:xfrm>
              <a:off x="3585896" y="2948918"/>
              <a:ext cx="552497" cy="244245"/>
            </a:xfrm>
            <a:custGeom>
              <a:avLst/>
              <a:pathLst>
                <a:path w="552497" h="244245">
                  <a:moveTo>
                    <a:pt x="0" y="244245"/>
                  </a:moveTo>
                  <a:lnTo>
                    <a:pt x="305837" y="0"/>
                  </a:lnTo>
                  <a:lnTo>
                    <a:pt x="552497" y="18428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l1266"/>
            <p:cNvSpPr/>
            <p:nvPr/>
          </p:nvSpPr>
          <p:spPr>
            <a:xfrm>
              <a:off x="3585896" y="4333870"/>
              <a:ext cx="1650804" cy="237367"/>
            </a:xfrm>
            <a:custGeom>
              <a:avLst/>
              <a:pathLst>
                <a:path w="1650804" h="237367">
                  <a:moveTo>
                    <a:pt x="0" y="237367"/>
                  </a:moveTo>
                  <a:lnTo>
                    <a:pt x="952774" y="171113"/>
                  </a:lnTo>
                  <a:lnTo>
                    <a:pt x="165080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l1267"/>
            <p:cNvSpPr/>
            <p:nvPr/>
          </p:nvSpPr>
          <p:spPr>
            <a:xfrm>
              <a:off x="3585896" y="4234441"/>
              <a:ext cx="302072" cy="68186"/>
            </a:xfrm>
            <a:custGeom>
              <a:avLst/>
              <a:pathLst>
                <a:path w="302072" h="68186">
                  <a:moveTo>
                    <a:pt x="0" y="0"/>
                  </a:moveTo>
                  <a:lnTo>
                    <a:pt x="302072" y="6818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l1268"/>
            <p:cNvSpPr/>
            <p:nvPr/>
          </p:nvSpPr>
          <p:spPr>
            <a:xfrm>
              <a:off x="3585896" y="4463286"/>
              <a:ext cx="888009" cy="119173"/>
            </a:xfrm>
            <a:custGeom>
              <a:avLst/>
              <a:pathLst>
                <a:path w="888009" h="119173">
                  <a:moveTo>
                    <a:pt x="0" y="119173"/>
                  </a:moveTo>
                  <a:lnTo>
                    <a:pt x="88800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l1269"/>
            <p:cNvSpPr/>
            <p:nvPr/>
          </p:nvSpPr>
          <p:spPr>
            <a:xfrm>
              <a:off x="3585896" y="4330451"/>
              <a:ext cx="633508" cy="11111"/>
            </a:xfrm>
            <a:custGeom>
              <a:avLst/>
              <a:pathLst>
                <a:path w="633508" h="11111">
                  <a:moveTo>
                    <a:pt x="0" y="0"/>
                  </a:moveTo>
                  <a:lnTo>
                    <a:pt x="633508" y="1111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l1270"/>
            <p:cNvSpPr/>
            <p:nvPr/>
          </p:nvSpPr>
          <p:spPr>
            <a:xfrm>
              <a:off x="3585896" y="4601541"/>
              <a:ext cx="636142" cy="12388"/>
            </a:xfrm>
            <a:custGeom>
              <a:avLst/>
              <a:pathLst>
                <a:path w="636142" h="12388">
                  <a:moveTo>
                    <a:pt x="0" y="0"/>
                  </a:moveTo>
                  <a:lnTo>
                    <a:pt x="636142" y="1238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l1271"/>
            <p:cNvSpPr/>
            <p:nvPr/>
          </p:nvSpPr>
          <p:spPr>
            <a:xfrm>
              <a:off x="3585896" y="3916231"/>
              <a:ext cx="845551" cy="254360"/>
            </a:xfrm>
            <a:custGeom>
              <a:avLst/>
              <a:pathLst>
                <a:path w="845551" h="254360">
                  <a:moveTo>
                    <a:pt x="0" y="254360"/>
                  </a:moveTo>
                  <a:lnTo>
                    <a:pt x="84555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l1272"/>
            <p:cNvSpPr/>
            <p:nvPr/>
          </p:nvSpPr>
          <p:spPr>
            <a:xfrm>
              <a:off x="3585896" y="4409446"/>
              <a:ext cx="861383" cy="71410"/>
            </a:xfrm>
            <a:custGeom>
              <a:avLst/>
              <a:pathLst>
                <a:path w="861383" h="71410">
                  <a:moveTo>
                    <a:pt x="0" y="71410"/>
                  </a:moveTo>
                  <a:lnTo>
                    <a:pt x="86138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l1273"/>
            <p:cNvSpPr/>
            <p:nvPr/>
          </p:nvSpPr>
          <p:spPr>
            <a:xfrm>
              <a:off x="3585896" y="4428853"/>
              <a:ext cx="1334172" cy="76684"/>
            </a:xfrm>
            <a:custGeom>
              <a:avLst/>
              <a:pathLst>
                <a:path w="1334172" h="76684">
                  <a:moveTo>
                    <a:pt x="0" y="76684"/>
                  </a:moveTo>
                  <a:lnTo>
                    <a:pt x="286408" y="51997"/>
                  </a:lnTo>
                  <a:lnTo>
                    <a:pt x="795669" y="13764"/>
                  </a:lnTo>
                  <a:lnTo>
                    <a:pt x="133417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l1274"/>
            <p:cNvSpPr/>
            <p:nvPr/>
          </p:nvSpPr>
          <p:spPr>
            <a:xfrm>
              <a:off x="3585896" y="4174650"/>
              <a:ext cx="1838874" cy="355562"/>
            </a:xfrm>
            <a:custGeom>
              <a:avLst/>
              <a:pathLst>
                <a:path w="1838874" h="355562">
                  <a:moveTo>
                    <a:pt x="0" y="276124"/>
                  </a:moveTo>
                  <a:lnTo>
                    <a:pt x="791829" y="355562"/>
                  </a:lnTo>
                  <a:lnTo>
                    <a:pt x="1320029" y="251714"/>
                  </a:lnTo>
                  <a:lnTo>
                    <a:pt x="183887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l1275"/>
            <p:cNvSpPr/>
            <p:nvPr/>
          </p:nvSpPr>
          <p:spPr>
            <a:xfrm>
              <a:off x="3585896" y="4408296"/>
              <a:ext cx="541872" cy="80507"/>
            </a:xfrm>
            <a:custGeom>
              <a:avLst/>
              <a:pathLst>
                <a:path w="541872" h="80507">
                  <a:moveTo>
                    <a:pt x="0" y="80507"/>
                  </a:moveTo>
                  <a:lnTo>
                    <a:pt x="54187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l1276"/>
            <p:cNvSpPr/>
            <p:nvPr/>
          </p:nvSpPr>
          <p:spPr>
            <a:xfrm>
              <a:off x="3585896" y="3481602"/>
              <a:ext cx="287847" cy="324932"/>
            </a:xfrm>
            <a:custGeom>
              <a:avLst/>
              <a:pathLst>
                <a:path w="287847" h="324932">
                  <a:moveTo>
                    <a:pt x="0" y="0"/>
                  </a:moveTo>
                  <a:lnTo>
                    <a:pt x="287847" y="32493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l1277"/>
            <p:cNvSpPr/>
            <p:nvPr/>
          </p:nvSpPr>
          <p:spPr>
            <a:xfrm>
              <a:off x="3585896" y="4539947"/>
              <a:ext cx="2110640" cy="58791"/>
            </a:xfrm>
            <a:custGeom>
              <a:avLst/>
              <a:pathLst>
                <a:path w="2110640" h="58791">
                  <a:moveTo>
                    <a:pt x="0" y="43401"/>
                  </a:moveTo>
                  <a:lnTo>
                    <a:pt x="580732" y="39567"/>
                  </a:lnTo>
                  <a:lnTo>
                    <a:pt x="1085904" y="5739"/>
                  </a:lnTo>
                  <a:lnTo>
                    <a:pt x="1604749" y="58791"/>
                  </a:lnTo>
                  <a:lnTo>
                    <a:pt x="211064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l1278"/>
            <p:cNvSpPr/>
            <p:nvPr/>
          </p:nvSpPr>
          <p:spPr>
            <a:xfrm>
              <a:off x="3585896" y="4572270"/>
              <a:ext cx="574005" cy="64126"/>
            </a:xfrm>
            <a:custGeom>
              <a:avLst/>
              <a:pathLst>
                <a:path w="574005" h="64126">
                  <a:moveTo>
                    <a:pt x="0" y="12207"/>
                  </a:moveTo>
                  <a:lnTo>
                    <a:pt x="276803" y="64126"/>
                  </a:lnTo>
                  <a:lnTo>
                    <a:pt x="57400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l1279"/>
            <p:cNvSpPr/>
            <p:nvPr/>
          </p:nvSpPr>
          <p:spPr>
            <a:xfrm>
              <a:off x="3585896" y="4576355"/>
              <a:ext cx="1838625" cy="102778"/>
            </a:xfrm>
            <a:custGeom>
              <a:avLst/>
              <a:pathLst>
                <a:path w="1838625" h="102778">
                  <a:moveTo>
                    <a:pt x="0" y="43996"/>
                  </a:moveTo>
                  <a:lnTo>
                    <a:pt x="276679" y="41469"/>
                  </a:lnTo>
                  <a:lnTo>
                    <a:pt x="559863" y="42871"/>
                  </a:lnTo>
                  <a:lnTo>
                    <a:pt x="926148" y="102778"/>
                  </a:lnTo>
                  <a:lnTo>
                    <a:pt x="1305075" y="94913"/>
                  </a:lnTo>
                  <a:lnTo>
                    <a:pt x="183862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l1280"/>
            <p:cNvSpPr/>
            <p:nvPr/>
          </p:nvSpPr>
          <p:spPr>
            <a:xfrm>
              <a:off x="3585896" y="4502425"/>
              <a:ext cx="2392011" cy="129872"/>
            </a:xfrm>
            <a:custGeom>
              <a:avLst/>
              <a:pathLst>
                <a:path w="2392011" h="129872">
                  <a:moveTo>
                    <a:pt x="0" y="129872"/>
                  </a:moveTo>
                  <a:lnTo>
                    <a:pt x="608854" y="18219"/>
                  </a:lnTo>
                  <a:lnTo>
                    <a:pt x="917513" y="0"/>
                  </a:lnTo>
                  <a:lnTo>
                    <a:pt x="1339929" y="96091"/>
                  </a:lnTo>
                  <a:lnTo>
                    <a:pt x="1893316" y="81392"/>
                  </a:lnTo>
                  <a:lnTo>
                    <a:pt x="2392011" y="11815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l1281"/>
            <p:cNvSpPr/>
            <p:nvPr/>
          </p:nvSpPr>
          <p:spPr>
            <a:xfrm>
              <a:off x="3585896" y="3442950"/>
              <a:ext cx="251866" cy="120550"/>
            </a:xfrm>
            <a:custGeom>
              <a:avLst/>
              <a:pathLst>
                <a:path w="251866" h="120550">
                  <a:moveTo>
                    <a:pt x="0" y="120550"/>
                  </a:moveTo>
                  <a:lnTo>
                    <a:pt x="25186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l1282"/>
            <p:cNvSpPr/>
            <p:nvPr/>
          </p:nvSpPr>
          <p:spPr>
            <a:xfrm>
              <a:off x="3585896" y="3662638"/>
              <a:ext cx="585564" cy="498130"/>
            </a:xfrm>
            <a:custGeom>
              <a:avLst/>
              <a:pathLst>
                <a:path w="585564" h="498130">
                  <a:moveTo>
                    <a:pt x="0" y="0"/>
                  </a:moveTo>
                  <a:lnTo>
                    <a:pt x="302035" y="498130"/>
                  </a:lnTo>
                  <a:lnTo>
                    <a:pt x="585564" y="18128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l1283"/>
            <p:cNvSpPr/>
            <p:nvPr/>
          </p:nvSpPr>
          <p:spPr>
            <a:xfrm>
              <a:off x="3585896" y="3566510"/>
              <a:ext cx="291819" cy="242144"/>
            </a:xfrm>
            <a:custGeom>
              <a:avLst/>
              <a:pathLst>
                <a:path w="291819" h="242144">
                  <a:moveTo>
                    <a:pt x="0" y="242144"/>
                  </a:moveTo>
                  <a:lnTo>
                    <a:pt x="29181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pl1284"/>
            <p:cNvSpPr/>
            <p:nvPr/>
          </p:nvSpPr>
          <p:spPr>
            <a:xfrm>
              <a:off x="3585896" y="2943314"/>
              <a:ext cx="1783214" cy="838634"/>
            </a:xfrm>
            <a:custGeom>
              <a:avLst/>
              <a:pathLst>
                <a:path w="1783214" h="838634">
                  <a:moveTo>
                    <a:pt x="0" y="483968"/>
                  </a:moveTo>
                  <a:lnTo>
                    <a:pt x="342426" y="838634"/>
                  </a:lnTo>
                  <a:lnTo>
                    <a:pt x="881532" y="0"/>
                  </a:lnTo>
                  <a:lnTo>
                    <a:pt x="1475599" y="300120"/>
                  </a:lnTo>
                  <a:lnTo>
                    <a:pt x="1783214" y="56906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" name="pl1285"/>
            <p:cNvSpPr/>
            <p:nvPr/>
          </p:nvSpPr>
          <p:spPr>
            <a:xfrm>
              <a:off x="3585896" y="4494481"/>
              <a:ext cx="1333254" cy="117962"/>
            </a:xfrm>
            <a:custGeom>
              <a:avLst/>
              <a:pathLst>
                <a:path w="1333254" h="117962">
                  <a:moveTo>
                    <a:pt x="0" y="44224"/>
                  </a:moveTo>
                  <a:lnTo>
                    <a:pt x="835477" y="117962"/>
                  </a:lnTo>
                  <a:lnTo>
                    <a:pt x="133325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" name="pl1286"/>
            <p:cNvSpPr/>
            <p:nvPr/>
          </p:nvSpPr>
          <p:spPr>
            <a:xfrm>
              <a:off x="3585896" y="4323481"/>
              <a:ext cx="563687" cy="37283"/>
            </a:xfrm>
            <a:custGeom>
              <a:avLst/>
              <a:pathLst>
                <a:path w="563687" h="37283">
                  <a:moveTo>
                    <a:pt x="0" y="0"/>
                  </a:moveTo>
                  <a:lnTo>
                    <a:pt x="563687" y="3728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" name="pl1287"/>
            <p:cNvSpPr/>
            <p:nvPr/>
          </p:nvSpPr>
          <p:spPr>
            <a:xfrm>
              <a:off x="3585896" y="4525864"/>
              <a:ext cx="554039" cy="23242"/>
            </a:xfrm>
            <a:custGeom>
              <a:avLst/>
              <a:pathLst>
                <a:path w="554039" h="23242">
                  <a:moveTo>
                    <a:pt x="0" y="0"/>
                  </a:moveTo>
                  <a:lnTo>
                    <a:pt x="554039" y="2324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l1288"/>
            <p:cNvSpPr/>
            <p:nvPr/>
          </p:nvSpPr>
          <p:spPr>
            <a:xfrm>
              <a:off x="3585896" y="4308432"/>
              <a:ext cx="2398488" cy="162285"/>
            </a:xfrm>
            <a:custGeom>
              <a:avLst/>
              <a:pathLst>
                <a:path w="2398488" h="162285">
                  <a:moveTo>
                    <a:pt x="0" y="138363"/>
                  </a:moveTo>
                  <a:lnTo>
                    <a:pt x="277053" y="11661"/>
                  </a:lnTo>
                  <a:lnTo>
                    <a:pt x="805972" y="0"/>
                  </a:lnTo>
                  <a:lnTo>
                    <a:pt x="1344966" y="131260"/>
                  </a:lnTo>
                  <a:lnTo>
                    <a:pt x="1868129" y="162285"/>
                  </a:lnTo>
                  <a:lnTo>
                    <a:pt x="2398488" y="9591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l1289"/>
            <p:cNvSpPr/>
            <p:nvPr/>
          </p:nvSpPr>
          <p:spPr>
            <a:xfrm>
              <a:off x="3585896" y="3337874"/>
              <a:ext cx="1200323" cy="519890"/>
            </a:xfrm>
            <a:custGeom>
              <a:avLst/>
              <a:pathLst>
                <a:path w="1200323" h="519890">
                  <a:moveTo>
                    <a:pt x="0" y="114692"/>
                  </a:moveTo>
                  <a:lnTo>
                    <a:pt x="287847" y="519890"/>
                  </a:lnTo>
                  <a:lnTo>
                    <a:pt x="534438" y="0"/>
                  </a:lnTo>
                  <a:lnTo>
                    <a:pt x="795897" y="111071"/>
                  </a:lnTo>
                  <a:lnTo>
                    <a:pt x="1200323" y="16915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l1290"/>
            <p:cNvSpPr/>
            <p:nvPr/>
          </p:nvSpPr>
          <p:spPr>
            <a:xfrm>
              <a:off x="3585896" y="4519229"/>
              <a:ext cx="916074" cy="19769"/>
            </a:xfrm>
            <a:custGeom>
              <a:avLst/>
              <a:pathLst>
                <a:path w="916074" h="19769">
                  <a:moveTo>
                    <a:pt x="0" y="0"/>
                  </a:moveTo>
                  <a:lnTo>
                    <a:pt x="916074" y="1976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l1291"/>
            <p:cNvSpPr/>
            <p:nvPr/>
          </p:nvSpPr>
          <p:spPr>
            <a:xfrm>
              <a:off x="3585896" y="4335780"/>
              <a:ext cx="1837185" cy="73569"/>
            </a:xfrm>
            <a:custGeom>
              <a:avLst/>
              <a:pathLst>
                <a:path w="1837185" h="73569">
                  <a:moveTo>
                    <a:pt x="0" y="35144"/>
                  </a:moveTo>
                  <a:lnTo>
                    <a:pt x="805253" y="26517"/>
                  </a:lnTo>
                  <a:lnTo>
                    <a:pt x="1313875" y="73569"/>
                  </a:lnTo>
                  <a:lnTo>
                    <a:pt x="183718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l1292"/>
            <p:cNvSpPr/>
            <p:nvPr/>
          </p:nvSpPr>
          <p:spPr>
            <a:xfrm>
              <a:off x="3585896" y="4512105"/>
              <a:ext cx="574798" cy="780"/>
            </a:xfrm>
            <a:custGeom>
              <a:avLst/>
              <a:pathLst>
                <a:path w="574798" h="780">
                  <a:moveTo>
                    <a:pt x="0" y="780"/>
                  </a:moveTo>
                  <a:lnTo>
                    <a:pt x="57479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l1293"/>
            <p:cNvSpPr/>
            <p:nvPr/>
          </p:nvSpPr>
          <p:spPr>
            <a:xfrm>
              <a:off x="3585896" y="4347669"/>
              <a:ext cx="841233" cy="184819"/>
            </a:xfrm>
            <a:custGeom>
              <a:avLst/>
              <a:pathLst>
                <a:path w="841233" h="184819">
                  <a:moveTo>
                    <a:pt x="0" y="184819"/>
                  </a:moveTo>
                  <a:lnTo>
                    <a:pt x="84123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l1294"/>
            <p:cNvSpPr/>
            <p:nvPr/>
          </p:nvSpPr>
          <p:spPr>
            <a:xfrm>
              <a:off x="3585896" y="4580416"/>
              <a:ext cx="840274" cy="36522"/>
            </a:xfrm>
            <a:custGeom>
              <a:avLst/>
              <a:pathLst>
                <a:path w="840274" h="36522">
                  <a:moveTo>
                    <a:pt x="0" y="36522"/>
                  </a:moveTo>
                  <a:lnTo>
                    <a:pt x="84027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l1295"/>
            <p:cNvSpPr/>
            <p:nvPr/>
          </p:nvSpPr>
          <p:spPr>
            <a:xfrm>
              <a:off x="3585896" y="4578003"/>
              <a:ext cx="790514" cy="13898"/>
            </a:xfrm>
            <a:custGeom>
              <a:avLst/>
              <a:pathLst>
                <a:path w="790514" h="13898">
                  <a:moveTo>
                    <a:pt x="0" y="0"/>
                  </a:moveTo>
                  <a:lnTo>
                    <a:pt x="790514" y="1389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l1296"/>
            <p:cNvSpPr/>
            <p:nvPr/>
          </p:nvSpPr>
          <p:spPr>
            <a:xfrm>
              <a:off x="4446560" y="4342396"/>
              <a:ext cx="1283799" cy="90134"/>
            </a:xfrm>
            <a:custGeom>
              <a:avLst/>
              <a:pathLst>
                <a:path w="1283799" h="90134">
                  <a:moveTo>
                    <a:pt x="0" y="90134"/>
                  </a:moveTo>
                  <a:lnTo>
                    <a:pt x="788432" y="0"/>
                  </a:lnTo>
                  <a:lnTo>
                    <a:pt x="1283799" y="904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l1297"/>
            <p:cNvSpPr/>
            <p:nvPr/>
          </p:nvSpPr>
          <p:spPr>
            <a:xfrm>
              <a:off x="3585896" y="3751414"/>
              <a:ext cx="1635159" cy="815458"/>
            </a:xfrm>
            <a:custGeom>
              <a:avLst/>
              <a:pathLst>
                <a:path w="1635159" h="815458">
                  <a:moveTo>
                    <a:pt x="0" y="798525"/>
                  </a:moveTo>
                  <a:lnTo>
                    <a:pt x="1066431" y="0"/>
                  </a:lnTo>
                  <a:lnTo>
                    <a:pt x="1635159" y="81545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l1298"/>
            <p:cNvSpPr/>
            <p:nvPr/>
          </p:nvSpPr>
          <p:spPr>
            <a:xfrm>
              <a:off x="3585896" y="4533749"/>
              <a:ext cx="574163" cy="129284"/>
            </a:xfrm>
            <a:custGeom>
              <a:avLst/>
              <a:pathLst>
                <a:path w="574163" h="129284">
                  <a:moveTo>
                    <a:pt x="0" y="129284"/>
                  </a:moveTo>
                  <a:lnTo>
                    <a:pt x="57416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l1299"/>
            <p:cNvSpPr/>
            <p:nvPr/>
          </p:nvSpPr>
          <p:spPr>
            <a:xfrm>
              <a:off x="3585896" y="4241156"/>
              <a:ext cx="843392" cy="180262"/>
            </a:xfrm>
            <a:custGeom>
              <a:avLst/>
              <a:pathLst>
                <a:path w="843392" h="180262">
                  <a:moveTo>
                    <a:pt x="0" y="180262"/>
                  </a:moveTo>
                  <a:lnTo>
                    <a:pt x="84339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l1300"/>
            <p:cNvSpPr/>
            <p:nvPr/>
          </p:nvSpPr>
          <p:spPr>
            <a:xfrm>
              <a:off x="3585896" y="4442860"/>
              <a:ext cx="1869167" cy="120486"/>
            </a:xfrm>
            <a:custGeom>
              <a:avLst/>
              <a:pathLst>
                <a:path w="1869167" h="120486">
                  <a:moveTo>
                    <a:pt x="0" y="95909"/>
                  </a:moveTo>
                  <a:lnTo>
                    <a:pt x="807010" y="120486"/>
                  </a:lnTo>
                  <a:lnTo>
                    <a:pt x="1325136" y="37540"/>
                  </a:lnTo>
                  <a:lnTo>
                    <a:pt x="186916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l1301"/>
            <p:cNvSpPr/>
            <p:nvPr/>
          </p:nvSpPr>
          <p:spPr>
            <a:xfrm>
              <a:off x="3585896" y="4535406"/>
              <a:ext cx="548077" cy="33881"/>
            </a:xfrm>
            <a:custGeom>
              <a:avLst/>
              <a:pathLst>
                <a:path w="548077" h="33881">
                  <a:moveTo>
                    <a:pt x="0" y="33881"/>
                  </a:moveTo>
                  <a:lnTo>
                    <a:pt x="54807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l1302"/>
            <p:cNvSpPr/>
            <p:nvPr/>
          </p:nvSpPr>
          <p:spPr>
            <a:xfrm>
              <a:off x="3585896" y="4465421"/>
              <a:ext cx="291819" cy="33439"/>
            </a:xfrm>
            <a:custGeom>
              <a:avLst/>
              <a:pathLst>
                <a:path w="291819" h="33439">
                  <a:moveTo>
                    <a:pt x="0" y="33439"/>
                  </a:moveTo>
                  <a:lnTo>
                    <a:pt x="29181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l1303"/>
            <p:cNvSpPr/>
            <p:nvPr/>
          </p:nvSpPr>
          <p:spPr>
            <a:xfrm>
              <a:off x="3585896" y="4441360"/>
              <a:ext cx="1021858" cy="64721"/>
            </a:xfrm>
            <a:custGeom>
              <a:avLst/>
              <a:pathLst>
                <a:path w="1021858" h="64721">
                  <a:moveTo>
                    <a:pt x="0" y="64721"/>
                  </a:moveTo>
                  <a:lnTo>
                    <a:pt x="534945" y="0"/>
                  </a:lnTo>
                  <a:lnTo>
                    <a:pt x="1021858" y="3809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l1304"/>
            <p:cNvSpPr/>
            <p:nvPr/>
          </p:nvSpPr>
          <p:spPr>
            <a:xfrm>
              <a:off x="3585896" y="4606600"/>
              <a:ext cx="1875325" cy="21534"/>
            </a:xfrm>
            <a:custGeom>
              <a:avLst/>
              <a:pathLst>
                <a:path w="1875325" h="21534">
                  <a:moveTo>
                    <a:pt x="0" y="21534"/>
                  </a:moveTo>
                  <a:lnTo>
                    <a:pt x="1359359" y="5429"/>
                  </a:lnTo>
                  <a:lnTo>
                    <a:pt x="187532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l1305"/>
            <p:cNvSpPr/>
            <p:nvPr/>
          </p:nvSpPr>
          <p:spPr>
            <a:xfrm>
              <a:off x="3847837" y="3848850"/>
              <a:ext cx="267666" cy="64637"/>
            </a:xfrm>
            <a:custGeom>
              <a:avLst/>
              <a:pathLst>
                <a:path w="267666" h="64637">
                  <a:moveTo>
                    <a:pt x="0" y="64637"/>
                  </a:moveTo>
                  <a:lnTo>
                    <a:pt x="26766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l1306"/>
            <p:cNvSpPr/>
            <p:nvPr/>
          </p:nvSpPr>
          <p:spPr>
            <a:xfrm>
              <a:off x="3585896" y="3485818"/>
              <a:ext cx="278270" cy="161190"/>
            </a:xfrm>
            <a:custGeom>
              <a:avLst/>
              <a:pathLst>
                <a:path w="278270" h="161190">
                  <a:moveTo>
                    <a:pt x="0" y="161190"/>
                  </a:moveTo>
                  <a:lnTo>
                    <a:pt x="27827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l1307"/>
            <p:cNvSpPr/>
            <p:nvPr/>
          </p:nvSpPr>
          <p:spPr>
            <a:xfrm>
              <a:off x="3585896" y="4575287"/>
              <a:ext cx="790141" cy="32902"/>
            </a:xfrm>
            <a:custGeom>
              <a:avLst/>
              <a:pathLst>
                <a:path w="790141" h="32902">
                  <a:moveTo>
                    <a:pt x="0" y="0"/>
                  </a:moveTo>
                  <a:lnTo>
                    <a:pt x="790141" y="3290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l1308"/>
            <p:cNvSpPr/>
            <p:nvPr/>
          </p:nvSpPr>
          <p:spPr>
            <a:xfrm>
              <a:off x="3585896" y="4125804"/>
              <a:ext cx="1837820" cy="465663"/>
            </a:xfrm>
            <a:custGeom>
              <a:avLst/>
              <a:pathLst>
                <a:path w="1837820" h="465663">
                  <a:moveTo>
                    <a:pt x="0" y="465663"/>
                  </a:moveTo>
                  <a:lnTo>
                    <a:pt x="790776" y="0"/>
                  </a:lnTo>
                  <a:lnTo>
                    <a:pt x="1313938" y="431625"/>
                  </a:lnTo>
                  <a:lnTo>
                    <a:pt x="1837820" y="41322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l1309"/>
            <p:cNvSpPr/>
            <p:nvPr/>
          </p:nvSpPr>
          <p:spPr>
            <a:xfrm>
              <a:off x="3585896" y="4057661"/>
              <a:ext cx="1600539" cy="435274"/>
            </a:xfrm>
            <a:custGeom>
              <a:avLst/>
              <a:pathLst>
                <a:path w="1600539" h="435274">
                  <a:moveTo>
                    <a:pt x="0" y="418420"/>
                  </a:moveTo>
                  <a:lnTo>
                    <a:pt x="292165" y="435274"/>
                  </a:lnTo>
                  <a:lnTo>
                    <a:pt x="830439" y="308052"/>
                  </a:lnTo>
                  <a:lnTo>
                    <a:pt x="160053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l1310"/>
            <p:cNvSpPr/>
            <p:nvPr/>
          </p:nvSpPr>
          <p:spPr>
            <a:xfrm>
              <a:off x="3585896" y="4415103"/>
              <a:ext cx="1308985" cy="158193"/>
            </a:xfrm>
            <a:custGeom>
              <a:avLst/>
              <a:pathLst>
                <a:path w="1308985" h="158193">
                  <a:moveTo>
                    <a:pt x="0" y="158193"/>
                  </a:moveTo>
                  <a:lnTo>
                    <a:pt x="130898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l1311"/>
            <p:cNvSpPr/>
            <p:nvPr/>
          </p:nvSpPr>
          <p:spPr>
            <a:xfrm>
              <a:off x="3585896" y="4370184"/>
              <a:ext cx="1611890" cy="81666"/>
            </a:xfrm>
            <a:custGeom>
              <a:avLst/>
              <a:pathLst>
                <a:path w="1611890" h="81666">
                  <a:moveTo>
                    <a:pt x="0" y="81666"/>
                  </a:moveTo>
                  <a:lnTo>
                    <a:pt x="161189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l1312"/>
            <p:cNvSpPr/>
            <p:nvPr/>
          </p:nvSpPr>
          <p:spPr>
            <a:xfrm>
              <a:off x="3585896" y="4438668"/>
              <a:ext cx="936223" cy="48731"/>
            </a:xfrm>
            <a:custGeom>
              <a:avLst/>
              <a:pathLst>
                <a:path w="936223" h="48731">
                  <a:moveTo>
                    <a:pt x="0" y="45291"/>
                  </a:moveTo>
                  <a:lnTo>
                    <a:pt x="437528" y="0"/>
                  </a:lnTo>
                  <a:lnTo>
                    <a:pt x="936223" y="4873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l1313"/>
            <p:cNvSpPr/>
            <p:nvPr/>
          </p:nvSpPr>
          <p:spPr>
            <a:xfrm>
              <a:off x="3585896" y="4455779"/>
              <a:ext cx="508721" cy="128964"/>
            </a:xfrm>
            <a:custGeom>
              <a:avLst/>
              <a:pathLst>
                <a:path w="508721" h="128964">
                  <a:moveTo>
                    <a:pt x="0" y="128964"/>
                  </a:moveTo>
                  <a:lnTo>
                    <a:pt x="50872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l1314"/>
            <p:cNvSpPr/>
            <p:nvPr/>
          </p:nvSpPr>
          <p:spPr>
            <a:xfrm>
              <a:off x="3585896" y="4197945"/>
              <a:ext cx="583988" cy="55536"/>
            </a:xfrm>
            <a:custGeom>
              <a:avLst/>
              <a:pathLst>
                <a:path w="583988" h="55536">
                  <a:moveTo>
                    <a:pt x="0" y="55536"/>
                  </a:moveTo>
                  <a:lnTo>
                    <a:pt x="58398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l1315"/>
            <p:cNvSpPr/>
            <p:nvPr/>
          </p:nvSpPr>
          <p:spPr>
            <a:xfrm>
              <a:off x="3585896" y="4431716"/>
              <a:ext cx="2112799" cy="36689"/>
            </a:xfrm>
            <a:custGeom>
              <a:avLst/>
              <a:pathLst>
                <a:path w="2112799" h="36689">
                  <a:moveTo>
                    <a:pt x="0" y="23857"/>
                  </a:moveTo>
                  <a:lnTo>
                    <a:pt x="834037" y="0"/>
                  </a:lnTo>
                  <a:lnTo>
                    <a:pt x="2112799" y="3668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l1316"/>
            <p:cNvSpPr/>
            <p:nvPr/>
          </p:nvSpPr>
          <p:spPr>
            <a:xfrm>
              <a:off x="3585896" y="2264295"/>
              <a:ext cx="287847" cy="145838"/>
            </a:xfrm>
            <a:custGeom>
              <a:avLst/>
              <a:pathLst>
                <a:path w="287847" h="145838">
                  <a:moveTo>
                    <a:pt x="0" y="145838"/>
                  </a:moveTo>
                  <a:lnTo>
                    <a:pt x="28784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l1317"/>
            <p:cNvSpPr/>
            <p:nvPr/>
          </p:nvSpPr>
          <p:spPr>
            <a:xfrm>
              <a:off x="3585896" y="4466165"/>
              <a:ext cx="265716" cy="7600"/>
            </a:xfrm>
            <a:custGeom>
              <a:avLst/>
              <a:pathLst>
                <a:path w="265716" h="7600">
                  <a:moveTo>
                    <a:pt x="0" y="0"/>
                  </a:moveTo>
                  <a:lnTo>
                    <a:pt x="265716" y="760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l1318"/>
            <p:cNvSpPr/>
            <p:nvPr/>
          </p:nvSpPr>
          <p:spPr>
            <a:xfrm>
              <a:off x="3585896" y="4241681"/>
              <a:ext cx="1861475" cy="144555"/>
            </a:xfrm>
            <a:custGeom>
              <a:avLst/>
              <a:pathLst>
                <a:path w="1861475" h="144555">
                  <a:moveTo>
                    <a:pt x="0" y="144555"/>
                  </a:moveTo>
                  <a:lnTo>
                    <a:pt x="790683" y="49225"/>
                  </a:lnTo>
                  <a:lnTo>
                    <a:pt x="1337593" y="0"/>
                  </a:lnTo>
                  <a:lnTo>
                    <a:pt x="1861475" y="8207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l1319"/>
            <p:cNvSpPr/>
            <p:nvPr/>
          </p:nvSpPr>
          <p:spPr>
            <a:xfrm>
              <a:off x="3585896" y="3647752"/>
              <a:ext cx="272015" cy="231163"/>
            </a:xfrm>
            <a:custGeom>
              <a:avLst/>
              <a:pathLst>
                <a:path w="272015" h="231163">
                  <a:moveTo>
                    <a:pt x="0" y="231163"/>
                  </a:moveTo>
                  <a:lnTo>
                    <a:pt x="27201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l1320"/>
            <p:cNvSpPr/>
            <p:nvPr/>
          </p:nvSpPr>
          <p:spPr>
            <a:xfrm>
              <a:off x="3585896" y="4361094"/>
              <a:ext cx="855626" cy="78136"/>
            </a:xfrm>
            <a:custGeom>
              <a:avLst/>
              <a:pathLst>
                <a:path w="855626" h="78136">
                  <a:moveTo>
                    <a:pt x="0" y="0"/>
                  </a:moveTo>
                  <a:lnTo>
                    <a:pt x="308159" y="35976"/>
                  </a:lnTo>
                  <a:lnTo>
                    <a:pt x="588647" y="62217"/>
                  </a:lnTo>
                  <a:lnTo>
                    <a:pt x="855626" y="7813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l1321"/>
            <p:cNvSpPr/>
            <p:nvPr/>
          </p:nvSpPr>
          <p:spPr>
            <a:xfrm>
              <a:off x="3585896" y="4067149"/>
              <a:ext cx="544334" cy="242572"/>
            </a:xfrm>
            <a:custGeom>
              <a:avLst/>
              <a:pathLst>
                <a:path w="544334" h="242572">
                  <a:moveTo>
                    <a:pt x="0" y="242572"/>
                  </a:moveTo>
                  <a:lnTo>
                    <a:pt x="54433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l1322"/>
            <p:cNvSpPr/>
            <p:nvPr/>
          </p:nvSpPr>
          <p:spPr>
            <a:xfrm>
              <a:off x="3585896" y="2390858"/>
              <a:ext cx="313753" cy="81944"/>
            </a:xfrm>
            <a:custGeom>
              <a:avLst/>
              <a:pathLst>
                <a:path w="313753" h="81944">
                  <a:moveTo>
                    <a:pt x="0" y="81944"/>
                  </a:moveTo>
                  <a:lnTo>
                    <a:pt x="31375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l1323"/>
            <p:cNvSpPr/>
            <p:nvPr/>
          </p:nvSpPr>
          <p:spPr>
            <a:xfrm>
              <a:off x="3585896" y="3120637"/>
              <a:ext cx="572816" cy="474529"/>
            </a:xfrm>
            <a:custGeom>
              <a:avLst/>
              <a:pathLst>
                <a:path w="572816" h="474529">
                  <a:moveTo>
                    <a:pt x="0" y="474529"/>
                  </a:moveTo>
                  <a:lnTo>
                    <a:pt x="330041" y="0"/>
                  </a:lnTo>
                  <a:lnTo>
                    <a:pt x="572816" y="45042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l1324"/>
            <p:cNvSpPr/>
            <p:nvPr/>
          </p:nvSpPr>
          <p:spPr>
            <a:xfrm>
              <a:off x="3585896" y="4541794"/>
              <a:ext cx="550089" cy="62823"/>
            </a:xfrm>
            <a:custGeom>
              <a:avLst/>
              <a:pathLst>
                <a:path w="550089" h="62823">
                  <a:moveTo>
                    <a:pt x="0" y="0"/>
                  </a:moveTo>
                  <a:lnTo>
                    <a:pt x="550089" y="6282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l1325"/>
            <p:cNvSpPr/>
            <p:nvPr/>
          </p:nvSpPr>
          <p:spPr>
            <a:xfrm>
              <a:off x="3585896" y="3813898"/>
              <a:ext cx="266398" cy="318936"/>
            </a:xfrm>
            <a:custGeom>
              <a:avLst/>
              <a:pathLst>
                <a:path w="266398" h="318936">
                  <a:moveTo>
                    <a:pt x="0" y="318936"/>
                  </a:moveTo>
                  <a:lnTo>
                    <a:pt x="26639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l1326"/>
            <p:cNvSpPr/>
            <p:nvPr/>
          </p:nvSpPr>
          <p:spPr>
            <a:xfrm>
              <a:off x="3585896" y="3985061"/>
              <a:ext cx="302239" cy="55772"/>
            </a:xfrm>
            <a:custGeom>
              <a:avLst/>
              <a:pathLst>
                <a:path w="302239" h="55772">
                  <a:moveTo>
                    <a:pt x="0" y="55772"/>
                  </a:moveTo>
                  <a:lnTo>
                    <a:pt x="30223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l1327"/>
            <p:cNvSpPr/>
            <p:nvPr/>
          </p:nvSpPr>
          <p:spPr>
            <a:xfrm>
              <a:off x="3585896" y="4378847"/>
              <a:ext cx="1862372" cy="73394"/>
            </a:xfrm>
            <a:custGeom>
              <a:avLst/>
              <a:pathLst>
                <a:path w="1862372" h="73394">
                  <a:moveTo>
                    <a:pt x="0" y="51591"/>
                  </a:moveTo>
                  <a:lnTo>
                    <a:pt x="261443" y="73394"/>
                  </a:lnTo>
                  <a:lnTo>
                    <a:pt x="533237" y="25125"/>
                  </a:lnTo>
                  <a:lnTo>
                    <a:pt x="786542" y="0"/>
                  </a:lnTo>
                  <a:lnTo>
                    <a:pt x="1339357" y="16231"/>
                  </a:lnTo>
                  <a:lnTo>
                    <a:pt x="1862372" y="3212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l1328"/>
            <p:cNvSpPr/>
            <p:nvPr/>
          </p:nvSpPr>
          <p:spPr>
            <a:xfrm>
              <a:off x="3585896" y="3980156"/>
              <a:ext cx="1223005" cy="421868"/>
            </a:xfrm>
            <a:custGeom>
              <a:avLst/>
              <a:pathLst>
                <a:path w="1223005" h="421868">
                  <a:moveTo>
                    <a:pt x="0" y="421868"/>
                  </a:moveTo>
                  <a:lnTo>
                    <a:pt x="122300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l1329"/>
            <p:cNvSpPr/>
            <p:nvPr/>
          </p:nvSpPr>
          <p:spPr>
            <a:xfrm>
              <a:off x="3585896" y="2436549"/>
              <a:ext cx="532867" cy="779245"/>
            </a:xfrm>
            <a:custGeom>
              <a:avLst/>
              <a:pathLst>
                <a:path w="532867" h="779245">
                  <a:moveTo>
                    <a:pt x="0" y="779245"/>
                  </a:moveTo>
                  <a:lnTo>
                    <a:pt x="265169" y="564697"/>
                  </a:lnTo>
                  <a:lnTo>
                    <a:pt x="53286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l1330"/>
            <p:cNvSpPr/>
            <p:nvPr/>
          </p:nvSpPr>
          <p:spPr>
            <a:xfrm>
              <a:off x="3585896" y="4323439"/>
              <a:ext cx="2114958" cy="197372"/>
            </a:xfrm>
            <a:custGeom>
              <a:avLst/>
              <a:pathLst>
                <a:path w="2114958" h="197372">
                  <a:moveTo>
                    <a:pt x="0" y="192040"/>
                  </a:moveTo>
                  <a:lnTo>
                    <a:pt x="321795" y="86303"/>
                  </a:lnTo>
                  <a:lnTo>
                    <a:pt x="593685" y="197372"/>
                  </a:lnTo>
                  <a:lnTo>
                    <a:pt x="866420" y="139935"/>
                  </a:lnTo>
                  <a:lnTo>
                    <a:pt x="1329379" y="147590"/>
                  </a:lnTo>
                  <a:lnTo>
                    <a:pt x="211495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l1331"/>
            <p:cNvSpPr/>
            <p:nvPr/>
          </p:nvSpPr>
          <p:spPr>
            <a:xfrm>
              <a:off x="3585896" y="4330319"/>
              <a:ext cx="356930" cy="100566"/>
            </a:xfrm>
            <a:custGeom>
              <a:avLst/>
              <a:pathLst>
                <a:path w="356930" h="100566">
                  <a:moveTo>
                    <a:pt x="0" y="100566"/>
                  </a:moveTo>
                  <a:lnTo>
                    <a:pt x="35693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l1332"/>
            <p:cNvSpPr/>
            <p:nvPr/>
          </p:nvSpPr>
          <p:spPr>
            <a:xfrm>
              <a:off x="3585896" y="4461287"/>
              <a:ext cx="1087343" cy="128933"/>
            </a:xfrm>
            <a:custGeom>
              <a:avLst/>
              <a:pathLst>
                <a:path w="1087343" h="128933">
                  <a:moveTo>
                    <a:pt x="0" y="0"/>
                  </a:moveTo>
                  <a:lnTo>
                    <a:pt x="618911" y="100066"/>
                  </a:lnTo>
                  <a:lnTo>
                    <a:pt x="1087343" y="12893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l1333"/>
            <p:cNvSpPr/>
            <p:nvPr/>
          </p:nvSpPr>
          <p:spPr>
            <a:xfrm>
              <a:off x="3585896" y="4307561"/>
              <a:ext cx="2105603" cy="212139"/>
            </a:xfrm>
            <a:custGeom>
              <a:avLst/>
              <a:pathLst>
                <a:path w="2105603" h="212139">
                  <a:moveTo>
                    <a:pt x="0" y="83851"/>
                  </a:moveTo>
                  <a:lnTo>
                    <a:pt x="352514" y="201719"/>
                  </a:lnTo>
                  <a:lnTo>
                    <a:pt x="553457" y="212139"/>
                  </a:lnTo>
                  <a:lnTo>
                    <a:pt x="815327" y="169896"/>
                  </a:lnTo>
                  <a:lnTo>
                    <a:pt x="1082306" y="173411"/>
                  </a:lnTo>
                  <a:lnTo>
                    <a:pt x="1566064" y="22114"/>
                  </a:lnTo>
                  <a:lnTo>
                    <a:pt x="210560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l1334"/>
            <p:cNvSpPr/>
            <p:nvPr/>
          </p:nvSpPr>
          <p:spPr>
            <a:xfrm>
              <a:off x="3585896" y="3404135"/>
              <a:ext cx="282090" cy="376366"/>
            </a:xfrm>
            <a:custGeom>
              <a:avLst/>
              <a:pathLst>
                <a:path w="282090" h="376366">
                  <a:moveTo>
                    <a:pt x="0" y="0"/>
                  </a:moveTo>
                  <a:lnTo>
                    <a:pt x="282090" y="37636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l1335"/>
            <p:cNvSpPr/>
            <p:nvPr/>
          </p:nvSpPr>
          <p:spPr>
            <a:xfrm>
              <a:off x="3585896" y="4311379"/>
              <a:ext cx="617432" cy="51648"/>
            </a:xfrm>
            <a:custGeom>
              <a:avLst/>
              <a:pathLst>
                <a:path w="617432" h="51648">
                  <a:moveTo>
                    <a:pt x="0" y="51648"/>
                  </a:moveTo>
                  <a:lnTo>
                    <a:pt x="61743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l1336"/>
            <p:cNvSpPr/>
            <p:nvPr/>
          </p:nvSpPr>
          <p:spPr>
            <a:xfrm>
              <a:off x="3585896" y="4126317"/>
              <a:ext cx="2099127" cy="281738"/>
            </a:xfrm>
            <a:custGeom>
              <a:avLst/>
              <a:pathLst>
                <a:path w="2099127" h="281738">
                  <a:moveTo>
                    <a:pt x="0" y="281738"/>
                  </a:moveTo>
                  <a:lnTo>
                    <a:pt x="262823" y="184086"/>
                  </a:lnTo>
                  <a:lnTo>
                    <a:pt x="533237" y="251985"/>
                  </a:lnTo>
                  <a:lnTo>
                    <a:pt x="1318490" y="60173"/>
                  </a:lnTo>
                  <a:lnTo>
                    <a:pt x="1570207" y="136754"/>
                  </a:lnTo>
                  <a:lnTo>
                    <a:pt x="1817036" y="0"/>
                  </a:lnTo>
                  <a:lnTo>
                    <a:pt x="2099127" y="27917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l1337"/>
            <p:cNvSpPr/>
            <p:nvPr/>
          </p:nvSpPr>
          <p:spPr>
            <a:xfrm>
              <a:off x="3585896" y="4213084"/>
              <a:ext cx="271821" cy="10860"/>
            </a:xfrm>
            <a:custGeom>
              <a:avLst/>
              <a:pathLst>
                <a:path w="271821" h="10860">
                  <a:moveTo>
                    <a:pt x="0" y="0"/>
                  </a:moveTo>
                  <a:lnTo>
                    <a:pt x="271821" y="1086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l1338"/>
            <p:cNvSpPr/>
            <p:nvPr/>
          </p:nvSpPr>
          <p:spPr>
            <a:xfrm>
              <a:off x="3585896" y="2204643"/>
              <a:ext cx="1575964" cy="1549296"/>
            </a:xfrm>
            <a:custGeom>
              <a:avLst/>
              <a:pathLst>
                <a:path w="1575964" h="1549296">
                  <a:moveTo>
                    <a:pt x="0" y="1549296"/>
                  </a:moveTo>
                  <a:lnTo>
                    <a:pt x="503732" y="717935"/>
                  </a:lnTo>
                  <a:lnTo>
                    <a:pt x="1047044" y="165815"/>
                  </a:lnTo>
                  <a:lnTo>
                    <a:pt x="1314023" y="525734"/>
                  </a:lnTo>
                  <a:lnTo>
                    <a:pt x="157596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l1339"/>
            <p:cNvSpPr/>
            <p:nvPr/>
          </p:nvSpPr>
          <p:spPr>
            <a:xfrm>
              <a:off x="3585896" y="3594943"/>
              <a:ext cx="326978" cy="23488"/>
            </a:xfrm>
            <a:custGeom>
              <a:avLst/>
              <a:pathLst>
                <a:path w="326978" h="23488">
                  <a:moveTo>
                    <a:pt x="0" y="23488"/>
                  </a:moveTo>
                  <a:lnTo>
                    <a:pt x="32697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l1340"/>
            <p:cNvSpPr/>
            <p:nvPr/>
          </p:nvSpPr>
          <p:spPr>
            <a:xfrm>
              <a:off x="3585896" y="4582112"/>
              <a:ext cx="528199" cy="2668"/>
            </a:xfrm>
            <a:custGeom>
              <a:avLst/>
              <a:pathLst>
                <a:path w="528199" h="2668">
                  <a:moveTo>
                    <a:pt x="0" y="2668"/>
                  </a:moveTo>
                  <a:lnTo>
                    <a:pt x="52819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l1341"/>
            <p:cNvSpPr/>
            <p:nvPr/>
          </p:nvSpPr>
          <p:spPr>
            <a:xfrm>
              <a:off x="3585896" y="4202603"/>
              <a:ext cx="834037" cy="94791"/>
            </a:xfrm>
            <a:custGeom>
              <a:avLst/>
              <a:pathLst>
                <a:path w="834037" h="94791">
                  <a:moveTo>
                    <a:pt x="0" y="94791"/>
                  </a:moveTo>
                  <a:lnTo>
                    <a:pt x="83403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l1342"/>
            <p:cNvSpPr/>
            <p:nvPr/>
          </p:nvSpPr>
          <p:spPr>
            <a:xfrm>
              <a:off x="3585896" y="2825717"/>
              <a:ext cx="262660" cy="343807"/>
            </a:xfrm>
            <a:custGeom>
              <a:avLst/>
              <a:pathLst>
                <a:path w="262660" h="343807">
                  <a:moveTo>
                    <a:pt x="0" y="0"/>
                  </a:moveTo>
                  <a:lnTo>
                    <a:pt x="262660" y="34380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l1343"/>
            <p:cNvSpPr/>
            <p:nvPr/>
          </p:nvSpPr>
          <p:spPr>
            <a:xfrm>
              <a:off x="3585896" y="4582565"/>
              <a:ext cx="317308" cy="13882"/>
            </a:xfrm>
            <a:custGeom>
              <a:avLst/>
              <a:pathLst>
                <a:path w="317308" h="13882">
                  <a:moveTo>
                    <a:pt x="0" y="13882"/>
                  </a:moveTo>
                  <a:lnTo>
                    <a:pt x="31730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l1344"/>
            <p:cNvSpPr/>
            <p:nvPr/>
          </p:nvSpPr>
          <p:spPr>
            <a:xfrm>
              <a:off x="3585896" y="4365891"/>
              <a:ext cx="1671254" cy="188693"/>
            </a:xfrm>
            <a:custGeom>
              <a:avLst/>
              <a:pathLst>
                <a:path w="1671254" h="188693">
                  <a:moveTo>
                    <a:pt x="0" y="188693"/>
                  </a:moveTo>
                  <a:lnTo>
                    <a:pt x="795178" y="87470"/>
                  </a:lnTo>
                  <a:lnTo>
                    <a:pt x="167125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l1345"/>
            <p:cNvSpPr/>
            <p:nvPr/>
          </p:nvSpPr>
          <p:spPr>
            <a:xfrm>
              <a:off x="3585896" y="4355682"/>
              <a:ext cx="327426" cy="6767"/>
            </a:xfrm>
            <a:custGeom>
              <a:avLst/>
              <a:pathLst>
                <a:path w="327426" h="6767">
                  <a:moveTo>
                    <a:pt x="0" y="0"/>
                  </a:moveTo>
                  <a:lnTo>
                    <a:pt x="327426" y="676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l1346"/>
            <p:cNvSpPr/>
            <p:nvPr/>
          </p:nvSpPr>
          <p:spPr>
            <a:xfrm>
              <a:off x="3585896" y="4432735"/>
              <a:ext cx="1080866" cy="108436"/>
            </a:xfrm>
            <a:custGeom>
              <a:avLst/>
              <a:pathLst>
                <a:path w="1080866" h="108436">
                  <a:moveTo>
                    <a:pt x="0" y="103208"/>
                  </a:moveTo>
                  <a:lnTo>
                    <a:pt x="572922" y="0"/>
                  </a:lnTo>
                  <a:lnTo>
                    <a:pt x="1080866" y="10843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l1347"/>
            <p:cNvSpPr/>
            <p:nvPr/>
          </p:nvSpPr>
          <p:spPr>
            <a:xfrm>
              <a:off x="3585896" y="3734062"/>
              <a:ext cx="809570" cy="342298"/>
            </a:xfrm>
            <a:custGeom>
              <a:avLst/>
              <a:pathLst>
                <a:path w="809570" h="342298">
                  <a:moveTo>
                    <a:pt x="0" y="342298"/>
                  </a:moveTo>
                  <a:lnTo>
                    <a:pt x="295043" y="250441"/>
                  </a:lnTo>
                  <a:lnTo>
                    <a:pt x="541744" y="161203"/>
                  </a:lnTo>
                  <a:lnTo>
                    <a:pt x="80957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l1348"/>
            <p:cNvSpPr/>
            <p:nvPr/>
          </p:nvSpPr>
          <p:spPr>
            <a:xfrm>
              <a:off x="3585896" y="2087757"/>
              <a:ext cx="530759" cy="319740"/>
            </a:xfrm>
            <a:custGeom>
              <a:avLst/>
              <a:pathLst>
                <a:path w="530759" h="319740">
                  <a:moveTo>
                    <a:pt x="0" y="249782"/>
                  </a:moveTo>
                  <a:lnTo>
                    <a:pt x="274174" y="0"/>
                  </a:lnTo>
                  <a:lnTo>
                    <a:pt x="530759" y="31974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l1349"/>
            <p:cNvSpPr/>
            <p:nvPr/>
          </p:nvSpPr>
          <p:spPr>
            <a:xfrm>
              <a:off x="3585896" y="4391065"/>
              <a:ext cx="2453179" cy="130970"/>
            </a:xfrm>
            <a:custGeom>
              <a:avLst/>
              <a:pathLst>
                <a:path w="2453179" h="130970">
                  <a:moveTo>
                    <a:pt x="0" y="122702"/>
                  </a:moveTo>
                  <a:lnTo>
                    <a:pt x="1325537" y="49232"/>
                  </a:lnTo>
                  <a:lnTo>
                    <a:pt x="1863811" y="130970"/>
                  </a:lnTo>
                  <a:lnTo>
                    <a:pt x="245317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l1350"/>
            <p:cNvSpPr/>
            <p:nvPr/>
          </p:nvSpPr>
          <p:spPr>
            <a:xfrm>
              <a:off x="3585896" y="4612491"/>
              <a:ext cx="860663" cy="45915"/>
            </a:xfrm>
            <a:custGeom>
              <a:avLst/>
              <a:pathLst>
                <a:path w="860663" h="45915">
                  <a:moveTo>
                    <a:pt x="0" y="45915"/>
                  </a:moveTo>
                  <a:lnTo>
                    <a:pt x="86066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l1351"/>
            <p:cNvSpPr/>
            <p:nvPr/>
          </p:nvSpPr>
          <p:spPr>
            <a:xfrm>
              <a:off x="3585896" y="4545822"/>
              <a:ext cx="268417" cy="23372"/>
            </a:xfrm>
            <a:custGeom>
              <a:avLst/>
              <a:pathLst>
                <a:path w="268417" h="23372">
                  <a:moveTo>
                    <a:pt x="0" y="23372"/>
                  </a:moveTo>
                  <a:lnTo>
                    <a:pt x="26841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l1352"/>
            <p:cNvSpPr/>
            <p:nvPr/>
          </p:nvSpPr>
          <p:spPr>
            <a:xfrm>
              <a:off x="3585896" y="4564390"/>
              <a:ext cx="1047044" cy="11059"/>
            </a:xfrm>
            <a:custGeom>
              <a:avLst/>
              <a:pathLst>
                <a:path w="1047044" h="11059">
                  <a:moveTo>
                    <a:pt x="0" y="11059"/>
                  </a:moveTo>
                  <a:lnTo>
                    <a:pt x="523162" y="7914"/>
                  </a:lnTo>
                  <a:lnTo>
                    <a:pt x="104704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l1353"/>
            <p:cNvSpPr/>
            <p:nvPr/>
          </p:nvSpPr>
          <p:spPr>
            <a:xfrm>
              <a:off x="3585896" y="4320920"/>
              <a:ext cx="528563" cy="32637"/>
            </a:xfrm>
            <a:custGeom>
              <a:avLst/>
              <a:pathLst>
                <a:path w="528563" h="32637">
                  <a:moveTo>
                    <a:pt x="0" y="32637"/>
                  </a:moveTo>
                  <a:lnTo>
                    <a:pt x="52856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l1354"/>
            <p:cNvSpPr/>
            <p:nvPr/>
          </p:nvSpPr>
          <p:spPr>
            <a:xfrm>
              <a:off x="3585896" y="4470877"/>
              <a:ext cx="1550657" cy="125930"/>
            </a:xfrm>
            <a:custGeom>
              <a:avLst/>
              <a:pathLst>
                <a:path w="1550657" h="125930">
                  <a:moveTo>
                    <a:pt x="0" y="16472"/>
                  </a:moveTo>
                  <a:lnTo>
                    <a:pt x="885130" y="125930"/>
                  </a:lnTo>
                  <a:lnTo>
                    <a:pt x="155065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l1355"/>
            <p:cNvSpPr/>
            <p:nvPr/>
          </p:nvSpPr>
          <p:spPr>
            <a:xfrm>
              <a:off x="3585896" y="4479033"/>
              <a:ext cx="1077988" cy="55659"/>
            </a:xfrm>
            <a:custGeom>
              <a:avLst/>
              <a:pathLst>
                <a:path w="1077988" h="55659">
                  <a:moveTo>
                    <a:pt x="0" y="1490"/>
                  </a:moveTo>
                  <a:lnTo>
                    <a:pt x="572816" y="55659"/>
                  </a:lnTo>
                  <a:lnTo>
                    <a:pt x="107798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l1356"/>
            <p:cNvSpPr/>
            <p:nvPr/>
          </p:nvSpPr>
          <p:spPr>
            <a:xfrm>
              <a:off x="3585896" y="4212439"/>
              <a:ext cx="824682" cy="228099"/>
            </a:xfrm>
            <a:custGeom>
              <a:avLst/>
              <a:pathLst>
                <a:path w="824682" h="228099">
                  <a:moveTo>
                    <a:pt x="0" y="0"/>
                  </a:moveTo>
                  <a:lnTo>
                    <a:pt x="286408" y="122976"/>
                  </a:lnTo>
                  <a:lnTo>
                    <a:pt x="557495" y="166685"/>
                  </a:lnTo>
                  <a:lnTo>
                    <a:pt x="824682" y="22809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l1357"/>
            <p:cNvSpPr/>
            <p:nvPr/>
          </p:nvSpPr>
          <p:spPr>
            <a:xfrm>
              <a:off x="3585896" y="4310165"/>
              <a:ext cx="2402805" cy="213500"/>
            </a:xfrm>
            <a:custGeom>
              <a:avLst/>
              <a:pathLst>
                <a:path w="2402805" h="213500">
                  <a:moveTo>
                    <a:pt x="0" y="213500"/>
                  </a:moveTo>
                  <a:lnTo>
                    <a:pt x="820365" y="203699"/>
                  </a:lnTo>
                  <a:lnTo>
                    <a:pt x="240280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l1358"/>
            <p:cNvSpPr/>
            <p:nvPr/>
          </p:nvSpPr>
          <p:spPr>
            <a:xfrm>
              <a:off x="3585896" y="2982580"/>
              <a:ext cx="287127" cy="172648"/>
            </a:xfrm>
            <a:custGeom>
              <a:avLst/>
              <a:pathLst>
                <a:path w="287127" h="172648">
                  <a:moveTo>
                    <a:pt x="0" y="172648"/>
                  </a:moveTo>
                  <a:lnTo>
                    <a:pt x="28712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l1359"/>
            <p:cNvSpPr/>
            <p:nvPr/>
          </p:nvSpPr>
          <p:spPr>
            <a:xfrm>
              <a:off x="3585896" y="4442402"/>
              <a:ext cx="1076549" cy="148811"/>
            </a:xfrm>
            <a:custGeom>
              <a:avLst/>
              <a:pathLst>
                <a:path w="1076549" h="148811">
                  <a:moveTo>
                    <a:pt x="0" y="0"/>
                  </a:moveTo>
                  <a:lnTo>
                    <a:pt x="1076549" y="14881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l1360"/>
            <p:cNvSpPr/>
            <p:nvPr/>
          </p:nvSpPr>
          <p:spPr>
            <a:xfrm>
              <a:off x="3585896" y="4414386"/>
              <a:ext cx="559143" cy="71247"/>
            </a:xfrm>
            <a:custGeom>
              <a:avLst/>
              <a:pathLst>
                <a:path w="559143" h="71247">
                  <a:moveTo>
                    <a:pt x="0" y="71247"/>
                  </a:moveTo>
                  <a:lnTo>
                    <a:pt x="55914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l1361"/>
            <p:cNvSpPr/>
            <p:nvPr/>
          </p:nvSpPr>
          <p:spPr>
            <a:xfrm>
              <a:off x="3585896" y="4237363"/>
              <a:ext cx="1682342" cy="63187"/>
            </a:xfrm>
            <a:custGeom>
              <a:avLst/>
              <a:pathLst>
                <a:path w="1682342" h="63187">
                  <a:moveTo>
                    <a:pt x="0" y="0"/>
                  </a:moveTo>
                  <a:lnTo>
                    <a:pt x="281964" y="28927"/>
                  </a:lnTo>
                  <a:lnTo>
                    <a:pt x="553980" y="54072"/>
                  </a:lnTo>
                  <a:lnTo>
                    <a:pt x="1057101" y="38452"/>
                  </a:lnTo>
                  <a:lnTo>
                    <a:pt x="1279355" y="63187"/>
                  </a:lnTo>
                  <a:lnTo>
                    <a:pt x="1682342" y="1599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" name="pl1362"/>
            <p:cNvSpPr/>
            <p:nvPr/>
          </p:nvSpPr>
          <p:spPr>
            <a:xfrm>
              <a:off x="3585896" y="3834247"/>
              <a:ext cx="790141" cy="67564"/>
            </a:xfrm>
            <a:custGeom>
              <a:avLst/>
              <a:pathLst>
                <a:path w="790141" h="67564">
                  <a:moveTo>
                    <a:pt x="0" y="59819"/>
                  </a:moveTo>
                  <a:lnTo>
                    <a:pt x="503235" y="67564"/>
                  </a:lnTo>
                  <a:lnTo>
                    <a:pt x="79014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l1363"/>
            <p:cNvSpPr/>
            <p:nvPr/>
          </p:nvSpPr>
          <p:spPr>
            <a:xfrm>
              <a:off x="3585896" y="4502659"/>
              <a:ext cx="291608" cy="6309"/>
            </a:xfrm>
            <a:custGeom>
              <a:avLst/>
              <a:pathLst>
                <a:path w="291608" h="6309">
                  <a:moveTo>
                    <a:pt x="0" y="6309"/>
                  </a:moveTo>
                  <a:lnTo>
                    <a:pt x="29160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l1364"/>
            <p:cNvSpPr/>
            <p:nvPr/>
          </p:nvSpPr>
          <p:spPr>
            <a:xfrm>
              <a:off x="3585896" y="4302429"/>
              <a:ext cx="790860" cy="28896"/>
            </a:xfrm>
            <a:custGeom>
              <a:avLst/>
              <a:pathLst>
                <a:path w="790860" h="28896">
                  <a:moveTo>
                    <a:pt x="0" y="28896"/>
                  </a:moveTo>
                  <a:lnTo>
                    <a:pt x="79086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l1365"/>
            <p:cNvSpPr/>
            <p:nvPr/>
          </p:nvSpPr>
          <p:spPr>
            <a:xfrm>
              <a:off x="3585896" y="4182088"/>
              <a:ext cx="2628766" cy="403729"/>
            </a:xfrm>
            <a:custGeom>
              <a:avLst/>
              <a:pathLst>
                <a:path w="2628766" h="403729">
                  <a:moveTo>
                    <a:pt x="0" y="403729"/>
                  </a:moveTo>
                  <a:lnTo>
                    <a:pt x="792529" y="345340"/>
                  </a:lnTo>
                  <a:lnTo>
                    <a:pt x="1561572" y="372230"/>
                  </a:lnTo>
                  <a:lnTo>
                    <a:pt x="2095528" y="368064"/>
                  </a:lnTo>
                  <a:lnTo>
                    <a:pt x="262876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l1366"/>
            <p:cNvSpPr/>
            <p:nvPr/>
          </p:nvSpPr>
          <p:spPr>
            <a:xfrm>
              <a:off x="3585896" y="4078801"/>
              <a:ext cx="657731" cy="143753"/>
            </a:xfrm>
            <a:custGeom>
              <a:avLst/>
              <a:pathLst>
                <a:path w="657731" h="143753">
                  <a:moveTo>
                    <a:pt x="0" y="79529"/>
                  </a:moveTo>
                  <a:lnTo>
                    <a:pt x="297202" y="0"/>
                  </a:lnTo>
                  <a:lnTo>
                    <a:pt x="657731" y="14375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l1367"/>
            <p:cNvSpPr/>
            <p:nvPr/>
          </p:nvSpPr>
          <p:spPr>
            <a:xfrm>
              <a:off x="3837763" y="3440718"/>
              <a:ext cx="551436" cy="245500"/>
            </a:xfrm>
            <a:custGeom>
              <a:avLst/>
              <a:pathLst>
                <a:path w="551436" h="245500">
                  <a:moveTo>
                    <a:pt x="0" y="0"/>
                  </a:moveTo>
                  <a:lnTo>
                    <a:pt x="260501" y="186942"/>
                  </a:lnTo>
                  <a:lnTo>
                    <a:pt x="551436" y="24550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l1368"/>
            <p:cNvSpPr/>
            <p:nvPr/>
          </p:nvSpPr>
          <p:spPr>
            <a:xfrm>
              <a:off x="4436485" y="4501573"/>
              <a:ext cx="1253575" cy="7167"/>
            </a:xfrm>
            <a:custGeom>
              <a:avLst/>
              <a:pathLst>
                <a:path w="1253575" h="7167">
                  <a:moveTo>
                    <a:pt x="0" y="5182"/>
                  </a:moveTo>
                  <a:lnTo>
                    <a:pt x="667805" y="7167"/>
                  </a:lnTo>
                  <a:lnTo>
                    <a:pt x="125357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l1369"/>
            <p:cNvSpPr/>
            <p:nvPr/>
          </p:nvSpPr>
          <p:spPr>
            <a:xfrm>
              <a:off x="3585896" y="4441561"/>
              <a:ext cx="1332013" cy="111222"/>
            </a:xfrm>
            <a:custGeom>
              <a:avLst/>
              <a:pathLst>
                <a:path w="1332013" h="111222">
                  <a:moveTo>
                    <a:pt x="0" y="0"/>
                  </a:moveTo>
                  <a:lnTo>
                    <a:pt x="820365" y="52618"/>
                  </a:lnTo>
                  <a:lnTo>
                    <a:pt x="1332013" y="11122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l1370"/>
            <p:cNvSpPr/>
            <p:nvPr/>
          </p:nvSpPr>
          <p:spPr>
            <a:xfrm>
              <a:off x="3585896" y="4441354"/>
              <a:ext cx="1088063" cy="70740"/>
            </a:xfrm>
            <a:custGeom>
              <a:avLst/>
              <a:pathLst>
                <a:path w="1088063" h="70740">
                  <a:moveTo>
                    <a:pt x="0" y="70740"/>
                  </a:moveTo>
                  <a:lnTo>
                    <a:pt x="635423" y="14872"/>
                  </a:lnTo>
                  <a:lnTo>
                    <a:pt x="108806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l1371"/>
            <p:cNvSpPr/>
            <p:nvPr/>
          </p:nvSpPr>
          <p:spPr>
            <a:xfrm>
              <a:off x="3585896" y="4373643"/>
              <a:ext cx="307444" cy="21098"/>
            </a:xfrm>
            <a:custGeom>
              <a:avLst/>
              <a:pathLst>
                <a:path w="307444" h="21098">
                  <a:moveTo>
                    <a:pt x="0" y="21098"/>
                  </a:moveTo>
                  <a:lnTo>
                    <a:pt x="30744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l1372"/>
            <p:cNvSpPr/>
            <p:nvPr/>
          </p:nvSpPr>
          <p:spPr>
            <a:xfrm>
              <a:off x="3585896" y="3566427"/>
              <a:ext cx="2124313" cy="982548"/>
            </a:xfrm>
            <a:custGeom>
              <a:avLst/>
              <a:pathLst>
                <a:path w="2124313" h="982548">
                  <a:moveTo>
                    <a:pt x="0" y="891730"/>
                  </a:moveTo>
                  <a:lnTo>
                    <a:pt x="769991" y="0"/>
                  </a:lnTo>
                  <a:lnTo>
                    <a:pt x="1338911" y="930548"/>
                  </a:lnTo>
                  <a:lnTo>
                    <a:pt x="2124313" y="98254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l1373"/>
            <p:cNvSpPr/>
            <p:nvPr/>
          </p:nvSpPr>
          <p:spPr>
            <a:xfrm>
              <a:off x="3585896" y="4418647"/>
              <a:ext cx="2124313" cy="151334"/>
            </a:xfrm>
            <a:custGeom>
              <a:avLst/>
              <a:pathLst>
                <a:path w="2124313" h="151334">
                  <a:moveTo>
                    <a:pt x="0" y="0"/>
                  </a:moveTo>
                  <a:lnTo>
                    <a:pt x="838355" y="33106"/>
                  </a:lnTo>
                  <a:lnTo>
                    <a:pt x="1641237" y="113716"/>
                  </a:lnTo>
                  <a:lnTo>
                    <a:pt x="2124313" y="15133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l1374"/>
            <p:cNvSpPr/>
            <p:nvPr/>
          </p:nvSpPr>
          <p:spPr>
            <a:xfrm>
              <a:off x="3585896" y="3721634"/>
              <a:ext cx="836196" cy="506934"/>
            </a:xfrm>
            <a:custGeom>
              <a:avLst/>
              <a:pathLst>
                <a:path w="836196" h="506934">
                  <a:moveTo>
                    <a:pt x="0" y="506934"/>
                  </a:moveTo>
                  <a:lnTo>
                    <a:pt x="301783" y="500443"/>
                  </a:lnTo>
                  <a:lnTo>
                    <a:pt x="523162" y="0"/>
                  </a:lnTo>
                  <a:lnTo>
                    <a:pt x="836196" y="26289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l1375"/>
            <p:cNvSpPr/>
            <p:nvPr/>
          </p:nvSpPr>
          <p:spPr>
            <a:xfrm>
              <a:off x="3585896" y="4353532"/>
              <a:ext cx="529367" cy="80244"/>
            </a:xfrm>
            <a:custGeom>
              <a:avLst/>
              <a:pathLst>
                <a:path w="529367" h="80244">
                  <a:moveTo>
                    <a:pt x="0" y="0"/>
                  </a:moveTo>
                  <a:lnTo>
                    <a:pt x="529367" y="8024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l1376"/>
            <p:cNvSpPr/>
            <p:nvPr/>
          </p:nvSpPr>
          <p:spPr>
            <a:xfrm>
              <a:off x="3585896" y="3166537"/>
              <a:ext cx="318790" cy="665093"/>
            </a:xfrm>
            <a:custGeom>
              <a:avLst/>
              <a:pathLst>
                <a:path w="318790" h="665093">
                  <a:moveTo>
                    <a:pt x="0" y="0"/>
                  </a:moveTo>
                  <a:lnTo>
                    <a:pt x="318790" y="66509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l1377"/>
            <p:cNvSpPr/>
            <p:nvPr/>
          </p:nvSpPr>
          <p:spPr>
            <a:xfrm>
              <a:off x="3585896" y="4419438"/>
              <a:ext cx="553386" cy="121750"/>
            </a:xfrm>
            <a:custGeom>
              <a:avLst/>
              <a:pathLst>
                <a:path w="553386" h="121750">
                  <a:moveTo>
                    <a:pt x="0" y="0"/>
                  </a:moveTo>
                  <a:lnTo>
                    <a:pt x="268067" y="121750"/>
                  </a:lnTo>
                  <a:lnTo>
                    <a:pt x="553386" y="11551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l1378"/>
            <p:cNvSpPr/>
            <p:nvPr/>
          </p:nvSpPr>
          <p:spPr>
            <a:xfrm>
              <a:off x="3585896" y="4559497"/>
              <a:ext cx="1078708" cy="31540"/>
            </a:xfrm>
            <a:custGeom>
              <a:avLst/>
              <a:pathLst>
                <a:path w="1078708" h="31540">
                  <a:moveTo>
                    <a:pt x="0" y="0"/>
                  </a:moveTo>
                  <a:lnTo>
                    <a:pt x="580012" y="31540"/>
                  </a:lnTo>
                  <a:lnTo>
                    <a:pt x="1078708" y="1186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l1379"/>
            <p:cNvSpPr/>
            <p:nvPr/>
          </p:nvSpPr>
          <p:spPr>
            <a:xfrm>
              <a:off x="3585896" y="3969075"/>
              <a:ext cx="1144193" cy="340589"/>
            </a:xfrm>
            <a:custGeom>
              <a:avLst/>
              <a:pathLst>
                <a:path w="1144193" h="340589">
                  <a:moveTo>
                    <a:pt x="0" y="340589"/>
                  </a:moveTo>
                  <a:lnTo>
                    <a:pt x="272015" y="44743"/>
                  </a:lnTo>
                  <a:lnTo>
                    <a:pt x="539987" y="0"/>
                  </a:lnTo>
                  <a:lnTo>
                    <a:pt x="801654" y="281234"/>
                  </a:lnTo>
                  <a:lnTo>
                    <a:pt x="1144193" y="6319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l1380"/>
            <p:cNvSpPr/>
            <p:nvPr/>
          </p:nvSpPr>
          <p:spPr>
            <a:xfrm>
              <a:off x="3585896" y="4488472"/>
              <a:ext cx="1845821" cy="39502"/>
            </a:xfrm>
            <a:custGeom>
              <a:avLst/>
              <a:pathLst>
                <a:path w="1845821" h="39502">
                  <a:moveTo>
                    <a:pt x="0" y="0"/>
                  </a:moveTo>
                  <a:lnTo>
                    <a:pt x="788701" y="10275"/>
                  </a:lnTo>
                  <a:lnTo>
                    <a:pt x="1316661" y="22985"/>
                  </a:lnTo>
                  <a:lnTo>
                    <a:pt x="1845821" y="3950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l1381"/>
            <p:cNvSpPr/>
            <p:nvPr/>
          </p:nvSpPr>
          <p:spPr>
            <a:xfrm>
              <a:off x="3585896" y="4476456"/>
              <a:ext cx="619225" cy="81159"/>
            </a:xfrm>
            <a:custGeom>
              <a:avLst/>
              <a:pathLst>
                <a:path w="619225" h="81159">
                  <a:moveTo>
                    <a:pt x="0" y="81159"/>
                  </a:moveTo>
                  <a:lnTo>
                    <a:pt x="61922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l1382"/>
            <p:cNvSpPr/>
            <p:nvPr/>
          </p:nvSpPr>
          <p:spPr>
            <a:xfrm>
              <a:off x="3585896" y="4419232"/>
              <a:ext cx="513087" cy="21880"/>
            </a:xfrm>
            <a:custGeom>
              <a:avLst/>
              <a:pathLst>
                <a:path w="513087" h="21880">
                  <a:moveTo>
                    <a:pt x="0" y="21880"/>
                  </a:moveTo>
                  <a:lnTo>
                    <a:pt x="285094" y="0"/>
                  </a:lnTo>
                  <a:lnTo>
                    <a:pt x="513087" y="1318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l1383"/>
            <p:cNvSpPr/>
            <p:nvPr/>
          </p:nvSpPr>
          <p:spPr>
            <a:xfrm>
              <a:off x="3585896" y="3062068"/>
              <a:ext cx="266732" cy="262220"/>
            </a:xfrm>
            <a:custGeom>
              <a:avLst/>
              <a:pathLst>
                <a:path w="266732" h="262220">
                  <a:moveTo>
                    <a:pt x="0" y="262220"/>
                  </a:moveTo>
                  <a:lnTo>
                    <a:pt x="26673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" name="pl1384"/>
            <p:cNvSpPr/>
            <p:nvPr/>
          </p:nvSpPr>
          <p:spPr>
            <a:xfrm>
              <a:off x="3585896" y="4583111"/>
              <a:ext cx="540832" cy="36201"/>
            </a:xfrm>
            <a:custGeom>
              <a:avLst/>
              <a:pathLst>
                <a:path w="540832" h="36201">
                  <a:moveTo>
                    <a:pt x="0" y="0"/>
                  </a:moveTo>
                  <a:lnTo>
                    <a:pt x="540832" y="3620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" name="pl1385"/>
            <p:cNvSpPr/>
            <p:nvPr/>
          </p:nvSpPr>
          <p:spPr>
            <a:xfrm>
              <a:off x="3585896" y="4505631"/>
              <a:ext cx="888009" cy="45140"/>
            </a:xfrm>
            <a:custGeom>
              <a:avLst/>
              <a:pathLst>
                <a:path w="888009" h="45140">
                  <a:moveTo>
                    <a:pt x="0" y="0"/>
                  </a:moveTo>
                  <a:lnTo>
                    <a:pt x="888009" y="4514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pl1386"/>
            <p:cNvSpPr/>
            <p:nvPr/>
          </p:nvSpPr>
          <p:spPr>
            <a:xfrm>
              <a:off x="3585896" y="3650506"/>
              <a:ext cx="1132679" cy="168956"/>
            </a:xfrm>
            <a:custGeom>
              <a:avLst/>
              <a:pathLst>
                <a:path w="1132679" h="168956">
                  <a:moveTo>
                    <a:pt x="0" y="0"/>
                  </a:moveTo>
                  <a:lnTo>
                    <a:pt x="850589" y="108486"/>
                  </a:lnTo>
                  <a:lnTo>
                    <a:pt x="1132679" y="16895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" name="pl1387"/>
            <p:cNvSpPr/>
            <p:nvPr/>
          </p:nvSpPr>
          <p:spPr>
            <a:xfrm>
              <a:off x="3585896" y="4497956"/>
              <a:ext cx="1068633" cy="149282"/>
            </a:xfrm>
            <a:custGeom>
              <a:avLst/>
              <a:pathLst>
                <a:path w="1068633" h="149282">
                  <a:moveTo>
                    <a:pt x="0" y="149282"/>
                  </a:moveTo>
                  <a:lnTo>
                    <a:pt x="568769" y="0"/>
                  </a:lnTo>
                  <a:lnTo>
                    <a:pt x="1068633" y="10959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" name="pl1388"/>
            <p:cNvSpPr/>
            <p:nvPr/>
          </p:nvSpPr>
          <p:spPr>
            <a:xfrm>
              <a:off x="3585896" y="4343592"/>
              <a:ext cx="588695" cy="15637"/>
            </a:xfrm>
            <a:custGeom>
              <a:avLst/>
              <a:pathLst>
                <a:path w="588695" h="15637">
                  <a:moveTo>
                    <a:pt x="0" y="0"/>
                  </a:moveTo>
                  <a:lnTo>
                    <a:pt x="588695" y="1563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pl1389"/>
            <p:cNvSpPr/>
            <p:nvPr/>
          </p:nvSpPr>
          <p:spPr>
            <a:xfrm>
              <a:off x="3585896" y="4261988"/>
              <a:ext cx="568895" cy="155071"/>
            </a:xfrm>
            <a:custGeom>
              <a:avLst/>
              <a:pathLst>
                <a:path w="568895" h="155071">
                  <a:moveTo>
                    <a:pt x="0" y="155071"/>
                  </a:moveTo>
                  <a:lnTo>
                    <a:pt x="56889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" name="pl1390"/>
            <p:cNvSpPr/>
            <p:nvPr/>
          </p:nvSpPr>
          <p:spPr>
            <a:xfrm>
              <a:off x="3585896" y="4499406"/>
              <a:ext cx="932625" cy="72265"/>
            </a:xfrm>
            <a:custGeom>
              <a:avLst/>
              <a:pathLst>
                <a:path w="932625" h="72265">
                  <a:moveTo>
                    <a:pt x="0" y="72265"/>
                  </a:moveTo>
                  <a:lnTo>
                    <a:pt x="307996" y="25723"/>
                  </a:lnTo>
                  <a:lnTo>
                    <a:pt x="580299" y="0"/>
                  </a:lnTo>
                  <a:lnTo>
                    <a:pt x="932625" y="2928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" name="pl1391"/>
            <p:cNvSpPr/>
            <p:nvPr/>
          </p:nvSpPr>
          <p:spPr>
            <a:xfrm>
              <a:off x="3585896" y="3562943"/>
              <a:ext cx="1867024" cy="396246"/>
            </a:xfrm>
            <a:custGeom>
              <a:avLst/>
              <a:pathLst>
                <a:path w="1867024" h="396246">
                  <a:moveTo>
                    <a:pt x="0" y="396246"/>
                  </a:moveTo>
                  <a:lnTo>
                    <a:pt x="891221" y="96286"/>
                  </a:lnTo>
                  <a:lnTo>
                    <a:pt x="1343142" y="59688"/>
                  </a:lnTo>
                  <a:lnTo>
                    <a:pt x="186702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pl1392"/>
            <p:cNvSpPr/>
            <p:nvPr/>
          </p:nvSpPr>
          <p:spPr>
            <a:xfrm>
              <a:off x="3585896" y="4618608"/>
              <a:ext cx="266770" cy="17253"/>
            </a:xfrm>
            <a:custGeom>
              <a:avLst/>
              <a:pathLst>
                <a:path w="266770" h="17253">
                  <a:moveTo>
                    <a:pt x="0" y="17253"/>
                  </a:moveTo>
                  <a:lnTo>
                    <a:pt x="26677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" name="pl1393"/>
            <p:cNvSpPr/>
            <p:nvPr/>
          </p:nvSpPr>
          <p:spPr>
            <a:xfrm>
              <a:off x="3585896" y="3110237"/>
              <a:ext cx="527480" cy="541678"/>
            </a:xfrm>
            <a:custGeom>
              <a:avLst/>
              <a:pathLst>
                <a:path w="527480" h="541678">
                  <a:moveTo>
                    <a:pt x="0" y="0"/>
                  </a:moveTo>
                  <a:lnTo>
                    <a:pt x="315415" y="452928"/>
                  </a:lnTo>
                  <a:lnTo>
                    <a:pt x="527480" y="54167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" name="pl1394"/>
            <p:cNvSpPr/>
            <p:nvPr/>
          </p:nvSpPr>
          <p:spPr>
            <a:xfrm>
              <a:off x="3585896" y="4511488"/>
              <a:ext cx="1599479" cy="52210"/>
            </a:xfrm>
            <a:custGeom>
              <a:avLst/>
              <a:pathLst>
                <a:path w="1599479" h="52210">
                  <a:moveTo>
                    <a:pt x="0" y="26339"/>
                  </a:moveTo>
                  <a:lnTo>
                    <a:pt x="1112361" y="52210"/>
                  </a:lnTo>
                  <a:lnTo>
                    <a:pt x="159947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pl1395"/>
            <p:cNvSpPr/>
            <p:nvPr/>
          </p:nvSpPr>
          <p:spPr>
            <a:xfrm>
              <a:off x="3585896" y="3855600"/>
              <a:ext cx="594404" cy="290528"/>
            </a:xfrm>
            <a:custGeom>
              <a:avLst/>
              <a:pathLst>
                <a:path w="594404" h="290528">
                  <a:moveTo>
                    <a:pt x="0" y="290528"/>
                  </a:moveTo>
                  <a:lnTo>
                    <a:pt x="272735" y="113545"/>
                  </a:lnTo>
                  <a:lnTo>
                    <a:pt x="59440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" name="pl1396"/>
            <p:cNvSpPr/>
            <p:nvPr/>
          </p:nvSpPr>
          <p:spPr>
            <a:xfrm>
              <a:off x="3896052" y="3977040"/>
              <a:ext cx="1564450" cy="343130"/>
            </a:xfrm>
            <a:custGeom>
              <a:avLst/>
              <a:pathLst>
                <a:path w="1564450" h="343130">
                  <a:moveTo>
                    <a:pt x="0" y="268452"/>
                  </a:moveTo>
                  <a:lnTo>
                    <a:pt x="250883" y="343130"/>
                  </a:lnTo>
                  <a:lnTo>
                    <a:pt x="513087" y="162493"/>
                  </a:lnTo>
                  <a:lnTo>
                    <a:pt x="1091661" y="0"/>
                  </a:lnTo>
                  <a:lnTo>
                    <a:pt x="1564450" y="60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" name="pl1397"/>
            <p:cNvSpPr/>
            <p:nvPr/>
          </p:nvSpPr>
          <p:spPr>
            <a:xfrm>
              <a:off x="3585896" y="4441107"/>
              <a:ext cx="1640730" cy="48646"/>
            </a:xfrm>
            <a:custGeom>
              <a:avLst/>
              <a:pathLst>
                <a:path w="1640730" h="48646">
                  <a:moveTo>
                    <a:pt x="0" y="0"/>
                  </a:moveTo>
                  <a:lnTo>
                    <a:pt x="1172258" y="48646"/>
                  </a:lnTo>
                  <a:lnTo>
                    <a:pt x="1640730" y="2833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pl1398"/>
            <p:cNvSpPr/>
            <p:nvPr/>
          </p:nvSpPr>
          <p:spPr>
            <a:xfrm>
              <a:off x="3585896" y="4226877"/>
              <a:ext cx="669245" cy="382709"/>
            </a:xfrm>
            <a:custGeom>
              <a:avLst/>
              <a:pathLst>
                <a:path w="669245" h="382709">
                  <a:moveTo>
                    <a:pt x="0" y="0"/>
                  </a:moveTo>
                  <a:lnTo>
                    <a:pt x="307277" y="382709"/>
                  </a:lnTo>
                  <a:lnTo>
                    <a:pt x="669245" y="29000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" name="pl1399"/>
            <p:cNvSpPr/>
            <p:nvPr/>
          </p:nvSpPr>
          <p:spPr>
            <a:xfrm>
              <a:off x="3585896" y="4351266"/>
              <a:ext cx="834037" cy="87995"/>
            </a:xfrm>
            <a:custGeom>
              <a:avLst/>
              <a:pathLst>
                <a:path w="834037" h="87995">
                  <a:moveTo>
                    <a:pt x="0" y="0"/>
                  </a:moveTo>
                  <a:lnTo>
                    <a:pt x="834037" y="8799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" name="pl1400"/>
            <p:cNvSpPr/>
            <p:nvPr/>
          </p:nvSpPr>
          <p:spPr>
            <a:xfrm>
              <a:off x="3585896" y="4281871"/>
              <a:ext cx="317247" cy="113638"/>
            </a:xfrm>
            <a:custGeom>
              <a:avLst/>
              <a:pathLst>
                <a:path w="317247" h="113638">
                  <a:moveTo>
                    <a:pt x="0" y="113638"/>
                  </a:moveTo>
                  <a:lnTo>
                    <a:pt x="31724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" name="pl1401"/>
            <p:cNvSpPr/>
            <p:nvPr/>
          </p:nvSpPr>
          <p:spPr>
            <a:xfrm>
              <a:off x="3585896" y="4375488"/>
              <a:ext cx="553386" cy="47519"/>
            </a:xfrm>
            <a:custGeom>
              <a:avLst/>
              <a:pathLst>
                <a:path w="553386" h="47519">
                  <a:moveTo>
                    <a:pt x="0" y="47519"/>
                  </a:moveTo>
                  <a:lnTo>
                    <a:pt x="306789" y="37330"/>
                  </a:lnTo>
                  <a:lnTo>
                    <a:pt x="55338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" name="pl1402"/>
            <p:cNvSpPr/>
            <p:nvPr/>
          </p:nvSpPr>
          <p:spPr>
            <a:xfrm>
              <a:off x="3585896" y="4457609"/>
              <a:ext cx="588695" cy="111888"/>
            </a:xfrm>
            <a:custGeom>
              <a:avLst/>
              <a:pathLst>
                <a:path w="588695" h="111888">
                  <a:moveTo>
                    <a:pt x="0" y="111888"/>
                  </a:moveTo>
                  <a:lnTo>
                    <a:pt x="58869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l1403"/>
            <p:cNvSpPr/>
            <p:nvPr/>
          </p:nvSpPr>
          <p:spPr>
            <a:xfrm>
              <a:off x="3868706" y="3300497"/>
              <a:ext cx="549788" cy="922076"/>
            </a:xfrm>
            <a:custGeom>
              <a:avLst/>
              <a:pathLst>
                <a:path w="549788" h="922076">
                  <a:moveTo>
                    <a:pt x="0" y="922076"/>
                  </a:moveTo>
                  <a:lnTo>
                    <a:pt x="261372" y="919421"/>
                  </a:lnTo>
                  <a:lnTo>
                    <a:pt x="54978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l1404"/>
            <p:cNvSpPr/>
            <p:nvPr/>
          </p:nvSpPr>
          <p:spPr>
            <a:xfrm>
              <a:off x="3585896" y="4407850"/>
              <a:ext cx="1070792" cy="256436"/>
            </a:xfrm>
            <a:custGeom>
              <a:avLst/>
              <a:pathLst>
                <a:path w="1070792" h="256436">
                  <a:moveTo>
                    <a:pt x="0" y="0"/>
                  </a:moveTo>
                  <a:lnTo>
                    <a:pt x="531078" y="256436"/>
                  </a:lnTo>
                  <a:lnTo>
                    <a:pt x="1070792" y="9520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l1405"/>
            <p:cNvSpPr/>
            <p:nvPr/>
          </p:nvSpPr>
          <p:spPr>
            <a:xfrm>
              <a:off x="3585896" y="4442243"/>
              <a:ext cx="800935" cy="84858"/>
            </a:xfrm>
            <a:custGeom>
              <a:avLst/>
              <a:pathLst>
                <a:path w="800935" h="84858">
                  <a:moveTo>
                    <a:pt x="0" y="84858"/>
                  </a:moveTo>
                  <a:lnTo>
                    <a:pt x="80093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l1406"/>
            <p:cNvSpPr/>
            <p:nvPr/>
          </p:nvSpPr>
          <p:spPr>
            <a:xfrm>
              <a:off x="3585896" y="4517427"/>
              <a:ext cx="568596" cy="72420"/>
            </a:xfrm>
            <a:custGeom>
              <a:avLst/>
              <a:pathLst>
                <a:path w="568596" h="72420">
                  <a:moveTo>
                    <a:pt x="0" y="72420"/>
                  </a:moveTo>
                  <a:lnTo>
                    <a:pt x="56859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l1407"/>
            <p:cNvSpPr/>
            <p:nvPr/>
          </p:nvSpPr>
          <p:spPr>
            <a:xfrm>
              <a:off x="3585896" y="4352230"/>
              <a:ext cx="1833906" cy="158120"/>
            </a:xfrm>
            <a:custGeom>
              <a:avLst/>
              <a:pathLst>
                <a:path w="1833906" h="158120">
                  <a:moveTo>
                    <a:pt x="0" y="0"/>
                  </a:moveTo>
                  <a:lnTo>
                    <a:pt x="791898" y="158120"/>
                  </a:lnTo>
                  <a:lnTo>
                    <a:pt x="1390621" y="148540"/>
                  </a:lnTo>
                  <a:lnTo>
                    <a:pt x="1833906" y="14713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l1408"/>
            <p:cNvSpPr/>
            <p:nvPr/>
          </p:nvSpPr>
          <p:spPr>
            <a:xfrm>
              <a:off x="3585896" y="4369177"/>
              <a:ext cx="1822793" cy="169878"/>
            </a:xfrm>
            <a:custGeom>
              <a:avLst/>
              <a:pathLst>
                <a:path w="1822793" h="169878">
                  <a:moveTo>
                    <a:pt x="0" y="0"/>
                  </a:moveTo>
                  <a:lnTo>
                    <a:pt x="568498" y="60633"/>
                  </a:lnTo>
                  <a:lnTo>
                    <a:pt x="827561" y="116240"/>
                  </a:lnTo>
                  <a:lnTo>
                    <a:pt x="1349284" y="169878"/>
                  </a:lnTo>
                  <a:lnTo>
                    <a:pt x="1822793" y="11724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l1409"/>
            <p:cNvSpPr/>
            <p:nvPr/>
          </p:nvSpPr>
          <p:spPr>
            <a:xfrm>
              <a:off x="3862882" y="3863031"/>
              <a:ext cx="287127" cy="69780"/>
            </a:xfrm>
            <a:custGeom>
              <a:avLst/>
              <a:pathLst>
                <a:path w="287127" h="69780">
                  <a:moveTo>
                    <a:pt x="0" y="69780"/>
                  </a:moveTo>
                  <a:lnTo>
                    <a:pt x="28712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pl1410"/>
            <p:cNvSpPr/>
            <p:nvPr/>
          </p:nvSpPr>
          <p:spPr>
            <a:xfrm>
              <a:off x="3585896" y="4490162"/>
              <a:ext cx="508583" cy="170419"/>
            </a:xfrm>
            <a:custGeom>
              <a:avLst/>
              <a:pathLst>
                <a:path w="508583" h="170419">
                  <a:moveTo>
                    <a:pt x="0" y="170419"/>
                  </a:moveTo>
                  <a:lnTo>
                    <a:pt x="50858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" name="pl1411"/>
            <p:cNvSpPr/>
            <p:nvPr/>
          </p:nvSpPr>
          <p:spPr>
            <a:xfrm>
              <a:off x="3585896" y="4471350"/>
              <a:ext cx="573929" cy="54398"/>
            </a:xfrm>
            <a:custGeom>
              <a:avLst/>
              <a:pathLst>
                <a:path w="573929" h="54398">
                  <a:moveTo>
                    <a:pt x="0" y="54398"/>
                  </a:moveTo>
                  <a:lnTo>
                    <a:pt x="57392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" name="pl1412"/>
            <p:cNvSpPr/>
            <p:nvPr/>
          </p:nvSpPr>
          <p:spPr>
            <a:xfrm>
              <a:off x="3585896" y="4574298"/>
              <a:ext cx="543274" cy="63663"/>
            </a:xfrm>
            <a:custGeom>
              <a:avLst/>
              <a:pathLst>
                <a:path w="543274" h="63663">
                  <a:moveTo>
                    <a:pt x="0" y="0"/>
                  </a:moveTo>
                  <a:lnTo>
                    <a:pt x="543274" y="6366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" name="pl1413"/>
            <p:cNvSpPr/>
            <p:nvPr/>
          </p:nvSpPr>
          <p:spPr>
            <a:xfrm>
              <a:off x="3585896" y="4548383"/>
              <a:ext cx="1458884" cy="34406"/>
            </a:xfrm>
            <a:custGeom>
              <a:avLst/>
              <a:pathLst>
                <a:path w="1458884" h="34406">
                  <a:moveTo>
                    <a:pt x="0" y="34406"/>
                  </a:moveTo>
                  <a:lnTo>
                    <a:pt x="145888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" name="pl1414"/>
            <p:cNvSpPr/>
            <p:nvPr/>
          </p:nvSpPr>
          <p:spPr>
            <a:xfrm>
              <a:off x="3585896" y="3813718"/>
              <a:ext cx="866420" cy="217088"/>
            </a:xfrm>
            <a:custGeom>
              <a:avLst/>
              <a:pathLst>
                <a:path w="866420" h="217088">
                  <a:moveTo>
                    <a:pt x="0" y="217088"/>
                  </a:moveTo>
                  <a:lnTo>
                    <a:pt x="397341" y="214827"/>
                  </a:lnTo>
                  <a:lnTo>
                    <a:pt x="575694" y="53157"/>
                  </a:lnTo>
                  <a:lnTo>
                    <a:pt x="86642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" name="pl1415"/>
            <p:cNvSpPr/>
            <p:nvPr/>
          </p:nvSpPr>
          <p:spPr>
            <a:xfrm>
              <a:off x="3585896" y="4630538"/>
              <a:ext cx="2008455" cy="53943"/>
            </a:xfrm>
            <a:custGeom>
              <a:avLst/>
              <a:pathLst>
                <a:path w="2008455" h="53943">
                  <a:moveTo>
                    <a:pt x="0" y="0"/>
                  </a:moveTo>
                  <a:lnTo>
                    <a:pt x="840514" y="53943"/>
                  </a:lnTo>
                  <a:lnTo>
                    <a:pt x="2008455" y="2402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" name="pl1416"/>
            <p:cNvSpPr/>
            <p:nvPr/>
          </p:nvSpPr>
          <p:spPr>
            <a:xfrm>
              <a:off x="3585896" y="3441926"/>
              <a:ext cx="1461287" cy="519796"/>
            </a:xfrm>
            <a:custGeom>
              <a:avLst/>
              <a:pathLst>
                <a:path w="1461287" h="519796">
                  <a:moveTo>
                    <a:pt x="0" y="471133"/>
                  </a:moveTo>
                  <a:lnTo>
                    <a:pt x="553457" y="0"/>
                  </a:lnTo>
                  <a:lnTo>
                    <a:pt x="815327" y="408121"/>
                  </a:lnTo>
                  <a:lnTo>
                    <a:pt x="1461287" y="51979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" name="pl1417"/>
            <p:cNvSpPr/>
            <p:nvPr/>
          </p:nvSpPr>
          <p:spPr>
            <a:xfrm>
              <a:off x="3585896" y="4247035"/>
              <a:ext cx="307247" cy="98407"/>
            </a:xfrm>
            <a:custGeom>
              <a:avLst/>
              <a:pathLst>
                <a:path w="307247" h="98407">
                  <a:moveTo>
                    <a:pt x="0" y="98407"/>
                  </a:moveTo>
                  <a:lnTo>
                    <a:pt x="30724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" name="pl1418"/>
            <p:cNvSpPr/>
            <p:nvPr/>
          </p:nvSpPr>
          <p:spPr>
            <a:xfrm>
              <a:off x="3585896" y="4562278"/>
              <a:ext cx="1853357" cy="13693"/>
            </a:xfrm>
            <a:custGeom>
              <a:avLst/>
              <a:pathLst>
                <a:path w="1853357" h="13693">
                  <a:moveTo>
                    <a:pt x="0" y="0"/>
                  </a:moveTo>
                  <a:lnTo>
                    <a:pt x="791949" y="2906"/>
                  </a:lnTo>
                  <a:lnTo>
                    <a:pt x="1853357" y="1369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pl1419"/>
            <p:cNvSpPr/>
            <p:nvPr/>
          </p:nvSpPr>
          <p:spPr>
            <a:xfrm>
              <a:off x="3585896" y="4408824"/>
              <a:ext cx="513087" cy="40751"/>
            </a:xfrm>
            <a:custGeom>
              <a:avLst/>
              <a:pathLst>
                <a:path w="513087" h="40751">
                  <a:moveTo>
                    <a:pt x="0" y="0"/>
                  </a:moveTo>
                  <a:lnTo>
                    <a:pt x="513087" y="4075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pl1420"/>
            <p:cNvSpPr/>
            <p:nvPr/>
          </p:nvSpPr>
          <p:spPr>
            <a:xfrm>
              <a:off x="3585896" y="4078931"/>
              <a:ext cx="1098857" cy="171306"/>
            </a:xfrm>
            <a:custGeom>
              <a:avLst/>
              <a:pathLst>
                <a:path w="1098857" h="171306">
                  <a:moveTo>
                    <a:pt x="0" y="171306"/>
                  </a:moveTo>
                  <a:lnTo>
                    <a:pt x="550234" y="0"/>
                  </a:lnTo>
                  <a:lnTo>
                    <a:pt x="1098857" y="10686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" name="pl1421"/>
            <p:cNvSpPr/>
            <p:nvPr/>
          </p:nvSpPr>
          <p:spPr>
            <a:xfrm>
              <a:off x="3585896" y="4474312"/>
              <a:ext cx="1857602" cy="80976"/>
            </a:xfrm>
            <a:custGeom>
              <a:avLst/>
              <a:pathLst>
                <a:path w="1857602" h="80976">
                  <a:moveTo>
                    <a:pt x="0" y="0"/>
                  </a:moveTo>
                  <a:lnTo>
                    <a:pt x="810557" y="49627"/>
                  </a:lnTo>
                  <a:lnTo>
                    <a:pt x="1333720" y="80976"/>
                  </a:lnTo>
                  <a:lnTo>
                    <a:pt x="1857602" y="2558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" name="pl1422"/>
            <p:cNvSpPr/>
            <p:nvPr/>
          </p:nvSpPr>
          <p:spPr>
            <a:xfrm>
              <a:off x="3585896" y="4340190"/>
              <a:ext cx="1837504" cy="79207"/>
            </a:xfrm>
            <a:custGeom>
              <a:avLst/>
              <a:pathLst>
                <a:path w="1837504" h="79207">
                  <a:moveTo>
                    <a:pt x="0" y="37544"/>
                  </a:moveTo>
                  <a:lnTo>
                    <a:pt x="805571" y="79207"/>
                  </a:lnTo>
                  <a:lnTo>
                    <a:pt x="1348883" y="31133"/>
                  </a:lnTo>
                  <a:lnTo>
                    <a:pt x="183750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pl1423"/>
            <p:cNvSpPr/>
            <p:nvPr/>
          </p:nvSpPr>
          <p:spPr>
            <a:xfrm>
              <a:off x="3585896" y="3353783"/>
              <a:ext cx="301040" cy="121118"/>
            </a:xfrm>
            <a:custGeom>
              <a:avLst/>
              <a:pathLst>
                <a:path w="301040" h="121118">
                  <a:moveTo>
                    <a:pt x="0" y="121118"/>
                  </a:moveTo>
                  <a:lnTo>
                    <a:pt x="30104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" name="pl1424"/>
            <p:cNvSpPr/>
            <p:nvPr/>
          </p:nvSpPr>
          <p:spPr>
            <a:xfrm>
              <a:off x="3585896" y="4101700"/>
              <a:ext cx="1831428" cy="439796"/>
            </a:xfrm>
            <a:custGeom>
              <a:avLst/>
              <a:pathLst>
                <a:path w="1831428" h="439796">
                  <a:moveTo>
                    <a:pt x="0" y="0"/>
                  </a:moveTo>
                  <a:lnTo>
                    <a:pt x="859944" y="439796"/>
                  </a:lnTo>
                  <a:lnTo>
                    <a:pt x="1413330" y="398497"/>
                  </a:lnTo>
                  <a:lnTo>
                    <a:pt x="1831428" y="32982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l1425"/>
            <p:cNvSpPr/>
            <p:nvPr/>
          </p:nvSpPr>
          <p:spPr>
            <a:xfrm>
              <a:off x="3585896" y="4273018"/>
              <a:ext cx="528498" cy="88473"/>
            </a:xfrm>
            <a:custGeom>
              <a:avLst/>
              <a:pathLst>
                <a:path w="528498" h="88473">
                  <a:moveTo>
                    <a:pt x="0" y="0"/>
                  </a:moveTo>
                  <a:lnTo>
                    <a:pt x="528498" y="8847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l1426"/>
            <p:cNvSpPr/>
            <p:nvPr/>
          </p:nvSpPr>
          <p:spPr>
            <a:xfrm>
              <a:off x="3585896" y="4196769"/>
              <a:ext cx="1598887" cy="126006"/>
            </a:xfrm>
            <a:custGeom>
              <a:avLst/>
              <a:pathLst>
                <a:path w="1598887" h="126006">
                  <a:moveTo>
                    <a:pt x="0" y="126006"/>
                  </a:moveTo>
                  <a:lnTo>
                    <a:pt x="802374" y="62377"/>
                  </a:lnTo>
                  <a:lnTo>
                    <a:pt x="159888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l1427"/>
            <p:cNvSpPr/>
            <p:nvPr/>
          </p:nvSpPr>
          <p:spPr>
            <a:xfrm>
              <a:off x="3585896" y="4466051"/>
              <a:ext cx="1052801" cy="44320"/>
            </a:xfrm>
            <a:custGeom>
              <a:avLst/>
              <a:pathLst>
                <a:path w="1052801" h="44320">
                  <a:moveTo>
                    <a:pt x="0" y="0"/>
                  </a:moveTo>
                  <a:lnTo>
                    <a:pt x="1052801" y="4432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l1428"/>
            <p:cNvSpPr/>
            <p:nvPr/>
          </p:nvSpPr>
          <p:spPr>
            <a:xfrm>
              <a:off x="3585896" y="4439451"/>
              <a:ext cx="1822368" cy="118370"/>
            </a:xfrm>
            <a:custGeom>
              <a:avLst/>
              <a:pathLst>
                <a:path w="1822368" h="118370">
                  <a:moveTo>
                    <a:pt x="0" y="118370"/>
                  </a:moveTo>
                  <a:lnTo>
                    <a:pt x="770286" y="102881"/>
                  </a:lnTo>
                  <a:lnTo>
                    <a:pt x="1293449" y="10563"/>
                  </a:lnTo>
                  <a:lnTo>
                    <a:pt x="182236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l1429"/>
            <p:cNvSpPr/>
            <p:nvPr/>
          </p:nvSpPr>
          <p:spPr>
            <a:xfrm>
              <a:off x="3585896" y="3094794"/>
              <a:ext cx="1469610" cy="667799"/>
            </a:xfrm>
            <a:custGeom>
              <a:avLst/>
              <a:pathLst>
                <a:path w="1469610" h="667799">
                  <a:moveTo>
                    <a:pt x="0" y="484277"/>
                  </a:moveTo>
                  <a:lnTo>
                    <a:pt x="267542" y="667799"/>
                  </a:lnTo>
                  <a:lnTo>
                    <a:pt x="531078" y="230068"/>
                  </a:lnTo>
                  <a:lnTo>
                    <a:pt x="146961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l1430"/>
            <p:cNvSpPr/>
            <p:nvPr/>
          </p:nvSpPr>
          <p:spPr>
            <a:xfrm>
              <a:off x="3585896" y="4500738"/>
              <a:ext cx="557704" cy="14200"/>
            </a:xfrm>
            <a:custGeom>
              <a:avLst/>
              <a:pathLst>
                <a:path w="557704" h="14200">
                  <a:moveTo>
                    <a:pt x="0" y="14200"/>
                  </a:moveTo>
                  <a:lnTo>
                    <a:pt x="55770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l1431"/>
            <p:cNvSpPr/>
            <p:nvPr/>
          </p:nvSpPr>
          <p:spPr>
            <a:xfrm>
              <a:off x="3585896" y="3374198"/>
              <a:ext cx="2133668" cy="1101370"/>
            </a:xfrm>
            <a:custGeom>
              <a:avLst/>
              <a:pathLst>
                <a:path w="2133668" h="1101370">
                  <a:moveTo>
                    <a:pt x="0" y="1101370"/>
                  </a:moveTo>
                  <a:lnTo>
                    <a:pt x="1036250" y="1048257"/>
                  </a:lnTo>
                  <a:lnTo>
                    <a:pt x="1621300" y="422325"/>
                  </a:lnTo>
                  <a:lnTo>
                    <a:pt x="213366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l1432"/>
            <p:cNvSpPr/>
            <p:nvPr/>
          </p:nvSpPr>
          <p:spPr>
            <a:xfrm>
              <a:off x="3585896" y="3930903"/>
              <a:ext cx="1314023" cy="279090"/>
            </a:xfrm>
            <a:custGeom>
              <a:avLst/>
              <a:pathLst>
                <a:path w="1314023" h="279090">
                  <a:moveTo>
                    <a:pt x="0" y="61980"/>
                  </a:moveTo>
                  <a:lnTo>
                    <a:pt x="322389" y="223323"/>
                  </a:lnTo>
                  <a:lnTo>
                    <a:pt x="749842" y="152633"/>
                  </a:lnTo>
                  <a:lnTo>
                    <a:pt x="1072231" y="0"/>
                  </a:lnTo>
                  <a:lnTo>
                    <a:pt x="1314023" y="27909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l1433"/>
            <p:cNvSpPr/>
            <p:nvPr/>
          </p:nvSpPr>
          <p:spPr>
            <a:xfrm>
              <a:off x="3585896" y="4230253"/>
              <a:ext cx="1681748" cy="262331"/>
            </a:xfrm>
            <a:custGeom>
              <a:avLst/>
              <a:pathLst>
                <a:path w="1681748" h="262331">
                  <a:moveTo>
                    <a:pt x="0" y="262331"/>
                  </a:moveTo>
                  <a:lnTo>
                    <a:pt x="829720" y="220455"/>
                  </a:lnTo>
                  <a:lnTo>
                    <a:pt x="168174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l1434"/>
            <p:cNvSpPr/>
            <p:nvPr/>
          </p:nvSpPr>
          <p:spPr>
            <a:xfrm>
              <a:off x="3585896" y="3240583"/>
              <a:ext cx="307965" cy="150487"/>
            </a:xfrm>
            <a:custGeom>
              <a:avLst/>
              <a:pathLst>
                <a:path w="307965" h="150487">
                  <a:moveTo>
                    <a:pt x="0" y="150487"/>
                  </a:moveTo>
                  <a:lnTo>
                    <a:pt x="30796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l1435"/>
            <p:cNvSpPr/>
            <p:nvPr/>
          </p:nvSpPr>
          <p:spPr>
            <a:xfrm>
              <a:off x="3585896" y="4515656"/>
              <a:ext cx="1881802" cy="53657"/>
            </a:xfrm>
            <a:custGeom>
              <a:avLst/>
              <a:pathLst>
                <a:path w="1881802" h="53657">
                  <a:moveTo>
                    <a:pt x="0" y="29730"/>
                  </a:moveTo>
                  <a:lnTo>
                    <a:pt x="794458" y="47868"/>
                  </a:lnTo>
                  <a:lnTo>
                    <a:pt x="1348104" y="0"/>
                  </a:lnTo>
                  <a:lnTo>
                    <a:pt x="1881802" y="5365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l1436"/>
            <p:cNvSpPr/>
            <p:nvPr/>
          </p:nvSpPr>
          <p:spPr>
            <a:xfrm>
              <a:off x="3585896" y="4419021"/>
              <a:ext cx="1067194" cy="46261"/>
            </a:xfrm>
            <a:custGeom>
              <a:avLst/>
              <a:pathLst>
                <a:path w="1067194" h="46261">
                  <a:moveTo>
                    <a:pt x="0" y="46261"/>
                  </a:moveTo>
                  <a:lnTo>
                    <a:pt x="609516" y="0"/>
                  </a:lnTo>
                  <a:lnTo>
                    <a:pt x="1067194" y="1432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l1437"/>
            <p:cNvSpPr/>
            <p:nvPr/>
          </p:nvSpPr>
          <p:spPr>
            <a:xfrm>
              <a:off x="3585896" y="4504282"/>
              <a:ext cx="795575" cy="65865"/>
            </a:xfrm>
            <a:custGeom>
              <a:avLst/>
              <a:pathLst>
                <a:path w="795575" h="65865">
                  <a:moveTo>
                    <a:pt x="0" y="65865"/>
                  </a:moveTo>
                  <a:lnTo>
                    <a:pt x="79557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" name="pl1438"/>
            <p:cNvSpPr/>
            <p:nvPr/>
          </p:nvSpPr>
          <p:spPr>
            <a:xfrm>
              <a:off x="3585896" y="3514311"/>
              <a:ext cx="1876764" cy="1095452"/>
            </a:xfrm>
            <a:custGeom>
              <a:avLst/>
              <a:pathLst>
                <a:path w="1876764" h="1095452">
                  <a:moveTo>
                    <a:pt x="0" y="0"/>
                  </a:moveTo>
                  <a:lnTo>
                    <a:pt x="895924" y="1095452"/>
                  </a:lnTo>
                  <a:lnTo>
                    <a:pt x="1367994" y="1079224"/>
                  </a:lnTo>
                  <a:lnTo>
                    <a:pt x="1876764" y="104450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pl1439"/>
            <p:cNvSpPr/>
            <p:nvPr/>
          </p:nvSpPr>
          <p:spPr>
            <a:xfrm>
              <a:off x="3585896" y="4482494"/>
              <a:ext cx="790398" cy="69784"/>
            </a:xfrm>
            <a:custGeom>
              <a:avLst/>
              <a:pathLst>
                <a:path w="790398" h="69784">
                  <a:moveTo>
                    <a:pt x="0" y="69784"/>
                  </a:moveTo>
                  <a:lnTo>
                    <a:pt x="79039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" name="pl1440"/>
            <p:cNvSpPr/>
            <p:nvPr/>
          </p:nvSpPr>
          <p:spPr>
            <a:xfrm>
              <a:off x="3585896" y="3199823"/>
              <a:ext cx="557924" cy="205880"/>
            </a:xfrm>
            <a:custGeom>
              <a:avLst/>
              <a:pathLst>
                <a:path w="557924" h="205880">
                  <a:moveTo>
                    <a:pt x="0" y="205880"/>
                  </a:moveTo>
                  <a:lnTo>
                    <a:pt x="286408" y="143137"/>
                  </a:lnTo>
                  <a:lnTo>
                    <a:pt x="55792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" name="pl1441"/>
            <p:cNvSpPr/>
            <p:nvPr/>
          </p:nvSpPr>
          <p:spPr>
            <a:xfrm>
              <a:off x="3585896" y="4118422"/>
              <a:ext cx="1888611" cy="310897"/>
            </a:xfrm>
            <a:custGeom>
              <a:avLst/>
              <a:pathLst>
                <a:path w="1888611" h="310897">
                  <a:moveTo>
                    <a:pt x="0" y="162260"/>
                  </a:moveTo>
                  <a:lnTo>
                    <a:pt x="232769" y="310897"/>
                  </a:lnTo>
                  <a:lnTo>
                    <a:pt x="589699" y="289908"/>
                  </a:lnTo>
                  <a:lnTo>
                    <a:pt x="1375523" y="94959"/>
                  </a:lnTo>
                  <a:lnTo>
                    <a:pt x="188861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" name="pl1442"/>
            <p:cNvSpPr/>
            <p:nvPr/>
          </p:nvSpPr>
          <p:spPr>
            <a:xfrm>
              <a:off x="3585896" y="4354834"/>
              <a:ext cx="317351" cy="18173"/>
            </a:xfrm>
            <a:custGeom>
              <a:avLst/>
              <a:pathLst>
                <a:path w="317351" h="18173">
                  <a:moveTo>
                    <a:pt x="0" y="18173"/>
                  </a:moveTo>
                  <a:lnTo>
                    <a:pt x="31735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" name="pl1443"/>
            <p:cNvSpPr/>
            <p:nvPr/>
          </p:nvSpPr>
          <p:spPr>
            <a:xfrm>
              <a:off x="3585896" y="3744278"/>
              <a:ext cx="529639" cy="136895"/>
            </a:xfrm>
            <a:custGeom>
              <a:avLst/>
              <a:pathLst>
                <a:path w="529639" h="136895">
                  <a:moveTo>
                    <a:pt x="0" y="0"/>
                  </a:moveTo>
                  <a:lnTo>
                    <a:pt x="529639" y="13689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" name="pl1444"/>
            <p:cNvSpPr/>
            <p:nvPr/>
          </p:nvSpPr>
          <p:spPr>
            <a:xfrm>
              <a:off x="3585896" y="4491488"/>
              <a:ext cx="895924" cy="64969"/>
            </a:xfrm>
            <a:custGeom>
              <a:avLst/>
              <a:pathLst>
                <a:path w="895924" h="64969">
                  <a:moveTo>
                    <a:pt x="0" y="64969"/>
                  </a:moveTo>
                  <a:lnTo>
                    <a:pt x="89592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" name="pl1445"/>
            <p:cNvSpPr/>
            <p:nvPr/>
          </p:nvSpPr>
          <p:spPr>
            <a:xfrm>
              <a:off x="3585896" y="4474187"/>
              <a:ext cx="794458" cy="70666"/>
            </a:xfrm>
            <a:custGeom>
              <a:avLst/>
              <a:pathLst>
                <a:path w="794458" h="70666">
                  <a:moveTo>
                    <a:pt x="0" y="53207"/>
                  </a:moveTo>
                  <a:lnTo>
                    <a:pt x="283529" y="0"/>
                  </a:lnTo>
                  <a:lnTo>
                    <a:pt x="794458" y="7066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" name="pl1446"/>
            <p:cNvSpPr/>
            <p:nvPr/>
          </p:nvSpPr>
          <p:spPr>
            <a:xfrm>
              <a:off x="3585896" y="4227873"/>
              <a:ext cx="835602" cy="113990"/>
            </a:xfrm>
            <a:custGeom>
              <a:avLst/>
              <a:pathLst>
                <a:path w="835602" h="113990">
                  <a:moveTo>
                    <a:pt x="0" y="113990"/>
                  </a:moveTo>
                  <a:lnTo>
                    <a:pt x="83560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" name="pl1447"/>
            <p:cNvSpPr/>
            <p:nvPr/>
          </p:nvSpPr>
          <p:spPr>
            <a:xfrm>
              <a:off x="3585896" y="4487838"/>
              <a:ext cx="529257" cy="18908"/>
            </a:xfrm>
            <a:custGeom>
              <a:avLst/>
              <a:pathLst>
                <a:path w="529257" h="18908">
                  <a:moveTo>
                    <a:pt x="0" y="18908"/>
                  </a:moveTo>
                  <a:lnTo>
                    <a:pt x="52925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" name="pl1448"/>
            <p:cNvSpPr/>
            <p:nvPr/>
          </p:nvSpPr>
          <p:spPr>
            <a:xfrm>
              <a:off x="3585896" y="4360890"/>
              <a:ext cx="1112530" cy="129216"/>
            </a:xfrm>
            <a:custGeom>
              <a:avLst/>
              <a:pathLst>
                <a:path w="1112530" h="129216">
                  <a:moveTo>
                    <a:pt x="0" y="84124"/>
                  </a:moveTo>
                  <a:lnTo>
                    <a:pt x="644524" y="0"/>
                  </a:lnTo>
                  <a:lnTo>
                    <a:pt x="1112530" y="12921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" name="pl1449"/>
            <p:cNvSpPr/>
            <p:nvPr/>
          </p:nvSpPr>
          <p:spPr>
            <a:xfrm>
              <a:off x="3585896" y="4413853"/>
              <a:ext cx="543844" cy="44818"/>
            </a:xfrm>
            <a:custGeom>
              <a:avLst/>
              <a:pathLst>
                <a:path w="543844" h="44818">
                  <a:moveTo>
                    <a:pt x="0" y="0"/>
                  </a:moveTo>
                  <a:lnTo>
                    <a:pt x="543844" y="4481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" name="pl1450"/>
            <p:cNvSpPr/>
            <p:nvPr/>
          </p:nvSpPr>
          <p:spPr>
            <a:xfrm>
              <a:off x="3585896" y="4522714"/>
              <a:ext cx="937131" cy="50820"/>
            </a:xfrm>
            <a:custGeom>
              <a:avLst/>
              <a:pathLst>
                <a:path w="937131" h="50820">
                  <a:moveTo>
                    <a:pt x="0" y="50820"/>
                  </a:moveTo>
                  <a:lnTo>
                    <a:pt x="313034" y="0"/>
                  </a:lnTo>
                  <a:lnTo>
                    <a:pt x="937131" y="311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" name="pl1451"/>
            <p:cNvSpPr/>
            <p:nvPr/>
          </p:nvSpPr>
          <p:spPr>
            <a:xfrm>
              <a:off x="3585896" y="4428251"/>
              <a:ext cx="2338759" cy="143777"/>
            </a:xfrm>
            <a:custGeom>
              <a:avLst/>
              <a:pathLst>
                <a:path w="2338759" h="143777">
                  <a:moveTo>
                    <a:pt x="0" y="0"/>
                  </a:moveTo>
                  <a:lnTo>
                    <a:pt x="302224" y="37369"/>
                  </a:lnTo>
                  <a:lnTo>
                    <a:pt x="644778" y="6422"/>
                  </a:lnTo>
                  <a:lnTo>
                    <a:pt x="1097418" y="59739"/>
                  </a:lnTo>
                  <a:lnTo>
                    <a:pt x="1621300" y="117456"/>
                  </a:lnTo>
                  <a:lnTo>
                    <a:pt x="2338759" y="14377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" name="pl1452"/>
            <p:cNvSpPr/>
            <p:nvPr/>
          </p:nvSpPr>
          <p:spPr>
            <a:xfrm>
              <a:off x="3585896" y="4009566"/>
              <a:ext cx="1164342" cy="222448"/>
            </a:xfrm>
            <a:custGeom>
              <a:avLst/>
              <a:pathLst>
                <a:path w="1164342" h="222448">
                  <a:moveTo>
                    <a:pt x="0" y="222448"/>
                  </a:moveTo>
                  <a:lnTo>
                    <a:pt x="116434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" name="pl1453"/>
            <p:cNvSpPr/>
            <p:nvPr/>
          </p:nvSpPr>
          <p:spPr>
            <a:xfrm>
              <a:off x="3585896" y="4543942"/>
              <a:ext cx="965727" cy="5220"/>
            </a:xfrm>
            <a:custGeom>
              <a:avLst/>
              <a:pathLst>
                <a:path w="965727" h="5220">
                  <a:moveTo>
                    <a:pt x="0" y="0"/>
                  </a:moveTo>
                  <a:lnTo>
                    <a:pt x="965727" y="522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" name="pl1454"/>
            <p:cNvSpPr/>
            <p:nvPr/>
          </p:nvSpPr>
          <p:spPr>
            <a:xfrm>
              <a:off x="3585896" y="4547668"/>
              <a:ext cx="1877555" cy="31667"/>
            </a:xfrm>
            <a:custGeom>
              <a:avLst/>
              <a:pathLst>
                <a:path w="1877555" h="31667">
                  <a:moveTo>
                    <a:pt x="0" y="30602"/>
                  </a:moveTo>
                  <a:lnTo>
                    <a:pt x="856416" y="2608"/>
                  </a:lnTo>
                  <a:lnTo>
                    <a:pt x="1336402" y="0"/>
                  </a:lnTo>
                  <a:lnTo>
                    <a:pt x="1877555" y="3166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" name="pl1455"/>
            <p:cNvSpPr/>
            <p:nvPr/>
          </p:nvSpPr>
          <p:spPr>
            <a:xfrm>
              <a:off x="3585896" y="4386969"/>
              <a:ext cx="887289" cy="109675"/>
            </a:xfrm>
            <a:custGeom>
              <a:avLst/>
              <a:pathLst>
                <a:path w="887289" h="109675">
                  <a:moveTo>
                    <a:pt x="0" y="109675"/>
                  </a:moveTo>
                  <a:lnTo>
                    <a:pt x="88728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" name="pl1456"/>
            <p:cNvSpPr/>
            <p:nvPr/>
          </p:nvSpPr>
          <p:spPr>
            <a:xfrm>
              <a:off x="3585896" y="4338398"/>
              <a:ext cx="805972" cy="39055"/>
            </a:xfrm>
            <a:custGeom>
              <a:avLst/>
              <a:pathLst>
                <a:path w="805972" h="39055">
                  <a:moveTo>
                    <a:pt x="0" y="0"/>
                  </a:moveTo>
                  <a:lnTo>
                    <a:pt x="805972" y="3905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pl1457"/>
            <p:cNvSpPr/>
            <p:nvPr/>
          </p:nvSpPr>
          <p:spPr>
            <a:xfrm>
              <a:off x="3585896" y="4522282"/>
              <a:ext cx="538994" cy="21046"/>
            </a:xfrm>
            <a:custGeom>
              <a:avLst/>
              <a:pathLst>
                <a:path w="538994" h="21046">
                  <a:moveTo>
                    <a:pt x="0" y="21046"/>
                  </a:moveTo>
                  <a:lnTo>
                    <a:pt x="53899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" name="pl1458"/>
            <p:cNvSpPr/>
            <p:nvPr/>
          </p:nvSpPr>
          <p:spPr>
            <a:xfrm>
              <a:off x="3585896" y="3978657"/>
              <a:ext cx="534676" cy="91538"/>
            </a:xfrm>
            <a:custGeom>
              <a:avLst/>
              <a:pathLst>
                <a:path w="534676" h="91538">
                  <a:moveTo>
                    <a:pt x="0" y="0"/>
                  </a:moveTo>
                  <a:lnTo>
                    <a:pt x="283529" y="44799"/>
                  </a:lnTo>
                  <a:lnTo>
                    <a:pt x="534676" y="9153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l1459"/>
            <p:cNvSpPr/>
            <p:nvPr/>
          </p:nvSpPr>
          <p:spPr>
            <a:xfrm>
              <a:off x="3585896" y="4598474"/>
              <a:ext cx="1581001" cy="35252"/>
            </a:xfrm>
            <a:custGeom>
              <a:avLst/>
              <a:pathLst>
                <a:path w="1581001" h="35252">
                  <a:moveTo>
                    <a:pt x="0" y="25198"/>
                  </a:moveTo>
                  <a:lnTo>
                    <a:pt x="599326" y="35252"/>
                  </a:lnTo>
                  <a:lnTo>
                    <a:pt x="1052082" y="20944"/>
                  </a:lnTo>
                  <a:lnTo>
                    <a:pt x="158100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l1460"/>
            <p:cNvSpPr/>
            <p:nvPr/>
          </p:nvSpPr>
          <p:spPr>
            <a:xfrm>
              <a:off x="3585896" y="3747450"/>
              <a:ext cx="330304" cy="66791"/>
            </a:xfrm>
            <a:custGeom>
              <a:avLst/>
              <a:pathLst>
                <a:path w="330304" h="66791">
                  <a:moveTo>
                    <a:pt x="0" y="66791"/>
                  </a:moveTo>
                  <a:lnTo>
                    <a:pt x="33030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l1461"/>
            <p:cNvSpPr/>
            <p:nvPr/>
          </p:nvSpPr>
          <p:spPr>
            <a:xfrm>
              <a:off x="3585896" y="4244254"/>
              <a:ext cx="1586039" cy="167906"/>
            </a:xfrm>
            <a:custGeom>
              <a:avLst/>
              <a:pathLst>
                <a:path w="1586039" h="167906">
                  <a:moveTo>
                    <a:pt x="0" y="167906"/>
                  </a:moveTo>
                  <a:lnTo>
                    <a:pt x="709899" y="120139"/>
                  </a:lnTo>
                  <a:lnTo>
                    <a:pt x="1062156" y="152005"/>
                  </a:lnTo>
                  <a:lnTo>
                    <a:pt x="158603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l1462"/>
            <p:cNvSpPr/>
            <p:nvPr/>
          </p:nvSpPr>
          <p:spPr>
            <a:xfrm>
              <a:off x="3585896" y="4571251"/>
              <a:ext cx="859729" cy="33397"/>
            </a:xfrm>
            <a:custGeom>
              <a:avLst/>
              <a:pathLst>
                <a:path w="859729" h="33397">
                  <a:moveTo>
                    <a:pt x="0" y="33397"/>
                  </a:moveTo>
                  <a:lnTo>
                    <a:pt x="85972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l1463"/>
            <p:cNvSpPr/>
            <p:nvPr/>
          </p:nvSpPr>
          <p:spPr>
            <a:xfrm>
              <a:off x="3852875" y="2553232"/>
              <a:ext cx="1580282" cy="1134255"/>
            </a:xfrm>
            <a:custGeom>
              <a:avLst/>
              <a:pathLst>
                <a:path w="1580282" h="1134255">
                  <a:moveTo>
                    <a:pt x="0" y="1134255"/>
                  </a:moveTo>
                  <a:lnTo>
                    <a:pt x="261677" y="1034621"/>
                  </a:lnTo>
                  <a:lnTo>
                    <a:pt x="543311" y="949160"/>
                  </a:lnTo>
                  <a:lnTo>
                    <a:pt x="836196" y="261878"/>
                  </a:lnTo>
                  <a:lnTo>
                    <a:pt x="1097418" y="0"/>
                  </a:lnTo>
                  <a:lnTo>
                    <a:pt x="1580282" y="11325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l1464"/>
            <p:cNvSpPr/>
            <p:nvPr/>
          </p:nvSpPr>
          <p:spPr>
            <a:xfrm>
              <a:off x="3585896" y="3389852"/>
              <a:ext cx="1052082" cy="511046"/>
            </a:xfrm>
            <a:custGeom>
              <a:avLst/>
              <a:pathLst>
                <a:path w="1052082" h="511046">
                  <a:moveTo>
                    <a:pt x="0" y="511046"/>
                  </a:moveTo>
                  <a:lnTo>
                    <a:pt x="624628" y="14724"/>
                  </a:lnTo>
                  <a:lnTo>
                    <a:pt x="105208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l1465"/>
            <p:cNvSpPr/>
            <p:nvPr/>
          </p:nvSpPr>
          <p:spPr>
            <a:xfrm>
              <a:off x="3585896" y="4268761"/>
              <a:ext cx="533463" cy="138329"/>
            </a:xfrm>
            <a:custGeom>
              <a:avLst/>
              <a:pathLst>
                <a:path w="533463" h="138329">
                  <a:moveTo>
                    <a:pt x="0" y="0"/>
                  </a:moveTo>
                  <a:lnTo>
                    <a:pt x="533463" y="13832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l1466"/>
            <p:cNvSpPr/>
            <p:nvPr/>
          </p:nvSpPr>
          <p:spPr>
            <a:xfrm>
              <a:off x="3585896" y="4362425"/>
              <a:ext cx="1843662" cy="173771"/>
            </a:xfrm>
            <a:custGeom>
              <a:avLst/>
              <a:pathLst>
                <a:path w="1843662" h="173771">
                  <a:moveTo>
                    <a:pt x="0" y="173771"/>
                  </a:moveTo>
                  <a:lnTo>
                    <a:pt x="791580" y="162905"/>
                  </a:lnTo>
                  <a:lnTo>
                    <a:pt x="1314957" y="108852"/>
                  </a:lnTo>
                  <a:lnTo>
                    <a:pt x="184366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l1467"/>
            <p:cNvSpPr/>
            <p:nvPr/>
          </p:nvSpPr>
          <p:spPr>
            <a:xfrm>
              <a:off x="3585896" y="4411005"/>
              <a:ext cx="840514" cy="31613"/>
            </a:xfrm>
            <a:custGeom>
              <a:avLst/>
              <a:pathLst>
                <a:path w="840514" h="31613">
                  <a:moveTo>
                    <a:pt x="0" y="0"/>
                  </a:moveTo>
                  <a:lnTo>
                    <a:pt x="840514" y="3161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l1468"/>
            <p:cNvSpPr/>
            <p:nvPr/>
          </p:nvSpPr>
          <p:spPr>
            <a:xfrm>
              <a:off x="3585896" y="4322893"/>
              <a:ext cx="1071511" cy="111670"/>
            </a:xfrm>
            <a:custGeom>
              <a:avLst/>
              <a:pathLst>
                <a:path w="1071511" h="111670">
                  <a:moveTo>
                    <a:pt x="0" y="111670"/>
                  </a:moveTo>
                  <a:lnTo>
                    <a:pt x="563331" y="104854"/>
                  </a:lnTo>
                  <a:lnTo>
                    <a:pt x="107151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l1469"/>
            <p:cNvSpPr/>
            <p:nvPr/>
          </p:nvSpPr>
          <p:spPr>
            <a:xfrm>
              <a:off x="3585896" y="3789712"/>
              <a:ext cx="1112530" cy="236270"/>
            </a:xfrm>
            <a:custGeom>
              <a:avLst/>
              <a:pathLst>
                <a:path w="1112530" h="236270">
                  <a:moveTo>
                    <a:pt x="0" y="184578"/>
                  </a:moveTo>
                  <a:lnTo>
                    <a:pt x="282090" y="236270"/>
                  </a:lnTo>
                  <a:lnTo>
                    <a:pt x="549108" y="0"/>
                  </a:lnTo>
                  <a:lnTo>
                    <a:pt x="795178" y="134473"/>
                  </a:lnTo>
                  <a:lnTo>
                    <a:pt x="1112530" y="4306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l1470"/>
            <p:cNvSpPr/>
            <p:nvPr/>
          </p:nvSpPr>
          <p:spPr>
            <a:xfrm>
              <a:off x="3585896" y="3921070"/>
              <a:ext cx="1636412" cy="180583"/>
            </a:xfrm>
            <a:custGeom>
              <a:avLst/>
              <a:pathLst>
                <a:path w="1636412" h="180583">
                  <a:moveTo>
                    <a:pt x="0" y="180583"/>
                  </a:moveTo>
                  <a:lnTo>
                    <a:pt x="1077268" y="0"/>
                  </a:lnTo>
                  <a:lnTo>
                    <a:pt x="1636412" y="872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l1471"/>
            <p:cNvSpPr/>
            <p:nvPr/>
          </p:nvSpPr>
          <p:spPr>
            <a:xfrm>
              <a:off x="3585896" y="4475472"/>
              <a:ext cx="885850" cy="43137"/>
            </a:xfrm>
            <a:custGeom>
              <a:avLst/>
              <a:pathLst>
                <a:path w="885850" h="43137">
                  <a:moveTo>
                    <a:pt x="0" y="43137"/>
                  </a:moveTo>
                  <a:lnTo>
                    <a:pt x="88585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l1472"/>
            <p:cNvSpPr/>
            <p:nvPr/>
          </p:nvSpPr>
          <p:spPr>
            <a:xfrm>
              <a:off x="3585896" y="4457341"/>
              <a:ext cx="557704" cy="61615"/>
            </a:xfrm>
            <a:custGeom>
              <a:avLst/>
              <a:pathLst>
                <a:path w="557704" h="61615">
                  <a:moveTo>
                    <a:pt x="0" y="61615"/>
                  </a:moveTo>
                  <a:lnTo>
                    <a:pt x="55770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l1473"/>
            <p:cNvSpPr/>
            <p:nvPr/>
          </p:nvSpPr>
          <p:spPr>
            <a:xfrm>
              <a:off x="3585896" y="4434761"/>
              <a:ext cx="594404" cy="175381"/>
            </a:xfrm>
            <a:custGeom>
              <a:avLst/>
              <a:pathLst>
                <a:path w="594404" h="175381">
                  <a:moveTo>
                    <a:pt x="0" y="0"/>
                  </a:moveTo>
                  <a:lnTo>
                    <a:pt x="594404" y="17538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l1474"/>
            <p:cNvSpPr/>
            <p:nvPr/>
          </p:nvSpPr>
          <p:spPr>
            <a:xfrm>
              <a:off x="3585896" y="3640085"/>
              <a:ext cx="559143" cy="237545"/>
            </a:xfrm>
            <a:custGeom>
              <a:avLst/>
              <a:pathLst>
                <a:path w="559143" h="237545">
                  <a:moveTo>
                    <a:pt x="0" y="25084"/>
                  </a:moveTo>
                  <a:lnTo>
                    <a:pt x="287733" y="237545"/>
                  </a:lnTo>
                  <a:lnTo>
                    <a:pt x="55914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l1475"/>
            <p:cNvSpPr/>
            <p:nvPr/>
          </p:nvSpPr>
          <p:spPr>
            <a:xfrm>
              <a:off x="3585896" y="3624673"/>
              <a:ext cx="1052082" cy="460789"/>
            </a:xfrm>
            <a:custGeom>
              <a:avLst/>
              <a:pathLst>
                <a:path w="1052082" h="460789">
                  <a:moveTo>
                    <a:pt x="0" y="460789"/>
                  </a:moveTo>
                  <a:lnTo>
                    <a:pt x="564180" y="201264"/>
                  </a:lnTo>
                  <a:lnTo>
                    <a:pt x="105208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l1476"/>
            <p:cNvSpPr/>
            <p:nvPr/>
          </p:nvSpPr>
          <p:spPr>
            <a:xfrm>
              <a:off x="3585896" y="4536231"/>
              <a:ext cx="790141" cy="79893"/>
            </a:xfrm>
            <a:custGeom>
              <a:avLst/>
              <a:pathLst>
                <a:path w="790141" h="79893">
                  <a:moveTo>
                    <a:pt x="0" y="79893"/>
                  </a:moveTo>
                  <a:lnTo>
                    <a:pt x="79014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l1477"/>
            <p:cNvSpPr/>
            <p:nvPr/>
          </p:nvSpPr>
          <p:spPr>
            <a:xfrm>
              <a:off x="3585896" y="3560545"/>
              <a:ext cx="317129" cy="75569"/>
            </a:xfrm>
            <a:custGeom>
              <a:avLst/>
              <a:pathLst>
                <a:path w="317129" h="75569">
                  <a:moveTo>
                    <a:pt x="0" y="75569"/>
                  </a:moveTo>
                  <a:lnTo>
                    <a:pt x="31712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l1478"/>
            <p:cNvSpPr/>
            <p:nvPr/>
          </p:nvSpPr>
          <p:spPr>
            <a:xfrm>
              <a:off x="3585896" y="2291004"/>
              <a:ext cx="1107492" cy="810430"/>
            </a:xfrm>
            <a:custGeom>
              <a:avLst/>
              <a:pathLst>
                <a:path w="1107492" h="810430">
                  <a:moveTo>
                    <a:pt x="0" y="774584"/>
                  </a:moveTo>
                  <a:lnTo>
                    <a:pt x="261941" y="810430"/>
                  </a:lnTo>
                  <a:lnTo>
                    <a:pt x="533583" y="719442"/>
                  </a:lnTo>
                  <a:lnTo>
                    <a:pt x="805972" y="461275"/>
                  </a:lnTo>
                  <a:lnTo>
                    <a:pt x="110749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l1479"/>
            <p:cNvSpPr/>
            <p:nvPr/>
          </p:nvSpPr>
          <p:spPr>
            <a:xfrm>
              <a:off x="3585896" y="4232660"/>
              <a:ext cx="2345956" cy="304313"/>
            </a:xfrm>
            <a:custGeom>
              <a:avLst/>
              <a:pathLst>
                <a:path w="2345956" h="304313">
                  <a:moveTo>
                    <a:pt x="0" y="304313"/>
                  </a:moveTo>
                  <a:lnTo>
                    <a:pt x="290006" y="42997"/>
                  </a:lnTo>
                  <a:lnTo>
                    <a:pt x="523882" y="207105"/>
                  </a:lnTo>
                  <a:lnTo>
                    <a:pt x="838355" y="172006"/>
                  </a:lnTo>
                  <a:lnTo>
                    <a:pt x="1091661" y="168788"/>
                  </a:lnTo>
                  <a:lnTo>
                    <a:pt x="1841552" y="53533"/>
                  </a:lnTo>
                  <a:lnTo>
                    <a:pt x="234595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l1480"/>
            <p:cNvSpPr/>
            <p:nvPr/>
          </p:nvSpPr>
          <p:spPr>
            <a:xfrm>
              <a:off x="3585896" y="1905530"/>
              <a:ext cx="1147791" cy="919780"/>
            </a:xfrm>
            <a:custGeom>
              <a:avLst/>
              <a:pathLst>
                <a:path w="1147791" h="919780">
                  <a:moveTo>
                    <a:pt x="0" y="919780"/>
                  </a:moveTo>
                  <a:lnTo>
                    <a:pt x="272015" y="195753"/>
                  </a:lnTo>
                  <a:lnTo>
                    <a:pt x="613987" y="259633"/>
                  </a:lnTo>
                  <a:lnTo>
                    <a:pt x="876495" y="508359"/>
                  </a:lnTo>
                  <a:lnTo>
                    <a:pt x="114779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l1481"/>
            <p:cNvSpPr/>
            <p:nvPr/>
          </p:nvSpPr>
          <p:spPr>
            <a:xfrm>
              <a:off x="3585896" y="4383185"/>
              <a:ext cx="813888" cy="18610"/>
            </a:xfrm>
            <a:custGeom>
              <a:avLst/>
              <a:pathLst>
                <a:path w="813888" h="18610">
                  <a:moveTo>
                    <a:pt x="0" y="0"/>
                  </a:moveTo>
                  <a:lnTo>
                    <a:pt x="813888" y="1861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l1482"/>
            <p:cNvSpPr/>
            <p:nvPr/>
          </p:nvSpPr>
          <p:spPr>
            <a:xfrm>
              <a:off x="3585896" y="4396850"/>
              <a:ext cx="347412" cy="55585"/>
            </a:xfrm>
            <a:custGeom>
              <a:avLst/>
              <a:pathLst>
                <a:path w="347412" h="55585">
                  <a:moveTo>
                    <a:pt x="0" y="0"/>
                  </a:moveTo>
                  <a:lnTo>
                    <a:pt x="347412" y="5558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l1483"/>
            <p:cNvSpPr/>
            <p:nvPr/>
          </p:nvSpPr>
          <p:spPr>
            <a:xfrm>
              <a:off x="3585896" y="4540973"/>
              <a:ext cx="830439" cy="84362"/>
            </a:xfrm>
            <a:custGeom>
              <a:avLst/>
              <a:pathLst>
                <a:path w="830439" h="84362">
                  <a:moveTo>
                    <a:pt x="0" y="62143"/>
                  </a:moveTo>
                  <a:lnTo>
                    <a:pt x="275377" y="84362"/>
                  </a:lnTo>
                  <a:lnTo>
                    <a:pt x="557704" y="83824"/>
                  </a:lnTo>
                  <a:lnTo>
                    <a:pt x="83043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l1484"/>
            <p:cNvSpPr/>
            <p:nvPr/>
          </p:nvSpPr>
          <p:spPr>
            <a:xfrm>
              <a:off x="3585896" y="4024352"/>
              <a:ext cx="1056399" cy="265538"/>
            </a:xfrm>
            <a:custGeom>
              <a:avLst/>
              <a:pathLst>
                <a:path w="1056399" h="265538">
                  <a:moveTo>
                    <a:pt x="0" y="0"/>
                  </a:moveTo>
                  <a:lnTo>
                    <a:pt x="269856" y="265538"/>
                  </a:lnTo>
                  <a:lnTo>
                    <a:pt x="542478" y="206823"/>
                  </a:lnTo>
                  <a:lnTo>
                    <a:pt x="805253" y="207857"/>
                  </a:lnTo>
                  <a:lnTo>
                    <a:pt x="1056399" y="25301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l1485"/>
            <p:cNvSpPr/>
            <p:nvPr/>
          </p:nvSpPr>
          <p:spPr>
            <a:xfrm>
              <a:off x="3585896" y="4400334"/>
              <a:ext cx="284581" cy="115457"/>
            </a:xfrm>
            <a:custGeom>
              <a:avLst/>
              <a:pathLst>
                <a:path w="284581" h="115457">
                  <a:moveTo>
                    <a:pt x="0" y="115457"/>
                  </a:moveTo>
                  <a:lnTo>
                    <a:pt x="28458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l1486"/>
            <p:cNvSpPr/>
            <p:nvPr/>
          </p:nvSpPr>
          <p:spPr>
            <a:xfrm>
              <a:off x="3585896" y="4369325"/>
              <a:ext cx="1581001" cy="152029"/>
            </a:xfrm>
            <a:custGeom>
              <a:avLst/>
              <a:pathLst>
                <a:path w="1581001" h="152029">
                  <a:moveTo>
                    <a:pt x="0" y="152029"/>
                  </a:moveTo>
                  <a:lnTo>
                    <a:pt x="599326" y="135092"/>
                  </a:lnTo>
                  <a:lnTo>
                    <a:pt x="1011783" y="81126"/>
                  </a:lnTo>
                  <a:lnTo>
                    <a:pt x="158100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l1487"/>
            <p:cNvSpPr/>
            <p:nvPr/>
          </p:nvSpPr>
          <p:spPr>
            <a:xfrm>
              <a:off x="3585896" y="4367878"/>
              <a:ext cx="1861798" cy="134605"/>
            </a:xfrm>
            <a:custGeom>
              <a:avLst/>
              <a:pathLst>
                <a:path w="1861798" h="134605">
                  <a:moveTo>
                    <a:pt x="0" y="134605"/>
                  </a:moveTo>
                  <a:lnTo>
                    <a:pt x="795323" y="63652"/>
                  </a:lnTo>
                  <a:lnTo>
                    <a:pt x="1282505" y="117480"/>
                  </a:lnTo>
                  <a:lnTo>
                    <a:pt x="186179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l1488"/>
            <p:cNvSpPr/>
            <p:nvPr/>
          </p:nvSpPr>
          <p:spPr>
            <a:xfrm>
              <a:off x="3585896" y="2828123"/>
              <a:ext cx="523660" cy="571588"/>
            </a:xfrm>
            <a:custGeom>
              <a:avLst/>
              <a:pathLst>
                <a:path w="523660" h="571588">
                  <a:moveTo>
                    <a:pt x="0" y="474441"/>
                  </a:moveTo>
                  <a:lnTo>
                    <a:pt x="271793" y="0"/>
                  </a:lnTo>
                  <a:lnTo>
                    <a:pt x="523660" y="57158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l1489"/>
            <p:cNvSpPr/>
            <p:nvPr/>
          </p:nvSpPr>
          <p:spPr>
            <a:xfrm>
              <a:off x="3585896" y="4611002"/>
              <a:ext cx="312314" cy="97407"/>
            </a:xfrm>
            <a:custGeom>
              <a:avLst/>
              <a:pathLst>
                <a:path w="312314" h="97407">
                  <a:moveTo>
                    <a:pt x="0" y="97407"/>
                  </a:moveTo>
                  <a:lnTo>
                    <a:pt x="31231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l1490"/>
            <p:cNvSpPr/>
            <p:nvPr/>
          </p:nvSpPr>
          <p:spPr>
            <a:xfrm>
              <a:off x="3585896" y="4261645"/>
              <a:ext cx="1600431" cy="239664"/>
            </a:xfrm>
            <a:custGeom>
              <a:avLst/>
              <a:pathLst>
                <a:path w="1600431" h="239664">
                  <a:moveTo>
                    <a:pt x="0" y="199284"/>
                  </a:moveTo>
                  <a:lnTo>
                    <a:pt x="1188784" y="0"/>
                  </a:lnTo>
                  <a:lnTo>
                    <a:pt x="1600431" y="23966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l1491"/>
            <p:cNvSpPr/>
            <p:nvPr/>
          </p:nvSpPr>
          <p:spPr>
            <a:xfrm>
              <a:off x="3585896" y="3892345"/>
              <a:ext cx="271101" cy="35863"/>
            </a:xfrm>
            <a:custGeom>
              <a:avLst/>
              <a:pathLst>
                <a:path w="271101" h="35863">
                  <a:moveTo>
                    <a:pt x="0" y="35863"/>
                  </a:moveTo>
                  <a:lnTo>
                    <a:pt x="27110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l1492"/>
            <p:cNvSpPr/>
            <p:nvPr/>
          </p:nvSpPr>
          <p:spPr>
            <a:xfrm>
              <a:off x="3585896" y="4134658"/>
              <a:ext cx="506965" cy="262811"/>
            </a:xfrm>
            <a:custGeom>
              <a:avLst/>
              <a:pathLst>
                <a:path w="506965" h="262811">
                  <a:moveTo>
                    <a:pt x="0" y="262811"/>
                  </a:moveTo>
                  <a:lnTo>
                    <a:pt x="50696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l1493"/>
            <p:cNvSpPr/>
            <p:nvPr/>
          </p:nvSpPr>
          <p:spPr>
            <a:xfrm>
              <a:off x="3585896" y="4533003"/>
              <a:ext cx="523471" cy="34213"/>
            </a:xfrm>
            <a:custGeom>
              <a:avLst/>
              <a:pathLst>
                <a:path w="523471" h="34213">
                  <a:moveTo>
                    <a:pt x="0" y="34213"/>
                  </a:moveTo>
                  <a:lnTo>
                    <a:pt x="52347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l1494"/>
            <p:cNvSpPr/>
            <p:nvPr/>
          </p:nvSpPr>
          <p:spPr>
            <a:xfrm>
              <a:off x="3585896" y="3370488"/>
              <a:ext cx="649095" cy="1102831"/>
            </a:xfrm>
            <a:custGeom>
              <a:avLst/>
              <a:pathLst>
                <a:path w="649095" h="1102831">
                  <a:moveTo>
                    <a:pt x="0" y="1102831"/>
                  </a:moveTo>
                  <a:lnTo>
                    <a:pt x="64909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l1495"/>
            <p:cNvSpPr/>
            <p:nvPr/>
          </p:nvSpPr>
          <p:spPr>
            <a:xfrm>
              <a:off x="3585896" y="4532452"/>
              <a:ext cx="2370423" cy="70848"/>
            </a:xfrm>
            <a:custGeom>
              <a:avLst/>
              <a:pathLst>
                <a:path w="2370423" h="70848">
                  <a:moveTo>
                    <a:pt x="0" y="42203"/>
                  </a:moveTo>
                  <a:lnTo>
                    <a:pt x="808851" y="13346"/>
                  </a:lnTo>
                  <a:lnTo>
                    <a:pt x="1338490" y="70848"/>
                  </a:lnTo>
                  <a:lnTo>
                    <a:pt x="1838625" y="20006"/>
                  </a:lnTo>
                  <a:lnTo>
                    <a:pt x="237042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l1496"/>
            <p:cNvSpPr/>
            <p:nvPr/>
          </p:nvSpPr>
          <p:spPr>
            <a:xfrm>
              <a:off x="3585896" y="4425661"/>
              <a:ext cx="835477" cy="36615"/>
            </a:xfrm>
            <a:custGeom>
              <a:avLst/>
              <a:pathLst>
                <a:path w="835477" h="36615">
                  <a:moveTo>
                    <a:pt x="0" y="36615"/>
                  </a:moveTo>
                  <a:lnTo>
                    <a:pt x="83547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l1497"/>
            <p:cNvSpPr/>
            <p:nvPr/>
          </p:nvSpPr>
          <p:spPr>
            <a:xfrm>
              <a:off x="3585896" y="4365620"/>
              <a:ext cx="1420526" cy="92910"/>
            </a:xfrm>
            <a:custGeom>
              <a:avLst/>
              <a:pathLst>
                <a:path w="1420526" h="92910">
                  <a:moveTo>
                    <a:pt x="0" y="0"/>
                  </a:moveTo>
                  <a:lnTo>
                    <a:pt x="1420526" y="9291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l1498"/>
            <p:cNvSpPr/>
            <p:nvPr/>
          </p:nvSpPr>
          <p:spPr>
            <a:xfrm>
              <a:off x="3585896" y="4366582"/>
              <a:ext cx="790141" cy="95175"/>
            </a:xfrm>
            <a:custGeom>
              <a:avLst/>
              <a:pathLst>
                <a:path w="790141" h="95175">
                  <a:moveTo>
                    <a:pt x="0" y="95175"/>
                  </a:moveTo>
                  <a:lnTo>
                    <a:pt x="79014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l1499"/>
            <p:cNvSpPr/>
            <p:nvPr/>
          </p:nvSpPr>
          <p:spPr>
            <a:xfrm>
              <a:off x="3585896" y="4402772"/>
              <a:ext cx="507047" cy="103928"/>
            </a:xfrm>
            <a:custGeom>
              <a:avLst/>
              <a:pathLst>
                <a:path w="507047" h="103928">
                  <a:moveTo>
                    <a:pt x="0" y="0"/>
                  </a:moveTo>
                  <a:lnTo>
                    <a:pt x="507047" y="10392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l1500"/>
            <p:cNvSpPr/>
            <p:nvPr/>
          </p:nvSpPr>
          <p:spPr>
            <a:xfrm>
              <a:off x="3585896" y="4338170"/>
              <a:ext cx="835477" cy="145671"/>
            </a:xfrm>
            <a:custGeom>
              <a:avLst/>
              <a:pathLst>
                <a:path w="835477" h="145671">
                  <a:moveTo>
                    <a:pt x="0" y="145671"/>
                  </a:moveTo>
                  <a:lnTo>
                    <a:pt x="83547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l1501"/>
            <p:cNvSpPr/>
            <p:nvPr/>
          </p:nvSpPr>
          <p:spPr>
            <a:xfrm>
              <a:off x="3585896" y="4598371"/>
              <a:ext cx="1097418" cy="40400"/>
            </a:xfrm>
            <a:custGeom>
              <a:avLst/>
              <a:pathLst>
                <a:path w="1097418" h="40400">
                  <a:moveTo>
                    <a:pt x="0" y="2738"/>
                  </a:moveTo>
                  <a:lnTo>
                    <a:pt x="649095" y="40400"/>
                  </a:lnTo>
                  <a:lnTo>
                    <a:pt x="109741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l1502"/>
            <p:cNvSpPr/>
            <p:nvPr/>
          </p:nvSpPr>
          <p:spPr>
            <a:xfrm>
              <a:off x="3585896" y="3526212"/>
              <a:ext cx="810290" cy="335541"/>
            </a:xfrm>
            <a:custGeom>
              <a:avLst/>
              <a:pathLst>
                <a:path w="810290" h="335541">
                  <a:moveTo>
                    <a:pt x="0" y="246163"/>
                  </a:moveTo>
                  <a:lnTo>
                    <a:pt x="282090" y="335541"/>
                  </a:lnTo>
                  <a:lnTo>
                    <a:pt x="543699" y="12145"/>
                  </a:lnTo>
                  <a:lnTo>
                    <a:pt x="81029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l1503"/>
            <p:cNvSpPr/>
            <p:nvPr/>
          </p:nvSpPr>
          <p:spPr>
            <a:xfrm>
              <a:off x="3585896" y="4243736"/>
              <a:ext cx="272540" cy="159487"/>
            </a:xfrm>
            <a:custGeom>
              <a:avLst/>
              <a:pathLst>
                <a:path w="272540" h="159487">
                  <a:moveTo>
                    <a:pt x="0" y="159487"/>
                  </a:moveTo>
                  <a:lnTo>
                    <a:pt x="27254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l1504"/>
            <p:cNvSpPr/>
            <p:nvPr/>
          </p:nvSpPr>
          <p:spPr>
            <a:xfrm>
              <a:off x="3585896" y="4139101"/>
              <a:ext cx="1102455" cy="148410"/>
            </a:xfrm>
            <a:custGeom>
              <a:avLst/>
              <a:pathLst>
                <a:path w="1102455" h="148410">
                  <a:moveTo>
                    <a:pt x="0" y="148410"/>
                  </a:moveTo>
                  <a:lnTo>
                    <a:pt x="308716" y="38283"/>
                  </a:lnTo>
                  <a:lnTo>
                    <a:pt x="609516" y="27505"/>
                  </a:lnTo>
                  <a:lnTo>
                    <a:pt x="820669" y="0"/>
                  </a:lnTo>
                  <a:lnTo>
                    <a:pt x="1102455" y="6721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l1505"/>
            <p:cNvSpPr/>
            <p:nvPr/>
          </p:nvSpPr>
          <p:spPr>
            <a:xfrm>
              <a:off x="3585896" y="4471534"/>
              <a:ext cx="789730" cy="147363"/>
            </a:xfrm>
            <a:custGeom>
              <a:avLst/>
              <a:pathLst>
                <a:path w="789730" h="147363">
                  <a:moveTo>
                    <a:pt x="0" y="0"/>
                  </a:moveTo>
                  <a:lnTo>
                    <a:pt x="789730" y="14736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l1506"/>
            <p:cNvSpPr/>
            <p:nvPr/>
          </p:nvSpPr>
          <p:spPr>
            <a:xfrm>
              <a:off x="3585896" y="4384917"/>
              <a:ext cx="1853017" cy="158246"/>
            </a:xfrm>
            <a:custGeom>
              <a:avLst/>
              <a:pathLst>
                <a:path w="1853017" h="158246">
                  <a:moveTo>
                    <a:pt x="0" y="158246"/>
                  </a:moveTo>
                  <a:lnTo>
                    <a:pt x="846271" y="145732"/>
                  </a:lnTo>
                  <a:lnTo>
                    <a:pt x="1338901" y="150430"/>
                  </a:lnTo>
                  <a:lnTo>
                    <a:pt x="185301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l1507"/>
            <p:cNvSpPr/>
            <p:nvPr/>
          </p:nvSpPr>
          <p:spPr>
            <a:xfrm>
              <a:off x="3585896" y="4509348"/>
              <a:ext cx="1586039" cy="44253"/>
            </a:xfrm>
            <a:custGeom>
              <a:avLst/>
              <a:pathLst>
                <a:path w="1586039" h="44253">
                  <a:moveTo>
                    <a:pt x="0" y="44253"/>
                  </a:moveTo>
                  <a:lnTo>
                    <a:pt x="499415" y="13537"/>
                  </a:lnTo>
                  <a:lnTo>
                    <a:pt x="1063596" y="0"/>
                  </a:lnTo>
                  <a:lnTo>
                    <a:pt x="1586039" y="357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l1508"/>
            <p:cNvSpPr/>
            <p:nvPr/>
          </p:nvSpPr>
          <p:spPr>
            <a:xfrm>
              <a:off x="3585896" y="3746925"/>
              <a:ext cx="315822" cy="143737"/>
            </a:xfrm>
            <a:custGeom>
              <a:avLst/>
              <a:pathLst>
                <a:path w="315822" h="143737">
                  <a:moveTo>
                    <a:pt x="0" y="0"/>
                  </a:moveTo>
                  <a:lnTo>
                    <a:pt x="315822" y="14373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l1509"/>
            <p:cNvSpPr/>
            <p:nvPr/>
          </p:nvSpPr>
          <p:spPr>
            <a:xfrm>
              <a:off x="3585896" y="3095221"/>
              <a:ext cx="540433" cy="230843"/>
            </a:xfrm>
            <a:custGeom>
              <a:avLst/>
              <a:pathLst>
                <a:path w="540433" h="230843">
                  <a:moveTo>
                    <a:pt x="0" y="230843"/>
                  </a:moveTo>
                  <a:lnTo>
                    <a:pt x="273455" y="119145"/>
                  </a:lnTo>
                  <a:lnTo>
                    <a:pt x="54043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l1510"/>
            <p:cNvSpPr/>
            <p:nvPr/>
          </p:nvSpPr>
          <p:spPr>
            <a:xfrm>
              <a:off x="4537951" y="4427672"/>
              <a:ext cx="530866" cy="70906"/>
            </a:xfrm>
            <a:custGeom>
              <a:avLst/>
              <a:pathLst>
                <a:path w="530866" h="70906">
                  <a:moveTo>
                    <a:pt x="0" y="0"/>
                  </a:moveTo>
                  <a:lnTo>
                    <a:pt x="530866" y="7090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l1511"/>
            <p:cNvSpPr/>
            <p:nvPr/>
          </p:nvSpPr>
          <p:spPr>
            <a:xfrm>
              <a:off x="3585896" y="4155018"/>
              <a:ext cx="566892" cy="82595"/>
            </a:xfrm>
            <a:custGeom>
              <a:avLst/>
              <a:pathLst>
                <a:path w="566892" h="82595">
                  <a:moveTo>
                    <a:pt x="0" y="82595"/>
                  </a:moveTo>
                  <a:lnTo>
                    <a:pt x="238746" y="30296"/>
                  </a:lnTo>
                  <a:lnTo>
                    <a:pt x="56689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l1512"/>
            <p:cNvSpPr/>
            <p:nvPr/>
          </p:nvSpPr>
          <p:spPr>
            <a:xfrm>
              <a:off x="3585896" y="4365063"/>
              <a:ext cx="2303498" cy="246285"/>
            </a:xfrm>
            <a:custGeom>
              <a:avLst/>
              <a:pathLst>
                <a:path w="2303498" h="246285">
                  <a:moveTo>
                    <a:pt x="0" y="167301"/>
                  </a:moveTo>
                  <a:lnTo>
                    <a:pt x="287127" y="246285"/>
                  </a:lnTo>
                  <a:lnTo>
                    <a:pt x="581481" y="217245"/>
                  </a:lnTo>
                  <a:lnTo>
                    <a:pt x="814608" y="56168"/>
                  </a:lnTo>
                  <a:lnTo>
                    <a:pt x="1080147" y="59804"/>
                  </a:lnTo>
                  <a:lnTo>
                    <a:pt x="1598394" y="0"/>
                  </a:lnTo>
                  <a:lnTo>
                    <a:pt x="2303498" y="4561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l1513"/>
            <p:cNvSpPr/>
            <p:nvPr/>
          </p:nvSpPr>
          <p:spPr>
            <a:xfrm>
              <a:off x="3585896" y="4301207"/>
              <a:ext cx="799496" cy="122494"/>
            </a:xfrm>
            <a:custGeom>
              <a:avLst/>
              <a:pathLst>
                <a:path w="799496" h="122494">
                  <a:moveTo>
                    <a:pt x="0" y="122494"/>
                  </a:moveTo>
                  <a:lnTo>
                    <a:pt x="79949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l1514"/>
            <p:cNvSpPr/>
            <p:nvPr/>
          </p:nvSpPr>
          <p:spPr>
            <a:xfrm>
              <a:off x="3585896" y="4285995"/>
              <a:ext cx="1932895" cy="250064"/>
            </a:xfrm>
            <a:custGeom>
              <a:avLst/>
              <a:pathLst>
                <a:path w="1932895" h="250064">
                  <a:moveTo>
                    <a:pt x="0" y="250064"/>
                  </a:moveTo>
                  <a:lnTo>
                    <a:pt x="292165" y="202179"/>
                  </a:lnTo>
                  <a:lnTo>
                    <a:pt x="193289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l1515"/>
            <p:cNvSpPr/>
            <p:nvPr/>
          </p:nvSpPr>
          <p:spPr>
            <a:xfrm>
              <a:off x="3585896" y="2457466"/>
              <a:ext cx="1611225" cy="1269240"/>
            </a:xfrm>
            <a:custGeom>
              <a:avLst/>
              <a:pathLst>
                <a:path w="1611225" h="1269240">
                  <a:moveTo>
                    <a:pt x="0" y="983899"/>
                  </a:moveTo>
                  <a:lnTo>
                    <a:pt x="619591" y="1269240"/>
                  </a:lnTo>
                  <a:lnTo>
                    <a:pt x="1097418" y="533058"/>
                  </a:lnTo>
                  <a:lnTo>
                    <a:pt x="1369433" y="649258"/>
                  </a:lnTo>
                  <a:lnTo>
                    <a:pt x="161122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l1516"/>
            <p:cNvSpPr/>
            <p:nvPr/>
          </p:nvSpPr>
          <p:spPr>
            <a:xfrm>
              <a:off x="3585896" y="4379960"/>
              <a:ext cx="557311" cy="169259"/>
            </a:xfrm>
            <a:custGeom>
              <a:avLst/>
              <a:pathLst>
                <a:path w="557311" h="169259">
                  <a:moveTo>
                    <a:pt x="0" y="169259"/>
                  </a:moveTo>
                  <a:lnTo>
                    <a:pt x="55731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l1517"/>
            <p:cNvSpPr/>
            <p:nvPr/>
          </p:nvSpPr>
          <p:spPr>
            <a:xfrm>
              <a:off x="5184169" y="4408676"/>
              <a:ext cx="284249" cy="26421"/>
            </a:xfrm>
            <a:custGeom>
              <a:avLst/>
              <a:pathLst>
                <a:path w="284249" h="26421">
                  <a:moveTo>
                    <a:pt x="0" y="26421"/>
                  </a:moveTo>
                  <a:lnTo>
                    <a:pt x="28424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l1518"/>
            <p:cNvSpPr/>
            <p:nvPr/>
          </p:nvSpPr>
          <p:spPr>
            <a:xfrm>
              <a:off x="3585896" y="4507013"/>
              <a:ext cx="1560626" cy="55202"/>
            </a:xfrm>
            <a:custGeom>
              <a:avLst/>
              <a:pathLst>
                <a:path w="1560626" h="55202">
                  <a:moveTo>
                    <a:pt x="0" y="24135"/>
                  </a:moveTo>
                  <a:lnTo>
                    <a:pt x="588925" y="11503"/>
                  </a:lnTo>
                  <a:lnTo>
                    <a:pt x="805253" y="54210"/>
                  </a:lnTo>
                  <a:lnTo>
                    <a:pt x="1103894" y="55202"/>
                  </a:lnTo>
                  <a:lnTo>
                    <a:pt x="156062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l1519"/>
            <p:cNvSpPr/>
            <p:nvPr/>
          </p:nvSpPr>
          <p:spPr>
            <a:xfrm>
              <a:off x="3585896" y="4166210"/>
              <a:ext cx="790860" cy="155355"/>
            </a:xfrm>
            <a:custGeom>
              <a:avLst/>
              <a:pathLst>
                <a:path w="790860" h="155355">
                  <a:moveTo>
                    <a:pt x="0" y="155355"/>
                  </a:moveTo>
                  <a:lnTo>
                    <a:pt x="79086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l1520"/>
            <p:cNvSpPr/>
            <p:nvPr/>
          </p:nvSpPr>
          <p:spPr>
            <a:xfrm>
              <a:off x="3585896" y="4322116"/>
              <a:ext cx="782451" cy="157792"/>
            </a:xfrm>
            <a:custGeom>
              <a:avLst/>
              <a:pathLst>
                <a:path w="782451" h="157792">
                  <a:moveTo>
                    <a:pt x="0" y="121929"/>
                  </a:moveTo>
                  <a:lnTo>
                    <a:pt x="297202" y="157792"/>
                  </a:lnTo>
                  <a:lnTo>
                    <a:pt x="78245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l1521"/>
            <p:cNvSpPr/>
            <p:nvPr/>
          </p:nvSpPr>
          <p:spPr>
            <a:xfrm>
              <a:off x="3585896" y="4272563"/>
              <a:ext cx="2121435" cy="130242"/>
            </a:xfrm>
            <a:custGeom>
              <a:avLst/>
              <a:pathLst>
                <a:path w="2121435" h="130242">
                  <a:moveTo>
                    <a:pt x="0" y="73275"/>
                  </a:moveTo>
                  <a:lnTo>
                    <a:pt x="820365" y="130242"/>
                  </a:lnTo>
                  <a:lnTo>
                    <a:pt x="1419807" y="91820"/>
                  </a:lnTo>
                  <a:lnTo>
                    <a:pt x="212143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l1522"/>
            <p:cNvSpPr/>
            <p:nvPr/>
          </p:nvSpPr>
          <p:spPr>
            <a:xfrm>
              <a:off x="3585896" y="3285425"/>
              <a:ext cx="1359015" cy="667966"/>
            </a:xfrm>
            <a:custGeom>
              <a:avLst/>
              <a:pathLst>
                <a:path w="1359015" h="667966">
                  <a:moveTo>
                    <a:pt x="0" y="667966"/>
                  </a:moveTo>
                  <a:lnTo>
                    <a:pt x="275989" y="430474"/>
                  </a:lnTo>
                  <a:lnTo>
                    <a:pt x="563117" y="479465"/>
                  </a:lnTo>
                  <a:lnTo>
                    <a:pt x="1061407" y="0"/>
                  </a:lnTo>
                  <a:lnTo>
                    <a:pt x="1359015" y="28880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l1523"/>
            <p:cNvSpPr/>
            <p:nvPr/>
          </p:nvSpPr>
          <p:spPr>
            <a:xfrm>
              <a:off x="3585896" y="3809683"/>
              <a:ext cx="921831" cy="439037"/>
            </a:xfrm>
            <a:custGeom>
              <a:avLst/>
              <a:pathLst>
                <a:path w="921831" h="439037">
                  <a:moveTo>
                    <a:pt x="0" y="439037"/>
                  </a:moveTo>
                  <a:lnTo>
                    <a:pt x="92183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l1524"/>
            <p:cNvSpPr/>
            <p:nvPr/>
          </p:nvSpPr>
          <p:spPr>
            <a:xfrm>
              <a:off x="3585896" y="4388743"/>
              <a:ext cx="1832868" cy="87185"/>
            </a:xfrm>
            <a:custGeom>
              <a:avLst/>
              <a:pathLst>
                <a:path w="1832868" h="87185">
                  <a:moveTo>
                    <a:pt x="0" y="48408"/>
                  </a:moveTo>
                  <a:lnTo>
                    <a:pt x="828280" y="0"/>
                  </a:lnTo>
                  <a:lnTo>
                    <a:pt x="1314101" y="87185"/>
                  </a:lnTo>
                  <a:lnTo>
                    <a:pt x="1832868" y="3862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l1525"/>
            <p:cNvSpPr/>
            <p:nvPr/>
          </p:nvSpPr>
          <p:spPr>
            <a:xfrm>
              <a:off x="3585896" y="3536587"/>
              <a:ext cx="276555" cy="409411"/>
            </a:xfrm>
            <a:custGeom>
              <a:avLst/>
              <a:pathLst>
                <a:path w="276555" h="409411">
                  <a:moveTo>
                    <a:pt x="0" y="409411"/>
                  </a:moveTo>
                  <a:lnTo>
                    <a:pt x="27655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l1526"/>
            <p:cNvSpPr/>
            <p:nvPr/>
          </p:nvSpPr>
          <p:spPr>
            <a:xfrm>
              <a:off x="3585896" y="4393477"/>
              <a:ext cx="541153" cy="74870"/>
            </a:xfrm>
            <a:custGeom>
              <a:avLst/>
              <a:pathLst>
                <a:path w="541153" h="74870">
                  <a:moveTo>
                    <a:pt x="0" y="0"/>
                  </a:moveTo>
                  <a:lnTo>
                    <a:pt x="262981" y="74870"/>
                  </a:lnTo>
                  <a:lnTo>
                    <a:pt x="541153" y="572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l1527"/>
            <p:cNvSpPr/>
            <p:nvPr/>
          </p:nvSpPr>
          <p:spPr>
            <a:xfrm>
              <a:off x="3585896" y="2595254"/>
              <a:ext cx="312284" cy="468634"/>
            </a:xfrm>
            <a:custGeom>
              <a:avLst/>
              <a:pathLst>
                <a:path w="312284" h="468634">
                  <a:moveTo>
                    <a:pt x="0" y="0"/>
                  </a:moveTo>
                  <a:lnTo>
                    <a:pt x="312284" y="46863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l1528"/>
            <p:cNvSpPr/>
            <p:nvPr/>
          </p:nvSpPr>
          <p:spPr>
            <a:xfrm>
              <a:off x="3585896" y="4129509"/>
              <a:ext cx="613905" cy="303369"/>
            </a:xfrm>
            <a:custGeom>
              <a:avLst/>
              <a:pathLst>
                <a:path w="613905" h="303369">
                  <a:moveTo>
                    <a:pt x="0" y="303369"/>
                  </a:moveTo>
                  <a:lnTo>
                    <a:pt x="61390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l1529"/>
            <p:cNvSpPr/>
            <p:nvPr/>
          </p:nvSpPr>
          <p:spPr>
            <a:xfrm>
              <a:off x="3585896" y="4430604"/>
              <a:ext cx="2649635" cy="146171"/>
            </a:xfrm>
            <a:custGeom>
              <a:avLst/>
              <a:pathLst>
                <a:path w="2649635" h="146171">
                  <a:moveTo>
                    <a:pt x="0" y="79026"/>
                  </a:moveTo>
                  <a:lnTo>
                    <a:pt x="827626" y="0"/>
                  </a:lnTo>
                  <a:lnTo>
                    <a:pt x="1654361" y="146171"/>
                  </a:lnTo>
                  <a:lnTo>
                    <a:pt x="2097687" y="101039"/>
                  </a:lnTo>
                  <a:lnTo>
                    <a:pt x="2649635" y="7224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l1530"/>
            <p:cNvSpPr/>
            <p:nvPr/>
          </p:nvSpPr>
          <p:spPr>
            <a:xfrm>
              <a:off x="3585896" y="4224885"/>
              <a:ext cx="557818" cy="108413"/>
            </a:xfrm>
            <a:custGeom>
              <a:avLst/>
              <a:pathLst>
                <a:path w="557818" h="108413">
                  <a:moveTo>
                    <a:pt x="0" y="53551"/>
                  </a:moveTo>
                  <a:lnTo>
                    <a:pt x="295877" y="108413"/>
                  </a:lnTo>
                  <a:lnTo>
                    <a:pt x="55781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l1531"/>
            <p:cNvSpPr/>
            <p:nvPr/>
          </p:nvSpPr>
          <p:spPr>
            <a:xfrm>
              <a:off x="3585896" y="4563099"/>
              <a:ext cx="578573" cy="23852"/>
            </a:xfrm>
            <a:custGeom>
              <a:avLst/>
              <a:pathLst>
                <a:path w="578573" h="23852">
                  <a:moveTo>
                    <a:pt x="0" y="23852"/>
                  </a:moveTo>
                  <a:lnTo>
                    <a:pt x="57857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l1532"/>
            <p:cNvSpPr/>
            <p:nvPr/>
          </p:nvSpPr>
          <p:spPr>
            <a:xfrm>
              <a:off x="3585896" y="2756546"/>
              <a:ext cx="266978" cy="152057"/>
            </a:xfrm>
            <a:custGeom>
              <a:avLst/>
              <a:pathLst>
                <a:path w="266978" h="152057">
                  <a:moveTo>
                    <a:pt x="0" y="152057"/>
                  </a:moveTo>
                  <a:lnTo>
                    <a:pt x="26697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l1533"/>
            <p:cNvSpPr/>
            <p:nvPr/>
          </p:nvSpPr>
          <p:spPr>
            <a:xfrm>
              <a:off x="3585896" y="4540459"/>
              <a:ext cx="790141" cy="43322"/>
            </a:xfrm>
            <a:custGeom>
              <a:avLst/>
              <a:pathLst>
                <a:path w="790141" h="43322">
                  <a:moveTo>
                    <a:pt x="0" y="43322"/>
                  </a:moveTo>
                  <a:lnTo>
                    <a:pt x="523742" y="1080"/>
                  </a:lnTo>
                  <a:lnTo>
                    <a:pt x="79014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l1534"/>
            <p:cNvSpPr/>
            <p:nvPr/>
          </p:nvSpPr>
          <p:spPr>
            <a:xfrm>
              <a:off x="3585896" y="4476092"/>
              <a:ext cx="563480" cy="10456"/>
            </a:xfrm>
            <a:custGeom>
              <a:avLst/>
              <a:pathLst>
                <a:path w="563480" h="10456">
                  <a:moveTo>
                    <a:pt x="0" y="0"/>
                  </a:moveTo>
                  <a:lnTo>
                    <a:pt x="563480" y="1045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l1535"/>
            <p:cNvSpPr/>
            <p:nvPr/>
          </p:nvSpPr>
          <p:spPr>
            <a:xfrm>
              <a:off x="3585896" y="4252032"/>
              <a:ext cx="1827296" cy="168303"/>
            </a:xfrm>
            <a:custGeom>
              <a:avLst/>
              <a:pathLst>
                <a:path w="1827296" h="168303">
                  <a:moveTo>
                    <a:pt x="0" y="50159"/>
                  </a:moveTo>
                  <a:lnTo>
                    <a:pt x="815512" y="117020"/>
                  </a:lnTo>
                  <a:lnTo>
                    <a:pt x="1288301" y="168303"/>
                  </a:lnTo>
                  <a:lnTo>
                    <a:pt x="182729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l1536"/>
            <p:cNvSpPr/>
            <p:nvPr/>
          </p:nvSpPr>
          <p:spPr>
            <a:xfrm>
              <a:off x="3585896" y="4350742"/>
              <a:ext cx="1838625" cy="262959"/>
            </a:xfrm>
            <a:custGeom>
              <a:avLst/>
              <a:pathLst>
                <a:path w="1838625" h="262959">
                  <a:moveTo>
                    <a:pt x="0" y="0"/>
                  </a:moveTo>
                  <a:lnTo>
                    <a:pt x="805253" y="262959"/>
                  </a:lnTo>
                  <a:lnTo>
                    <a:pt x="1373165" y="179695"/>
                  </a:lnTo>
                  <a:lnTo>
                    <a:pt x="1838625" y="9706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l1537"/>
            <p:cNvSpPr/>
            <p:nvPr/>
          </p:nvSpPr>
          <p:spPr>
            <a:xfrm>
              <a:off x="3585896" y="2168875"/>
              <a:ext cx="317351" cy="1202702"/>
            </a:xfrm>
            <a:custGeom>
              <a:avLst/>
              <a:pathLst>
                <a:path w="317351" h="1202702">
                  <a:moveTo>
                    <a:pt x="0" y="0"/>
                  </a:moveTo>
                  <a:lnTo>
                    <a:pt x="317351" y="120270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l1538"/>
            <p:cNvSpPr/>
            <p:nvPr/>
          </p:nvSpPr>
          <p:spPr>
            <a:xfrm>
              <a:off x="3585896" y="4197752"/>
              <a:ext cx="1118287" cy="155178"/>
            </a:xfrm>
            <a:custGeom>
              <a:avLst/>
              <a:pathLst>
                <a:path w="1118287" h="155178">
                  <a:moveTo>
                    <a:pt x="0" y="50085"/>
                  </a:moveTo>
                  <a:lnTo>
                    <a:pt x="311372" y="108285"/>
                  </a:lnTo>
                  <a:lnTo>
                    <a:pt x="609516" y="0"/>
                  </a:lnTo>
                  <a:lnTo>
                    <a:pt x="1118287" y="15517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l1539"/>
            <p:cNvSpPr/>
            <p:nvPr/>
          </p:nvSpPr>
          <p:spPr>
            <a:xfrm>
              <a:off x="3585896" y="4605596"/>
              <a:ext cx="1048484" cy="76194"/>
            </a:xfrm>
            <a:custGeom>
              <a:avLst/>
              <a:pathLst>
                <a:path w="1048484" h="76194">
                  <a:moveTo>
                    <a:pt x="0" y="23411"/>
                  </a:moveTo>
                  <a:lnTo>
                    <a:pt x="595503" y="76194"/>
                  </a:lnTo>
                  <a:lnTo>
                    <a:pt x="104848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l1540"/>
            <p:cNvSpPr/>
            <p:nvPr/>
          </p:nvSpPr>
          <p:spPr>
            <a:xfrm>
              <a:off x="3585896" y="4565968"/>
              <a:ext cx="1227580" cy="58735"/>
            </a:xfrm>
            <a:custGeom>
              <a:avLst/>
              <a:pathLst>
                <a:path w="1227580" h="58735">
                  <a:moveTo>
                    <a:pt x="0" y="0"/>
                  </a:moveTo>
                  <a:lnTo>
                    <a:pt x="1227580" y="5873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l1541"/>
            <p:cNvSpPr/>
            <p:nvPr/>
          </p:nvSpPr>
          <p:spPr>
            <a:xfrm>
              <a:off x="3585896" y="4507472"/>
              <a:ext cx="580012" cy="13179"/>
            </a:xfrm>
            <a:custGeom>
              <a:avLst/>
              <a:pathLst>
                <a:path w="580012" h="13179">
                  <a:moveTo>
                    <a:pt x="0" y="0"/>
                  </a:moveTo>
                  <a:lnTo>
                    <a:pt x="580012" y="1317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l1542"/>
            <p:cNvSpPr/>
            <p:nvPr/>
          </p:nvSpPr>
          <p:spPr>
            <a:xfrm>
              <a:off x="3585896" y="3094600"/>
              <a:ext cx="261941" cy="140325"/>
            </a:xfrm>
            <a:custGeom>
              <a:avLst/>
              <a:pathLst>
                <a:path w="261941" h="140325">
                  <a:moveTo>
                    <a:pt x="0" y="140325"/>
                  </a:moveTo>
                  <a:lnTo>
                    <a:pt x="26194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l1543"/>
            <p:cNvSpPr/>
            <p:nvPr/>
          </p:nvSpPr>
          <p:spPr>
            <a:xfrm>
              <a:off x="3585896" y="4403862"/>
              <a:ext cx="1086623" cy="74800"/>
            </a:xfrm>
            <a:custGeom>
              <a:avLst/>
              <a:pathLst>
                <a:path w="1086623" h="74800">
                  <a:moveTo>
                    <a:pt x="0" y="0"/>
                  </a:moveTo>
                  <a:lnTo>
                    <a:pt x="549239" y="74800"/>
                  </a:lnTo>
                  <a:lnTo>
                    <a:pt x="1086623" y="1695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l1544"/>
            <p:cNvSpPr/>
            <p:nvPr/>
          </p:nvSpPr>
          <p:spPr>
            <a:xfrm>
              <a:off x="3585896" y="4522028"/>
              <a:ext cx="932625" cy="25734"/>
            </a:xfrm>
            <a:custGeom>
              <a:avLst/>
              <a:pathLst>
                <a:path w="932625" h="25734">
                  <a:moveTo>
                    <a:pt x="0" y="0"/>
                  </a:moveTo>
                  <a:lnTo>
                    <a:pt x="932625" y="2573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l1545"/>
            <p:cNvSpPr/>
            <p:nvPr/>
          </p:nvSpPr>
          <p:spPr>
            <a:xfrm>
              <a:off x="3585896" y="3616808"/>
              <a:ext cx="789421" cy="201227"/>
            </a:xfrm>
            <a:custGeom>
              <a:avLst/>
              <a:pathLst>
                <a:path w="789421" h="201227">
                  <a:moveTo>
                    <a:pt x="0" y="201227"/>
                  </a:moveTo>
                  <a:lnTo>
                    <a:pt x="78942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l1546"/>
            <p:cNvSpPr/>
            <p:nvPr/>
          </p:nvSpPr>
          <p:spPr>
            <a:xfrm>
              <a:off x="3585896" y="4293972"/>
              <a:ext cx="1052082" cy="55023"/>
            </a:xfrm>
            <a:custGeom>
              <a:avLst/>
              <a:pathLst>
                <a:path w="1052082" h="55023">
                  <a:moveTo>
                    <a:pt x="0" y="2431"/>
                  </a:moveTo>
                  <a:lnTo>
                    <a:pt x="659595" y="55023"/>
                  </a:lnTo>
                  <a:lnTo>
                    <a:pt x="105208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l1547"/>
            <p:cNvSpPr/>
            <p:nvPr/>
          </p:nvSpPr>
          <p:spPr>
            <a:xfrm>
              <a:off x="3585896" y="4360054"/>
              <a:ext cx="1097418" cy="20058"/>
            </a:xfrm>
            <a:custGeom>
              <a:avLst/>
              <a:pathLst>
                <a:path w="1097418" h="20058">
                  <a:moveTo>
                    <a:pt x="0" y="20058"/>
                  </a:moveTo>
                  <a:lnTo>
                    <a:pt x="663488" y="0"/>
                  </a:lnTo>
                  <a:lnTo>
                    <a:pt x="1097418" y="1880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l1548"/>
            <p:cNvSpPr/>
            <p:nvPr/>
          </p:nvSpPr>
          <p:spPr>
            <a:xfrm>
              <a:off x="3585896" y="4588801"/>
              <a:ext cx="579292" cy="33598"/>
            </a:xfrm>
            <a:custGeom>
              <a:avLst/>
              <a:pathLst>
                <a:path w="579292" h="33598">
                  <a:moveTo>
                    <a:pt x="0" y="33598"/>
                  </a:moveTo>
                  <a:lnTo>
                    <a:pt x="57929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l1549"/>
            <p:cNvSpPr/>
            <p:nvPr/>
          </p:nvSpPr>
          <p:spPr>
            <a:xfrm>
              <a:off x="3585896" y="4404226"/>
              <a:ext cx="1374441" cy="52563"/>
            </a:xfrm>
            <a:custGeom>
              <a:avLst/>
              <a:pathLst>
                <a:path w="1374441" h="52563">
                  <a:moveTo>
                    <a:pt x="0" y="52563"/>
                  </a:moveTo>
                  <a:lnTo>
                    <a:pt x="137444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l1550"/>
            <p:cNvSpPr/>
            <p:nvPr/>
          </p:nvSpPr>
          <p:spPr>
            <a:xfrm>
              <a:off x="3585896" y="3034868"/>
              <a:ext cx="793019" cy="374920"/>
            </a:xfrm>
            <a:custGeom>
              <a:avLst/>
              <a:pathLst>
                <a:path w="793019" h="374920">
                  <a:moveTo>
                    <a:pt x="0" y="374920"/>
                  </a:moveTo>
                  <a:lnTo>
                    <a:pt x="259782" y="24384"/>
                  </a:lnTo>
                  <a:lnTo>
                    <a:pt x="530484" y="131445"/>
                  </a:lnTo>
                  <a:lnTo>
                    <a:pt x="79301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l1551"/>
            <p:cNvSpPr/>
            <p:nvPr/>
          </p:nvSpPr>
          <p:spPr>
            <a:xfrm>
              <a:off x="3585896" y="4409941"/>
              <a:ext cx="787160" cy="123124"/>
            </a:xfrm>
            <a:custGeom>
              <a:avLst/>
              <a:pathLst>
                <a:path w="787160" h="123124">
                  <a:moveTo>
                    <a:pt x="0" y="0"/>
                  </a:moveTo>
                  <a:lnTo>
                    <a:pt x="787160" y="12312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l1552"/>
            <p:cNvSpPr/>
            <p:nvPr/>
          </p:nvSpPr>
          <p:spPr>
            <a:xfrm>
              <a:off x="3585896" y="4533391"/>
              <a:ext cx="543372" cy="33180"/>
            </a:xfrm>
            <a:custGeom>
              <a:avLst/>
              <a:pathLst>
                <a:path w="543372" h="33180">
                  <a:moveTo>
                    <a:pt x="0" y="0"/>
                  </a:moveTo>
                  <a:lnTo>
                    <a:pt x="543372" y="3318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l1553"/>
            <p:cNvSpPr/>
            <p:nvPr/>
          </p:nvSpPr>
          <p:spPr>
            <a:xfrm>
              <a:off x="3585896" y="4463725"/>
              <a:ext cx="266838" cy="21117"/>
            </a:xfrm>
            <a:custGeom>
              <a:avLst/>
              <a:pathLst>
                <a:path w="266838" h="21117">
                  <a:moveTo>
                    <a:pt x="0" y="21117"/>
                  </a:moveTo>
                  <a:lnTo>
                    <a:pt x="26683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l1554"/>
            <p:cNvSpPr/>
            <p:nvPr/>
          </p:nvSpPr>
          <p:spPr>
            <a:xfrm>
              <a:off x="3585896" y="4065272"/>
              <a:ext cx="528229" cy="255308"/>
            </a:xfrm>
            <a:custGeom>
              <a:avLst/>
              <a:pathLst>
                <a:path w="528229" h="255308">
                  <a:moveTo>
                    <a:pt x="0" y="0"/>
                  </a:moveTo>
                  <a:lnTo>
                    <a:pt x="266288" y="255308"/>
                  </a:lnTo>
                  <a:lnTo>
                    <a:pt x="528229" y="18402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l1555"/>
            <p:cNvSpPr/>
            <p:nvPr/>
          </p:nvSpPr>
          <p:spPr>
            <a:xfrm>
              <a:off x="3585896" y="4191115"/>
              <a:ext cx="1052082" cy="228198"/>
            </a:xfrm>
            <a:custGeom>
              <a:avLst/>
              <a:pathLst>
                <a:path w="1052082" h="228198">
                  <a:moveTo>
                    <a:pt x="0" y="0"/>
                  </a:moveTo>
                  <a:lnTo>
                    <a:pt x="709899" y="228198"/>
                  </a:lnTo>
                  <a:lnTo>
                    <a:pt x="1052082" y="21647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l1556"/>
            <p:cNvSpPr/>
            <p:nvPr/>
          </p:nvSpPr>
          <p:spPr>
            <a:xfrm>
              <a:off x="3585896" y="4584835"/>
              <a:ext cx="528109" cy="19358"/>
            </a:xfrm>
            <a:custGeom>
              <a:avLst/>
              <a:pathLst>
                <a:path w="528109" h="19358">
                  <a:moveTo>
                    <a:pt x="0" y="0"/>
                  </a:moveTo>
                  <a:lnTo>
                    <a:pt x="528109" y="1935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l1557"/>
            <p:cNvSpPr/>
            <p:nvPr/>
          </p:nvSpPr>
          <p:spPr>
            <a:xfrm>
              <a:off x="3585896" y="3820096"/>
              <a:ext cx="1303948" cy="329112"/>
            </a:xfrm>
            <a:custGeom>
              <a:avLst/>
              <a:pathLst>
                <a:path w="1303948" h="329112">
                  <a:moveTo>
                    <a:pt x="0" y="329112"/>
                  </a:moveTo>
                  <a:lnTo>
                    <a:pt x="784478" y="0"/>
                  </a:lnTo>
                  <a:lnTo>
                    <a:pt x="1303948" y="28188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l1558"/>
            <p:cNvSpPr/>
            <p:nvPr/>
          </p:nvSpPr>
          <p:spPr>
            <a:xfrm>
              <a:off x="3585896" y="4335665"/>
              <a:ext cx="498369" cy="69513"/>
            </a:xfrm>
            <a:custGeom>
              <a:avLst/>
              <a:pathLst>
                <a:path w="498369" h="69513">
                  <a:moveTo>
                    <a:pt x="0" y="69513"/>
                  </a:moveTo>
                  <a:lnTo>
                    <a:pt x="49836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l1559"/>
            <p:cNvSpPr/>
            <p:nvPr/>
          </p:nvSpPr>
          <p:spPr>
            <a:xfrm>
              <a:off x="3585896" y="3581138"/>
              <a:ext cx="302792" cy="485039"/>
            </a:xfrm>
            <a:custGeom>
              <a:avLst/>
              <a:pathLst>
                <a:path w="302792" h="485039">
                  <a:moveTo>
                    <a:pt x="0" y="0"/>
                  </a:moveTo>
                  <a:lnTo>
                    <a:pt x="302792" y="48503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l1560"/>
            <p:cNvSpPr/>
            <p:nvPr/>
          </p:nvSpPr>
          <p:spPr>
            <a:xfrm>
              <a:off x="3585896" y="4362344"/>
              <a:ext cx="568498" cy="138297"/>
            </a:xfrm>
            <a:custGeom>
              <a:avLst/>
              <a:pathLst>
                <a:path w="568498" h="138297">
                  <a:moveTo>
                    <a:pt x="0" y="138297"/>
                  </a:moveTo>
                  <a:lnTo>
                    <a:pt x="294054" y="60794"/>
                  </a:lnTo>
                  <a:lnTo>
                    <a:pt x="56849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l1561"/>
            <p:cNvSpPr/>
            <p:nvPr/>
          </p:nvSpPr>
          <p:spPr>
            <a:xfrm>
              <a:off x="4894636" y="4173878"/>
              <a:ext cx="513807" cy="55835"/>
            </a:xfrm>
            <a:custGeom>
              <a:avLst/>
              <a:pathLst>
                <a:path w="513807" h="55835">
                  <a:moveTo>
                    <a:pt x="0" y="0"/>
                  </a:moveTo>
                  <a:lnTo>
                    <a:pt x="513807" y="5583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l1562"/>
            <p:cNvSpPr/>
            <p:nvPr/>
          </p:nvSpPr>
          <p:spPr>
            <a:xfrm>
              <a:off x="3585896" y="4294165"/>
              <a:ext cx="1868849" cy="262736"/>
            </a:xfrm>
            <a:custGeom>
              <a:avLst/>
              <a:pathLst>
                <a:path w="1868849" h="262736">
                  <a:moveTo>
                    <a:pt x="0" y="262736"/>
                  </a:moveTo>
                  <a:lnTo>
                    <a:pt x="186884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l1563"/>
            <p:cNvSpPr/>
            <p:nvPr/>
          </p:nvSpPr>
          <p:spPr>
            <a:xfrm>
              <a:off x="3585896" y="4188804"/>
              <a:ext cx="283529" cy="45914"/>
            </a:xfrm>
            <a:custGeom>
              <a:avLst/>
              <a:pathLst>
                <a:path w="283529" h="45914">
                  <a:moveTo>
                    <a:pt x="0" y="0"/>
                  </a:moveTo>
                  <a:lnTo>
                    <a:pt x="283529" y="4591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l1564"/>
            <p:cNvSpPr/>
            <p:nvPr/>
          </p:nvSpPr>
          <p:spPr>
            <a:xfrm>
              <a:off x="3585896" y="4273141"/>
              <a:ext cx="850589" cy="44714"/>
            </a:xfrm>
            <a:custGeom>
              <a:avLst/>
              <a:pathLst>
                <a:path w="850589" h="44714">
                  <a:moveTo>
                    <a:pt x="0" y="44714"/>
                  </a:moveTo>
                  <a:lnTo>
                    <a:pt x="85058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l1565"/>
            <p:cNvSpPr/>
            <p:nvPr/>
          </p:nvSpPr>
          <p:spPr>
            <a:xfrm>
              <a:off x="3585896" y="4505101"/>
              <a:ext cx="2371862" cy="39570"/>
            </a:xfrm>
            <a:custGeom>
              <a:avLst/>
              <a:pathLst>
                <a:path w="2371862" h="39570">
                  <a:moveTo>
                    <a:pt x="0" y="12664"/>
                  </a:moveTo>
                  <a:lnTo>
                    <a:pt x="793019" y="8882"/>
                  </a:lnTo>
                  <a:lnTo>
                    <a:pt x="1334172" y="0"/>
                  </a:lnTo>
                  <a:lnTo>
                    <a:pt x="1853017" y="19035"/>
                  </a:lnTo>
                  <a:lnTo>
                    <a:pt x="2371862" y="3957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l1566"/>
            <p:cNvSpPr/>
            <p:nvPr/>
          </p:nvSpPr>
          <p:spPr>
            <a:xfrm>
              <a:off x="3585896" y="3648614"/>
              <a:ext cx="1315462" cy="522879"/>
            </a:xfrm>
            <a:custGeom>
              <a:avLst/>
              <a:pathLst>
                <a:path w="1315462" h="522879">
                  <a:moveTo>
                    <a:pt x="0" y="522879"/>
                  </a:moveTo>
                  <a:lnTo>
                    <a:pt x="530142" y="357852"/>
                  </a:lnTo>
                  <a:lnTo>
                    <a:pt x="796617" y="456036"/>
                  </a:lnTo>
                  <a:lnTo>
                    <a:pt x="1077268" y="184595"/>
                  </a:lnTo>
                  <a:lnTo>
                    <a:pt x="131546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l1567"/>
            <p:cNvSpPr/>
            <p:nvPr/>
          </p:nvSpPr>
          <p:spPr>
            <a:xfrm>
              <a:off x="3585896" y="4472669"/>
              <a:ext cx="1842942" cy="76774"/>
            </a:xfrm>
            <a:custGeom>
              <a:avLst/>
              <a:pathLst>
                <a:path w="1842942" h="76774">
                  <a:moveTo>
                    <a:pt x="0" y="0"/>
                  </a:moveTo>
                  <a:lnTo>
                    <a:pt x="855626" y="76774"/>
                  </a:lnTo>
                  <a:lnTo>
                    <a:pt x="1353971" y="50727"/>
                  </a:lnTo>
                  <a:lnTo>
                    <a:pt x="1842942" y="6648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l1568"/>
            <p:cNvSpPr/>
            <p:nvPr/>
          </p:nvSpPr>
          <p:spPr>
            <a:xfrm>
              <a:off x="3585896" y="3419039"/>
              <a:ext cx="282090" cy="87474"/>
            </a:xfrm>
            <a:custGeom>
              <a:avLst/>
              <a:pathLst>
                <a:path w="282090" h="87474">
                  <a:moveTo>
                    <a:pt x="0" y="87474"/>
                  </a:moveTo>
                  <a:lnTo>
                    <a:pt x="28209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l1569"/>
            <p:cNvSpPr/>
            <p:nvPr/>
          </p:nvSpPr>
          <p:spPr>
            <a:xfrm>
              <a:off x="3585896" y="4293273"/>
              <a:ext cx="1526310" cy="130481"/>
            </a:xfrm>
            <a:custGeom>
              <a:avLst/>
              <a:pathLst>
                <a:path w="1526310" h="130481">
                  <a:moveTo>
                    <a:pt x="0" y="130481"/>
                  </a:moveTo>
                  <a:lnTo>
                    <a:pt x="327426" y="91810"/>
                  </a:lnTo>
                  <a:lnTo>
                    <a:pt x="152631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l1570"/>
            <p:cNvSpPr/>
            <p:nvPr/>
          </p:nvSpPr>
          <p:spPr>
            <a:xfrm>
              <a:off x="3585896" y="4437108"/>
              <a:ext cx="1314023" cy="71054"/>
            </a:xfrm>
            <a:custGeom>
              <a:avLst/>
              <a:pathLst>
                <a:path w="1314023" h="71054">
                  <a:moveTo>
                    <a:pt x="0" y="59941"/>
                  </a:moveTo>
                  <a:lnTo>
                    <a:pt x="735192" y="0"/>
                  </a:lnTo>
                  <a:lnTo>
                    <a:pt x="1314023" y="7105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l1571"/>
            <p:cNvSpPr/>
            <p:nvPr/>
          </p:nvSpPr>
          <p:spPr>
            <a:xfrm>
              <a:off x="3585896" y="3798081"/>
              <a:ext cx="1395340" cy="358157"/>
            </a:xfrm>
            <a:custGeom>
              <a:avLst/>
              <a:pathLst>
                <a:path w="1395340" h="358157">
                  <a:moveTo>
                    <a:pt x="0" y="358157"/>
                  </a:moveTo>
                  <a:lnTo>
                    <a:pt x="790860" y="327222"/>
                  </a:lnTo>
                  <a:lnTo>
                    <a:pt x="139534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l1572"/>
            <p:cNvSpPr/>
            <p:nvPr/>
          </p:nvSpPr>
          <p:spPr>
            <a:xfrm>
              <a:off x="3585896" y="4447590"/>
              <a:ext cx="1530508" cy="173093"/>
            </a:xfrm>
            <a:custGeom>
              <a:avLst/>
              <a:pathLst>
                <a:path w="1530508" h="173093">
                  <a:moveTo>
                    <a:pt x="0" y="0"/>
                  </a:moveTo>
                  <a:lnTo>
                    <a:pt x="844832" y="173093"/>
                  </a:lnTo>
                  <a:lnTo>
                    <a:pt x="1530508" y="16300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l1573"/>
            <p:cNvSpPr/>
            <p:nvPr/>
          </p:nvSpPr>
          <p:spPr>
            <a:xfrm>
              <a:off x="3585896" y="3563662"/>
              <a:ext cx="1096698" cy="447409"/>
            </a:xfrm>
            <a:custGeom>
              <a:avLst/>
              <a:pathLst>
                <a:path w="1096698" h="447409">
                  <a:moveTo>
                    <a:pt x="0" y="0"/>
                  </a:moveTo>
                  <a:lnTo>
                    <a:pt x="256903" y="255608"/>
                  </a:lnTo>
                  <a:lnTo>
                    <a:pt x="543695" y="87346"/>
                  </a:lnTo>
                  <a:lnTo>
                    <a:pt x="789421" y="277097"/>
                  </a:lnTo>
                  <a:lnTo>
                    <a:pt x="1096698" y="44740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l1574"/>
            <p:cNvSpPr/>
            <p:nvPr/>
          </p:nvSpPr>
          <p:spPr>
            <a:xfrm>
              <a:off x="3585896" y="4220644"/>
              <a:ext cx="1878204" cy="346743"/>
            </a:xfrm>
            <a:custGeom>
              <a:avLst/>
              <a:pathLst>
                <a:path w="1878204" h="346743">
                  <a:moveTo>
                    <a:pt x="0" y="0"/>
                  </a:moveTo>
                  <a:lnTo>
                    <a:pt x="895924" y="321943"/>
                  </a:lnTo>
                  <a:lnTo>
                    <a:pt x="1362080" y="346743"/>
                  </a:lnTo>
                  <a:lnTo>
                    <a:pt x="1878204" y="33834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l1575"/>
            <p:cNvSpPr/>
            <p:nvPr/>
          </p:nvSpPr>
          <p:spPr>
            <a:xfrm>
              <a:off x="3585896" y="3773005"/>
              <a:ext cx="795178" cy="391253"/>
            </a:xfrm>
            <a:custGeom>
              <a:avLst/>
              <a:pathLst>
                <a:path w="795178" h="391253">
                  <a:moveTo>
                    <a:pt x="0" y="95920"/>
                  </a:moveTo>
                  <a:lnTo>
                    <a:pt x="266536" y="391253"/>
                  </a:lnTo>
                  <a:lnTo>
                    <a:pt x="528199" y="0"/>
                  </a:lnTo>
                  <a:lnTo>
                    <a:pt x="795178" y="24396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l1576"/>
            <p:cNvSpPr/>
            <p:nvPr/>
          </p:nvSpPr>
          <p:spPr>
            <a:xfrm>
              <a:off x="3585896" y="4524918"/>
              <a:ext cx="1057119" cy="70055"/>
            </a:xfrm>
            <a:custGeom>
              <a:avLst/>
              <a:pathLst>
                <a:path w="1057119" h="70055">
                  <a:moveTo>
                    <a:pt x="0" y="249"/>
                  </a:moveTo>
                  <a:lnTo>
                    <a:pt x="543311" y="70055"/>
                  </a:lnTo>
                  <a:lnTo>
                    <a:pt x="105711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l1577"/>
            <p:cNvSpPr/>
            <p:nvPr/>
          </p:nvSpPr>
          <p:spPr>
            <a:xfrm>
              <a:off x="3585896" y="4559216"/>
              <a:ext cx="788892" cy="235516"/>
            </a:xfrm>
            <a:custGeom>
              <a:avLst/>
              <a:pathLst>
                <a:path w="788892" h="235516">
                  <a:moveTo>
                    <a:pt x="0" y="0"/>
                  </a:moveTo>
                  <a:lnTo>
                    <a:pt x="788892" y="23551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l1578"/>
            <p:cNvSpPr/>
            <p:nvPr/>
          </p:nvSpPr>
          <p:spPr>
            <a:xfrm>
              <a:off x="3585896" y="4482164"/>
              <a:ext cx="780618" cy="31570"/>
            </a:xfrm>
            <a:custGeom>
              <a:avLst/>
              <a:pathLst>
                <a:path w="780618" h="31570">
                  <a:moveTo>
                    <a:pt x="0" y="31570"/>
                  </a:moveTo>
                  <a:lnTo>
                    <a:pt x="78061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l1579"/>
            <p:cNvSpPr/>
            <p:nvPr/>
          </p:nvSpPr>
          <p:spPr>
            <a:xfrm>
              <a:off x="3585896" y="4289940"/>
              <a:ext cx="1021858" cy="184311"/>
            </a:xfrm>
            <a:custGeom>
              <a:avLst/>
              <a:pathLst>
                <a:path w="1021858" h="184311">
                  <a:moveTo>
                    <a:pt x="0" y="184311"/>
                  </a:moveTo>
                  <a:lnTo>
                    <a:pt x="534945" y="3520"/>
                  </a:lnTo>
                  <a:lnTo>
                    <a:pt x="102185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l1580"/>
            <p:cNvSpPr/>
            <p:nvPr/>
          </p:nvSpPr>
          <p:spPr>
            <a:xfrm>
              <a:off x="3585896" y="4435944"/>
              <a:ext cx="800795" cy="143166"/>
            </a:xfrm>
            <a:custGeom>
              <a:avLst/>
              <a:pathLst>
                <a:path w="800795" h="143166">
                  <a:moveTo>
                    <a:pt x="0" y="0"/>
                  </a:moveTo>
                  <a:lnTo>
                    <a:pt x="800795" y="14316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l1581"/>
            <p:cNvSpPr/>
            <p:nvPr/>
          </p:nvSpPr>
          <p:spPr>
            <a:xfrm>
              <a:off x="3585896" y="4439936"/>
              <a:ext cx="1665197" cy="105217"/>
            </a:xfrm>
            <a:custGeom>
              <a:avLst/>
              <a:pathLst>
                <a:path w="1665197" h="105217">
                  <a:moveTo>
                    <a:pt x="0" y="105217"/>
                  </a:moveTo>
                  <a:lnTo>
                    <a:pt x="853467" y="56407"/>
                  </a:lnTo>
                  <a:lnTo>
                    <a:pt x="166519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l1582"/>
            <p:cNvSpPr/>
            <p:nvPr/>
          </p:nvSpPr>
          <p:spPr>
            <a:xfrm>
              <a:off x="3585896" y="4488032"/>
              <a:ext cx="574082" cy="7744"/>
            </a:xfrm>
            <a:custGeom>
              <a:avLst/>
              <a:pathLst>
                <a:path w="574082" h="7744">
                  <a:moveTo>
                    <a:pt x="0" y="0"/>
                  </a:moveTo>
                  <a:lnTo>
                    <a:pt x="574082" y="774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l1583"/>
            <p:cNvSpPr/>
            <p:nvPr/>
          </p:nvSpPr>
          <p:spPr>
            <a:xfrm>
              <a:off x="3585896" y="4596429"/>
              <a:ext cx="557704" cy="46333"/>
            </a:xfrm>
            <a:custGeom>
              <a:avLst/>
              <a:pathLst>
                <a:path w="557704" h="46333">
                  <a:moveTo>
                    <a:pt x="0" y="46333"/>
                  </a:moveTo>
                  <a:lnTo>
                    <a:pt x="55770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l1584"/>
            <p:cNvSpPr/>
            <p:nvPr/>
          </p:nvSpPr>
          <p:spPr>
            <a:xfrm>
              <a:off x="3585896" y="4157615"/>
              <a:ext cx="550508" cy="87492"/>
            </a:xfrm>
            <a:custGeom>
              <a:avLst/>
              <a:pathLst>
                <a:path w="550508" h="87492">
                  <a:moveTo>
                    <a:pt x="0" y="87492"/>
                  </a:moveTo>
                  <a:lnTo>
                    <a:pt x="55050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l1585"/>
            <p:cNvSpPr/>
            <p:nvPr/>
          </p:nvSpPr>
          <p:spPr>
            <a:xfrm>
              <a:off x="3585896" y="4567350"/>
              <a:ext cx="548840" cy="33922"/>
            </a:xfrm>
            <a:custGeom>
              <a:avLst/>
              <a:pathLst>
                <a:path w="548840" h="33922">
                  <a:moveTo>
                    <a:pt x="0" y="0"/>
                  </a:moveTo>
                  <a:lnTo>
                    <a:pt x="548840" y="3392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l1586"/>
            <p:cNvSpPr/>
            <p:nvPr/>
          </p:nvSpPr>
          <p:spPr>
            <a:xfrm>
              <a:off x="3585896" y="4377680"/>
              <a:ext cx="607645" cy="30126"/>
            </a:xfrm>
            <a:custGeom>
              <a:avLst/>
              <a:pathLst>
                <a:path w="607645" h="30126">
                  <a:moveTo>
                    <a:pt x="0" y="30126"/>
                  </a:moveTo>
                  <a:lnTo>
                    <a:pt x="60764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l1587"/>
            <p:cNvSpPr/>
            <p:nvPr/>
          </p:nvSpPr>
          <p:spPr>
            <a:xfrm>
              <a:off x="4113648" y="4584542"/>
              <a:ext cx="548077" cy="17148"/>
            </a:xfrm>
            <a:custGeom>
              <a:avLst/>
              <a:pathLst>
                <a:path w="548077" h="17148">
                  <a:moveTo>
                    <a:pt x="0" y="0"/>
                  </a:moveTo>
                  <a:lnTo>
                    <a:pt x="548077" y="1714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l1588"/>
            <p:cNvSpPr/>
            <p:nvPr/>
          </p:nvSpPr>
          <p:spPr>
            <a:xfrm>
              <a:off x="3585896" y="4505783"/>
              <a:ext cx="528496" cy="14889"/>
            </a:xfrm>
            <a:custGeom>
              <a:avLst/>
              <a:pathLst>
                <a:path w="528496" h="14889">
                  <a:moveTo>
                    <a:pt x="0" y="0"/>
                  </a:moveTo>
                  <a:lnTo>
                    <a:pt x="528496" y="1488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l1589"/>
            <p:cNvSpPr/>
            <p:nvPr/>
          </p:nvSpPr>
          <p:spPr>
            <a:xfrm>
              <a:off x="3585896" y="4224135"/>
              <a:ext cx="1844214" cy="319182"/>
            </a:xfrm>
            <a:custGeom>
              <a:avLst/>
              <a:pathLst>
                <a:path w="1844214" h="319182">
                  <a:moveTo>
                    <a:pt x="0" y="319182"/>
                  </a:moveTo>
                  <a:lnTo>
                    <a:pt x="780618" y="306795"/>
                  </a:lnTo>
                  <a:lnTo>
                    <a:pt x="1320332" y="302967"/>
                  </a:lnTo>
                  <a:lnTo>
                    <a:pt x="184421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l1590"/>
            <p:cNvSpPr/>
            <p:nvPr/>
          </p:nvSpPr>
          <p:spPr>
            <a:xfrm>
              <a:off x="3585896" y="4594640"/>
              <a:ext cx="568498" cy="34868"/>
            </a:xfrm>
            <a:custGeom>
              <a:avLst/>
              <a:pathLst>
                <a:path w="568498" h="34868">
                  <a:moveTo>
                    <a:pt x="0" y="0"/>
                  </a:moveTo>
                  <a:lnTo>
                    <a:pt x="568498" y="3486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l1591"/>
            <p:cNvSpPr/>
            <p:nvPr/>
          </p:nvSpPr>
          <p:spPr>
            <a:xfrm>
              <a:off x="3585896" y="3910085"/>
              <a:ext cx="528827" cy="301431"/>
            </a:xfrm>
            <a:custGeom>
              <a:avLst/>
              <a:pathLst>
                <a:path w="528827" h="301431">
                  <a:moveTo>
                    <a:pt x="0" y="301431"/>
                  </a:moveTo>
                  <a:lnTo>
                    <a:pt x="52882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l1592"/>
            <p:cNvSpPr/>
            <p:nvPr/>
          </p:nvSpPr>
          <p:spPr>
            <a:xfrm>
              <a:off x="3585896" y="4391580"/>
              <a:ext cx="1102455" cy="119169"/>
            </a:xfrm>
            <a:custGeom>
              <a:avLst/>
              <a:pathLst>
                <a:path w="1102455" h="119169">
                  <a:moveTo>
                    <a:pt x="0" y="119169"/>
                  </a:moveTo>
                  <a:lnTo>
                    <a:pt x="580012" y="109073"/>
                  </a:lnTo>
                  <a:lnTo>
                    <a:pt x="110245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l1593"/>
            <p:cNvSpPr/>
            <p:nvPr/>
          </p:nvSpPr>
          <p:spPr>
            <a:xfrm>
              <a:off x="3585896" y="4492774"/>
              <a:ext cx="1811999" cy="67972"/>
            </a:xfrm>
            <a:custGeom>
              <a:avLst/>
              <a:pathLst>
                <a:path w="1811999" h="67972">
                  <a:moveTo>
                    <a:pt x="0" y="29390"/>
                  </a:moveTo>
                  <a:lnTo>
                    <a:pt x="807411" y="67972"/>
                  </a:lnTo>
                  <a:lnTo>
                    <a:pt x="1358720" y="0"/>
                  </a:lnTo>
                  <a:lnTo>
                    <a:pt x="1811999" y="4124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l1594"/>
            <p:cNvSpPr/>
            <p:nvPr/>
          </p:nvSpPr>
          <p:spPr>
            <a:xfrm>
              <a:off x="3585896" y="4488273"/>
              <a:ext cx="1827830" cy="47854"/>
            </a:xfrm>
            <a:custGeom>
              <a:avLst/>
              <a:pathLst>
                <a:path w="1827830" h="47854">
                  <a:moveTo>
                    <a:pt x="0" y="47854"/>
                  </a:moveTo>
                  <a:lnTo>
                    <a:pt x="203465" y="29937"/>
                  </a:lnTo>
                  <a:lnTo>
                    <a:pt x="836196" y="20621"/>
                  </a:lnTo>
                  <a:lnTo>
                    <a:pt x="1349555" y="0"/>
                  </a:lnTo>
                  <a:lnTo>
                    <a:pt x="1827830" y="2999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l1595"/>
            <p:cNvSpPr/>
            <p:nvPr/>
          </p:nvSpPr>
          <p:spPr>
            <a:xfrm>
              <a:off x="3585896" y="4249060"/>
              <a:ext cx="830439" cy="18765"/>
            </a:xfrm>
            <a:custGeom>
              <a:avLst/>
              <a:pathLst>
                <a:path w="830439" h="18765">
                  <a:moveTo>
                    <a:pt x="0" y="18765"/>
                  </a:moveTo>
                  <a:lnTo>
                    <a:pt x="83043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l1596"/>
            <p:cNvSpPr/>
            <p:nvPr/>
          </p:nvSpPr>
          <p:spPr>
            <a:xfrm>
              <a:off x="3585896" y="4002838"/>
              <a:ext cx="872665" cy="265776"/>
            </a:xfrm>
            <a:custGeom>
              <a:avLst/>
              <a:pathLst>
                <a:path w="872665" h="265776">
                  <a:moveTo>
                    <a:pt x="0" y="265776"/>
                  </a:moveTo>
                  <a:lnTo>
                    <a:pt x="256713" y="230548"/>
                  </a:lnTo>
                  <a:lnTo>
                    <a:pt x="548878" y="185818"/>
                  </a:lnTo>
                  <a:lnTo>
                    <a:pt x="87266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l1597"/>
            <p:cNvSpPr/>
            <p:nvPr/>
          </p:nvSpPr>
          <p:spPr>
            <a:xfrm>
              <a:off x="3585896" y="4383014"/>
              <a:ext cx="1590356" cy="244019"/>
            </a:xfrm>
            <a:custGeom>
              <a:avLst/>
              <a:pathLst>
                <a:path w="1590356" h="244019">
                  <a:moveTo>
                    <a:pt x="0" y="0"/>
                  </a:moveTo>
                  <a:lnTo>
                    <a:pt x="1062156" y="244019"/>
                  </a:lnTo>
                  <a:lnTo>
                    <a:pt x="1590356" y="20071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l1598"/>
            <p:cNvSpPr/>
            <p:nvPr/>
          </p:nvSpPr>
          <p:spPr>
            <a:xfrm>
              <a:off x="3585896" y="4407039"/>
              <a:ext cx="1073670" cy="166716"/>
            </a:xfrm>
            <a:custGeom>
              <a:avLst/>
              <a:pathLst>
                <a:path w="1073670" h="166716">
                  <a:moveTo>
                    <a:pt x="0" y="166716"/>
                  </a:moveTo>
                  <a:lnTo>
                    <a:pt x="574153" y="0"/>
                  </a:lnTo>
                  <a:lnTo>
                    <a:pt x="1073670" y="9406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rc1599"/>
            <p:cNvSpPr/>
            <p:nvPr/>
          </p:nvSpPr>
          <p:spPr>
            <a:xfrm>
              <a:off x="3400738" y="1761070"/>
              <a:ext cx="4073472" cy="3178122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tx1600"/>
            <p:cNvSpPr/>
            <p:nvPr/>
          </p:nvSpPr>
          <p:spPr>
            <a:xfrm>
              <a:off x="3275953" y="4424547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601" name="tx1601"/>
            <p:cNvSpPr/>
            <p:nvPr/>
          </p:nvSpPr>
          <p:spPr>
            <a:xfrm>
              <a:off x="3275953" y="3639060"/>
              <a:ext cx="62155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1602" name="tx1602"/>
            <p:cNvSpPr/>
            <p:nvPr/>
          </p:nvSpPr>
          <p:spPr>
            <a:xfrm>
              <a:off x="3213797" y="2850736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603" name="tx1603"/>
            <p:cNvSpPr/>
            <p:nvPr/>
          </p:nvSpPr>
          <p:spPr>
            <a:xfrm>
              <a:off x="3213797" y="2063830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15</a:t>
              </a:r>
            </a:p>
          </p:txBody>
        </p:sp>
        <p:sp>
          <p:nvSpPr>
            <p:cNvPr id="1604" name="pl1604"/>
            <p:cNvSpPr/>
            <p:nvPr/>
          </p:nvSpPr>
          <p:spPr>
            <a:xfrm>
              <a:off x="3365944" y="446623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l1605"/>
            <p:cNvSpPr/>
            <p:nvPr/>
          </p:nvSpPr>
          <p:spPr>
            <a:xfrm>
              <a:off x="3365944" y="367933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l1606"/>
            <p:cNvSpPr/>
            <p:nvPr/>
          </p:nvSpPr>
          <p:spPr>
            <a:xfrm>
              <a:off x="3365944" y="289242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l1607"/>
            <p:cNvSpPr/>
            <p:nvPr/>
          </p:nvSpPr>
          <p:spPr>
            <a:xfrm>
              <a:off x="3365944" y="210552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l1608"/>
            <p:cNvSpPr/>
            <p:nvPr/>
          </p:nvSpPr>
          <p:spPr>
            <a:xfrm>
              <a:off x="3585896" y="49391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l1609"/>
            <p:cNvSpPr/>
            <p:nvPr/>
          </p:nvSpPr>
          <p:spPr>
            <a:xfrm>
              <a:off x="4899200" y="49391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l1610"/>
            <p:cNvSpPr/>
            <p:nvPr/>
          </p:nvSpPr>
          <p:spPr>
            <a:xfrm>
              <a:off x="6212503" y="49391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tx1611"/>
            <p:cNvSpPr/>
            <p:nvPr/>
          </p:nvSpPr>
          <p:spPr>
            <a:xfrm>
              <a:off x="3554818" y="5000131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612" name="tx1612"/>
            <p:cNvSpPr/>
            <p:nvPr/>
          </p:nvSpPr>
          <p:spPr>
            <a:xfrm>
              <a:off x="4868122" y="5001549"/>
              <a:ext cx="62155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1613" name="tx1613"/>
            <p:cNvSpPr/>
            <p:nvPr/>
          </p:nvSpPr>
          <p:spPr>
            <a:xfrm>
              <a:off x="6150348" y="500013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614" name="tx1614"/>
            <p:cNvSpPr/>
            <p:nvPr/>
          </p:nvSpPr>
          <p:spPr>
            <a:xfrm>
              <a:off x="4816294" y="5147574"/>
              <a:ext cx="1242361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Years from baseline</a:t>
              </a:r>
            </a:p>
          </p:txBody>
        </p:sp>
        <p:sp>
          <p:nvSpPr>
            <p:cNvPr id="1615" name="tx1615"/>
            <p:cNvSpPr/>
            <p:nvPr/>
          </p:nvSpPr>
          <p:spPr>
            <a:xfrm rot="-5400000">
              <a:off x="2190774" y="3284579"/>
              <a:ext cx="1770124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Plasma pTau181- Jucker (Z)</a:t>
              </a:r>
            </a:p>
          </p:txBody>
        </p:sp>
        <p:sp>
          <p:nvSpPr>
            <p:cNvPr id="1616" name="rc1616"/>
            <p:cNvSpPr/>
            <p:nvPr/>
          </p:nvSpPr>
          <p:spPr>
            <a:xfrm>
              <a:off x="7543800" y="1691481"/>
              <a:ext cx="4571999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rc1617"/>
            <p:cNvSpPr/>
            <p:nvPr/>
          </p:nvSpPr>
          <p:spPr>
            <a:xfrm>
              <a:off x="7648183" y="1761070"/>
              <a:ext cx="4398027" cy="317812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18" name="pl1618"/>
            <p:cNvSpPr/>
            <p:nvPr/>
          </p:nvSpPr>
          <p:spPr>
            <a:xfrm>
              <a:off x="7648183" y="4414574"/>
              <a:ext cx="4398027" cy="0"/>
            </a:xfrm>
            <a:custGeom>
              <a:avLst/>
              <a:pathLst>
                <a:path w="4398027" h="0">
                  <a:moveTo>
                    <a:pt x="0" y="0"/>
                  </a:moveTo>
                  <a:lnTo>
                    <a:pt x="4398027" y="0"/>
                  </a:lnTo>
                  <a:lnTo>
                    <a:pt x="439802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l1619"/>
            <p:cNvSpPr/>
            <p:nvPr/>
          </p:nvSpPr>
          <p:spPr>
            <a:xfrm>
              <a:off x="7648183" y="3654258"/>
              <a:ext cx="4398027" cy="0"/>
            </a:xfrm>
            <a:custGeom>
              <a:avLst/>
              <a:pathLst>
                <a:path w="4398027" h="0">
                  <a:moveTo>
                    <a:pt x="0" y="0"/>
                  </a:moveTo>
                  <a:lnTo>
                    <a:pt x="4398027" y="0"/>
                  </a:lnTo>
                  <a:lnTo>
                    <a:pt x="439802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l1620"/>
            <p:cNvSpPr/>
            <p:nvPr/>
          </p:nvSpPr>
          <p:spPr>
            <a:xfrm>
              <a:off x="7648183" y="2893941"/>
              <a:ext cx="4398027" cy="0"/>
            </a:xfrm>
            <a:custGeom>
              <a:avLst/>
              <a:pathLst>
                <a:path w="4398027" h="0">
                  <a:moveTo>
                    <a:pt x="0" y="0"/>
                  </a:moveTo>
                  <a:lnTo>
                    <a:pt x="4398027" y="0"/>
                  </a:lnTo>
                  <a:lnTo>
                    <a:pt x="439802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l1621"/>
            <p:cNvSpPr/>
            <p:nvPr/>
          </p:nvSpPr>
          <p:spPr>
            <a:xfrm>
              <a:off x="7648183" y="2133625"/>
              <a:ext cx="4398027" cy="0"/>
            </a:xfrm>
            <a:custGeom>
              <a:avLst/>
              <a:pathLst>
                <a:path w="4398027" h="0">
                  <a:moveTo>
                    <a:pt x="0" y="0"/>
                  </a:moveTo>
                  <a:lnTo>
                    <a:pt x="4398027" y="0"/>
                  </a:lnTo>
                  <a:lnTo>
                    <a:pt x="439802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l1622"/>
            <p:cNvSpPr/>
            <p:nvPr/>
          </p:nvSpPr>
          <p:spPr>
            <a:xfrm>
              <a:off x="7848093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l1623"/>
            <p:cNvSpPr/>
            <p:nvPr/>
          </p:nvSpPr>
          <p:spPr>
            <a:xfrm>
              <a:off x="8647735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l1624"/>
            <p:cNvSpPr/>
            <p:nvPr/>
          </p:nvSpPr>
          <p:spPr>
            <a:xfrm>
              <a:off x="9447376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l1625"/>
            <p:cNvSpPr/>
            <p:nvPr/>
          </p:nvSpPr>
          <p:spPr>
            <a:xfrm>
              <a:off x="10247017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l1626"/>
            <p:cNvSpPr/>
            <p:nvPr/>
          </p:nvSpPr>
          <p:spPr>
            <a:xfrm>
              <a:off x="11046659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l1627"/>
            <p:cNvSpPr/>
            <p:nvPr/>
          </p:nvSpPr>
          <p:spPr>
            <a:xfrm>
              <a:off x="11846300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l1628"/>
            <p:cNvSpPr/>
            <p:nvPr/>
          </p:nvSpPr>
          <p:spPr>
            <a:xfrm>
              <a:off x="7648183" y="4794732"/>
              <a:ext cx="4398027" cy="0"/>
            </a:xfrm>
            <a:custGeom>
              <a:avLst/>
              <a:pathLst>
                <a:path w="4398027" h="0">
                  <a:moveTo>
                    <a:pt x="0" y="0"/>
                  </a:moveTo>
                  <a:lnTo>
                    <a:pt x="4398027" y="0"/>
                  </a:lnTo>
                  <a:lnTo>
                    <a:pt x="439802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l1629"/>
            <p:cNvSpPr/>
            <p:nvPr/>
          </p:nvSpPr>
          <p:spPr>
            <a:xfrm>
              <a:off x="7648183" y="4034416"/>
              <a:ext cx="4398027" cy="0"/>
            </a:xfrm>
            <a:custGeom>
              <a:avLst/>
              <a:pathLst>
                <a:path w="4398027" h="0">
                  <a:moveTo>
                    <a:pt x="0" y="0"/>
                  </a:moveTo>
                  <a:lnTo>
                    <a:pt x="4398027" y="0"/>
                  </a:lnTo>
                  <a:lnTo>
                    <a:pt x="439802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l1630"/>
            <p:cNvSpPr/>
            <p:nvPr/>
          </p:nvSpPr>
          <p:spPr>
            <a:xfrm>
              <a:off x="7648183" y="3274099"/>
              <a:ext cx="4398027" cy="0"/>
            </a:xfrm>
            <a:custGeom>
              <a:avLst/>
              <a:pathLst>
                <a:path w="4398027" h="0">
                  <a:moveTo>
                    <a:pt x="0" y="0"/>
                  </a:moveTo>
                  <a:lnTo>
                    <a:pt x="4398027" y="0"/>
                  </a:lnTo>
                  <a:lnTo>
                    <a:pt x="439802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l1631"/>
            <p:cNvSpPr/>
            <p:nvPr/>
          </p:nvSpPr>
          <p:spPr>
            <a:xfrm>
              <a:off x="7648183" y="2513783"/>
              <a:ext cx="4398027" cy="0"/>
            </a:xfrm>
            <a:custGeom>
              <a:avLst/>
              <a:pathLst>
                <a:path w="4398027" h="0">
                  <a:moveTo>
                    <a:pt x="0" y="0"/>
                  </a:moveTo>
                  <a:lnTo>
                    <a:pt x="4398027" y="0"/>
                  </a:lnTo>
                  <a:lnTo>
                    <a:pt x="439802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l1632"/>
            <p:cNvSpPr/>
            <p:nvPr/>
          </p:nvSpPr>
          <p:spPr>
            <a:xfrm>
              <a:off x="8247914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l1633"/>
            <p:cNvSpPr/>
            <p:nvPr/>
          </p:nvSpPr>
          <p:spPr>
            <a:xfrm>
              <a:off x="9047555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l1634"/>
            <p:cNvSpPr/>
            <p:nvPr/>
          </p:nvSpPr>
          <p:spPr>
            <a:xfrm>
              <a:off x="9847197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l1635"/>
            <p:cNvSpPr/>
            <p:nvPr/>
          </p:nvSpPr>
          <p:spPr>
            <a:xfrm>
              <a:off x="10646838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l1636"/>
            <p:cNvSpPr/>
            <p:nvPr/>
          </p:nvSpPr>
          <p:spPr>
            <a:xfrm>
              <a:off x="11446479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rc1637"/>
            <p:cNvSpPr/>
            <p:nvPr/>
          </p:nvSpPr>
          <p:spPr>
            <a:xfrm>
              <a:off x="7848093" y="4794732"/>
              <a:ext cx="13786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638" name="rc1638"/>
            <p:cNvSpPr/>
            <p:nvPr/>
          </p:nvSpPr>
          <p:spPr>
            <a:xfrm>
              <a:off x="7985963" y="4744044"/>
              <a:ext cx="137869" cy="50687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639" name="rc1639"/>
            <p:cNvSpPr/>
            <p:nvPr/>
          </p:nvSpPr>
          <p:spPr>
            <a:xfrm>
              <a:off x="8123832" y="4794732"/>
              <a:ext cx="13786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640" name="rc1640"/>
            <p:cNvSpPr/>
            <p:nvPr/>
          </p:nvSpPr>
          <p:spPr>
            <a:xfrm>
              <a:off x="8261701" y="4769388"/>
              <a:ext cx="137869" cy="25343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641" name="rc1641"/>
            <p:cNvSpPr/>
            <p:nvPr/>
          </p:nvSpPr>
          <p:spPr>
            <a:xfrm>
              <a:off x="8399570" y="4769388"/>
              <a:ext cx="137869" cy="25343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642" name="rc1642"/>
            <p:cNvSpPr/>
            <p:nvPr/>
          </p:nvSpPr>
          <p:spPr>
            <a:xfrm>
              <a:off x="8537439" y="4794732"/>
              <a:ext cx="13786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643" name="rc1643"/>
            <p:cNvSpPr/>
            <p:nvPr/>
          </p:nvSpPr>
          <p:spPr>
            <a:xfrm>
              <a:off x="8675309" y="4794732"/>
              <a:ext cx="13786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644" name="rc1644"/>
            <p:cNvSpPr/>
            <p:nvPr/>
          </p:nvSpPr>
          <p:spPr>
            <a:xfrm>
              <a:off x="8813178" y="4794732"/>
              <a:ext cx="13786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645" name="rc1645"/>
            <p:cNvSpPr/>
            <p:nvPr/>
          </p:nvSpPr>
          <p:spPr>
            <a:xfrm>
              <a:off x="8951047" y="4769388"/>
              <a:ext cx="137869" cy="25343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646" name="rc1646"/>
            <p:cNvSpPr/>
            <p:nvPr/>
          </p:nvSpPr>
          <p:spPr>
            <a:xfrm>
              <a:off x="9088916" y="4794732"/>
              <a:ext cx="13786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647" name="rc1647"/>
            <p:cNvSpPr/>
            <p:nvPr/>
          </p:nvSpPr>
          <p:spPr>
            <a:xfrm>
              <a:off x="9226785" y="4718700"/>
              <a:ext cx="137869" cy="76031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648" name="rc1648"/>
            <p:cNvSpPr/>
            <p:nvPr/>
          </p:nvSpPr>
          <p:spPr>
            <a:xfrm>
              <a:off x="9364655" y="4591981"/>
              <a:ext cx="137869" cy="202751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649" name="rc1649"/>
            <p:cNvSpPr/>
            <p:nvPr/>
          </p:nvSpPr>
          <p:spPr>
            <a:xfrm>
              <a:off x="9502524" y="4389230"/>
              <a:ext cx="137869" cy="405502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650" name="rc1650"/>
            <p:cNvSpPr/>
            <p:nvPr/>
          </p:nvSpPr>
          <p:spPr>
            <a:xfrm>
              <a:off x="9640393" y="3882353"/>
              <a:ext cx="137869" cy="912379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651" name="rc1651"/>
            <p:cNvSpPr/>
            <p:nvPr/>
          </p:nvSpPr>
          <p:spPr>
            <a:xfrm>
              <a:off x="9778262" y="1905530"/>
              <a:ext cx="137869" cy="2889201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652" name="rc1652"/>
            <p:cNvSpPr/>
            <p:nvPr/>
          </p:nvSpPr>
          <p:spPr>
            <a:xfrm>
              <a:off x="9916131" y="2615159"/>
              <a:ext cx="137869" cy="2179573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653" name="rc1653"/>
            <p:cNvSpPr/>
            <p:nvPr/>
          </p:nvSpPr>
          <p:spPr>
            <a:xfrm>
              <a:off x="10054001" y="4237167"/>
              <a:ext cx="137869" cy="557565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654" name="rc1654"/>
            <p:cNvSpPr/>
            <p:nvPr/>
          </p:nvSpPr>
          <p:spPr>
            <a:xfrm>
              <a:off x="10191870" y="4794732"/>
              <a:ext cx="13786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655" name="rc1655"/>
            <p:cNvSpPr/>
            <p:nvPr/>
          </p:nvSpPr>
          <p:spPr>
            <a:xfrm>
              <a:off x="10329739" y="4794732"/>
              <a:ext cx="13786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656" name="rc1656"/>
            <p:cNvSpPr/>
            <p:nvPr/>
          </p:nvSpPr>
          <p:spPr>
            <a:xfrm>
              <a:off x="10467608" y="4794732"/>
              <a:ext cx="13786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657" name="rc1657"/>
            <p:cNvSpPr/>
            <p:nvPr/>
          </p:nvSpPr>
          <p:spPr>
            <a:xfrm>
              <a:off x="10605477" y="4794732"/>
              <a:ext cx="13786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658" name="rc1658"/>
            <p:cNvSpPr/>
            <p:nvPr/>
          </p:nvSpPr>
          <p:spPr>
            <a:xfrm>
              <a:off x="10743347" y="4794732"/>
              <a:ext cx="13786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659" name="rc1659"/>
            <p:cNvSpPr/>
            <p:nvPr/>
          </p:nvSpPr>
          <p:spPr>
            <a:xfrm>
              <a:off x="10881216" y="4794732"/>
              <a:ext cx="13786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660" name="rc1660"/>
            <p:cNvSpPr/>
            <p:nvPr/>
          </p:nvSpPr>
          <p:spPr>
            <a:xfrm>
              <a:off x="11019085" y="4794732"/>
              <a:ext cx="13786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661" name="rc1661"/>
            <p:cNvSpPr/>
            <p:nvPr/>
          </p:nvSpPr>
          <p:spPr>
            <a:xfrm>
              <a:off x="11156954" y="4794732"/>
              <a:ext cx="13786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662" name="rc1662"/>
            <p:cNvSpPr/>
            <p:nvPr/>
          </p:nvSpPr>
          <p:spPr>
            <a:xfrm>
              <a:off x="11294823" y="4794732"/>
              <a:ext cx="13786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663" name="rc1663"/>
            <p:cNvSpPr/>
            <p:nvPr/>
          </p:nvSpPr>
          <p:spPr>
            <a:xfrm>
              <a:off x="11432693" y="4794732"/>
              <a:ext cx="13786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664" name="rc1664"/>
            <p:cNvSpPr/>
            <p:nvPr/>
          </p:nvSpPr>
          <p:spPr>
            <a:xfrm>
              <a:off x="11570562" y="4794732"/>
              <a:ext cx="13786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665" name="rc1665"/>
            <p:cNvSpPr/>
            <p:nvPr/>
          </p:nvSpPr>
          <p:spPr>
            <a:xfrm>
              <a:off x="11708431" y="4794732"/>
              <a:ext cx="13786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666" name="rc1666"/>
            <p:cNvSpPr/>
            <p:nvPr/>
          </p:nvSpPr>
          <p:spPr>
            <a:xfrm>
              <a:off x="7848093" y="4794732"/>
              <a:ext cx="13786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667" name="rc1667"/>
            <p:cNvSpPr/>
            <p:nvPr/>
          </p:nvSpPr>
          <p:spPr>
            <a:xfrm>
              <a:off x="7985963" y="4794732"/>
              <a:ext cx="13786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668" name="rc1668"/>
            <p:cNvSpPr/>
            <p:nvPr/>
          </p:nvSpPr>
          <p:spPr>
            <a:xfrm>
              <a:off x="8123832" y="4794732"/>
              <a:ext cx="13786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669" name="rc1669"/>
            <p:cNvSpPr/>
            <p:nvPr/>
          </p:nvSpPr>
          <p:spPr>
            <a:xfrm>
              <a:off x="8261701" y="4794732"/>
              <a:ext cx="13786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670" name="rc1670"/>
            <p:cNvSpPr/>
            <p:nvPr/>
          </p:nvSpPr>
          <p:spPr>
            <a:xfrm>
              <a:off x="8399570" y="4794732"/>
              <a:ext cx="13786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671" name="rc1671"/>
            <p:cNvSpPr/>
            <p:nvPr/>
          </p:nvSpPr>
          <p:spPr>
            <a:xfrm>
              <a:off x="8537439" y="4794732"/>
              <a:ext cx="13786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672" name="rc1672"/>
            <p:cNvSpPr/>
            <p:nvPr/>
          </p:nvSpPr>
          <p:spPr>
            <a:xfrm>
              <a:off x="8675309" y="4794732"/>
              <a:ext cx="13786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673" name="rc1673"/>
            <p:cNvSpPr/>
            <p:nvPr/>
          </p:nvSpPr>
          <p:spPr>
            <a:xfrm>
              <a:off x="8813178" y="4794732"/>
              <a:ext cx="13786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674" name="rc1674"/>
            <p:cNvSpPr/>
            <p:nvPr/>
          </p:nvSpPr>
          <p:spPr>
            <a:xfrm>
              <a:off x="8951047" y="4794732"/>
              <a:ext cx="13786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675" name="rc1675"/>
            <p:cNvSpPr/>
            <p:nvPr/>
          </p:nvSpPr>
          <p:spPr>
            <a:xfrm>
              <a:off x="9088916" y="4794732"/>
              <a:ext cx="13786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676" name="rc1676"/>
            <p:cNvSpPr/>
            <p:nvPr/>
          </p:nvSpPr>
          <p:spPr>
            <a:xfrm>
              <a:off x="9226785" y="4794732"/>
              <a:ext cx="13786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677" name="rc1677"/>
            <p:cNvSpPr/>
            <p:nvPr/>
          </p:nvSpPr>
          <p:spPr>
            <a:xfrm>
              <a:off x="9364655" y="4794732"/>
              <a:ext cx="13786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678" name="rc1678"/>
            <p:cNvSpPr/>
            <p:nvPr/>
          </p:nvSpPr>
          <p:spPr>
            <a:xfrm>
              <a:off x="9502524" y="4794732"/>
              <a:ext cx="13786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679" name="rc1679"/>
            <p:cNvSpPr/>
            <p:nvPr/>
          </p:nvSpPr>
          <p:spPr>
            <a:xfrm>
              <a:off x="9640393" y="4794732"/>
              <a:ext cx="13786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680" name="rc1680"/>
            <p:cNvSpPr/>
            <p:nvPr/>
          </p:nvSpPr>
          <p:spPr>
            <a:xfrm>
              <a:off x="9778262" y="4794732"/>
              <a:ext cx="13786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681" name="rc1681"/>
            <p:cNvSpPr/>
            <p:nvPr/>
          </p:nvSpPr>
          <p:spPr>
            <a:xfrm>
              <a:off x="9916131" y="4794732"/>
              <a:ext cx="13786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682" name="rc1682"/>
            <p:cNvSpPr/>
            <p:nvPr/>
          </p:nvSpPr>
          <p:spPr>
            <a:xfrm>
              <a:off x="10054001" y="4744044"/>
              <a:ext cx="137869" cy="50687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683" name="rc1683"/>
            <p:cNvSpPr/>
            <p:nvPr/>
          </p:nvSpPr>
          <p:spPr>
            <a:xfrm>
              <a:off x="10191870" y="4414574"/>
              <a:ext cx="137869" cy="380158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684" name="rc1684"/>
            <p:cNvSpPr/>
            <p:nvPr/>
          </p:nvSpPr>
          <p:spPr>
            <a:xfrm>
              <a:off x="10329739" y="4490606"/>
              <a:ext cx="137869" cy="304126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685" name="rc1685"/>
            <p:cNvSpPr/>
            <p:nvPr/>
          </p:nvSpPr>
          <p:spPr>
            <a:xfrm>
              <a:off x="10467608" y="4490606"/>
              <a:ext cx="137869" cy="304126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686" name="rc1686"/>
            <p:cNvSpPr/>
            <p:nvPr/>
          </p:nvSpPr>
          <p:spPr>
            <a:xfrm>
              <a:off x="10605477" y="4642669"/>
              <a:ext cx="137869" cy="152063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687" name="rc1687"/>
            <p:cNvSpPr/>
            <p:nvPr/>
          </p:nvSpPr>
          <p:spPr>
            <a:xfrm>
              <a:off x="10743347" y="4769388"/>
              <a:ext cx="137869" cy="25343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688" name="rc1688"/>
            <p:cNvSpPr/>
            <p:nvPr/>
          </p:nvSpPr>
          <p:spPr>
            <a:xfrm>
              <a:off x="10881216" y="4693357"/>
              <a:ext cx="137869" cy="101375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689" name="rc1689"/>
            <p:cNvSpPr/>
            <p:nvPr/>
          </p:nvSpPr>
          <p:spPr>
            <a:xfrm>
              <a:off x="11019085" y="4794732"/>
              <a:ext cx="13786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690" name="rc1690"/>
            <p:cNvSpPr/>
            <p:nvPr/>
          </p:nvSpPr>
          <p:spPr>
            <a:xfrm>
              <a:off x="11156954" y="4769388"/>
              <a:ext cx="137869" cy="25343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691" name="rc1691"/>
            <p:cNvSpPr/>
            <p:nvPr/>
          </p:nvSpPr>
          <p:spPr>
            <a:xfrm>
              <a:off x="11294823" y="4794732"/>
              <a:ext cx="13786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692" name="rc1692"/>
            <p:cNvSpPr/>
            <p:nvPr/>
          </p:nvSpPr>
          <p:spPr>
            <a:xfrm>
              <a:off x="11432693" y="4769388"/>
              <a:ext cx="137869" cy="25343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693" name="rc1693"/>
            <p:cNvSpPr/>
            <p:nvPr/>
          </p:nvSpPr>
          <p:spPr>
            <a:xfrm>
              <a:off x="11570562" y="4794732"/>
              <a:ext cx="13786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694" name="rc1694"/>
            <p:cNvSpPr/>
            <p:nvPr/>
          </p:nvSpPr>
          <p:spPr>
            <a:xfrm>
              <a:off x="11708431" y="4744044"/>
              <a:ext cx="137869" cy="50687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695" name="pl1695"/>
            <p:cNvSpPr/>
            <p:nvPr/>
          </p:nvSpPr>
          <p:spPr>
            <a:xfrm>
              <a:off x="10175185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54202" cap="flat">
              <a:solidFill>
                <a:srgbClr val="FFD7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696" name="pg1696"/>
            <p:cNvSpPr/>
            <p:nvPr/>
          </p:nvSpPr>
          <p:spPr>
            <a:xfrm>
              <a:off x="10207983" y="2402270"/>
              <a:ext cx="1023446" cy="790163"/>
            </a:xfrm>
            <a:custGeom>
              <a:avLst/>
              <a:pathLst>
                <a:path w="1023446" h="790163">
                  <a:moveTo>
                    <a:pt x="25236" y="790163"/>
                  </a:moveTo>
                  <a:lnTo>
                    <a:pt x="998209" y="790163"/>
                  </a:lnTo>
                  <a:lnTo>
                    <a:pt x="997193" y="790142"/>
                  </a:lnTo>
                  <a:lnTo>
                    <a:pt x="1001251" y="789979"/>
                  </a:lnTo>
                  <a:lnTo>
                    <a:pt x="1005231" y="789167"/>
                  </a:lnTo>
                  <a:lnTo>
                    <a:pt x="1009028" y="787726"/>
                  </a:lnTo>
                  <a:lnTo>
                    <a:pt x="1012546" y="785696"/>
                  </a:lnTo>
                  <a:lnTo>
                    <a:pt x="1015692" y="783127"/>
                  </a:lnTo>
                  <a:lnTo>
                    <a:pt x="1018385" y="780087"/>
                  </a:lnTo>
                  <a:lnTo>
                    <a:pt x="1020555" y="776654"/>
                  </a:lnTo>
                  <a:lnTo>
                    <a:pt x="1022147" y="772918"/>
                  </a:lnTo>
                  <a:lnTo>
                    <a:pt x="1023119" y="768974"/>
                  </a:lnTo>
                  <a:lnTo>
                    <a:pt x="1023446" y="764926"/>
                  </a:lnTo>
                  <a:lnTo>
                    <a:pt x="1023446" y="25236"/>
                  </a:lnTo>
                  <a:lnTo>
                    <a:pt x="1023119" y="21188"/>
                  </a:lnTo>
                  <a:lnTo>
                    <a:pt x="1022147" y="17245"/>
                  </a:lnTo>
                  <a:lnTo>
                    <a:pt x="1020555" y="13508"/>
                  </a:lnTo>
                  <a:lnTo>
                    <a:pt x="1018385" y="10075"/>
                  </a:lnTo>
                  <a:lnTo>
                    <a:pt x="1015692" y="7035"/>
                  </a:lnTo>
                  <a:lnTo>
                    <a:pt x="1012546" y="4467"/>
                  </a:lnTo>
                  <a:lnTo>
                    <a:pt x="1009028" y="2436"/>
                  </a:lnTo>
                  <a:lnTo>
                    <a:pt x="1005231" y="996"/>
                  </a:lnTo>
                  <a:lnTo>
                    <a:pt x="1001251" y="184"/>
                  </a:lnTo>
                  <a:lnTo>
                    <a:pt x="998209" y="0"/>
                  </a:lnTo>
                  <a:lnTo>
                    <a:pt x="25236" y="0"/>
                  </a:lnTo>
                  <a:lnTo>
                    <a:pt x="28278" y="184"/>
                  </a:lnTo>
                  <a:lnTo>
                    <a:pt x="24220" y="20"/>
                  </a:lnTo>
                  <a:lnTo>
                    <a:pt x="20188" y="510"/>
                  </a:lnTo>
                  <a:lnTo>
                    <a:pt x="16287" y="1639"/>
                  </a:lnTo>
                  <a:lnTo>
                    <a:pt x="12618" y="3381"/>
                  </a:lnTo>
                  <a:lnTo>
                    <a:pt x="9275" y="5688"/>
                  </a:lnTo>
                  <a:lnTo>
                    <a:pt x="6346" y="8501"/>
                  </a:lnTo>
                  <a:lnTo>
                    <a:pt x="3906" y="11748"/>
                  </a:lnTo>
                  <a:lnTo>
                    <a:pt x="2019" y="15344"/>
                  </a:lnTo>
                  <a:lnTo>
                    <a:pt x="733" y="19197"/>
                  </a:lnTo>
                  <a:lnTo>
                    <a:pt x="81" y="23205"/>
                  </a:lnTo>
                  <a:lnTo>
                    <a:pt x="0" y="25236"/>
                  </a:lnTo>
                  <a:lnTo>
                    <a:pt x="0" y="764926"/>
                  </a:lnTo>
                  <a:lnTo>
                    <a:pt x="81" y="762896"/>
                  </a:lnTo>
                  <a:lnTo>
                    <a:pt x="81" y="766957"/>
                  </a:lnTo>
                  <a:lnTo>
                    <a:pt x="733" y="770966"/>
                  </a:lnTo>
                  <a:lnTo>
                    <a:pt x="2019" y="774818"/>
                  </a:lnTo>
                  <a:lnTo>
                    <a:pt x="3906" y="778414"/>
                  </a:lnTo>
                  <a:lnTo>
                    <a:pt x="6346" y="781661"/>
                  </a:lnTo>
                  <a:lnTo>
                    <a:pt x="9275" y="784475"/>
                  </a:lnTo>
                  <a:lnTo>
                    <a:pt x="12618" y="786782"/>
                  </a:lnTo>
                  <a:lnTo>
                    <a:pt x="16287" y="788523"/>
                  </a:lnTo>
                  <a:lnTo>
                    <a:pt x="20188" y="789653"/>
                  </a:lnTo>
                  <a:lnTo>
                    <a:pt x="24220" y="790142"/>
                  </a:lnTo>
                  <a:close/>
                </a:path>
              </a:pathLst>
            </a:custGeom>
            <a:solidFill>
              <a:srgbClr val="FFD700">
                <a:alpha val="100000"/>
              </a:srgbClr>
            </a:solidFill>
            <a:ln w="813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tx1697"/>
            <p:cNvSpPr/>
            <p:nvPr/>
          </p:nvSpPr>
          <p:spPr>
            <a:xfrm>
              <a:off x="10250045" y="2413114"/>
              <a:ext cx="709165" cy="1315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0.41 Z/year</a:t>
              </a:r>
            </a:p>
          </p:txBody>
        </p:sp>
        <p:sp>
          <p:nvSpPr>
            <p:cNvPr id="1698" name="tx1698"/>
            <p:cNvSpPr/>
            <p:nvPr/>
          </p:nvSpPr>
          <p:spPr>
            <a:xfrm>
              <a:off x="10250045" y="2644103"/>
              <a:ext cx="658574" cy="1024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xi = -0.225</a:t>
              </a:r>
            </a:p>
          </p:txBody>
        </p:sp>
        <p:sp>
          <p:nvSpPr>
            <p:cNvPr id="1699" name="tx1699"/>
            <p:cNvSpPr/>
            <p:nvPr/>
          </p:nvSpPr>
          <p:spPr>
            <a:xfrm>
              <a:off x="10250045" y="2818202"/>
              <a:ext cx="939324" cy="1302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omega = 0.649</a:t>
              </a:r>
            </a:p>
          </p:txBody>
        </p:sp>
        <p:sp>
          <p:nvSpPr>
            <p:cNvPr id="1700" name="tx1700"/>
            <p:cNvSpPr/>
            <p:nvPr/>
          </p:nvSpPr>
          <p:spPr>
            <a:xfrm>
              <a:off x="10250045" y="3021738"/>
              <a:ext cx="853682" cy="12863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alpha = 0.941</a:t>
              </a:r>
            </a:p>
          </p:txBody>
        </p:sp>
        <p:sp>
          <p:nvSpPr>
            <p:cNvPr id="1701" name="pg1701"/>
            <p:cNvSpPr/>
            <p:nvPr/>
          </p:nvSpPr>
          <p:spPr>
            <a:xfrm>
              <a:off x="7848093" y="2233760"/>
              <a:ext cx="3998206" cy="2560971"/>
            </a:xfrm>
            <a:custGeom>
              <a:avLst/>
              <a:pathLst>
                <a:path w="3998206" h="2560971">
                  <a:moveTo>
                    <a:pt x="0" y="2560654"/>
                  </a:moveTo>
                  <a:lnTo>
                    <a:pt x="7824" y="2560541"/>
                  </a:lnTo>
                  <a:lnTo>
                    <a:pt x="15648" y="2560393"/>
                  </a:lnTo>
                  <a:lnTo>
                    <a:pt x="23472" y="2560197"/>
                  </a:lnTo>
                  <a:lnTo>
                    <a:pt x="31297" y="2559946"/>
                  </a:lnTo>
                  <a:lnTo>
                    <a:pt x="39121" y="2559632"/>
                  </a:lnTo>
                  <a:lnTo>
                    <a:pt x="46945" y="2559241"/>
                  </a:lnTo>
                  <a:lnTo>
                    <a:pt x="54769" y="2558762"/>
                  </a:lnTo>
                  <a:lnTo>
                    <a:pt x="62594" y="2558183"/>
                  </a:lnTo>
                  <a:lnTo>
                    <a:pt x="70418" y="2557490"/>
                  </a:lnTo>
                  <a:lnTo>
                    <a:pt x="78242" y="2556655"/>
                  </a:lnTo>
                  <a:lnTo>
                    <a:pt x="86067" y="2555670"/>
                  </a:lnTo>
                  <a:lnTo>
                    <a:pt x="93891" y="2554534"/>
                  </a:lnTo>
                  <a:lnTo>
                    <a:pt x="101715" y="2553243"/>
                  </a:lnTo>
                  <a:lnTo>
                    <a:pt x="109539" y="2551793"/>
                  </a:lnTo>
                  <a:lnTo>
                    <a:pt x="117364" y="2550187"/>
                  </a:lnTo>
                  <a:lnTo>
                    <a:pt x="125188" y="2548433"/>
                  </a:lnTo>
                  <a:lnTo>
                    <a:pt x="133012" y="2546542"/>
                  </a:lnTo>
                  <a:lnTo>
                    <a:pt x="140837" y="2544518"/>
                  </a:lnTo>
                  <a:lnTo>
                    <a:pt x="148661" y="2542413"/>
                  </a:lnTo>
                  <a:lnTo>
                    <a:pt x="156485" y="2540260"/>
                  </a:lnTo>
                  <a:lnTo>
                    <a:pt x="164309" y="2538099"/>
                  </a:lnTo>
                  <a:lnTo>
                    <a:pt x="172134" y="2535972"/>
                  </a:lnTo>
                  <a:lnTo>
                    <a:pt x="179958" y="2533924"/>
                  </a:lnTo>
                  <a:lnTo>
                    <a:pt x="187782" y="2532001"/>
                  </a:lnTo>
                  <a:lnTo>
                    <a:pt x="195606" y="2530261"/>
                  </a:lnTo>
                  <a:lnTo>
                    <a:pt x="203431" y="2528779"/>
                  </a:lnTo>
                  <a:lnTo>
                    <a:pt x="211255" y="2527571"/>
                  </a:lnTo>
                  <a:lnTo>
                    <a:pt x="219079" y="2526667"/>
                  </a:lnTo>
                  <a:lnTo>
                    <a:pt x="226904" y="2526090"/>
                  </a:lnTo>
                  <a:lnTo>
                    <a:pt x="234728" y="2525857"/>
                  </a:lnTo>
                  <a:lnTo>
                    <a:pt x="242552" y="2525971"/>
                  </a:lnTo>
                  <a:lnTo>
                    <a:pt x="250376" y="2526430"/>
                  </a:lnTo>
                  <a:lnTo>
                    <a:pt x="258201" y="2527248"/>
                  </a:lnTo>
                  <a:lnTo>
                    <a:pt x="266025" y="2528383"/>
                  </a:lnTo>
                  <a:lnTo>
                    <a:pt x="273849" y="2529773"/>
                  </a:lnTo>
                  <a:lnTo>
                    <a:pt x="281674" y="2531373"/>
                  </a:lnTo>
                  <a:lnTo>
                    <a:pt x="289498" y="2533136"/>
                  </a:lnTo>
                  <a:lnTo>
                    <a:pt x="297322" y="2535008"/>
                  </a:lnTo>
                  <a:lnTo>
                    <a:pt x="305146" y="2536937"/>
                  </a:lnTo>
                  <a:lnTo>
                    <a:pt x="312971" y="2538870"/>
                  </a:lnTo>
                  <a:lnTo>
                    <a:pt x="320795" y="2540738"/>
                  </a:lnTo>
                  <a:lnTo>
                    <a:pt x="328619" y="2542488"/>
                  </a:lnTo>
                  <a:lnTo>
                    <a:pt x="336444" y="2544083"/>
                  </a:lnTo>
                  <a:lnTo>
                    <a:pt x="344268" y="2545488"/>
                  </a:lnTo>
                  <a:lnTo>
                    <a:pt x="352092" y="2546673"/>
                  </a:lnTo>
                  <a:lnTo>
                    <a:pt x="359916" y="2547618"/>
                  </a:lnTo>
                  <a:lnTo>
                    <a:pt x="367741" y="2548308"/>
                  </a:lnTo>
                  <a:lnTo>
                    <a:pt x="375565" y="2548725"/>
                  </a:lnTo>
                  <a:lnTo>
                    <a:pt x="383389" y="2548839"/>
                  </a:lnTo>
                  <a:lnTo>
                    <a:pt x="391213" y="2548698"/>
                  </a:lnTo>
                  <a:lnTo>
                    <a:pt x="399038" y="2548315"/>
                  </a:lnTo>
                  <a:lnTo>
                    <a:pt x="406862" y="2547710"/>
                  </a:lnTo>
                  <a:lnTo>
                    <a:pt x="414686" y="2546904"/>
                  </a:lnTo>
                  <a:lnTo>
                    <a:pt x="422511" y="2545924"/>
                  </a:lnTo>
                  <a:lnTo>
                    <a:pt x="430335" y="2544798"/>
                  </a:lnTo>
                  <a:lnTo>
                    <a:pt x="438159" y="2543552"/>
                  </a:lnTo>
                  <a:lnTo>
                    <a:pt x="445983" y="2542226"/>
                  </a:lnTo>
                  <a:lnTo>
                    <a:pt x="453808" y="2540865"/>
                  </a:lnTo>
                  <a:lnTo>
                    <a:pt x="461632" y="2539499"/>
                  </a:lnTo>
                  <a:lnTo>
                    <a:pt x="469456" y="2538160"/>
                  </a:lnTo>
                  <a:lnTo>
                    <a:pt x="477281" y="2536875"/>
                  </a:lnTo>
                  <a:lnTo>
                    <a:pt x="485105" y="2535672"/>
                  </a:lnTo>
                  <a:lnTo>
                    <a:pt x="492929" y="2534574"/>
                  </a:lnTo>
                  <a:lnTo>
                    <a:pt x="500753" y="2533624"/>
                  </a:lnTo>
                  <a:lnTo>
                    <a:pt x="508578" y="2532830"/>
                  </a:lnTo>
                  <a:lnTo>
                    <a:pt x="516402" y="2532200"/>
                  </a:lnTo>
                  <a:lnTo>
                    <a:pt x="524226" y="2531745"/>
                  </a:lnTo>
                  <a:lnTo>
                    <a:pt x="532050" y="2531473"/>
                  </a:lnTo>
                  <a:lnTo>
                    <a:pt x="539875" y="2531387"/>
                  </a:lnTo>
                  <a:lnTo>
                    <a:pt x="547699" y="2531491"/>
                  </a:lnTo>
                  <a:lnTo>
                    <a:pt x="555523" y="2531787"/>
                  </a:lnTo>
                  <a:lnTo>
                    <a:pt x="563348" y="2532296"/>
                  </a:lnTo>
                  <a:lnTo>
                    <a:pt x="571172" y="2532982"/>
                  </a:lnTo>
                  <a:lnTo>
                    <a:pt x="578996" y="2533835"/>
                  </a:lnTo>
                  <a:lnTo>
                    <a:pt x="586820" y="2534843"/>
                  </a:lnTo>
                  <a:lnTo>
                    <a:pt x="594645" y="2535990"/>
                  </a:lnTo>
                  <a:lnTo>
                    <a:pt x="602469" y="2537261"/>
                  </a:lnTo>
                  <a:lnTo>
                    <a:pt x="610293" y="2538638"/>
                  </a:lnTo>
                  <a:lnTo>
                    <a:pt x="618118" y="2540104"/>
                  </a:lnTo>
                  <a:lnTo>
                    <a:pt x="625942" y="2541633"/>
                  </a:lnTo>
                  <a:lnTo>
                    <a:pt x="633766" y="2543195"/>
                  </a:lnTo>
                  <a:lnTo>
                    <a:pt x="641590" y="2544766"/>
                  </a:lnTo>
                  <a:lnTo>
                    <a:pt x="649415" y="2546325"/>
                  </a:lnTo>
                  <a:lnTo>
                    <a:pt x="657239" y="2547852"/>
                  </a:lnTo>
                  <a:lnTo>
                    <a:pt x="665063" y="2549329"/>
                  </a:lnTo>
                  <a:lnTo>
                    <a:pt x="672888" y="2550738"/>
                  </a:lnTo>
                  <a:lnTo>
                    <a:pt x="680712" y="2552055"/>
                  </a:lnTo>
                  <a:lnTo>
                    <a:pt x="688536" y="2553272"/>
                  </a:lnTo>
                  <a:lnTo>
                    <a:pt x="696360" y="2554387"/>
                  </a:lnTo>
                  <a:lnTo>
                    <a:pt x="704185" y="2555397"/>
                  </a:lnTo>
                  <a:lnTo>
                    <a:pt x="712009" y="2556300"/>
                  </a:lnTo>
                  <a:lnTo>
                    <a:pt x="719833" y="2557099"/>
                  </a:lnTo>
                  <a:lnTo>
                    <a:pt x="727657" y="2557796"/>
                  </a:lnTo>
                  <a:lnTo>
                    <a:pt x="735482" y="2558397"/>
                  </a:lnTo>
                  <a:lnTo>
                    <a:pt x="743306" y="2558895"/>
                  </a:lnTo>
                  <a:lnTo>
                    <a:pt x="751130" y="2559315"/>
                  </a:lnTo>
                  <a:lnTo>
                    <a:pt x="758955" y="2559664"/>
                  </a:lnTo>
                  <a:lnTo>
                    <a:pt x="766779" y="2559952"/>
                  </a:lnTo>
                  <a:lnTo>
                    <a:pt x="774603" y="2560185"/>
                  </a:lnTo>
                  <a:lnTo>
                    <a:pt x="782427" y="2560373"/>
                  </a:lnTo>
                  <a:lnTo>
                    <a:pt x="790252" y="2560521"/>
                  </a:lnTo>
                  <a:lnTo>
                    <a:pt x="798076" y="2560635"/>
                  </a:lnTo>
                  <a:lnTo>
                    <a:pt x="805900" y="2560722"/>
                  </a:lnTo>
                  <a:lnTo>
                    <a:pt x="813725" y="2560788"/>
                  </a:lnTo>
                  <a:lnTo>
                    <a:pt x="821549" y="2560838"/>
                  </a:lnTo>
                  <a:lnTo>
                    <a:pt x="829373" y="2560876"/>
                  </a:lnTo>
                  <a:lnTo>
                    <a:pt x="837197" y="2560904"/>
                  </a:lnTo>
                  <a:lnTo>
                    <a:pt x="845022" y="2560924"/>
                  </a:lnTo>
                  <a:lnTo>
                    <a:pt x="852846" y="2560939"/>
                  </a:lnTo>
                  <a:lnTo>
                    <a:pt x="860670" y="2560949"/>
                  </a:lnTo>
                  <a:lnTo>
                    <a:pt x="868495" y="2560956"/>
                  </a:lnTo>
                  <a:lnTo>
                    <a:pt x="876319" y="2560961"/>
                  </a:lnTo>
                  <a:lnTo>
                    <a:pt x="884143" y="2560964"/>
                  </a:lnTo>
                  <a:lnTo>
                    <a:pt x="891967" y="2560967"/>
                  </a:lnTo>
                  <a:lnTo>
                    <a:pt x="899792" y="2560968"/>
                  </a:lnTo>
                  <a:lnTo>
                    <a:pt x="907616" y="2560969"/>
                  </a:lnTo>
                  <a:lnTo>
                    <a:pt x="915440" y="2560969"/>
                  </a:lnTo>
                  <a:lnTo>
                    <a:pt x="923264" y="2560968"/>
                  </a:lnTo>
                  <a:lnTo>
                    <a:pt x="931089" y="2560967"/>
                  </a:lnTo>
                  <a:lnTo>
                    <a:pt x="938913" y="2560966"/>
                  </a:lnTo>
                  <a:lnTo>
                    <a:pt x="946737" y="2560963"/>
                  </a:lnTo>
                  <a:lnTo>
                    <a:pt x="954562" y="2560959"/>
                  </a:lnTo>
                  <a:lnTo>
                    <a:pt x="962386" y="2560953"/>
                  </a:lnTo>
                  <a:lnTo>
                    <a:pt x="970210" y="2560945"/>
                  </a:lnTo>
                  <a:lnTo>
                    <a:pt x="978034" y="2560933"/>
                  </a:lnTo>
                  <a:lnTo>
                    <a:pt x="985859" y="2560916"/>
                  </a:lnTo>
                  <a:lnTo>
                    <a:pt x="993683" y="2560893"/>
                  </a:lnTo>
                  <a:lnTo>
                    <a:pt x="1001507" y="2560861"/>
                  </a:lnTo>
                  <a:lnTo>
                    <a:pt x="1009332" y="2560818"/>
                  </a:lnTo>
                  <a:lnTo>
                    <a:pt x="1017156" y="2560761"/>
                  </a:lnTo>
                  <a:lnTo>
                    <a:pt x="1024980" y="2560686"/>
                  </a:lnTo>
                  <a:lnTo>
                    <a:pt x="1032804" y="2560590"/>
                  </a:lnTo>
                  <a:lnTo>
                    <a:pt x="1040629" y="2560464"/>
                  </a:lnTo>
                  <a:lnTo>
                    <a:pt x="1048453" y="2560302"/>
                  </a:lnTo>
                  <a:lnTo>
                    <a:pt x="1056277" y="2560098"/>
                  </a:lnTo>
                  <a:lnTo>
                    <a:pt x="1064101" y="2559847"/>
                  </a:lnTo>
                  <a:lnTo>
                    <a:pt x="1071926" y="2559541"/>
                  </a:lnTo>
                  <a:lnTo>
                    <a:pt x="1079750" y="2559172"/>
                  </a:lnTo>
                  <a:lnTo>
                    <a:pt x="1087574" y="2558734"/>
                  </a:lnTo>
                  <a:lnTo>
                    <a:pt x="1095399" y="2558221"/>
                  </a:lnTo>
                  <a:lnTo>
                    <a:pt x="1103223" y="2557612"/>
                  </a:lnTo>
                  <a:lnTo>
                    <a:pt x="1111047" y="2556914"/>
                  </a:lnTo>
                  <a:lnTo>
                    <a:pt x="1118871" y="2556127"/>
                  </a:lnTo>
                  <a:lnTo>
                    <a:pt x="1126696" y="2555251"/>
                  </a:lnTo>
                  <a:lnTo>
                    <a:pt x="1134520" y="2554291"/>
                  </a:lnTo>
                  <a:lnTo>
                    <a:pt x="1142344" y="2553250"/>
                  </a:lnTo>
                  <a:lnTo>
                    <a:pt x="1150169" y="2552138"/>
                  </a:lnTo>
                  <a:lnTo>
                    <a:pt x="1157993" y="2550965"/>
                  </a:lnTo>
                  <a:lnTo>
                    <a:pt x="1165817" y="2549742"/>
                  </a:lnTo>
                  <a:lnTo>
                    <a:pt x="1173641" y="2548495"/>
                  </a:lnTo>
                  <a:lnTo>
                    <a:pt x="1181466" y="2547241"/>
                  </a:lnTo>
                  <a:lnTo>
                    <a:pt x="1189290" y="2545996"/>
                  </a:lnTo>
                  <a:lnTo>
                    <a:pt x="1197114" y="2544777"/>
                  </a:lnTo>
                  <a:lnTo>
                    <a:pt x="1204939" y="2543595"/>
                  </a:lnTo>
                  <a:lnTo>
                    <a:pt x="1212763" y="2542463"/>
                  </a:lnTo>
                  <a:lnTo>
                    <a:pt x="1220587" y="2541390"/>
                  </a:lnTo>
                  <a:lnTo>
                    <a:pt x="1228411" y="2540377"/>
                  </a:lnTo>
                  <a:lnTo>
                    <a:pt x="1236236" y="2539411"/>
                  </a:lnTo>
                  <a:lnTo>
                    <a:pt x="1244060" y="2538479"/>
                  </a:lnTo>
                  <a:lnTo>
                    <a:pt x="1251884" y="2537560"/>
                  </a:lnTo>
                  <a:lnTo>
                    <a:pt x="1259708" y="2536634"/>
                  </a:lnTo>
                  <a:lnTo>
                    <a:pt x="1267533" y="2535671"/>
                  </a:lnTo>
                  <a:lnTo>
                    <a:pt x="1275357" y="2534645"/>
                  </a:lnTo>
                  <a:lnTo>
                    <a:pt x="1283181" y="2533505"/>
                  </a:lnTo>
                  <a:lnTo>
                    <a:pt x="1291006" y="2532228"/>
                  </a:lnTo>
                  <a:lnTo>
                    <a:pt x="1298830" y="2530794"/>
                  </a:lnTo>
                  <a:lnTo>
                    <a:pt x="1306654" y="2529185"/>
                  </a:lnTo>
                  <a:lnTo>
                    <a:pt x="1314478" y="2527391"/>
                  </a:lnTo>
                  <a:lnTo>
                    <a:pt x="1322303" y="2525410"/>
                  </a:lnTo>
                  <a:lnTo>
                    <a:pt x="1330127" y="2523246"/>
                  </a:lnTo>
                  <a:lnTo>
                    <a:pt x="1337951" y="2520909"/>
                  </a:lnTo>
                  <a:lnTo>
                    <a:pt x="1345776" y="2518408"/>
                  </a:lnTo>
                  <a:lnTo>
                    <a:pt x="1353600" y="2515800"/>
                  </a:lnTo>
                  <a:lnTo>
                    <a:pt x="1361424" y="2513120"/>
                  </a:lnTo>
                  <a:lnTo>
                    <a:pt x="1369248" y="2510404"/>
                  </a:lnTo>
                  <a:lnTo>
                    <a:pt x="1377073" y="2507685"/>
                  </a:lnTo>
                  <a:lnTo>
                    <a:pt x="1384897" y="2504996"/>
                  </a:lnTo>
                  <a:lnTo>
                    <a:pt x="1392721" y="2502363"/>
                  </a:lnTo>
                  <a:lnTo>
                    <a:pt x="1400545" y="2499812"/>
                  </a:lnTo>
                  <a:lnTo>
                    <a:pt x="1408370" y="2497355"/>
                  </a:lnTo>
                  <a:lnTo>
                    <a:pt x="1416194" y="2494978"/>
                  </a:lnTo>
                  <a:lnTo>
                    <a:pt x="1424018" y="2492665"/>
                  </a:lnTo>
                  <a:lnTo>
                    <a:pt x="1431843" y="2490390"/>
                  </a:lnTo>
                  <a:lnTo>
                    <a:pt x="1439667" y="2488121"/>
                  </a:lnTo>
                  <a:lnTo>
                    <a:pt x="1447491" y="2485818"/>
                  </a:lnTo>
                  <a:lnTo>
                    <a:pt x="1455315" y="2483438"/>
                  </a:lnTo>
                  <a:lnTo>
                    <a:pt x="1463140" y="2480911"/>
                  </a:lnTo>
                  <a:lnTo>
                    <a:pt x="1470964" y="2478191"/>
                  </a:lnTo>
                  <a:lnTo>
                    <a:pt x="1478788" y="2475246"/>
                  </a:lnTo>
                  <a:lnTo>
                    <a:pt x="1486613" y="2472043"/>
                  </a:lnTo>
                  <a:lnTo>
                    <a:pt x="1494437" y="2468556"/>
                  </a:lnTo>
                  <a:lnTo>
                    <a:pt x="1502261" y="2464768"/>
                  </a:lnTo>
                  <a:lnTo>
                    <a:pt x="1510085" y="2460668"/>
                  </a:lnTo>
                  <a:lnTo>
                    <a:pt x="1517910" y="2456252"/>
                  </a:lnTo>
                  <a:lnTo>
                    <a:pt x="1525734" y="2451475"/>
                  </a:lnTo>
                  <a:lnTo>
                    <a:pt x="1533558" y="2446401"/>
                  </a:lnTo>
                  <a:lnTo>
                    <a:pt x="1541383" y="2441039"/>
                  </a:lnTo>
                  <a:lnTo>
                    <a:pt x="1549207" y="2435398"/>
                  </a:lnTo>
                  <a:lnTo>
                    <a:pt x="1557031" y="2429479"/>
                  </a:lnTo>
                  <a:lnTo>
                    <a:pt x="1564855" y="2423280"/>
                  </a:lnTo>
                  <a:lnTo>
                    <a:pt x="1572680" y="2416785"/>
                  </a:lnTo>
                  <a:lnTo>
                    <a:pt x="1580504" y="2409950"/>
                  </a:lnTo>
                  <a:lnTo>
                    <a:pt x="1588328" y="2402700"/>
                  </a:lnTo>
                  <a:lnTo>
                    <a:pt x="1596152" y="2395015"/>
                  </a:lnTo>
                  <a:lnTo>
                    <a:pt x="1603977" y="2386821"/>
                  </a:lnTo>
                  <a:lnTo>
                    <a:pt x="1611801" y="2378040"/>
                  </a:lnTo>
                  <a:lnTo>
                    <a:pt x="1619625" y="2368581"/>
                  </a:lnTo>
                  <a:lnTo>
                    <a:pt x="1627450" y="2358348"/>
                  </a:lnTo>
                  <a:lnTo>
                    <a:pt x="1635274" y="2347246"/>
                  </a:lnTo>
                  <a:lnTo>
                    <a:pt x="1643098" y="2335052"/>
                  </a:lnTo>
                  <a:lnTo>
                    <a:pt x="1650922" y="2321704"/>
                  </a:lnTo>
                  <a:lnTo>
                    <a:pt x="1658747" y="2307190"/>
                  </a:lnTo>
                  <a:lnTo>
                    <a:pt x="1666571" y="2291450"/>
                  </a:lnTo>
                  <a:lnTo>
                    <a:pt x="1674395" y="2274445"/>
                  </a:lnTo>
                  <a:lnTo>
                    <a:pt x="1682220" y="2256152"/>
                  </a:lnTo>
                  <a:lnTo>
                    <a:pt x="1690044" y="2236566"/>
                  </a:lnTo>
                  <a:lnTo>
                    <a:pt x="1697868" y="2215704"/>
                  </a:lnTo>
                  <a:lnTo>
                    <a:pt x="1705692" y="2193397"/>
                  </a:lnTo>
                  <a:lnTo>
                    <a:pt x="1713517" y="2169901"/>
                  </a:lnTo>
                  <a:lnTo>
                    <a:pt x="1721341" y="2145279"/>
                  </a:lnTo>
                  <a:lnTo>
                    <a:pt x="1729165" y="2119576"/>
                  </a:lnTo>
                  <a:lnTo>
                    <a:pt x="1736990" y="2092826"/>
                  </a:lnTo>
                  <a:lnTo>
                    <a:pt x="1744814" y="2065043"/>
                  </a:lnTo>
                  <a:lnTo>
                    <a:pt x="1752638" y="2036215"/>
                  </a:lnTo>
                  <a:lnTo>
                    <a:pt x="1760462" y="2006240"/>
                  </a:lnTo>
                  <a:lnTo>
                    <a:pt x="1768287" y="1974889"/>
                  </a:lnTo>
                  <a:lnTo>
                    <a:pt x="1776111" y="1942140"/>
                  </a:lnTo>
                  <a:lnTo>
                    <a:pt x="1783935" y="1907781"/>
                  </a:lnTo>
                  <a:lnTo>
                    <a:pt x="1791759" y="1871561"/>
                  </a:lnTo>
                  <a:lnTo>
                    <a:pt x="1799584" y="1833190"/>
                  </a:lnTo>
                  <a:lnTo>
                    <a:pt x="1807408" y="1792352"/>
                  </a:lnTo>
                  <a:lnTo>
                    <a:pt x="1815232" y="1748711"/>
                  </a:lnTo>
                  <a:lnTo>
                    <a:pt x="1823057" y="1701563"/>
                  </a:lnTo>
                  <a:lnTo>
                    <a:pt x="1830881" y="1650570"/>
                  </a:lnTo>
                  <a:lnTo>
                    <a:pt x="1838705" y="1595698"/>
                  </a:lnTo>
                  <a:lnTo>
                    <a:pt x="1846529" y="1536734"/>
                  </a:lnTo>
                  <a:lnTo>
                    <a:pt x="1854354" y="1473538"/>
                  </a:lnTo>
                  <a:lnTo>
                    <a:pt x="1862178" y="1406058"/>
                  </a:lnTo>
                  <a:lnTo>
                    <a:pt x="1870002" y="1334341"/>
                  </a:lnTo>
                  <a:lnTo>
                    <a:pt x="1877827" y="1258544"/>
                  </a:lnTo>
                  <a:lnTo>
                    <a:pt x="1885651" y="1178445"/>
                  </a:lnTo>
                  <a:lnTo>
                    <a:pt x="1893475" y="1095106"/>
                  </a:lnTo>
                  <a:lnTo>
                    <a:pt x="1901299" y="1009205"/>
                  </a:lnTo>
                  <a:lnTo>
                    <a:pt x="1909124" y="921448"/>
                  </a:lnTo>
                  <a:lnTo>
                    <a:pt x="1916948" y="832629"/>
                  </a:lnTo>
                  <a:lnTo>
                    <a:pt x="1924772" y="743622"/>
                  </a:lnTo>
                  <a:lnTo>
                    <a:pt x="1932596" y="655355"/>
                  </a:lnTo>
                  <a:lnTo>
                    <a:pt x="1940421" y="568898"/>
                  </a:lnTo>
                  <a:lnTo>
                    <a:pt x="1948245" y="485799"/>
                  </a:lnTo>
                  <a:lnTo>
                    <a:pt x="1956069" y="406761"/>
                  </a:lnTo>
                  <a:lnTo>
                    <a:pt x="1963894" y="332682"/>
                  </a:lnTo>
                  <a:lnTo>
                    <a:pt x="1971718" y="264389"/>
                  </a:lnTo>
                  <a:lnTo>
                    <a:pt x="1979542" y="202624"/>
                  </a:lnTo>
                  <a:lnTo>
                    <a:pt x="1987366" y="148034"/>
                  </a:lnTo>
                  <a:lnTo>
                    <a:pt x="1995191" y="101156"/>
                  </a:lnTo>
                  <a:lnTo>
                    <a:pt x="2003015" y="63166"/>
                  </a:lnTo>
                  <a:lnTo>
                    <a:pt x="2010839" y="34418"/>
                  </a:lnTo>
                  <a:lnTo>
                    <a:pt x="2018664" y="14311"/>
                  </a:lnTo>
                  <a:lnTo>
                    <a:pt x="2026488" y="2861"/>
                  </a:lnTo>
                  <a:lnTo>
                    <a:pt x="2034312" y="0"/>
                  </a:lnTo>
                  <a:lnTo>
                    <a:pt x="2042136" y="5575"/>
                  </a:lnTo>
                  <a:lnTo>
                    <a:pt x="2049961" y="19370"/>
                  </a:lnTo>
                  <a:lnTo>
                    <a:pt x="2057785" y="41105"/>
                  </a:lnTo>
                  <a:lnTo>
                    <a:pt x="2065609" y="71463"/>
                  </a:lnTo>
                  <a:lnTo>
                    <a:pt x="2073434" y="109147"/>
                  </a:lnTo>
                  <a:lnTo>
                    <a:pt x="2081258" y="153487"/>
                  </a:lnTo>
                  <a:lnTo>
                    <a:pt x="2089082" y="204043"/>
                  </a:lnTo>
                  <a:lnTo>
                    <a:pt x="2096906" y="260355"/>
                  </a:lnTo>
                  <a:lnTo>
                    <a:pt x="2104731" y="321948"/>
                  </a:lnTo>
                  <a:lnTo>
                    <a:pt x="2112555" y="388326"/>
                  </a:lnTo>
                  <a:lnTo>
                    <a:pt x="2120379" y="459053"/>
                  </a:lnTo>
                  <a:lnTo>
                    <a:pt x="2128203" y="533953"/>
                  </a:lnTo>
                  <a:lnTo>
                    <a:pt x="2136028" y="611811"/>
                  </a:lnTo>
                  <a:lnTo>
                    <a:pt x="2143852" y="692061"/>
                  </a:lnTo>
                  <a:lnTo>
                    <a:pt x="2151676" y="774126"/>
                  </a:lnTo>
                  <a:lnTo>
                    <a:pt x="2159501" y="857429"/>
                  </a:lnTo>
                  <a:lnTo>
                    <a:pt x="2167325" y="941394"/>
                  </a:lnTo>
                  <a:lnTo>
                    <a:pt x="2175149" y="1025454"/>
                  </a:lnTo>
                  <a:lnTo>
                    <a:pt x="2182973" y="1108973"/>
                  </a:lnTo>
                  <a:lnTo>
                    <a:pt x="2190798" y="1191252"/>
                  </a:lnTo>
                  <a:lnTo>
                    <a:pt x="2198622" y="1271881"/>
                  </a:lnTo>
                  <a:lnTo>
                    <a:pt x="2206446" y="1350452"/>
                  </a:lnTo>
                  <a:lnTo>
                    <a:pt x="2214271" y="1426611"/>
                  </a:lnTo>
                  <a:lnTo>
                    <a:pt x="2222095" y="1500062"/>
                  </a:lnTo>
                  <a:lnTo>
                    <a:pt x="2229919" y="1570573"/>
                  </a:lnTo>
                  <a:lnTo>
                    <a:pt x="2237743" y="1637979"/>
                  </a:lnTo>
                  <a:lnTo>
                    <a:pt x="2245568" y="1701758"/>
                  </a:lnTo>
                  <a:lnTo>
                    <a:pt x="2253392" y="1762160"/>
                  </a:lnTo>
                  <a:lnTo>
                    <a:pt x="2261216" y="1819388"/>
                  </a:lnTo>
                  <a:lnTo>
                    <a:pt x="2269040" y="1873541"/>
                  </a:lnTo>
                  <a:lnTo>
                    <a:pt x="2276865" y="1924748"/>
                  </a:lnTo>
                  <a:lnTo>
                    <a:pt x="2284689" y="1973161"/>
                  </a:lnTo>
                  <a:lnTo>
                    <a:pt x="2292513" y="2018950"/>
                  </a:lnTo>
                  <a:lnTo>
                    <a:pt x="2300338" y="2062268"/>
                  </a:lnTo>
                  <a:lnTo>
                    <a:pt x="2308162" y="2102955"/>
                  </a:lnTo>
                  <a:lnTo>
                    <a:pt x="2315986" y="2141564"/>
                  </a:lnTo>
                  <a:lnTo>
                    <a:pt x="2323810" y="2178211"/>
                  </a:lnTo>
                  <a:lnTo>
                    <a:pt x="2331635" y="2212991"/>
                  </a:lnTo>
                  <a:lnTo>
                    <a:pt x="2339459" y="2245969"/>
                  </a:lnTo>
                  <a:lnTo>
                    <a:pt x="2347283" y="2277191"/>
                  </a:lnTo>
                  <a:lnTo>
                    <a:pt x="2355108" y="2306679"/>
                  </a:lnTo>
                  <a:lnTo>
                    <a:pt x="2362932" y="2334329"/>
                  </a:lnTo>
                  <a:lnTo>
                    <a:pt x="2370756" y="2360039"/>
                  </a:lnTo>
                  <a:lnTo>
                    <a:pt x="2378580" y="2383988"/>
                  </a:lnTo>
                  <a:lnTo>
                    <a:pt x="2386405" y="2406164"/>
                  </a:lnTo>
                  <a:lnTo>
                    <a:pt x="2394229" y="2426560"/>
                  </a:lnTo>
                  <a:lnTo>
                    <a:pt x="2402053" y="2445183"/>
                  </a:lnTo>
                  <a:lnTo>
                    <a:pt x="2409878" y="2462051"/>
                  </a:lnTo>
                  <a:lnTo>
                    <a:pt x="2417702" y="2477199"/>
                  </a:lnTo>
                  <a:lnTo>
                    <a:pt x="2425526" y="2490494"/>
                  </a:lnTo>
                  <a:lnTo>
                    <a:pt x="2433350" y="2502124"/>
                  </a:lnTo>
                  <a:lnTo>
                    <a:pt x="2441175" y="2512280"/>
                  </a:lnTo>
                  <a:lnTo>
                    <a:pt x="2448999" y="2521062"/>
                  </a:lnTo>
                  <a:lnTo>
                    <a:pt x="2456823" y="2528581"/>
                  </a:lnTo>
                  <a:lnTo>
                    <a:pt x="2464647" y="2534951"/>
                  </a:lnTo>
                  <a:lnTo>
                    <a:pt x="2472472" y="2540288"/>
                  </a:lnTo>
                  <a:lnTo>
                    <a:pt x="2480296" y="2544710"/>
                  </a:lnTo>
                  <a:lnTo>
                    <a:pt x="2488120" y="2548218"/>
                  </a:lnTo>
                  <a:lnTo>
                    <a:pt x="2495945" y="2551072"/>
                  </a:lnTo>
                  <a:lnTo>
                    <a:pt x="2503769" y="2553370"/>
                  </a:lnTo>
                  <a:lnTo>
                    <a:pt x="2511593" y="2555199"/>
                  </a:lnTo>
                  <a:lnTo>
                    <a:pt x="2519417" y="2556639"/>
                  </a:lnTo>
                  <a:lnTo>
                    <a:pt x="2527242" y="2557758"/>
                  </a:lnTo>
                  <a:lnTo>
                    <a:pt x="2535066" y="2558617"/>
                  </a:lnTo>
                  <a:lnTo>
                    <a:pt x="2542890" y="2559260"/>
                  </a:lnTo>
                  <a:lnTo>
                    <a:pt x="2550715" y="2559729"/>
                  </a:lnTo>
                  <a:lnTo>
                    <a:pt x="2558539" y="2560080"/>
                  </a:lnTo>
                  <a:lnTo>
                    <a:pt x="2566363" y="2560339"/>
                  </a:lnTo>
                  <a:lnTo>
                    <a:pt x="2574187" y="2560529"/>
                  </a:lnTo>
                  <a:lnTo>
                    <a:pt x="2582012" y="2560666"/>
                  </a:lnTo>
                  <a:lnTo>
                    <a:pt x="2589836" y="2560763"/>
                  </a:lnTo>
                  <a:lnTo>
                    <a:pt x="2597660" y="2560832"/>
                  </a:lnTo>
                  <a:lnTo>
                    <a:pt x="2605485" y="2560877"/>
                  </a:lnTo>
                  <a:lnTo>
                    <a:pt x="2613309" y="2560908"/>
                  </a:lnTo>
                  <a:lnTo>
                    <a:pt x="2621133" y="2560930"/>
                  </a:lnTo>
                  <a:lnTo>
                    <a:pt x="2628957" y="2560944"/>
                  </a:lnTo>
                  <a:lnTo>
                    <a:pt x="2636782" y="2560954"/>
                  </a:lnTo>
                  <a:lnTo>
                    <a:pt x="2644606" y="2560960"/>
                  </a:lnTo>
                  <a:lnTo>
                    <a:pt x="2652430" y="2560964"/>
                  </a:lnTo>
                  <a:lnTo>
                    <a:pt x="2660254" y="2560967"/>
                  </a:lnTo>
                  <a:lnTo>
                    <a:pt x="2668079" y="2560969"/>
                  </a:lnTo>
                  <a:lnTo>
                    <a:pt x="2675903" y="2560970"/>
                  </a:lnTo>
                  <a:lnTo>
                    <a:pt x="2683727" y="2560970"/>
                  </a:lnTo>
                  <a:lnTo>
                    <a:pt x="2691552" y="2560971"/>
                  </a:lnTo>
                  <a:lnTo>
                    <a:pt x="2699376" y="2560971"/>
                  </a:lnTo>
                  <a:lnTo>
                    <a:pt x="2707200" y="2560971"/>
                  </a:lnTo>
                  <a:lnTo>
                    <a:pt x="2715024" y="2560971"/>
                  </a:lnTo>
                  <a:lnTo>
                    <a:pt x="2722849" y="2560971"/>
                  </a:lnTo>
                  <a:lnTo>
                    <a:pt x="2730673" y="2560971"/>
                  </a:lnTo>
                  <a:lnTo>
                    <a:pt x="2738497" y="2560971"/>
                  </a:lnTo>
                  <a:lnTo>
                    <a:pt x="2746322" y="2560971"/>
                  </a:lnTo>
                  <a:lnTo>
                    <a:pt x="2754146" y="2560971"/>
                  </a:lnTo>
                  <a:lnTo>
                    <a:pt x="2761970" y="2560971"/>
                  </a:lnTo>
                  <a:lnTo>
                    <a:pt x="2769794" y="2560971"/>
                  </a:lnTo>
                  <a:lnTo>
                    <a:pt x="2777619" y="2560971"/>
                  </a:lnTo>
                  <a:lnTo>
                    <a:pt x="2785443" y="2560971"/>
                  </a:lnTo>
                  <a:lnTo>
                    <a:pt x="2793267" y="2560971"/>
                  </a:lnTo>
                  <a:lnTo>
                    <a:pt x="2801091" y="2560971"/>
                  </a:lnTo>
                  <a:lnTo>
                    <a:pt x="2808916" y="2560971"/>
                  </a:lnTo>
                  <a:lnTo>
                    <a:pt x="2816740" y="2560971"/>
                  </a:lnTo>
                  <a:lnTo>
                    <a:pt x="2824564" y="2560971"/>
                  </a:lnTo>
                  <a:lnTo>
                    <a:pt x="2832389" y="2560971"/>
                  </a:lnTo>
                  <a:lnTo>
                    <a:pt x="2840213" y="2560971"/>
                  </a:lnTo>
                  <a:lnTo>
                    <a:pt x="2848037" y="2560971"/>
                  </a:lnTo>
                  <a:lnTo>
                    <a:pt x="2855861" y="2560971"/>
                  </a:lnTo>
                  <a:lnTo>
                    <a:pt x="2863686" y="2560971"/>
                  </a:lnTo>
                  <a:lnTo>
                    <a:pt x="2871510" y="2560971"/>
                  </a:lnTo>
                  <a:lnTo>
                    <a:pt x="2879334" y="2560971"/>
                  </a:lnTo>
                  <a:lnTo>
                    <a:pt x="2887159" y="2560971"/>
                  </a:lnTo>
                  <a:lnTo>
                    <a:pt x="2894983" y="2560971"/>
                  </a:lnTo>
                  <a:lnTo>
                    <a:pt x="2902807" y="2560971"/>
                  </a:lnTo>
                  <a:lnTo>
                    <a:pt x="2910631" y="2560971"/>
                  </a:lnTo>
                  <a:lnTo>
                    <a:pt x="2918456" y="2560971"/>
                  </a:lnTo>
                  <a:lnTo>
                    <a:pt x="2926280" y="2560971"/>
                  </a:lnTo>
                  <a:lnTo>
                    <a:pt x="2934104" y="2560971"/>
                  </a:lnTo>
                  <a:lnTo>
                    <a:pt x="2941929" y="2560971"/>
                  </a:lnTo>
                  <a:lnTo>
                    <a:pt x="2949753" y="2560971"/>
                  </a:lnTo>
                  <a:lnTo>
                    <a:pt x="2957577" y="2560971"/>
                  </a:lnTo>
                  <a:lnTo>
                    <a:pt x="2965401" y="2560971"/>
                  </a:lnTo>
                  <a:lnTo>
                    <a:pt x="2973226" y="2560971"/>
                  </a:lnTo>
                  <a:lnTo>
                    <a:pt x="2981050" y="2560971"/>
                  </a:lnTo>
                  <a:lnTo>
                    <a:pt x="2988874" y="2560971"/>
                  </a:lnTo>
                  <a:lnTo>
                    <a:pt x="2996698" y="2560971"/>
                  </a:lnTo>
                  <a:lnTo>
                    <a:pt x="3004523" y="2560971"/>
                  </a:lnTo>
                  <a:lnTo>
                    <a:pt x="3012347" y="2560971"/>
                  </a:lnTo>
                  <a:lnTo>
                    <a:pt x="3020171" y="2560971"/>
                  </a:lnTo>
                  <a:lnTo>
                    <a:pt x="3027996" y="2560971"/>
                  </a:lnTo>
                  <a:lnTo>
                    <a:pt x="3035820" y="2560971"/>
                  </a:lnTo>
                  <a:lnTo>
                    <a:pt x="3043644" y="2560971"/>
                  </a:lnTo>
                  <a:lnTo>
                    <a:pt x="3051468" y="2560971"/>
                  </a:lnTo>
                  <a:lnTo>
                    <a:pt x="3059293" y="2560971"/>
                  </a:lnTo>
                  <a:lnTo>
                    <a:pt x="3067117" y="2560971"/>
                  </a:lnTo>
                  <a:lnTo>
                    <a:pt x="3074941" y="2560971"/>
                  </a:lnTo>
                  <a:lnTo>
                    <a:pt x="3082766" y="2560971"/>
                  </a:lnTo>
                  <a:lnTo>
                    <a:pt x="3090590" y="2560971"/>
                  </a:lnTo>
                  <a:lnTo>
                    <a:pt x="3098414" y="2560971"/>
                  </a:lnTo>
                  <a:lnTo>
                    <a:pt x="3106238" y="2560971"/>
                  </a:lnTo>
                  <a:lnTo>
                    <a:pt x="3114063" y="2560971"/>
                  </a:lnTo>
                  <a:lnTo>
                    <a:pt x="3121887" y="2560971"/>
                  </a:lnTo>
                  <a:lnTo>
                    <a:pt x="3129711" y="2560971"/>
                  </a:lnTo>
                  <a:lnTo>
                    <a:pt x="3137536" y="2560971"/>
                  </a:lnTo>
                  <a:lnTo>
                    <a:pt x="3145360" y="2560971"/>
                  </a:lnTo>
                  <a:lnTo>
                    <a:pt x="3153184" y="2560971"/>
                  </a:lnTo>
                  <a:lnTo>
                    <a:pt x="3161008" y="2560971"/>
                  </a:lnTo>
                  <a:lnTo>
                    <a:pt x="3168833" y="2560971"/>
                  </a:lnTo>
                  <a:lnTo>
                    <a:pt x="3176657" y="2560971"/>
                  </a:lnTo>
                  <a:lnTo>
                    <a:pt x="3184481" y="2560971"/>
                  </a:lnTo>
                  <a:lnTo>
                    <a:pt x="3192305" y="2560971"/>
                  </a:lnTo>
                  <a:lnTo>
                    <a:pt x="3200130" y="2560971"/>
                  </a:lnTo>
                  <a:lnTo>
                    <a:pt x="3207954" y="2560971"/>
                  </a:lnTo>
                  <a:lnTo>
                    <a:pt x="3215778" y="2560971"/>
                  </a:lnTo>
                  <a:lnTo>
                    <a:pt x="3223603" y="2560971"/>
                  </a:lnTo>
                  <a:lnTo>
                    <a:pt x="3231427" y="2560971"/>
                  </a:lnTo>
                  <a:lnTo>
                    <a:pt x="3239251" y="2560971"/>
                  </a:lnTo>
                  <a:lnTo>
                    <a:pt x="3247075" y="2560971"/>
                  </a:lnTo>
                  <a:lnTo>
                    <a:pt x="3254900" y="2560971"/>
                  </a:lnTo>
                  <a:lnTo>
                    <a:pt x="3262724" y="2560971"/>
                  </a:lnTo>
                  <a:lnTo>
                    <a:pt x="3270548" y="2560971"/>
                  </a:lnTo>
                  <a:lnTo>
                    <a:pt x="3278373" y="2560971"/>
                  </a:lnTo>
                  <a:lnTo>
                    <a:pt x="3286197" y="2560971"/>
                  </a:lnTo>
                  <a:lnTo>
                    <a:pt x="3294021" y="2560971"/>
                  </a:lnTo>
                  <a:lnTo>
                    <a:pt x="3301845" y="2560971"/>
                  </a:lnTo>
                  <a:lnTo>
                    <a:pt x="3309670" y="2560971"/>
                  </a:lnTo>
                  <a:lnTo>
                    <a:pt x="3317494" y="2560971"/>
                  </a:lnTo>
                  <a:lnTo>
                    <a:pt x="3325318" y="2560971"/>
                  </a:lnTo>
                  <a:lnTo>
                    <a:pt x="3333142" y="2560971"/>
                  </a:lnTo>
                  <a:lnTo>
                    <a:pt x="3340967" y="2560971"/>
                  </a:lnTo>
                  <a:lnTo>
                    <a:pt x="3348791" y="2560971"/>
                  </a:lnTo>
                  <a:lnTo>
                    <a:pt x="3356615" y="2560971"/>
                  </a:lnTo>
                  <a:lnTo>
                    <a:pt x="3364440" y="2560971"/>
                  </a:lnTo>
                  <a:lnTo>
                    <a:pt x="3372264" y="2560971"/>
                  </a:lnTo>
                  <a:lnTo>
                    <a:pt x="3380088" y="2560971"/>
                  </a:lnTo>
                  <a:lnTo>
                    <a:pt x="3387912" y="2560971"/>
                  </a:lnTo>
                  <a:lnTo>
                    <a:pt x="3395737" y="2560971"/>
                  </a:lnTo>
                  <a:lnTo>
                    <a:pt x="3403561" y="2560971"/>
                  </a:lnTo>
                  <a:lnTo>
                    <a:pt x="3411385" y="2560971"/>
                  </a:lnTo>
                  <a:lnTo>
                    <a:pt x="3419210" y="2560971"/>
                  </a:lnTo>
                  <a:lnTo>
                    <a:pt x="3427034" y="2560971"/>
                  </a:lnTo>
                  <a:lnTo>
                    <a:pt x="3434858" y="2560971"/>
                  </a:lnTo>
                  <a:lnTo>
                    <a:pt x="3442682" y="2560971"/>
                  </a:lnTo>
                  <a:lnTo>
                    <a:pt x="3450507" y="2560971"/>
                  </a:lnTo>
                  <a:lnTo>
                    <a:pt x="3458331" y="2560971"/>
                  </a:lnTo>
                  <a:lnTo>
                    <a:pt x="3466155" y="2560971"/>
                  </a:lnTo>
                  <a:lnTo>
                    <a:pt x="3473980" y="2560971"/>
                  </a:lnTo>
                  <a:lnTo>
                    <a:pt x="3481804" y="2560971"/>
                  </a:lnTo>
                  <a:lnTo>
                    <a:pt x="3489628" y="2560971"/>
                  </a:lnTo>
                  <a:lnTo>
                    <a:pt x="3497452" y="2560971"/>
                  </a:lnTo>
                  <a:lnTo>
                    <a:pt x="3505277" y="2560971"/>
                  </a:lnTo>
                  <a:lnTo>
                    <a:pt x="3513101" y="2560971"/>
                  </a:lnTo>
                  <a:lnTo>
                    <a:pt x="3520925" y="2560971"/>
                  </a:lnTo>
                  <a:lnTo>
                    <a:pt x="3528749" y="2560971"/>
                  </a:lnTo>
                  <a:lnTo>
                    <a:pt x="3536574" y="2560971"/>
                  </a:lnTo>
                  <a:lnTo>
                    <a:pt x="3544398" y="2560971"/>
                  </a:lnTo>
                  <a:lnTo>
                    <a:pt x="3552222" y="2560971"/>
                  </a:lnTo>
                  <a:lnTo>
                    <a:pt x="3560047" y="2560971"/>
                  </a:lnTo>
                  <a:lnTo>
                    <a:pt x="3567871" y="2560971"/>
                  </a:lnTo>
                  <a:lnTo>
                    <a:pt x="3575695" y="2560971"/>
                  </a:lnTo>
                  <a:lnTo>
                    <a:pt x="3583519" y="2560971"/>
                  </a:lnTo>
                  <a:lnTo>
                    <a:pt x="3591344" y="2560971"/>
                  </a:lnTo>
                  <a:lnTo>
                    <a:pt x="3599168" y="2560971"/>
                  </a:lnTo>
                  <a:lnTo>
                    <a:pt x="3606992" y="2560971"/>
                  </a:lnTo>
                  <a:lnTo>
                    <a:pt x="3614817" y="2560971"/>
                  </a:lnTo>
                  <a:lnTo>
                    <a:pt x="3622641" y="2560971"/>
                  </a:lnTo>
                  <a:lnTo>
                    <a:pt x="3630465" y="2560971"/>
                  </a:lnTo>
                  <a:lnTo>
                    <a:pt x="3638289" y="2560971"/>
                  </a:lnTo>
                  <a:lnTo>
                    <a:pt x="3646114" y="2560971"/>
                  </a:lnTo>
                  <a:lnTo>
                    <a:pt x="3653938" y="2560971"/>
                  </a:lnTo>
                  <a:lnTo>
                    <a:pt x="3661762" y="2560971"/>
                  </a:lnTo>
                  <a:lnTo>
                    <a:pt x="3669586" y="2560971"/>
                  </a:lnTo>
                  <a:lnTo>
                    <a:pt x="3677411" y="2560971"/>
                  </a:lnTo>
                  <a:lnTo>
                    <a:pt x="3685235" y="2560971"/>
                  </a:lnTo>
                  <a:lnTo>
                    <a:pt x="3693059" y="2560971"/>
                  </a:lnTo>
                  <a:lnTo>
                    <a:pt x="3700884" y="2560971"/>
                  </a:lnTo>
                  <a:lnTo>
                    <a:pt x="3708708" y="2560971"/>
                  </a:lnTo>
                  <a:lnTo>
                    <a:pt x="3716532" y="2560971"/>
                  </a:lnTo>
                  <a:lnTo>
                    <a:pt x="3724356" y="2560971"/>
                  </a:lnTo>
                  <a:lnTo>
                    <a:pt x="3732181" y="2560971"/>
                  </a:lnTo>
                  <a:lnTo>
                    <a:pt x="3740005" y="2560971"/>
                  </a:lnTo>
                  <a:lnTo>
                    <a:pt x="3747829" y="2560971"/>
                  </a:lnTo>
                  <a:lnTo>
                    <a:pt x="3755654" y="2560971"/>
                  </a:lnTo>
                  <a:lnTo>
                    <a:pt x="3763478" y="2560971"/>
                  </a:lnTo>
                  <a:lnTo>
                    <a:pt x="3771302" y="2560971"/>
                  </a:lnTo>
                  <a:lnTo>
                    <a:pt x="3779126" y="2560971"/>
                  </a:lnTo>
                  <a:lnTo>
                    <a:pt x="3786951" y="2560971"/>
                  </a:lnTo>
                  <a:lnTo>
                    <a:pt x="3794775" y="2560971"/>
                  </a:lnTo>
                  <a:lnTo>
                    <a:pt x="3802599" y="2560971"/>
                  </a:lnTo>
                  <a:lnTo>
                    <a:pt x="3810424" y="2560971"/>
                  </a:lnTo>
                  <a:lnTo>
                    <a:pt x="3818248" y="2560971"/>
                  </a:lnTo>
                  <a:lnTo>
                    <a:pt x="3826072" y="2560971"/>
                  </a:lnTo>
                  <a:lnTo>
                    <a:pt x="3833896" y="2560971"/>
                  </a:lnTo>
                  <a:lnTo>
                    <a:pt x="3841721" y="2560971"/>
                  </a:lnTo>
                  <a:lnTo>
                    <a:pt x="3849545" y="2560971"/>
                  </a:lnTo>
                  <a:lnTo>
                    <a:pt x="3857369" y="2560971"/>
                  </a:lnTo>
                  <a:lnTo>
                    <a:pt x="3865193" y="2560971"/>
                  </a:lnTo>
                  <a:lnTo>
                    <a:pt x="3873018" y="2560971"/>
                  </a:lnTo>
                  <a:lnTo>
                    <a:pt x="3880842" y="2560971"/>
                  </a:lnTo>
                  <a:lnTo>
                    <a:pt x="3888666" y="2560971"/>
                  </a:lnTo>
                  <a:lnTo>
                    <a:pt x="3896491" y="2560971"/>
                  </a:lnTo>
                  <a:lnTo>
                    <a:pt x="3904315" y="2560971"/>
                  </a:lnTo>
                  <a:lnTo>
                    <a:pt x="3912139" y="2560971"/>
                  </a:lnTo>
                  <a:lnTo>
                    <a:pt x="3919963" y="2560971"/>
                  </a:lnTo>
                  <a:lnTo>
                    <a:pt x="3927788" y="2560971"/>
                  </a:lnTo>
                  <a:lnTo>
                    <a:pt x="3935612" y="2560971"/>
                  </a:lnTo>
                  <a:lnTo>
                    <a:pt x="3943436" y="2560971"/>
                  </a:lnTo>
                  <a:lnTo>
                    <a:pt x="3951261" y="2560971"/>
                  </a:lnTo>
                  <a:lnTo>
                    <a:pt x="3959085" y="2560971"/>
                  </a:lnTo>
                  <a:lnTo>
                    <a:pt x="3966909" y="2560971"/>
                  </a:lnTo>
                  <a:lnTo>
                    <a:pt x="3974733" y="2560971"/>
                  </a:lnTo>
                  <a:lnTo>
                    <a:pt x="3982558" y="2560971"/>
                  </a:lnTo>
                  <a:lnTo>
                    <a:pt x="3990382" y="2560971"/>
                  </a:lnTo>
                  <a:lnTo>
                    <a:pt x="3998206" y="2560971"/>
                  </a:lnTo>
                  <a:lnTo>
                    <a:pt x="3990382" y="2560971"/>
                  </a:lnTo>
                  <a:lnTo>
                    <a:pt x="3982558" y="2560971"/>
                  </a:lnTo>
                  <a:lnTo>
                    <a:pt x="3974733" y="2560971"/>
                  </a:lnTo>
                  <a:lnTo>
                    <a:pt x="3966909" y="2560971"/>
                  </a:lnTo>
                  <a:lnTo>
                    <a:pt x="3959085" y="2560971"/>
                  </a:lnTo>
                  <a:lnTo>
                    <a:pt x="3951261" y="2560971"/>
                  </a:lnTo>
                  <a:lnTo>
                    <a:pt x="3943436" y="2560971"/>
                  </a:lnTo>
                  <a:lnTo>
                    <a:pt x="3935612" y="2560971"/>
                  </a:lnTo>
                  <a:lnTo>
                    <a:pt x="3927788" y="2560971"/>
                  </a:lnTo>
                  <a:lnTo>
                    <a:pt x="3919963" y="2560971"/>
                  </a:lnTo>
                  <a:lnTo>
                    <a:pt x="3912139" y="2560971"/>
                  </a:lnTo>
                  <a:lnTo>
                    <a:pt x="3904315" y="2560971"/>
                  </a:lnTo>
                  <a:lnTo>
                    <a:pt x="3896491" y="2560971"/>
                  </a:lnTo>
                  <a:lnTo>
                    <a:pt x="3888666" y="2560971"/>
                  </a:lnTo>
                  <a:lnTo>
                    <a:pt x="3880842" y="2560971"/>
                  </a:lnTo>
                  <a:lnTo>
                    <a:pt x="3873018" y="2560971"/>
                  </a:lnTo>
                  <a:lnTo>
                    <a:pt x="3865193" y="2560971"/>
                  </a:lnTo>
                  <a:lnTo>
                    <a:pt x="3857369" y="2560971"/>
                  </a:lnTo>
                  <a:lnTo>
                    <a:pt x="3849545" y="2560971"/>
                  </a:lnTo>
                  <a:lnTo>
                    <a:pt x="3841721" y="2560971"/>
                  </a:lnTo>
                  <a:lnTo>
                    <a:pt x="3833896" y="2560971"/>
                  </a:lnTo>
                  <a:lnTo>
                    <a:pt x="3826072" y="2560971"/>
                  </a:lnTo>
                  <a:lnTo>
                    <a:pt x="3818248" y="2560971"/>
                  </a:lnTo>
                  <a:lnTo>
                    <a:pt x="3810424" y="2560971"/>
                  </a:lnTo>
                  <a:lnTo>
                    <a:pt x="3802599" y="2560971"/>
                  </a:lnTo>
                  <a:lnTo>
                    <a:pt x="3794775" y="2560971"/>
                  </a:lnTo>
                  <a:lnTo>
                    <a:pt x="3786951" y="2560971"/>
                  </a:lnTo>
                  <a:lnTo>
                    <a:pt x="3779126" y="2560971"/>
                  </a:lnTo>
                  <a:lnTo>
                    <a:pt x="3771302" y="2560971"/>
                  </a:lnTo>
                  <a:lnTo>
                    <a:pt x="3763478" y="2560971"/>
                  </a:lnTo>
                  <a:lnTo>
                    <a:pt x="3755654" y="2560971"/>
                  </a:lnTo>
                  <a:lnTo>
                    <a:pt x="3747829" y="2560971"/>
                  </a:lnTo>
                  <a:lnTo>
                    <a:pt x="3740005" y="2560971"/>
                  </a:lnTo>
                  <a:lnTo>
                    <a:pt x="3732181" y="2560971"/>
                  </a:lnTo>
                  <a:lnTo>
                    <a:pt x="3724356" y="2560971"/>
                  </a:lnTo>
                  <a:lnTo>
                    <a:pt x="3716532" y="2560971"/>
                  </a:lnTo>
                  <a:lnTo>
                    <a:pt x="3708708" y="2560971"/>
                  </a:lnTo>
                  <a:lnTo>
                    <a:pt x="3700884" y="2560971"/>
                  </a:lnTo>
                  <a:lnTo>
                    <a:pt x="3693059" y="2560971"/>
                  </a:lnTo>
                  <a:lnTo>
                    <a:pt x="3685235" y="2560971"/>
                  </a:lnTo>
                  <a:lnTo>
                    <a:pt x="3677411" y="2560971"/>
                  </a:lnTo>
                  <a:lnTo>
                    <a:pt x="3669586" y="2560971"/>
                  </a:lnTo>
                  <a:lnTo>
                    <a:pt x="3661762" y="2560971"/>
                  </a:lnTo>
                  <a:lnTo>
                    <a:pt x="3653938" y="2560971"/>
                  </a:lnTo>
                  <a:lnTo>
                    <a:pt x="3646114" y="2560971"/>
                  </a:lnTo>
                  <a:lnTo>
                    <a:pt x="3638289" y="2560971"/>
                  </a:lnTo>
                  <a:lnTo>
                    <a:pt x="3630465" y="2560971"/>
                  </a:lnTo>
                  <a:lnTo>
                    <a:pt x="3622641" y="2560971"/>
                  </a:lnTo>
                  <a:lnTo>
                    <a:pt x="3614817" y="2560971"/>
                  </a:lnTo>
                  <a:lnTo>
                    <a:pt x="3606992" y="2560971"/>
                  </a:lnTo>
                  <a:lnTo>
                    <a:pt x="3599168" y="2560971"/>
                  </a:lnTo>
                  <a:lnTo>
                    <a:pt x="3591344" y="2560971"/>
                  </a:lnTo>
                  <a:lnTo>
                    <a:pt x="3583519" y="2560971"/>
                  </a:lnTo>
                  <a:lnTo>
                    <a:pt x="3575695" y="2560971"/>
                  </a:lnTo>
                  <a:lnTo>
                    <a:pt x="3567871" y="2560971"/>
                  </a:lnTo>
                  <a:lnTo>
                    <a:pt x="3560047" y="2560971"/>
                  </a:lnTo>
                  <a:lnTo>
                    <a:pt x="3552222" y="2560971"/>
                  </a:lnTo>
                  <a:lnTo>
                    <a:pt x="3544398" y="2560971"/>
                  </a:lnTo>
                  <a:lnTo>
                    <a:pt x="3536574" y="2560971"/>
                  </a:lnTo>
                  <a:lnTo>
                    <a:pt x="3528749" y="2560971"/>
                  </a:lnTo>
                  <a:lnTo>
                    <a:pt x="3520925" y="2560971"/>
                  </a:lnTo>
                  <a:lnTo>
                    <a:pt x="3513101" y="2560971"/>
                  </a:lnTo>
                  <a:lnTo>
                    <a:pt x="3505277" y="2560971"/>
                  </a:lnTo>
                  <a:lnTo>
                    <a:pt x="3497452" y="2560971"/>
                  </a:lnTo>
                  <a:lnTo>
                    <a:pt x="3489628" y="2560971"/>
                  </a:lnTo>
                  <a:lnTo>
                    <a:pt x="3481804" y="2560971"/>
                  </a:lnTo>
                  <a:lnTo>
                    <a:pt x="3473980" y="2560971"/>
                  </a:lnTo>
                  <a:lnTo>
                    <a:pt x="3466155" y="2560971"/>
                  </a:lnTo>
                  <a:lnTo>
                    <a:pt x="3458331" y="2560971"/>
                  </a:lnTo>
                  <a:lnTo>
                    <a:pt x="3450507" y="2560971"/>
                  </a:lnTo>
                  <a:lnTo>
                    <a:pt x="3442682" y="2560971"/>
                  </a:lnTo>
                  <a:lnTo>
                    <a:pt x="3434858" y="2560971"/>
                  </a:lnTo>
                  <a:lnTo>
                    <a:pt x="3427034" y="2560971"/>
                  </a:lnTo>
                  <a:lnTo>
                    <a:pt x="3419210" y="2560971"/>
                  </a:lnTo>
                  <a:lnTo>
                    <a:pt x="3411385" y="2560971"/>
                  </a:lnTo>
                  <a:lnTo>
                    <a:pt x="3403561" y="2560971"/>
                  </a:lnTo>
                  <a:lnTo>
                    <a:pt x="3395737" y="2560971"/>
                  </a:lnTo>
                  <a:lnTo>
                    <a:pt x="3387912" y="2560971"/>
                  </a:lnTo>
                  <a:lnTo>
                    <a:pt x="3380088" y="2560971"/>
                  </a:lnTo>
                  <a:lnTo>
                    <a:pt x="3372264" y="2560971"/>
                  </a:lnTo>
                  <a:lnTo>
                    <a:pt x="3364440" y="2560971"/>
                  </a:lnTo>
                  <a:lnTo>
                    <a:pt x="3356615" y="2560971"/>
                  </a:lnTo>
                  <a:lnTo>
                    <a:pt x="3348791" y="2560971"/>
                  </a:lnTo>
                  <a:lnTo>
                    <a:pt x="3340967" y="2560971"/>
                  </a:lnTo>
                  <a:lnTo>
                    <a:pt x="3333142" y="2560971"/>
                  </a:lnTo>
                  <a:lnTo>
                    <a:pt x="3325318" y="2560971"/>
                  </a:lnTo>
                  <a:lnTo>
                    <a:pt x="3317494" y="2560971"/>
                  </a:lnTo>
                  <a:lnTo>
                    <a:pt x="3309670" y="2560971"/>
                  </a:lnTo>
                  <a:lnTo>
                    <a:pt x="3301845" y="2560971"/>
                  </a:lnTo>
                  <a:lnTo>
                    <a:pt x="3294021" y="2560971"/>
                  </a:lnTo>
                  <a:lnTo>
                    <a:pt x="3286197" y="2560971"/>
                  </a:lnTo>
                  <a:lnTo>
                    <a:pt x="3278373" y="2560971"/>
                  </a:lnTo>
                  <a:lnTo>
                    <a:pt x="3270548" y="2560971"/>
                  </a:lnTo>
                  <a:lnTo>
                    <a:pt x="3262724" y="2560971"/>
                  </a:lnTo>
                  <a:lnTo>
                    <a:pt x="3254900" y="2560971"/>
                  </a:lnTo>
                  <a:lnTo>
                    <a:pt x="3247075" y="2560971"/>
                  </a:lnTo>
                  <a:lnTo>
                    <a:pt x="3239251" y="2560971"/>
                  </a:lnTo>
                  <a:lnTo>
                    <a:pt x="3231427" y="2560971"/>
                  </a:lnTo>
                  <a:lnTo>
                    <a:pt x="3223603" y="2560971"/>
                  </a:lnTo>
                  <a:lnTo>
                    <a:pt x="3215778" y="2560971"/>
                  </a:lnTo>
                  <a:lnTo>
                    <a:pt x="3207954" y="2560971"/>
                  </a:lnTo>
                  <a:lnTo>
                    <a:pt x="3200130" y="2560971"/>
                  </a:lnTo>
                  <a:lnTo>
                    <a:pt x="3192305" y="2560971"/>
                  </a:lnTo>
                  <a:lnTo>
                    <a:pt x="3184481" y="2560971"/>
                  </a:lnTo>
                  <a:lnTo>
                    <a:pt x="3176657" y="2560971"/>
                  </a:lnTo>
                  <a:lnTo>
                    <a:pt x="3168833" y="2560971"/>
                  </a:lnTo>
                  <a:lnTo>
                    <a:pt x="3161008" y="2560971"/>
                  </a:lnTo>
                  <a:lnTo>
                    <a:pt x="3153184" y="2560971"/>
                  </a:lnTo>
                  <a:lnTo>
                    <a:pt x="3145360" y="2560971"/>
                  </a:lnTo>
                  <a:lnTo>
                    <a:pt x="3137536" y="2560971"/>
                  </a:lnTo>
                  <a:lnTo>
                    <a:pt x="3129711" y="2560971"/>
                  </a:lnTo>
                  <a:lnTo>
                    <a:pt x="3121887" y="2560971"/>
                  </a:lnTo>
                  <a:lnTo>
                    <a:pt x="3114063" y="2560971"/>
                  </a:lnTo>
                  <a:lnTo>
                    <a:pt x="3106238" y="2560971"/>
                  </a:lnTo>
                  <a:lnTo>
                    <a:pt x="3098414" y="2560971"/>
                  </a:lnTo>
                  <a:lnTo>
                    <a:pt x="3090590" y="2560971"/>
                  </a:lnTo>
                  <a:lnTo>
                    <a:pt x="3082766" y="2560971"/>
                  </a:lnTo>
                  <a:lnTo>
                    <a:pt x="3074941" y="2560971"/>
                  </a:lnTo>
                  <a:lnTo>
                    <a:pt x="3067117" y="2560971"/>
                  </a:lnTo>
                  <a:lnTo>
                    <a:pt x="3059293" y="2560971"/>
                  </a:lnTo>
                  <a:lnTo>
                    <a:pt x="3051468" y="2560971"/>
                  </a:lnTo>
                  <a:lnTo>
                    <a:pt x="3043644" y="2560971"/>
                  </a:lnTo>
                  <a:lnTo>
                    <a:pt x="3035820" y="2560971"/>
                  </a:lnTo>
                  <a:lnTo>
                    <a:pt x="3027996" y="2560971"/>
                  </a:lnTo>
                  <a:lnTo>
                    <a:pt x="3020171" y="2560971"/>
                  </a:lnTo>
                  <a:lnTo>
                    <a:pt x="3012347" y="2560971"/>
                  </a:lnTo>
                  <a:lnTo>
                    <a:pt x="3004523" y="2560971"/>
                  </a:lnTo>
                  <a:lnTo>
                    <a:pt x="2996698" y="2560971"/>
                  </a:lnTo>
                  <a:lnTo>
                    <a:pt x="2988874" y="2560971"/>
                  </a:lnTo>
                  <a:lnTo>
                    <a:pt x="2981050" y="2560971"/>
                  </a:lnTo>
                  <a:lnTo>
                    <a:pt x="2973226" y="2560971"/>
                  </a:lnTo>
                  <a:lnTo>
                    <a:pt x="2965401" y="2560971"/>
                  </a:lnTo>
                  <a:lnTo>
                    <a:pt x="2957577" y="2560971"/>
                  </a:lnTo>
                  <a:lnTo>
                    <a:pt x="2949753" y="2560971"/>
                  </a:lnTo>
                  <a:lnTo>
                    <a:pt x="2941929" y="2560971"/>
                  </a:lnTo>
                  <a:lnTo>
                    <a:pt x="2934104" y="2560971"/>
                  </a:lnTo>
                  <a:lnTo>
                    <a:pt x="2926280" y="2560971"/>
                  </a:lnTo>
                  <a:lnTo>
                    <a:pt x="2918456" y="2560971"/>
                  </a:lnTo>
                  <a:lnTo>
                    <a:pt x="2910631" y="2560971"/>
                  </a:lnTo>
                  <a:lnTo>
                    <a:pt x="2902807" y="2560971"/>
                  </a:lnTo>
                  <a:lnTo>
                    <a:pt x="2894983" y="2560971"/>
                  </a:lnTo>
                  <a:lnTo>
                    <a:pt x="2887159" y="2560971"/>
                  </a:lnTo>
                  <a:lnTo>
                    <a:pt x="2879334" y="2560971"/>
                  </a:lnTo>
                  <a:lnTo>
                    <a:pt x="2871510" y="2560971"/>
                  </a:lnTo>
                  <a:lnTo>
                    <a:pt x="2863686" y="2560971"/>
                  </a:lnTo>
                  <a:lnTo>
                    <a:pt x="2855861" y="2560971"/>
                  </a:lnTo>
                  <a:lnTo>
                    <a:pt x="2848037" y="2560971"/>
                  </a:lnTo>
                  <a:lnTo>
                    <a:pt x="2840213" y="2560971"/>
                  </a:lnTo>
                  <a:lnTo>
                    <a:pt x="2832389" y="2560971"/>
                  </a:lnTo>
                  <a:lnTo>
                    <a:pt x="2824564" y="2560971"/>
                  </a:lnTo>
                  <a:lnTo>
                    <a:pt x="2816740" y="2560971"/>
                  </a:lnTo>
                  <a:lnTo>
                    <a:pt x="2808916" y="2560971"/>
                  </a:lnTo>
                  <a:lnTo>
                    <a:pt x="2801091" y="2560971"/>
                  </a:lnTo>
                  <a:lnTo>
                    <a:pt x="2793267" y="2560971"/>
                  </a:lnTo>
                  <a:lnTo>
                    <a:pt x="2785443" y="2560971"/>
                  </a:lnTo>
                  <a:lnTo>
                    <a:pt x="2777619" y="2560971"/>
                  </a:lnTo>
                  <a:lnTo>
                    <a:pt x="2769794" y="2560971"/>
                  </a:lnTo>
                  <a:lnTo>
                    <a:pt x="2761970" y="2560971"/>
                  </a:lnTo>
                  <a:lnTo>
                    <a:pt x="2754146" y="2560971"/>
                  </a:lnTo>
                  <a:lnTo>
                    <a:pt x="2746322" y="2560971"/>
                  </a:lnTo>
                  <a:lnTo>
                    <a:pt x="2738497" y="2560971"/>
                  </a:lnTo>
                  <a:lnTo>
                    <a:pt x="2730673" y="2560971"/>
                  </a:lnTo>
                  <a:lnTo>
                    <a:pt x="2722849" y="2560971"/>
                  </a:lnTo>
                  <a:lnTo>
                    <a:pt x="2715024" y="2560971"/>
                  </a:lnTo>
                  <a:lnTo>
                    <a:pt x="2707200" y="2560971"/>
                  </a:lnTo>
                  <a:lnTo>
                    <a:pt x="2699376" y="2560971"/>
                  </a:lnTo>
                  <a:lnTo>
                    <a:pt x="2691552" y="2560971"/>
                  </a:lnTo>
                  <a:lnTo>
                    <a:pt x="2683727" y="2560971"/>
                  </a:lnTo>
                  <a:lnTo>
                    <a:pt x="2675903" y="2560971"/>
                  </a:lnTo>
                  <a:lnTo>
                    <a:pt x="2668079" y="2560971"/>
                  </a:lnTo>
                  <a:lnTo>
                    <a:pt x="2660254" y="2560971"/>
                  </a:lnTo>
                  <a:lnTo>
                    <a:pt x="2652430" y="2560971"/>
                  </a:lnTo>
                  <a:lnTo>
                    <a:pt x="2644606" y="2560971"/>
                  </a:lnTo>
                  <a:lnTo>
                    <a:pt x="2636782" y="2560971"/>
                  </a:lnTo>
                  <a:lnTo>
                    <a:pt x="2628957" y="2560971"/>
                  </a:lnTo>
                  <a:lnTo>
                    <a:pt x="2621133" y="2560971"/>
                  </a:lnTo>
                  <a:lnTo>
                    <a:pt x="2613309" y="2560971"/>
                  </a:lnTo>
                  <a:lnTo>
                    <a:pt x="2605485" y="2560971"/>
                  </a:lnTo>
                  <a:lnTo>
                    <a:pt x="2597660" y="2560971"/>
                  </a:lnTo>
                  <a:lnTo>
                    <a:pt x="2589836" y="2560971"/>
                  </a:lnTo>
                  <a:lnTo>
                    <a:pt x="2582012" y="2560971"/>
                  </a:lnTo>
                  <a:lnTo>
                    <a:pt x="2574187" y="2560971"/>
                  </a:lnTo>
                  <a:lnTo>
                    <a:pt x="2566363" y="2560971"/>
                  </a:lnTo>
                  <a:lnTo>
                    <a:pt x="2558539" y="2560971"/>
                  </a:lnTo>
                  <a:lnTo>
                    <a:pt x="2550715" y="2560971"/>
                  </a:lnTo>
                  <a:lnTo>
                    <a:pt x="2542890" y="2560971"/>
                  </a:lnTo>
                  <a:lnTo>
                    <a:pt x="2535066" y="2560971"/>
                  </a:lnTo>
                  <a:lnTo>
                    <a:pt x="2527242" y="2560971"/>
                  </a:lnTo>
                  <a:lnTo>
                    <a:pt x="2519417" y="2560971"/>
                  </a:lnTo>
                  <a:lnTo>
                    <a:pt x="2511593" y="2560971"/>
                  </a:lnTo>
                  <a:lnTo>
                    <a:pt x="2503769" y="2560971"/>
                  </a:lnTo>
                  <a:lnTo>
                    <a:pt x="2495945" y="2560971"/>
                  </a:lnTo>
                  <a:lnTo>
                    <a:pt x="2488120" y="2560971"/>
                  </a:lnTo>
                  <a:lnTo>
                    <a:pt x="2480296" y="2560971"/>
                  </a:lnTo>
                  <a:lnTo>
                    <a:pt x="2472472" y="2560971"/>
                  </a:lnTo>
                  <a:lnTo>
                    <a:pt x="2464647" y="2560971"/>
                  </a:lnTo>
                  <a:lnTo>
                    <a:pt x="2456823" y="2560971"/>
                  </a:lnTo>
                  <a:lnTo>
                    <a:pt x="2448999" y="2560971"/>
                  </a:lnTo>
                  <a:lnTo>
                    <a:pt x="2441175" y="2560971"/>
                  </a:lnTo>
                  <a:lnTo>
                    <a:pt x="2433350" y="2560971"/>
                  </a:lnTo>
                  <a:lnTo>
                    <a:pt x="2425526" y="2560971"/>
                  </a:lnTo>
                  <a:lnTo>
                    <a:pt x="2417702" y="2560971"/>
                  </a:lnTo>
                  <a:lnTo>
                    <a:pt x="2409878" y="2560971"/>
                  </a:lnTo>
                  <a:lnTo>
                    <a:pt x="2402053" y="2560971"/>
                  </a:lnTo>
                  <a:lnTo>
                    <a:pt x="2394229" y="2560971"/>
                  </a:lnTo>
                  <a:lnTo>
                    <a:pt x="2386405" y="2560971"/>
                  </a:lnTo>
                  <a:lnTo>
                    <a:pt x="2378580" y="2560971"/>
                  </a:lnTo>
                  <a:lnTo>
                    <a:pt x="2370756" y="2560971"/>
                  </a:lnTo>
                  <a:lnTo>
                    <a:pt x="2362932" y="2560971"/>
                  </a:lnTo>
                  <a:lnTo>
                    <a:pt x="2355108" y="2560971"/>
                  </a:lnTo>
                  <a:lnTo>
                    <a:pt x="2347283" y="2560971"/>
                  </a:lnTo>
                  <a:lnTo>
                    <a:pt x="2339459" y="2560971"/>
                  </a:lnTo>
                  <a:lnTo>
                    <a:pt x="2331635" y="2560971"/>
                  </a:lnTo>
                  <a:lnTo>
                    <a:pt x="2323810" y="2560971"/>
                  </a:lnTo>
                  <a:lnTo>
                    <a:pt x="2315986" y="2560971"/>
                  </a:lnTo>
                  <a:lnTo>
                    <a:pt x="2308162" y="2560971"/>
                  </a:lnTo>
                  <a:lnTo>
                    <a:pt x="2300338" y="2560971"/>
                  </a:lnTo>
                  <a:lnTo>
                    <a:pt x="2292513" y="2560971"/>
                  </a:lnTo>
                  <a:lnTo>
                    <a:pt x="2284689" y="2560971"/>
                  </a:lnTo>
                  <a:lnTo>
                    <a:pt x="2276865" y="2560971"/>
                  </a:lnTo>
                  <a:lnTo>
                    <a:pt x="2269040" y="2560971"/>
                  </a:lnTo>
                  <a:lnTo>
                    <a:pt x="2261216" y="2560971"/>
                  </a:lnTo>
                  <a:lnTo>
                    <a:pt x="2253392" y="2560971"/>
                  </a:lnTo>
                  <a:lnTo>
                    <a:pt x="2245568" y="2560971"/>
                  </a:lnTo>
                  <a:lnTo>
                    <a:pt x="2237743" y="2560971"/>
                  </a:lnTo>
                  <a:lnTo>
                    <a:pt x="2229919" y="2560971"/>
                  </a:lnTo>
                  <a:lnTo>
                    <a:pt x="2222095" y="2560971"/>
                  </a:lnTo>
                  <a:lnTo>
                    <a:pt x="2214271" y="2560971"/>
                  </a:lnTo>
                  <a:lnTo>
                    <a:pt x="2206446" y="2560971"/>
                  </a:lnTo>
                  <a:lnTo>
                    <a:pt x="2198622" y="2560971"/>
                  </a:lnTo>
                  <a:lnTo>
                    <a:pt x="2190798" y="2560971"/>
                  </a:lnTo>
                  <a:lnTo>
                    <a:pt x="2182973" y="2560971"/>
                  </a:lnTo>
                  <a:lnTo>
                    <a:pt x="2175149" y="2560971"/>
                  </a:lnTo>
                  <a:lnTo>
                    <a:pt x="2167325" y="2560971"/>
                  </a:lnTo>
                  <a:lnTo>
                    <a:pt x="2159501" y="2560971"/>
                  </a:lnTo>
                  <a:lnTo>
                    <a:pt x="2151676" y="2560971"/>
                  </a:lnTo>
                  <a:lnTo>
                    <a:pt x="2143852" y="2560971"/>
                  </a:lnTo>
                  <a:lnTo>
                    <a:pt x="2136028" y="2560971"/>
                  </a:lnTo>
                  <a:lnTo>
                    <a:pt x="2128203" y="2560971"/>
                  </a:lnTo>
                  <a:lnTo>
                    <a:pt x="2120379" y="2560971"/>
                  </a:lnTo>
                  <a:lnTo>
                    <a:pt x="2112555" y="2560971"/>
                  </a:lnTo>
                  <a:lnTo>
                    <a:pt x="2104731" y="2560971"/>
                  </a:lnTo>
                  <a:lnTo>
                    <a:pt x="2096906" y="2560971"/>
                  </a:lnTo>
                  <a:lnTo>
                    <a:pt x="2089082" y="2560971"/>
                  </a:lnTo>
                  <a:lnTo>
                    <a:pt x="2081258" y="2560971"/>
                  </a:lnTo>
                  <a:lnTo>
                    <a:pt x="2073434" y="2560971"/>
                  </a:lnTo>
                  <a:lnTo>
                    <a:pt x="2065609" y="2560971"/>
                  </a:lnTo>
                  <a:lnTo>
                    <a:pt x="2057785" y="2560971"/>
                  </a:lnTo>
                  <a:lnTo>
                    <a:pt x="2049961" y="2560971"/>
                  </a:lnTo>
                  <a:lnTo>
                    <a:pt x="2042136" y="2560971"/>
                  </a:lnTo>
                  <a:lnTo>
                    <a:pt x="2034312" y="2560971"/>
                  </a:lnTo>
                  <a:lnTo>
                    <a:pt x="2026488" y="2560971"/>
                  </a:lnTo>
                  <a:lnTo>
                    <a:pt x="2018664" y="2560971"/>
                  </a:lnTo>
                  <a:lnTo>
                    <a:pt x="2010839" y="2560971"/>
                  </a:lnTo>
                  <a:lnTo>
                    <a:pt x="2003015" y="2560971"/>
                  </a:lnTo>
                  <a:lnTo>
                    <a:pt x="1995191" y="2560971"/>
                  </a:lnTo>
                  <a:lnTo>
                    <a:pt x="1987366" y="2560971"/>
                  </a:lnTo>
                  <a:lnTo>
                    <a:pt x="1979542" y="2560971"/>
                  </a:lnTo>
                  <a:lnTo>
                    <a:pt x="1971718" y="2560971"/>
                  </a:lnTo>
                  <a:lnTo>
                    <a:pt x="1963894" y="2560971"/>
                  </a:lnTo>
                  <a:lnTo>
                    <a:pt x="1956069" y="2560971"/>
                  </a:lnTo>
                  <a:lnTo>
                    <a:pt x="1948245" y="2560971"/>
                  </a:lnTo>
                  <a:lnTo>
                    <a:pt x="1940421" y="2560971"/>
                  </a:lnTo>
                  <a:lnTo>
                    <a:pt x="1932596" y="2560971"/>
                  </a:lnTo>
                  <a:lnTo>
                    <a:pt x="1924772" y="2560971"/>
                  </a:lnTo>
                  <a:lnTo>
                    <a:pt x="1916948" y="2560971"/>
                  </a:lnTo>
                  <a:lnTo>
                    <a:pt x="1909124" y="2560971"/>
                  </a:lnTo>
                  <a:lnTo>
                    <a:pt x="1901299" y="2560971"/>
                  </a:lnTo>
                  <a:lnTo>
                    <a:pt x="1893475" y="2560971"/>
                  </a:lnTo>
                  <a:lnTo>
                    <a:pt x="1885651" y="2560971"/>
                  </a:lnTo>
                  <a:lnTo>
                    <a:pt x="1877827" y="2560971"/>
                  </a:lnTo>
                  <a:lnTo>
                    <a:pt x="1870002" y="2560971"/>
                  </a:lnTo>
                  <a:lnTo>
                    <a:pt x="1862178" y="2560971"/>
                  </a:lnTo>
                  <a:lnTo>
                    <a:pt x="1854354" y="2560971"/>
                  </a:lnTo>
                  <a:lnTo>
                    <a:pt x="1846529" y="2560971"/>
                  </a:lnTo>
                  <a:lnTo>
                    <a:pt x="1838705" y="2560971"/>
                  </a:lnTo>
                  <a:lnTo>
                    <a:pt x="1830881" y="2560971"/>
                  </a:lnTo>
                  <a:lnTo>
                    <a:pt x="1823057" y="2560971"/>
                  </a:lnTo>
                  <a:lnTo>
                    <a:pt x="1815232" y="2560971"/>
                  </a:lnTo>
                  <a:lnTo>
                    <a:pt x="1807408" y="2560971"/>
                  </a:lnTo>
                  <a:lnTo>
                    <a:pt x="1799584" y="2560971"/>
                  </a:lnTo>
                  <a:lnTo>
                    <a:pt x="1791759" y="2560971"/>
                  </a:lnTo>
                  <a:lnTo>
                    <a:pt x="1783935" y="2560971"/>
                  </a:lnTo>
                  <a:lnTo>
                    <a:pt x="1776111" y="2560971"/>
                  </a:lnTo>
                  <a:lnTo>
                    <a:pt x="1768287" y="2560971"/>
                  </a:lnTo>
                  <a:lnTo>
                    <a:pt x="1760462" y="2560971"/>
                  </a:lnTo>
                  <a:lnTo>
                    <a:pt x="1752638" y="2560971"/>
                  </a:lnTo>
                  <a:lnTo>
                    <a:pt x="1744814" y="2560971"/>
                  </a:lnTo>
                  <a:lnTo>
                    <a:pt x="1736990" y="2560971"/>
                  </a:lnTo>
                  <a:lnTo>
                    <a:pt x="1729165" y="2560971"/>
                  </a:lnTo>
                  <a:lnTo>
                    <a:pt x="1721341" y="2560971"/>
                  </a:lnTo>
                  <a:lnTo>
                    <a:pt x="1713517" y="2560971"/>
                  </a:lnTo>
                  <a:lnTo>
                    <a:pt x="1705692" y="2560971"/>
                  </a:lnTo>
                  <a:lnTo>
                    <a:pt x="1697868" y="2560971"/>
                  </a:lnTo>
                  <a:lnTo>
                    <a:pt x="1690044" y="2560971"/>
                  </a:lnTo>
                  <a:lnTo>
                    <a:pt x="1682220" y="2560971"/>
                  </a:lnTo>
                  <a:lnTo>
                    <a:pt x="1674395" y="2560971"/>
                  </a:lnTo>
                  <a:lnTo>
                    <a:pt x="1666571" y="2560971"/>
                  </a:lnTo>
                  <a:lnTo>
                    <a:pt x="1658747" y="2560971"/>
                  </a:lnTo>
                  <a:lnTo>
                    <a:pt x="1650922" y="2560971"/>
                  </a:lnTo>
                  <a:lnTo>
                    <a:pt x="1643098" y="2560971"/>
                  </a:lnTo>
                  <a:lnTo>
                    <a:pt x="1635274" y="2560971"/>
                  </a:lnTo>
                  <a:lnTo>
                    <a:pt x="1627450" y="2560971"/>
                  </a:lnTo>
                  <a:lnTo>
                    <a:pt x="1619625" y="2560971"/>
                  </a:lnTo>
                  <a:lnTo>
                    <a:pt x="1611801" y="2560971"/>
                  </a:lnTo>
                  <a:lnTo>
                    <a:pt x="1603977" y="2560971"/>
                  </a:lnTo>
                  <a:lnTo>
                    <a:pt x="1596152" y="2560971"/>
                  </a:lnTo>
                  <a:lnTo>
                    <a:pt x="1588328" y="2560971"/>
                  </a:lnTo>
                  <a:lnTo>
                    <a:pt x="1580504" y="2560971"/>
                  </a:lnTo>
                  <a:lnTo>
                    <a:pt x="1572680" y="2560971"/>
                  </a:lnTo>
                  <a:lnTo>
                    <a:pt x="1564855" y="2560971"/>
                  </a:lnTo>
                  <a:lnTo>
                    <a:pt x="1557031" y="2560971"/>
                  </a:lnTo>
                  <a:lnTo>
                    <a:pt x="1549207" y="2560971"/>
                  </a:lnTo>
                  <a:lnTo>
                    <a:pt x="1541383" y="2560971"/>
                  </a:lnTo>
                  <a:lnTo>
                    <a:pt x="1533558" y="2560971"/>
                  </a:lnTo>
                  <a:lnTo>
                    <a:pt x="1525734" y="2560971"/>
                  </a:lnTo>
                  <a:lnTo>
                    <a:pt x="1517910" y="2560971"/>
                  </a:lnTo>
                  <a:lnTo>
                    <a:pt x="1510085" y="2560971"/>
                  </a:lnTo>
                  <a:lnTo>
                    <a:pt x="1502261" y="2560971"/>
                  </a:lnTo>
                  <a:lnTo>
                    <a:pt x="1494437" y="2560971"/>
                  </a:lnTo>
                  <a:lnTo>
                    <a:pt x="1486613" y="2560971"/>
                  </a:lnTo>
                  <a:lnTo>
                    <a:pt x="1478788" y="2560971"/>
                  </a:lnTo>
                  <a:lnTo>
                    <a:pt x="1470964" y="2560971"/>
                  </a:lnTo>
                  <a:lnTo>
                    <a:pt x="1463140" y="2560971"/>
                  </a:lnTo>
                  <a:lnTo>
                    <a:pt x="1455315" y="2560971"/>
                  </a:lnTo>
                  <a:lnTo>
                    <a:pt x="1447491" y="2560971"/>
                  </a:lnTo>
                  <a:lnTo>
                    <a:pt x="1439667" y="2560971"/>
                  </a:lnTo>
                  <a:lnTo>
                    <a:pt x="1431843" y="2560971"/>
                  </a:lnTo>
                  <a:lnTo>
                    <a:pt x="1424018" y="2560971"/>
                  </a:lnTo>
                  <a:lnTo>
                    <a:pt x="1416194" y="2560971"/>
                  </a:lnTo>
                  <a:lnTo>
                    <a:pt x="1408370" y="2560971"/>
                  </a:lnTo>
                  <a:lnTo>
                    <a:pt x="1400545" y="2560971"/>
                  </a:lnTo>
                  <a:lnTo>
                    <a:pt x="1392721" y="2560971"/>
                  </a:lnTo>
                  <a:lnTo>
                    <a:pt x="1384897" y="2560971"/>
                  </a:lnTo>
                  <a:lnTo>
                    <a:pt x="1377073" y="2560971"/>
                  </a:lnTo>
                  <a:lnTo>
                    <a:pt x="1369248" y="2560971"/>
                  </a:lnTo>
                  <a:lnTo>
                    <a:pt x="1361424" y="2560971"/>
                  </a:lnTo>
                  <a:lnTo>
                    <a:pt x="1353600" y="2560971"/>
                  </a:lnTo>
                  <a:lnTo>
                    <a:pt x="1345776" y="2560971"/>
                  </a:lnTo>
                  <a:lnTo>
                    <a:pt x="1337951" y="2560971"/>
                  </a:lnTo>
                  <a:lnTo>
                    <a:pt x="1330127" y="2560971"/>
                  </a:lnTo>
                  <a:lnTo>
                    <a:pt x="1322303" y="2560971"/>
                  </a:lnTo>
                  <a:lnTo>
                    <a:pt x="1314478" y="2560971"/>
                  </a:lnTo>
                  <a:lnTo>
                    <a:pt x="1306654" y="2560971"/>
                  </a:lnTo>
                  <a:lnTo>
                    <a:pt x="1298830" y="2560971"/>
                  </a:lnTo>
                  <a:lnTo>
                    <a:pt x="1291006" y="2560971"/>
                  </a:lnTo>
                  <a:lnTo>
                    <a:pt x="1283181" y="2560971"/>
                  </a:lnTo>
                  <a:lnTo>
                    <a:pt x="1275357" y="2560971"/>
                  </a:lnTo>
                  <a:lnTo>
                    <a:pt x="1267533" y="2560971"/>
                  </a:lnTo>
                  <a:lnTo>
                    <a:pt x="1259708" y="2560971"/>
                  </a:lnTo>
                  <a:lnTo>
                    <a:pt x="1251884" y="2560971"/>
                  </a:lnTo>
                  <a:lnTo>
                    <a:pt x="1244060" y="2560971"/>
                  </a:lnTo>
                  <a:lnTo>
                    <a:pt x="1236236" y="2560971"/>
                  </a:lnTo>
                  <a:lnTo>
                    <a:pt x="1228411" y="2560971"/>
                  </a:lnTo>
                  <a:lnTo>
                    <a:pt x="1220587" y="2560971"/>
                  </a:lnTo>
                  <a:lnTo>
                    <a:pt x="1212763" y="2560971"/>
                  </a:lnTo>
                  <a:lnTo>
                    <a:pt x="1204939" y="2560971"/>
                  </a:lnTo>
                  <a:lnTo>
                    <a:pt x="1197114" y="2560971"/>
                  </a:lnTo>
                  <a:lnTo>
                    <a:pt x="1189290" y="2560971"/>
                  </a:lnTo>
                  <a:lnTo>
                    <a:pt x="1181466" y="2560971"/>
                  </a:lnTo>
                  <a:lnTo>
                    <a:pt x="1173641" y="2560971"/>
                  </a:lnTo>
                  <a:lnTo>
                    <a:pt x="1165817" y="2560971"/>
                  </a:lnTo>
                  <a:lnTo>
                    <a:pt x="1157993" y="2560971"/>
                  </a:lnTo>
                  <a:lnTo>
                    <a:pt x="1150169" y="2560971"/>
                  </a:lnTo>
                  <a:lnTo>
                    <a:pt x="1142344" y="2560971"/>
                  </a:lnTo>
                  <a:lnTo>
                    <a:pt x="1134520" y="2560971"/>
                  </a:lnTo>
                  <a:lnTo>
                    <a:pt x="1126696" y="2560971"/>
                  </a:lnTo>
                  <a:lnTo>
                    <a:pt x="1118871" y="2560971"/>
                  </a:lnTo>
                  <a:lnTo>
                    <a:pt x="1111047" y="2560971"/>
                  </a:lnTo>
                  <a:lnTo>
                    <a:pt x="1103223" y="2560971"/>
                  </a:lnTo>
                  <a:lnTo>
                    <a:pt x="1095399" y="2560971"/>
                  </a:lnTo>
                  <a:lnTo>
                    <a:pt x="1087574" y="2560971"/>
                  </a:lnTo>
                  <a:lnTo>
                    <a:pt x="1079750" y="2560971"/>
                  </a:lnTo>
                  <a:lnTo>
                    <a:pt x="1071926" y="2560971"/>
                  </a:lnTo>
                  <a:lnTo>
                    <a:pt x="1064101" y="2560971"/>
                  </a:lnTo>
                  <a:lnTo>
                    <a:pt x="1056277" y="2560971"/>
                  </a:lnTo>
                  <a:lnTo>
                    <a:pt x="1048453" y="2560971"/>
                  </a:lnTo>
                  <a:lnTo>
                    <a:pt x="1040629" y="2560971"/>
                  </a:lnTo>
                  <a:lnTo>
                    <a:pt x="1032804" y="2560971"/>
                  </a:lnTo>
                  <a:lnTo>
                    <a:pt x="1024980" y="2560971"/>
                  </a:lnTo>
                  <a:lnTo>
                    <a:pt x="1017156" y="2560971"/>
                  </a:lnTo>
                  <a:lnTo>
                    <a:pt x="1009332" y="2560971"/>
                  </a:lnTo>
                  <a:lnTo>
                    <a:pt x="1001507" y="2560971"/>
                  </a:lnTo>
                  <a:lnTo>
                    <a:pt x="993683" y="2560971"/>
                  </a:lnTo>
                  <a:lnTo>
                    <a:pt x="985859" y="2560971"/>
                  </a:lnTo>
                  <a:lnTo>
                    <a:pt x="978034" y="2560971"/>
                  </a:lnTo>
                  <a:lnTo>
                    <a:pt x="970210" y="2560971"/>
                  </a:lnTo>
                  <a:lnTo>
                    <a:pt x="962386" y="2560971"/>
                  </a:lnTo>
                  <a:lnTo>
                    <a:pt x="954562" y="2560971"/>
                  </a:lnTo>
                  <a:lnTo>
                    <a:pt x="946737" y="2560971"/>
                  </a:lnTo>
                  <a:lnTo>
                    <a:pt x="938913" y="2560971"/>
                  </a:lnTo>
                  <a:lnTo>
                    <a:pt x="931089" y="2560971"/>
                  </a:lnTo>
                  <a:lnTo>
                    <a:pt x="923264" y="2560971"/>
                  </a:lnTo>
                  <a:lnTo>
                    <a:pt x="915440" y="2560971"/>
                  </a:lnTo>
                  <a:lnTo>
                    <a:pt x="907616" y="2560971"/>
                  </a:lnTo>
                  <a:lnTo>
                    <a:pt x="899792" y="2560971"/>
                  </a:lnTo>
                  <a:lnTo>
                    <a:pt x="891967" y="2560971"/>
                  </a:lnTo>
                  <a:lnTo>
                    <a:pt x="884143" y="2560971"/>
                  </a:lnTo>
                  <a:lnTo>
                    <a:pt x="876319" y="2560971"/>
                  </a:lnTo>
                  <a:lnTo>
                    <a:pt x="868495" y="2560971"/>
                  </a:lnTo>
                  <a:lnTo>
                    <a:pt x="860670" y="2560971"/>
                  </a:lnTo>
                  <a:lnTo>
                    <a:pt x="852846" y="2560971"/>
                  </a:lnTo>
                  <a:lnTo>
                    <a:pt x="845022" y="2560971"/>
                  </a:lnTo>
                  <a:lnTo>
                    <a:pt x="837197" y="2560971"/>
                  </a:lnTo>
                  <a:lnTo>
                    <a:pt x="829373" y="2560971"/>
                  </a:lnTo>
                  <a:lnTo>
                    <a:pt x="821549" y="2560971"/>
                  </a:lnTo>
                  <a:lnTo>
                    <a:pt x="813725" y="2560971"/>
                  </a:lnTo>
                  <a:lnTo>
                    <a:pt x="805900" y="2560971"/>
                  </a:lnTo>
                  <a:lnTo>
                    <a:pt x="798076" y="2560971"/>
                  </a:lnTo>
                  <a:lnTo>
                    <a:pt x="790252" y="2560971"/>
                  </a:lnTo>
                  <a:lnTo>
                    <a:pt x="782427" y="2560971"/>
                  </a:lnTo>
                  <a:lnTo>
                    <a:pt x="774603" y="2560971"/>
                  </a:lnTo>
                  <a:lnTo>
                    <a:pt x="766779" y="2560971"/>
                  </a:lnTo>
                  <a:lnTo>
                    <a:pt x="758955" y="2560971"/>
                  </a:lnTo>
                  <a:lnTo>
                    <a:pt x="751130" y="2560971"/>
                  </a:lnTo>
                  <a:lnTo>
                    <a:pt x="743306" y="2560971"/>
                  </a:lnTo>
                  <a:lnTo>
                    <a:pt x="735482" y="2560971"/>
                  </a:lnTo>
                  <a:lnTo>
                    <a:pt x="727657" y="2560971"/>
                  </a:lnTo>
                  <a:lnTo>
                    <a:pt x="719833" y="2560971"/>
                  </a:lnTo>
                  <a:lnTo>
                    <a:pt x="712009" y="2560971"/>
                  </a:lnTo>
                  <a:lnTo>
                    <a:pt x="704185" y="2560971"/>
                  </a:lnTo>
                  <a:lnTo>
                    <a:pt x="696360" y="2560971"/>
                  </a:lnTo>
                  <a:lnTo>
                    <a:pt x="688536" y="2560971"/>
                  </a:lnTo>
                  <a:lnTo>
                    <a:pt x="680712" y="2560971"/>
                  </a:lnTo>
                  <a:lnTo>
                    <a:pt x="672888" y="2560971"/>
                  </a:lnTo>
                  <a:lnTo>
                    <a:pt x="665063" y="2560971"/>
                  </a:lnTo>
                  <a:lnTo>
                    <a:pt x="657239" y="2560971"/>
                  </a:lnTo>
                  <a:lnTo>
                    <a:pt x="649415" y="2560971"/>
                  </a:lnTo>
                  <a:lnTo>
                    <a:pt x="641590" y="2560971"/>
                  </a:lnTo>
                  <a:lnTo>
                    <a:pt x="633766" y="2560971"/>
                  </a:lnTo>
                  <a:lnTo>
                    <a:pt x="625942" y="2560971"/>
                  </a:lnTo>
                  <a:lnTo>
                    <a:pt x="618118" y="2560971"/>
                  </a:lnTo>
                  <a:lnTo>
                    <a:pt x="610293" y="2560971"/>
                  </a:lnTo>
                  <a:lnTo>
                    <a:pt x="602469" y="2560971"/>
                  </a:lnTo>
                  <a:lnTo>
                    <a:pt x="594645" y="2560971"/>
                  </a:lnTo>
                  <a:lnTo>
                    <a:pt x="586820" y="2560971"/>
                  </a:lnTo>
                  <a:lnTo>
                    <a:pt x="578996" y="2560971"/>
                  </a:lnTo>
                  <a:lnTo>
                    <a:pt x="571172" y="2560971"/>
                  </a:lnTo>
                  <a:lnTo>
                    <a:pt x="563348" y="2560971"/>
                  </a:lnTo>
                  <a:lnTo>
                    <a:pt x="555523" y="2560971"/>
                  </a:lnTo>
                  <a:lnTo>
                    <a:pt x="547699" y="2560971"/>
                  </a:lnTo>
                  <a:lnTo>
                    <a:pt x="539875" y="2560971"/>
                  </a:lnTo>
                  <a:lnTo>
                    <a:pt x="532050" y="2560971"/>
                  </a:lnTo>
                  <a:lnTo>
                    <a:pt x="524226" y="2560971"/>
                  </a:lnTo>
                  <a:lnTo>
                    <a:pt x="516402" y="2560971"/>
                  </a:lnTo>
                  <a:lnTo>
                    <a:pt x="508578" y="2560971"/>
                  </a:lnTo>
                  <a:lnTo>
                    <a:pt x="500753" y="2560971"/>
                  </a:lnTo>
                  <a:lnTo>
                    <a:pt x="492929" y="2560971"/>
                  </a:lnTo>
                  <a:lnTo>
                    <a:pt x="485105" y="2560971"/>
                  </a:lnTo>
                  <a:lnTo>
                    <a:pt x="477281" y="2560971"/>
                  </a:lnTo>
                  <a:lnTo>
                    <a:pt x="469456" y="2560971"/>
                  </a:lnTo>
                  <a:lnTo>
                    <a:pt x="461632" y="2560971"/>
                  </a:lnTo>
                  <a:lnTo>
                    <a:pt x="453808" y="2560971"/>
                  </a:lnTo>
                  <a:lnTo>
                    <a:pt x="445983" y="2560971"/>
                  </a:lnTo>
                  <a:lnTo>
                    <a:pt x="438159" y="2560971"/>
                  </a:lnTo>
                  <a:lnTo>
                    <a:pt x="430335" y="2560971"/>
                  </a:lnTo>
                  <a:lnTo>
                    <a:pt x="422511" y="2560971"/>
                  </a:lnTo>
                  <a:lnTo>
                    <a:pt x="414686" y="2560971"/>
                  </a:lnTo>
                  <a:lnTo>
                    <a:pt x="406862" y="2560971"/>
                  </a:lnTo>
                  <a:lnTo>
                    <a:pt x="399038" y="2560971"/>
                  </a:lnTo>
                  <a:lnTo>
                    <a:pt x="391213" y="2560971"/>
                  </a:lnTo>
                  <a:lnTo>
                    <a:pt x="383389" y="2560971"/>
                  </a:lnTo>
                  <a:lnTo>
                    <a:pt x="375565" y="2560971"/>
                  </a:lnTo>
                  <a:lnTo>
                    <a:pt x="367741" y="2560971"/>
                  </a:lnTo>
                  <a:lnTo>
                    <a:pt x="359916" y="2560971"/>
                  </a:lnTo>
                  <a:lnTo>
                    <a:pt x="352092" y="2560971"/>
                  </a:lnTo>
                  <a:lnTo>
                    <a:pt x="344268" y="2560971"/>
                  </a:lnTo>
                  <a:lnTo>
                    <a:pt x="336444" y="2560971"/>
                  </a:lnTo>
                  <a:lnTo>
                    <a:pt x="328619" y="2560971"/>
                  </a:lnTo>
                  <a:lnTo>
                    <a:pt x="320795" y="2560971"/>
                  </a:lnTo>
                  <a:lnTo>
                    <a:pt x="312971" y="2560971"/>
                  </a:lnTo>
                  <a:lnTo>
                    <a:pt x="305146" y="2560971"/>
                  </a:lnTo>
                  <a:lnTo>
                    <a:pt x="297322" y="2560971"/>
                  </a:lnTo>
                  <a:lnTo>
                    <a:pt x="289498" y="2560971"/>
                  </a:lnTo>
                  <a:lnTo>
                    <a:pt x="281674" y="2560971"/>
                  </a:lnTo>
                  <a:lnTo>
                    <a:pt x="273849" y="2560971"/>
                  </a:lnTo>
                  <a:lnTo>
                    <a:pt x="266025" y="2560971"/>
                  </a:lnTo>
                  <a:lnTo>
                    <a:pt x="258201" y="2560971"/>
                  </a:lnTo>
                  <a:lnTo>
                    <a:pt x="250376" y="2560971"/>
                  </a:lnTo>
                  <a:lnTo>
                    <a:pt x="242552" y="2560971"/>
                  </a:lnTo>
                  <a:lnTo>
                    <a:pt x="234728" y="2560971"/>
                  </a:lnTo>
                  <a:lnTo>
                    <a:pt x="226904" y="2560971"/>
                  </a:lnTo>
                  <a:lnTo>
                    <a:pt x="219079" y="2560971"/>
                  </a:lnTo>
                  <a:lnTo>
                    <a:pt x="211255" y="2560971"/>
                  </a:lnTo>
                  <a:lnTo>
                    <a:pt x="203431" y="2560971"/>
                  </a:lnTo>
                  <a:lnTo>
                    <a:pt x="195606" y="2560971"/>
                  </a:lnTo>
                  <a:lnTo>
                    <a:pt x="187782" y="2560971"/>
                  </a:lnTo>
                  <a:lnTo>
                    <a:pt x="179958" y="2560971"/>
                  </a:lnTo>
                  <a:lnTo>
                    <a:pt x="172134" y="2560971"/>
                  </a:lnTo>
                  <a:lnTo>
                    <a:pt x="164309" y="2560971"/>
                  </a:lnTo>
                  <a:lnTo>
                    <a:pt x="156485" y="2560971"/>
                  </a:lnTo>
                  <a:lnTo>
                    <a:pt x="148661" y="2560971"/>
                  </a:lnTo>
                  <a:lnTo>
                    <a:pt x="140837" y="2560971"/>
                  </a:lnTo>
                  <a:lnTo>
                    <a:pt x="133012" y="2560971"/>
                  </a:lnTo>
                  <a:lnTo>
                    <a:pt x="125188" y="2560971"/>
                  </a:lnTo>
                  <a:lnTo>
                    <a:pt x="117364" y="2560971"/>
                  </a:lnTo>
                  <a:lnTo>
                    <a:pt x="109539" y="2560971"/>
                  </a:lnTo>
                  <a:lnTo>
                    <a:pt x="101715" y="2560971"/>
                  </a:lnTo>
                  <a:lnTo>
                    <a:pt x="93891" y="2560971"/>
                  </a:lnTo>
                  <a:lnTo>
                    <a:pt x="86067" y="2560971"/>
                  </a:lnTo>
                  <a:lnTo>
                    <a:pt x="78242" y="2560971"/>
                  </a:lnTo>
                  <a:lnTo>
                    <a:pt x="70418" y="2560971"/>
                  </a:lnTo>
                  <a:lnTo>
                    <a:pt x="62594" y="2560971"/>
                  </a:lnTo>
                  <a:lnTo>
                    <a:pt x="54769" y="2560971"/>
                  </a:lnTo>
                  <a:lnTo>
                    <a:pt x="46945" y="2560971"/>
                  </a:lnTo>
                  <a:lnTo>
                    <a:pt x="39121" y="2560971"/>
                  </a:lnTo>
                  <a:lnTo>
                    <a:pt x="31297" y="2560971"/>
                  </a:lnTo>
                  <a:lnTo>
                    <a:pt x="23472" y="2560971"/>
                  </a:lnTo>
                  <a:lnTo>
                    <a:pt x="15648" y="2560971"/>
                  </a:lnTo>
                  <a:lnTo>
                    <a:pt x="7824" y="2560971"/>
                  </a:lnTo>
                  <a:lnTo>
                    <a:pt x="0" y="2560971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702" name="pl1702"/>
            <p:cNvSpPr/>
            <p:nvPr/>
          </p:nvSpPr>
          <p:spPr>
            <a:xfrm>
              <a:off x="7848093" y="2233760"/>
              <a:ext cx="3998206" cy="2560971"/>
            </a:xfrm>
            <a:custGeom>
              <a:avLst/>
              <a:pathLst>
                <a:path w="3998206" h="2560971">
                  <a:moveTo>
                    <a:pt x="0" y="2560654"/>
                  </a:moveTo>
                  <a:lnTo>
                    <a:pt x="7824" y="2560541"/>
                  </a:lnTo>
                  <a:lnTo>
                    <a:pt x="15648" y="2560393"/>
                  </a:lnTo>
                  <a:lnTo>
                    <a:pt x="23472" y="2560197"/>
                  </a:lnTo>
                  <a:lnTo>
                    <a:pt x="31297" y="2559946"/>
                  </a:lnTo>
                  <a:lnTo>
                    <a:pt x="39121" y="2559632"/>
                  </a:lnTo>
                  <a:lnTo>
                    <a:pt x="46945" y="2559241"/>
                  </a:lnTo>
                  <a:lnTo>
                    <a:pt x="54769" y="2558762"/>
                  </a:lnTo>
                  <a:lnTo>
                    <a:pt x="62594" y="2558183"/>
                  </a:lnTo>
                  <a:lnTo>
                    <a:pt x="70418" y="2557490"/>
                  </a:lnTo>
                  <a:lnTo>
                    <a:pt x="78242" y="2556655"/>
                  </a:lnTo>
                  <a:lnTo>
                    <a:pt x="86067" y="2555670"/>
                  </a:lnTo>
                  <a:lnTo>
                    <a:pt x="93891" y="2554534"/>
                  </a:lnTo>
                  <a:lnTo>
                    <a:pt x="101715" y="2553243"/>
                  </a:lnTo>
                  <a:lnTo>
                    <a:pt x="109539" y="2551793"/>
                  </a:lnTo>
                  <a:lnTo>
                    <a:pt x="117364" y="2550187"/>
                  </a:lnTo>
                  <a:lnTo>
                    <a:pt x="125188" y="2548433"/>
                  </a:lnTo>
                  <a:lnTo>
                    <a:pt x="133012" y="2546542"/>
                  </a:lnTo>
                  <a:lnTo>
                    <a:pt x="140837" y="2544518"/>
                  </a:lnTo>
                  <a:lnTo>
                    <a:pt x="148661" y="2542413"/>
                  </a:lnTo>
                  <a:lnTo>
                    <a:pt x="156485" y="2540260"/>
                  </a:lnTo>
                  <a:lnTo>
                    <a:pt x="164309" y="2538099"/>
                  </a:lnTo>
                  <a:lnTo>
                    <a:pt x="172134" y="2535972"/>
                  </a:lnTo>
                  <a:lnTo>
                    <a:pt x="179958" y="2533924"/>
                  </a:lnTo>
                  <a:lnTo>
                    <a:pt x="187782" y="2532001"/>
                  </a:lnTo>
                  <a:lnTo>
                    <a:pt x="195606" y="2530261"/>
                  </a:lnTo>
                  <a:lnTo>
                    <a:pt x="203431" y="2528779"/>
                  </a:lnTo>
                  <a:lnTo>
                    <a:pt x="211255" y="2527571"/>
                  </a:lnTo>
                  <a:lnTo>
                    <a:pt x="219079" y="2526667"/>
                  </a:lnTo>
                  <a:lnTo>
                    <a:pt x="226904" y="2526090"/>
                  </a:lnTo>
                  <a:lnTo>
                    <a:pt x="234728" y="2525857"/>
                  </a:lnTo>
                  <a:lnTo>
                    <a:pt x="242552" y="2525971"/>
                  </a:lnTo>
                  <a:lnTo>
                    <a:pt x="250376" y="2526430"/>
                  </a:lnTo>
                  <a:lnTo>
                    <a:pt x="258201" y="2527248"/>
                  </a:lnTo>
                  <a:lnTo>
                    <a:pt x="266025" y="2528383"/>
                  </a:lnTo>
                  <a:lnTo>
                    <a:pt x="273849" y="2529773"/>
                  </a:lnTo>
                  <a:lnTo>
                    <a:pt x="281674" y="2531373"/>
                  </a:lnTo>
                  <a:lnTo>
                    <a:pt x="289498" y="2533136"/>
                  </a:lnTo>
                  <a:lnTo>
                    <a:pt x="297322" y="2535008"/>
                  </a:lnTo>
                  <a:lnTo>
                    <a:pt x="305146" y="2536937"/>
                  </a:lnTo>
                  <a:lnTo>
                    <a:pt x="312971" y="2538870"/>
                  </a:lnTo>
                  <a:lnTo>
                    <a:pt x="320795" y="2540738"/>
                  </a:lnTo>
                  <a:lnTo>
                    <a:pt x="328619" y="2542488"/>
                  </a:lnTo>
                  <a:lnTo>
                    <a:pt x="336444" y="2544083"/>
                  </a:lnTo>
                  <a:lnTo>
                    <a:pt x="344268" y="2545488"/>
                  </a:lnTo>
                  <a:lnTo>
                    <a:pt x="352092" y="2546673"/>
                  </a:lnTo>
                  <a:lnTo>
                    <a:pt x="359916" y="2547618"/>
                  </a:lnTo>
                  <a:lnTo>
                    <a:pt x="367741" y="2548308"/>
                  </a:lnTo>
                  <a:lnTo>
                    <a:pt x="375565" y="2548725"/>
                  </a:lnTo>
                  <a:lnTo>
                    <a:pt x="383389" y="2548839"/>
                  </a:lnTo>
                  <a:lnTo>
                    <a:pt x="391213" y="2548698"/>
                  </a:lnTo>
                  <a:lnTo>
                    <a:pt x="399038" y="2548315"/>
                  </a:lnTo>
                  <a:lnTo>
                    <a:pt x="406862" y="2547710"/>
                  </a:lnTo>
                  <a:lnTo>
                    <a:pt x="414686" y="2546904"/>
                  </a:lnTo>
                  <a:lnTo>
                    <a:pt x="422511" y="2545924"/>
                  </a:lnTo>
                  <a:lnTo>
                    <a:pt x="430335" y="2544798"/>
                  </a:lnTo>
                  <a:lnTo>
                    <a:pt x="438159" y="2543552"/>
                  </a:lnTo>
                  <a:lnTo>
                    <a:pt x="445983" y="2542226"/>
                  </a:lnTo>
                  <a:lnTo>
                    <a:pt x="453808" y="2540865"/>
                  </a:lnTo>
                  <a:lnTo>
                    <a:pt x="461632" y="2539499"/>
                  </a:lnTo>
                  <a:lnTo>
                    <a:pt x="469456" y="2538160"/>
                  </a:lnTo>
                  <a:lnTo>
                    <a:pt x="477281" y="2536875"/>
                  </a:lnTo>
                  <a:lnTo>
                    <a:pt x="485105" y="2535672"/>
                  </a:lnTo>
                  <a:lnTo>
                    <a:pt x="492929" y="2534574"/>
                  </a:lnTo>
                  <a:lnTo>
                    <a:pt x="500753" y="2533624"/>
                  </a:lnTo>
                  <a:lnTo>
                    <a:pt x="508578" y="2532830"/>
                  </a:lnTo>
                  <a:lnTo>
                    <a:pt x="516402" y="2532200"/>
                  </a:lnTo>
                  <a:lnTo>
                    <a:pt x="524226" y="2531745"/>
                  </a:lnTo>
                  <a:lnTo>
                    <a:pt x="532050" y="2531473"/>
                  </a:lnTo>
                  <a:lnTo>
                    <a:pt x="539875" y="2531387"/>
                  </a:lnTo>
                  <a:lnTo>
                    <a:pt x="547699" y="2531491"/>
                  </a:lnTo>
                  <a:lnTo>
                    <a:pt x="555523" y="2531787"/>
                  </a:lnTo>
                  <a:lnTo>
                    <a:pt x="563348" y="2532296"/>
                  </a:lnTo>
                  <a:lnTo>
                    <a:pt x="571172" y="2532982"/>
                  </a:lnTo>
                  <a:lnTo>
                    <a:pt x="578996" y="2533835"/>
                  </a:lnTo>
                  <a:lnTo>
                    <a:pt x="586820" y="2534843"/>
                  </a:lnTo>
                  <a:lnTo>
                    <a:pt x="594645" y="2535990"/>
                  </a:lnTo>
                  <a:lnTo>
                    <a:pt x="602469" y="2537261"/>
                  </a:lnTo>
                  <a:lnTo>
                    <a:pt x="610293" y="2538638"/>
                  </a:lnTo>
                  <a:lnTo>
                    <a:pt x="618118" y="2540104"/>
                  </a:lnTo>
                  <a:lnTo>
                    <a:pt x="625942" y="2541633"/>
                  </a:lnTo>
                  <a:lnTo>
                    <a:pt x="633766" y="2543195"/>
                  </a:lnTo>
                  <a:lnTo>
                    <a:pt x="641590" y="2544766"/>
                  </a:lnTo>
                  <a:lnTo>
                    <a:pt x="649415" y="2546325"/>
                  </a:lnTo>
                  <a:lnTo>
                    <a:pt x="657239" y="2547852"/>
                  </a:lnTo>
                  <a:lnTo>
                    <a:pt x="665063" y="2549329"/>
                  </a:lnTo>
                  <a:lnTo>
                    <a:pt x="672888" y="2550738"/>
                  </a:lnTo>
                  <a:lnTo>
                    <a:pt x="680712" y="2552055"/>
                  </a:lnTo>
                  <a:lnTo>
                    <a:pt x="688536" y="2553272"/>
                  </a:lnTo>
                  <a:lnTo>
                    <a:pt x="696360" y="2554387"/>
                  </a:lnTo>
                  <a:lnTo>
                    <a:pt x="704185" y="2555397"/>
                  </a:lnTo>
                  <a:lnTo>
                    <a:pt x="712009" y="2556300"/>
                  </a:lnTo>
                  <a:lnTo>
                    <a:pt x="719833" y="2557099"/>
                  </a:lnTo>
                  <a:lnTo>
                    <a:pt x="727657" y="2557796"/>
                  </a:lnTo>
                  <a:lnTo>
                    <a:pt x="735482" y="2558397"/>
                  </a:lnTo>
                  <a:lnTo>
                    <a:pt x="743306" y="2558895"/>
                  </a:lnTo>
                  <a:lnTo>
                    <a:pt x="751130" y="2559315"/>
                  </a:lnTo>
                  <a:lnTo>
                    <a:pt x="758955" y="2559664"/>
                  </a:lnTo>
                  <a:lnTo>
                    <a:pt x="766779" y="2559952"/>
                  </a:lnTo>
                  <a:lnTo>
                    <a:pt x="774603" y="2560185"/>
                  </a:lnTo>
                  <a:lnTo>
                    <a:pt x="782427" y="2560373"/>
                  </a:lnTo>
                  <a:lnTo>
                    <a:pt x="790252" y="2560521"/>
                  </a:lnTo>
                  <a:lnTo>
                    <a:pt x="798076" y="2560635"/>
                  </a:lnTo>
                  <a:lnTo>
                    <a:pt x="805900" y="2560722"/>
                  </a:lnTo>
                  <a:lnTo>
                    <a:pt x="813725" y="2560788"/>
                  </a:lnTo>
                  <a:lnTo>
                    <a:pt x="821549" y="2560838"/>
                  </a:lnTo>
                  <a:lnTo>
                    <a:pt x="829373" y="2560876"/>
                  </a:lnTo>
                  <a:lnTo>
                    <a:pt x="837197" y="2560904"/>
                  </a:lnTo>
                  <a:lnTo>
                    <a:pt x="845022" y="2560924"/>
                  </a:lnTo>
                  <a:lnTo>
                    <a:pt x="852846" y="2560939"/>
                  </a:lnTo>
                  <a:lnTo>
                    <a:pt x="860670" y="2560949"/>
                  </a:lnTo>
                  <a:lnTo>
                    <a:pt x="868495" y="2560956"/>
                  </a:lnTo>
                  <a:lnTo>
                    <a:pt x="876319" y="2560961"/>
                  </a:lnTo>
                  <a:lnTo>
                    <a:pt x="884143" y="2560964"/>
                  </a:lnTo>
                  <a:lnTo>
                    <a:pt x="891967" y="2560967"/>
                  </a:lnTo>
                  <a:lnTo>
                    <a:pt x="899792" y="2560968"/>
                  </a:lnTo>
                  <a:lnTo>
                    <a:pt x="907616" y="2560969"/>
                  </a:lnTo>
                  <a:lnTo>
                    <a:pt x="915440" y="2560969"/>
                  </a:lnTo>
                  <a:lnTo>
                    <a:pt x="923264" y="2560968"/>
                  </a:lnTo>
                  <a:lnTo>
                    <a:pt x="931089" y="2560967"/>
                  </a:lnTo>
                  <a:lnTo>
                    <a:pt x="938913" y="2560966"/>
                  </a:lnTo>
                  <a:lnTo>
                    <a:pt x="946737" y="2560963"/>
                  </a:lnTo>
                  <a:lnTo>
                    <a:pt x="954562" y="2560959"/>
                  </a:lnTo>
                  <a:lnTo>
                    <a:pt x="962386" y="2560953"/>
                  </a:lnTo>
                  <a:lnTo>
                    <a:pt x="970210" y="2560945"/>
                  </a:lnTo>
                  <a:lnTo>
                    <a:pt x="978034" y="2560933"/>
                  </a:lnTo>
                  <a:lnTo>
                    <a:pt x="985859" y="2560916"/>
                  </a:lnTo>
                  <a:lnTo>
                    <a:pt x="993683" y="2560893"/>
                  </a:lnTo>
                  <a:lnTo>
                    <a:pt x="1001507" y="2560861"/>
                  </a:lnTo>
                  <a:lnTo>
                    <a:pt x="1009332" y="2560818"/>
                  </a:lnTo>
                  <a:lnTo>
                    <a:pt x="1017156" y="2560761"/>
                  </a:lnTo>
                  <a:lnTo>
                    <a:pt x="1024980" y="2560686"/>
                  </a:lnTo>
                  <a:lnTo>
                    <a:pt x="1032804" y="2560590"/>
                  </a:lnTo>
                  <a:lnTo>
                    <a:pt x="1040629" y="2560464"/>
                  </a:lnTo>
                  <a:lnTo>
                    <a:pt x="1048453" y="2560302"/>
                  </a:lnTo>
                  <a:lnTo>
                    <a:pt x="1056277" y="2560098"/>
                  </a:lnTo>
                  <a:lnTo>
                    <a:pt x="1064101" y="2559847"/>
                  </a:lnTo>
                  <a:lnTo>
                    <a:pt x="1071926" y="2559541"/>
                  </a:lnTo>
                  <a:lnTo>
                    <a:pt x="1079750" y="2559172"/>
                  </a:lnTo>
                  <a:lnTo>
                    <a:pt x="1087574" y="2558734"/>
                  </a:lnTo>
                  <a:lnTo>
                    <a:pt x="1095399" y="2558221"/>
                  </a:lnTo>
                  <a:lnTo>
                    <a:pt x="1103223" y="2557612"/>
                  </a:lnTo>
                  <a:lnTo>
                    <a:pt x="1111047" y="2556914"/>
                  </a:lnTo>
                  <a:lnTo>
                    <a:pt x="1118871" y="2556127"/>
                  </a:lnTo>
                  <a:lnTo>
                    <a:pt x="1126696" y="2555251"/>
                  </a:lnTo>
                  <a:lnTo>
                    <a:pt x="1134520" y="2554291"/>
                  </a:lnTo>
                  <a:lnTo>
                    <a:pt x="1142344" y="2553250"/>
                  </a:lnTo>
                  <a:lnTo>
                    <a:pt x="1150169" y="2552138"/>
                  </a:lnTo>
                  <a:lnTo>
                    <a:pt x="1157993" y="2550965"/>
                  </a:lnTo>
                  <a:lnTo>
                    <a:pt x="1165817" y="2549742"/>
                  </a:lnTo>
                  <a:lnTo>
                    <a:pt x="1173641" y="2548495"/>
                  </a:lnTo>
                  <a:lnTo>
                    <a:pt x="1181466" y="2547241"/>
                  </a:lnTo>
                  <a:lnTo>
                    <a:pt x="1189290" y="2545996"/>
                  </a:lnTo>
                  <a:lnTo>
                    <a:pt x="1197114" y="2544777"/>
                  </a:lnTo>
                  <a:lnTo>
                    <a:pt x="1204939" y="2543595"/>
                  </a:lnTo>
                  <a:lnTo>
                    <a:pt x="1212763" y="2542463"/>
                  </a:lnTo>
                  <a:lnTo>
                    <a:pt x="1220587" y="2541390"/>
                  </a:lnTo>
                  <a:lnTo>
                    <a:pt x="1228411" y="2540377"/>
                  </a:lnTo>
                  <a:lnTo>
                    <a:pt x="1236236" y="2539411"/>
                  </a:lnTo>
                  <a:lnTo>
                    <a:pt x="1244060" y="2538479"/>
                  </a:lnTo>
                  <a:lnTo>
                    <a:pt x="1251884" y="2537560"/>
                  </a:lnTo>
                  <a:lnTo>
                    <a:pt x="1259708" y="2536634"/>
                  </a:lnTo>
                  <a:lnTo>
                    <a:pt x="1267533" y="2535671"/>
                  </a:lnTo>
                  <a:lnTo>
                    <a:pt x="1275357" y="2534645"/>
                  </a:lnTo>
                  <a:lnTo>
                    <a:pt x="1283181" y="2533505"/>
                  </a:lnTo>
                  <a:lnTo>
                    <a:pt x="1291006" y="2532228"/>
                  </a:lnTo>
                  <a:lnTo>
                    <a:pt x="1298830" y="2530794"/>
                  </a:lnTo>
                  <a:lnTo>
                    <a:pt x="1306654" y="2529185"/>
                  </a:lnTo>
                  <a:lnTo>
                    <a:pt x="1314478" y="2527391"/>
                  </a:lnTo>
                  <a:lnTo>
                    <a:pt x="1322303" y="2525410"/>
                  </a:lnTo>
                  <a:lnTo>
                    <a:pt x="1330127" y="2523246"/>
                  </a:lnTo>
                  <a:lnTo>
                    <a:pt x="1337951" y="2520909"/>
                  </a:lnTo>
                  <a:lnTo>
                    <a:pt x="1345776" y="2518408"/>
                  </a:lnTo>
                  <a:lnTo>
                    <a:pt x="1353600" y="2515800"/>
                  </a:lnTo>
                  <a:lnTo>
                    <a:pt x="1361424" y="2513120"/>
                  </a:lnTo>
                  <a:lnTo>
                    <a:pt x="1369248" y="2510404"/>
                  </a:lnTo>
                  <a:lnTo>
                    <a:pt x="1377073" y="2507685"/>
                  </a:lnTo>
                  <a:lnTo>
                    <a:pt x="1384897" y="2504996"/>
                  </a:lnTo>
                  <a:lnTo>
                    <a:pt x="1392721" y="2502363"/>
                  </a:lnTo>
                  <a:lnTo>
                    <a:pt x="1400545" y="2499812"/>
                  </a:lnTo>
                  <a:lnTo>
                    <a:pt x="1408370" y="2497355"/>
                  </a:lnTo>
                  <a:lnTo>
                    <a:pt x="1416194" y="2494978"/>
                  </a:lnTo>
                  <a:lnTo>
                    <a:pt x="1424018" y="2492665"/>
                  </a:lnTo>
                  <a:lnTo>
                    <a:pt x="1431843" y="2490390"/>
                  </a:lnTo>
                  <a:lnTo>
                    <a:pt x="1439667" y="2488121"/>
                  </a:lnTo>
                  <a:lnTo>
                    <a:pt x="1447491" y="2485818"/>
                  </a:lnTo>
                  <a:lnTo>
                    <a:pt x="1455315" y="2483438"/>
                  </a:lnTo>
                  <a:lnTo>
                    <a:pt x="1463140" y="2480911"/>
                  </a:lnTo>
                  <a:lnTo>
                    <a:pt x="1470964" y="2478191"/>
                  </a:lnTo>
                  <a:lnTo>
                    <a:pt x="1478788" y="2475246"/>
                  </a:lnTo>
                  <a:lnTo>
                    <a:pt x="1486613" y="2472043"/>
                  </a:lnTo>
                  <a:lnTo>
                    <a:pt x="1494437" y="2468556"/>
                  </a:lnTo>
                  <a:lnTo>
                    <a:pt x="1502261" y="2464768"/>
                  </a:lnTo>
                  <a:lnTo>
                    <a:pt x="1510085" y="2460668"/>
                  </a:lnTo>
                  <a:lnTo>
                    <a:pt x="1517910" y="2456252"/>
                  </a:lnTo>
                  <a:lnTo>
                    <a:pt x="1525734" y="2451475"/>
                  </a:lnTo>
                  <a:lnTo>
                    <a:pt x="1533558" y="2446401"/>
                  </a:lnTo>
                  <a:lnTo>
                    <a:pt x="1541383" y="2441039"/>
                  </a:lnTo>
                  <a:lnTo>
                    <a:pt x="1549207" y="2435398"/>
                  </a:lnTo>
                  <a:lnTo>
                    <a:pt x="1557031" y="2429479"/>
                  </a:lnTo>
                  <a:lnTo>
                    <a:pt x="1564855" y="2423280"/>
                  </a:lnTo>
                  <a:lnTo>
                    <a:pt x="1572680" y="2416785"/>
                  </a:lnTo>
                  <a:lnTo>
                    <a:pt x="1580504" y="2409950"/>
                  </a:lnTo>
                  <a:lnTo>
                    <a:pt x="1588328" y="2402700"/>
                  </a:lnTo>
                  <a:lnTo>
                    <a:pt x="1596152" y="2395015"/>
                  </a:lnTo>
                  <a:lnTo>
                    <a:pt x="1603977" y="2386821"/>
                  </a:lnTo>
                  <a:lnTo>
                    <a:pt x="1611801" y="2378040"/>
                  </a:lnTo>
                  <a:lnTo>
                    <a:pt x="1619625" y="2368581"/>
                  </a:lnTo>
                  <a:lnTo>
                    <a:pt x="1627450" y="2358348"/>
                  </a:lnTo>
                  <a:lnTo>
                    <a:pt x="1635274" y="2347246"/>
                  </a:lnTo>
                  <a:lnTo>
                    <a:pt x="1643098" y="2335052"/>
                  </a:lnTo>
                  <a:lnTo>
                    <a:pt x="1650922" y="2321704"/>
                  </a:lnTo>
                  <a:lnTo>
                    <a:pt x="1658747" y="2307190"/>
                  </a:lnTo>
                  <a:lnTo>
                    <a:pt x="1666571" y="2291450"/>
                  </a:lnTo>
                  <a:lnTo>
                    <a:pt x="1674395" y="2274445"/>
                  </a:lnTo>
                  <a:lnTo>
                    <a:pt x="1682220" y="2256152"/>
                  </a:lnTo>
                  <a:lnTo>
                    <a:pt x="1690044" y="2236566"/>
                  </a:lnTo>
                  <a:lnTo>
                    <a:pt x="1697868" y="2215704"/>
                  </a:lnTo>
                  <a:lnTo>
                    <a:pt x="1705692" y="2193397"/>
                  </a:lnTo>
                  <a:lnTo>
                    <a:pt x="1713517" y="2169901"/>
                  </a:lnTo>
                  <a:lnTo>
                    <a:pt x="1721341" y="2145279"/>
                  </a:lnTo>
                  <a:lnTo>
                    <a:pt x="1729165" y="2119576"/>
                  </a:lnTo>
                  <a:lnTo>
                    <a:pt x="1736990" y="2092826"/>
                  </a:lnTo>
                  <a:lnTo>
                    <a:pt x="1744814" y="2065043"/>
                  </a:lnTo>
                  <a:lnTo>
                    <a:pt x="1752638" y="2036215"/>
                  </a:lnTo>
                  <a:lnTo>
                    <a:pt x="1760462" y="2006240"/>
                  </a:lnTo>
                  <a:lnTo>
                    <a:pt x="1768287" y="1974889"/>
                  </a:lnTo>
                  <a:lnTo>
                    <a:pt x="1776111" y="1942140"/>
                  </a:lnTo>
                  <a:lnTo>
                    <a:pt x="1783935" y="1907781"/>
                  </a:lnTo>
                  <a:lnTo>
                    <a:pt x="1791759" y="1871561"/>
                  </a:lnTo>
                  <a:lnTo>
                    <a:pt x="1799584" y="1833190"/>
                  </a:lnTo>
                  <a:lnTo>
                    <a:pt x="1807408" y="1792352"/>
                  </a:lnTo>
                  <a:lnTo>
                    <a:pt x="1815232" y="1748711"/>
                  </a:lnTo>
                  <a:lnTo>
                    <a:pt x="1823057" y="1701563"/>
                  </a:lnTo>
                  <a:lnTo>
                    <a:pt x="1830881" y="1650570"/>
                  </a:lnTo>
                  <a:lnTo>
                    <a:pt x="1838705" y="1595698"/>
                  </a:lnTo>
                  <a:lnTo>
                    <a:pt x="1846529" y="1536734"/>
                  </a:lnTo>
                  <a:lnTo>
                    <a:pt x="1854354" y="1473538"/>
                  </a:lnTo>
                  <a:lnTo>
                    <a:pt x="1862178" y="1406058"/>
                  </a:lnTo>
                  <a:lnTo>
                    <a:pt x="1870002" y="1334341"/>
                  </a:lnTo>
                  <a:lnTo>
                    <a:pt x="1877827" y="1258544"/>
                  </a:lnTo>
                  <a:lnTo>
                    <a:pt x="1885651" y="1178445"/>
                  </a:lnTo>
                  <a:lnTo>
                    <a:pt x="1893475" y="1095106"/>
                  </a:lnTo>
                  <a:lnTo>
                    <a:pt x="1901299" y="1009205"/>
                  </a:lnTo>
                  <a:lnTo>
                    <a:pt x="1909124" y="921448"/>
                  </a:lnTo>
                  <a:lnTo>
                    <a:pt x="1916948" y="832629"/>
                  </a:lnTo>
                  <a:lnTo>
                    <a:pt x="1924772" y="743622"/>
                  </a:lnTo>
                  <a:lnTo>
                    <a:pt x="1932596" y="655355"/>
                  </a:lnTo>
                  <a:lnTo>
                    <a:pt x="1940421" y="568898"/>
                  </a:lnTo>
                  <a:lnTo>
                    <a:pt x="1948245" y="485799"/>
                  </a:lnTo>
                  <a:lnTo>
                    <a:pt x="1956069" y="406761"/>
                  </a:lnTo>
                  <a:lnTo>
                    <a:pt x="1963894" y="332682"/>
                  </a:lnTo>
                  <a:lnTo>
                    <a:pt x="1971718" y="264389"/>
                  </a:lnTo>
                  <a:lnTo>
                    <a:pt x="1979542" y="202624"/>
                  </a:lnTo>
                  <a:lnTo>
                    <a:pt x="1987366" y="148034"/>
                  </a:lnTo>
                  <a:lnTo>
                    <a:pt x="1995191" y="101156"/>
                  </a:lnTo>
                  <a:lnTo>
                    <a:pt x="2003015" y="63166"/>
                  </a:lnTo>
                  <a:lnTo>
                    <a:pt x="2010839" y="34418"/>
                  </a:lnTo>
                  <a:lnTo>
                    <a:pt x="2018664" y="14311"/>
                  </a:lnTo>
                  <a:lnTo>
                    <a:pt x="2026488" y="2861"/>
                  </a:lnTo>
                  <a:lnTo>
                    <a:pt x="2034312" y="0"/>
                  </a:lnTo>
                  <a:lnTo>
                    <a:pt x="2042136" y="5575"/>
                  </a:lnTo>
                  <a:lnTo>
                    <a:pt x="2049961" y="19370"/>
                  </a:lnTo>
                  <a:lnTo>
                    <a:pt x="2057785" y="41105"/>
                  </a:lnTo>
                  <a:lnTo>
                    <a:pt x="2065609" y="71463"/>
                  </a:lnTo>
                  <a:lnTo>
                    <a:pt x="2073434" y="109147"/>
                  </a:lnTo>
                  <a:lnTo>
                    <a:pt x="2081258" y="153487"/>
                  </a:lnTo>
                  <a:lnTo>
                    <a:pt x="2089082" y="204043"/>
                  </a:lnTo>
                  <a:lnTo>
                    <a:pt x="2096906" y="260355"/>
                  </a:lnTo>
                  <a:lnTo>
                    <a:pt x="2104731" y="321948"/>
                  </a:lnTo>
                  <a:lnTo>
                    <a:pt x="2112555" y="388326"/>
                  </a:lnTo>
                  <a:lnTo>
                    <a:pt x="2120379" y="459053"/>
                  </a:lnTo>
                  <a:lnTo>
                    <a:pt x="2128203" y="533953"/>
                  </a:lnTo>
                  <a:lnTo>
                    <a:pt x="2136028" y="611811"/>
                  </a:lnTo>
                  <a:lnTo>
                    <a:pt x="2143852" y="692061"/>
                  </a:lnTo>
                  <a:lnTo>
                    <a:pt x="2151676" y="774126"/>
                  </a:lnTo>
                  <a:lnTo>
                    <a:pt x="2159501" y="857429"/>
                  </a:lnTo>
                  <a:lnTo>
                    <a:pt x="2167325" y="941394"/>
                  </a:lnTo>
                  <a:lnTo>
                    <a:pt x="2175149" y="1025454"/>
                  </a:lnTo>
                  <a:lnTo>
                    <a:pt x="2182973" y="1108973"/>
                  </a:lnTo>
                  <a:lnTo>
                    <a:pt x="2190798" y="1191252"/>
                  </a:lnTo>
                  <a:lnTo>
                    <a:pt x="2198622" y="1271881"/>
                  </a:lnTo>
                  <a:lnTo>
                    <a:pt x="2206446" y="1350452"/>
                  </a:lnTo>
                  <a:lnTo>
                    <a:pt x="2214271" y="1426611"/>
                  </a:lnTo>
                  <a:lnTo>
                    <a:pt x="2222095" y="1500062"/>
                  </a:lnTo>
                  <a:lnTo>
                    <a:pt x="2229919" y="1570573"/>
                  </a:lnTo>
                  <a:lnTo>
                    <a:pt x="2237743" y="1637979"/>
                  </a:lnTo>
                  <a:lnTo>
                    <a:pt x="2245568" y="1701758"/>
                  </a:lnTo>
                  <a:lnTo>
                    <a:pt x="2253392" y="1762160"/>
                  </a:lnTo>
                  <a:lnTo>
                    <a:pt x="2261216" y="1819388"/>
                  </a:lnTo>
                  <a:lnTo>
                    <a:pt x="2269040" y="1873541"/>
                  </a:lnTo>
                  <a:lnTo>
                    <a:pt x="2276865" y="1924748"/>
                  </a:lnTo>
                  <a:lnTo>
                    <a:pt x="2284689" y="1973161"/>
                  </a:lnTo>
                  <a:lnTo>
                    <a:pt x="2292513" y="2018950"/>
                  </a:lnTo>
                  <a:lnTo>
                    <a:pt x="2300338" y="2062268"/>
                  </a:lnTo>
                  <a:lnTo>
                    <a:pt x="2308162" y="2102955"/>
                  </a:lnTo>
                  <a:lnTo>
                    <a:pt x="2315986" y="2141564"/>
                  </a:lnTo>
                  <a:lnTo>
                    <a:pt x="2323810" y="2178211"/>
                  </a:lnTo>
                  <a:lnTo>
                    <a:pt x="2331635" y="2212991"/>
                  </a:lnTo>
                  <a:lnTo>
                    <a:pt x="2339459" y="2245969"/>
                  </a:lnTo>
                  <a:lnTo>
                    <a:pt x="2347283" y="2277191"/>
                  </a:lnTo>
                  <a:lnTo>
                    <a:pt x="2355108" y="2306679"/>
                  </a:lnTo>
                  <a:lnTo>
                    <a:pt x="2362932" y="2334329"/>
                  </a:lnTo>
                  <a:lnTo>
                    <a:pt x="2370756" y="2360039"/>
                  </a:lnTo>
                  <a:lnTo>
                    <a:pt x="2378580" y="2383988"/>
                  </a:lnTo>
                  <a:lnTo>
                    <a:pt x="2386405" y="2406164"/>
                  </a:lnTo>
                  <a:lnTo>
                    <a:pt x="2394229" y="2426560"/>
                  </a:lnTo>
                  <a:lnTo>
                    <a:pt x="2402053" y="2445183"/>
                  </a:lnTo>
                  <a:lnTo>
                    <a:pt x="2409878" y="2462051"/>
                  </a:lnTo>
                  <a:lnTo>
                    <a:pt x="2417702" y="2477199"/>
                  </a:lnTo>
                  <a:lnTo>
                    <a:pt x="2425526" y="2490494"/>
                  </a:lnTo>
                  <a:lnTo>
                    <a:pt x="2433350" y="2502124"/>
                  </a:lnTo>
                  <a:lnTo>
                    <a:pt x="2441175" y="2512280"/>
                  </a:lnTo>
                  <a:lnTo>
                    <a:pt x="2448999" y="2521062"/>
                  </a:lnTo>
                  <a:lnTo>
                    <a:pt x="2456823" y="2528581"/>
                  </a:lnTo>
                  <a:lnTo>
                    <a:pt x="2464647" y="2534951"/>
                  </a:lnTo>
                  <a:lnTo>
                    <a:pt x="2472472" y="2540288"/>
                  </a:lnTo>
                  <a:lnTo>
                    <a:pt x="2480296" y="2544710"/>
                  </a:lnTo>
                  <a:lnTo>
                    <a:pt x="2488120" y="2548218"/>
                  </a:lnTo>
                  <a:lnTo>
                    <a:pt x="2495945" y="2551072"/>
                  </a:lnTo>
                  <a:lnTo>
                    <a:pt x="2503769" y="2553370"/>
                  </a:lnTo>
                  <a:lnTo>
                    <a:pt x="2511593" y="2555199"/>
                  </a:lnTo>
                  <a:lnTo>
                    <a:pt x="2519417" y="2556639"/>
                  </a:lnTo>
                  <a:lnTo>
                    <a:pt x="2527242" y="2557758"/>
                  </a:lnTo>
                  <a:lnTo>
                    <a:pt x="2535066" y="2558617"/>
                  </a:lnTo>
                  <a:lnTo>
                    <a:pt x="2542890" y="2559260"/>
                  </a:lnTo>
                  <a:lnTo>
                    <a:pt x="2550715" y="2559729"/>
                  </a:lnTo>
                  <a:lnTo>
                    <a:pt x="2558539" y="2560080"/>
                  </a:lnTo>
                  <a:lnTo>
                    <a:pt x="2566363" y="2560339"/>
                  </a:lnTo>
                  <a:lnTo>
                    <a:pt x="2574187" y="2560529"/>
                  </a:lnTo>
                  <a:lnTo>
                    <a:pt x="2582012" y="2560666"/>
                  </a:lnTo>
                  <a:lnTo>
                    <a:pt x="2589836" y="2560763"/>
                  </a:lnTo>
                  <a:lnTo>
                    <a:pt x="2597660" y="2560832"/>
                  </a:lnTo>
                  <a:lnTo>
                    <a:pt x="2605485" y="2560877"/>
                  </a:lnTo>
                  <a:lnTo>
                    <a:pt x="2613309" y="2560908"/>
                  </a:lnTo>
                  <a:lnTo>
                    <a:pt x="2621133" y="2560930"/>
                  </a:lnTo>
                  <a:lnTo>
                    <a:pt x="2628957" y="2560944"/>
                  </a:lnTo>
                  <a:lnTo>
                    <a:pt x="2636782" y="2560954"/>
                  </a:lnTo>
                  <a:lnTo>
                    <a:pt x="2644606" y="2560960"/>
                  </a:lnTo>
                  <a:lnTo>
                    <a:pt x="2652430" y="2560964"/>
                  </a:lnTo>
                  <a:lnTo>
                    <a:pt x="2660254" y="2560967"/>
                  </a:lnTo>
                  <a:lnTo>
                    <a:pt x="2668079" y="2560969"/>
                  </a:lnTo>
                  <a:lnTo>
                    <a:pt x="2675903" y="2560970"/>
                  </a:lnTo>
                  <a:lnTo>
                    <a:pt x="2683727" y="2560970"/>
                  </a:lnTo>
                  <a:lnTo>
                    <a:pt x="2691552" y="2560971"/>
                  </a:lnTo>
                  <a:lnTo>
                    <a:pt x="2699376" y="2560971"/>
                  </a:lnTo>
                  <a:lnTo>
                    <a:pt x="2707200" y="2560971"/>
                  </a:lnTo>
                  <a:lnTo>
                    <a:pt x="2715024" y="2560971"/>
                  </a:lnTo>
                  <a:lnTo>
                    <a:pt x="2722849" y="2560971"/>
                  </a:lnTo>
                  <a:lnTo>
                    <a:pt x="2730673" y="2560971"/>
                  </a:lnTo>
                  <a:lnTo>
                    <a:pt x="2738497" y="2560971"/>
                  </a:lnTo>
                  <a:lnTo>
                    <a:pt x="2746322" y="2560971"/>
                  </a:lnTo>
                  <a:lnTo>
                    <a:pt x="2754146" y="2560971"/>
                  </a:lnTo>
                  <a:lnTo>
                    <a:pt x="2761970" y="2560971"/>
                  </a:lnTo>
                  <a:lnTo>
                    <a:pt x="2769794" y="2560971"/>
                  </a:lnTo>
                  <a:lnTo>
                    <a:pt x="2777619" y="2560971"/>
                  </a:lnTo>
                  <a:lnTo>
                    <a:pt x="2785443" y="2560971"/>
                  </a:lnTo>
                  <a:lnTo>
                    <a:pt x="2793267" y="2560971"/>
                  </a:lnTo>
                  <a:lnTo>
                    <a:pt x="2801091" y="2560971"/>
                  </a:lnTo>
                  <a:lnTo>
                    <a:pt x="2808916" y="2560971"/>
                  </a:lnTo>
                  <a:lnTo>
                    <a:pt x="2816740" y="2560971"/>
                  </a:lnTo>
                  <a:lnTo>
                    <a:pt x="2824564" y="2560971"/>
                  </a:lnTo>
                  <a:lnTo>
                    <a:pt x="2832389" y="2560971"/>
                  </a:lnTo>
                  <a:lnTo>
                    <a:pt x="2840213" y="2560971"/>
                  </a:lnTo>
                  <a:lnTo>
                    <a:pt x="2848037" y="2560971"/>
                  </a:lnTo>
                  <a:lnTo>
                    <a:pt x="2855861" y="2560971"/>
                  </a:lnTo>
                  <a:lnTo>
                    <a:pt x="2863686" y="2560971"/>
                  </a:lnTo>
                  <a:lnTo>
                    <a:pt x="2871510" y="2560971"/>
                  </a:lnTo>
                  <a:lnTo>
                    <a:pt x="2879334" y="2560971"/>
                  </a:lnTo>
                  <a:lnTo>
                    <a:pt x="2887159" y="2560971"/>
                  </a:lnTo>
                  <a:lnTo>
                    <a:pt x="2894983" y="2560971"/>
                  </a:lnTo>
                  <a:lnTo>
                    <a:pt x="2902807" y="2560971"/>
                  </a:lnTo>
                  <a:lnTo>
                    <a:pt x="2910631" y="2560971"/>
                  </a:lnTo>
                  <a:lnTo>
                    <a:pt x="2918456" y="2560971"/>
                  </a:lnTo>
                  <a:lnTo>
                    <a:pt x="2926280" y="2560971"/>
                  </a:lnTo>
                  <a:lnTo>
                    <a:pt x="2934104" y="2560971"/>
                  </a:lnTo>
                  <a:lnTo>
                    <a:pt x="2941929" y="2560971"/>
                  </a:lnTo>
                  <a:lnTo>
                    <a:pt x="2949753" y="2560971"/>
                  </a:lnTo>
                  <a:lnTo>
                    <a:pt x="2957577" y="2560971"/>
                  </a:lnTo>
                  <a:lnTo>
                    <a:pt x="2965401" y="2560971"/>
                  </a:lnTo>
                  <a:lnTo>
                    <a:pt x="2973226" y="2560971"/>
                  </a:lnTo>
                  <a:lnTo>
                    <a:pt x="2981050" y="2560971"/>
                  </a:lnTo>
                  <a:lnTo>
                    <a:pt x="2988874" y="2560971"/>
                  </a:lnTo>
                  <a:lnTo>
                    <a:pt x="2996698" y="2560971"/>
                  </a:lnTo>
                  <a:lnTo>
                    <a:pt x="3004523" y="2560971"/>
                  </a:lnTo>
                  <a:lnTo>
                    <a:pt x="3012347" y="2560971"/>
                  </a:lnTo>
                  <a:lnTo>
                    <a:pt x="3020171" y="2560971"/>
                  </a:lnTo>
                  <a:lnTo>
                    <a:pt x="3027996" y="2560971"/>
                  </a:lnTo>
                  <a:lnTo>
                    <a:pt x="3035820" y="2560971"/>
                  </a:lnTo>
                  <a:lnTo>
                    <a:pt x="3043644" y="2560971"/>
                  </a:lnTo>
                  <a:lnTo>
                    <a:pt x="3051468" y="2560971"/>
                  </a:lnTo>
                  <a:lnTo>
                    <a:pt x="3059293" y="2560971"/>
                  </a:lnTo>
                  <a:lnTo>
                    <a:pt x="3067117" y="2560971"/>
                  </a:lnTo>
                  <a:lnTo>
                    <a:pt x="3074941" y="2560971"/>
                  </a:lnTo>
                  <a:lnTo>
                    <a:pt x="3082766" y="2560971"/>
                  </a:lnTo>
                  <a:lnTo>
                    <a:pt x="3090590" y="2560971"/>
                  </a:lnTo>
                  <a:lnTo>
                    <a:pt x="3098414" y="2560971"/>
                  </a:lnTo>
                  <a:lnTo>
                    <a:pt x="3106238" y="2560971"/>
                  </a:lnTo>
                  <a:lnTo>
                    <a:pt x="3114063" y="2560971"/>
                  </a:lnTo>
                  <a:lnTo>
                    <a:pt x="3121887" y="2560971"/>
                  </a:lnTo>
                  <a:lnTo>
                    <a:pt x="3129711" y="2560971"/>
                  </a:lnTo>
                  <a:lnTo>
                    <a:pt x="3137536" y="2560971"/>
                  </a:lnTo>
                  <a:lnTo>
                    <a:pt x="3145360" y="2560971"/>
                  </a:lnTo>
                  <a:lnTo>
                    <a:pt x="3153184" y="2560971"/>
                  </a:lnTo>
                  <a:lnTo>
                    <a:pt x="3161008" y="2560971"/>
                  </a:lnTo>
                  <a:lnTo>
                    <a:pt x="3168833" y="2560971"/>
                  </a:lnTo>
                  <a:lnTo>
                    <a:pt x="3176657" y="2560971"/>
                  </a:lnTo>
                  <a:lnTo>
                    <a:pt x="3184481" y="2560971"/>
                  </a:lnTo>
                  <a:lnTo>
                    <a:pt x="3192305" y="2560971"/>
                  </a:lnTo>
                  <a:lnTo>
                    <a:pt x="3200130" y="2560971"/>
                  </a:lnTo>
                  <a:lnTo>
                    <a:pt x="3207954" y="2560971"/>
                  </a:lnTo>
                  <a:lnTo>
                    <a:pt x="3215778" y="2560971"/>
                  </a:lnTo>
                  <a:lnTo>
                    <a:pt x="3223603" y="2560971"/>
                  </a:lnTo>
                  <a:lnTo>
                    <a:pt x="3231427" y="2560971"/>
                  </a:lnTo>
                  <a:lnTo>
                    <a:pt x="3239251" y="2560971"/>
                  </a:lnTo>
                  <a:lnTo>
                    <a:pt x="3247075" y="2560971"/>
                  </a:lnTo>
                  <a:lnTo>
                    <a:pt x="3254900" y="2560971"/>
                  </a:lnTo>
                  <a:lnTo>
                    <a:pt x="3262724" y="2560971"/>
                  </a:lnTo>
                  <a:lnTo>
                    <a:pt x="3270548" y="2560971"/>
                  </a:lnTo>
                  <a:lnTo>
                    <a:pt x="3278373" y="2560971"/>
                  </a:lnTo>
                  <a:lnTo>
                    <a:pt x="3286197" y="2560971"/>
                  </a:lnTo>
                  <a:lnTo>
                    <a:pt x="3294021" y="2560971"/>
                  </a:lnTo>
                  <a:lnTo>
                    <a:pt x="3301845" y="2560971"/>
                  </a:lnTo>
                  <a:lnTo>
                    <a:pt x="3309670" y="2560971"/>
                  </a:lnTo>
                  <a:lnTo>
                    <a:pt x="3317494" y="2560971"/>
                  </a:lnTo>
                  <a:lnTo>
                    <a:pt x="3325318" y="2560971"/>
                  </a:lnTo>
                  <a:lnTo>
                    <a:pt x="3333142" y="2560971"/>
                  </a:lnTo>
                  <a:lnTo>
                    <a:pt x="3340967" y="2560971"/>
                  </a:lnTo>
                  <a:lnTo>
                    <a:pt x="3348791" y="2560971"/>
                  </a:lnTo>
                  <a:lnTo>
                    <a:pt x="3356615" y="2560971"/>
                  </a:lnTo>
                  <a:lnTo>
                    <a:pt x="3364440" y="2560971"/>
                  </a:lnTo>
                  <a:lnTo>
                    <a:pt x="3372264" y="2560971"/>
                  </a:lnTo>
                  <a:lnTo>
                    <a:pt x="3380088" y="2560971"/>
                  </a:lnTo>
                  <a:lnTo>
                    <a:pt x="3387912" y="2560971"/>
                  </a:lnTo>
                  <a:lnTo>
                    <a:pt x="3395737" y="2560971"/>
                  </a:lnTo>
                  <a:lnTo>
                    <a:pt x="3403561" y="2560971"/>
                  </a:lnTo>
                  <a:lnTo>
                    <a:pt x="3411385" y="2560971"/>
                  </a:lnTo>
                  <a:lnTo>
                    <a:pt x="3419210" y="2560971"/>
                  </a:lnTo>
                  <a:lnTo>
                    <a:pt x="3427034" y="2560971"/>
                  </a:lnTo>
                  <a:lnTo>
                    <a:pt x="3434858" y="2560971"/>
                  </a:lnTo>
                  <a:lnTo>
                    <a:pt x="3442682" y="2560971"/>
                  </a:lnTo>
                  <a:lnTo>
                    <a:pt x="3450507" y="2560971"/>
                  </a:lnTo>
                  <a:lnTo>
                    <a:pt x="3458331" y="2560971"/>
                  </a:lnTo>
                  <a:lnTo>
                    <a:pt x="3466155" y="2560971"/>
                  </a:lnTo>
                  <a:lnTo>
                    <a:pt x="3473980" y="2560971"/>
                  </a:lnTo>
                  <a:lnTo>
                    <a:pt x="3481804" y="2560971"/>
                  </a:lnTo>
                  <a:lnTo>
                    <a:pt x="3489628" y="2560971"/>
                  </a:lnTo>
                  <a:lnTo>
                    <a:pt x="3497452" y="2560971"/>
                  </a:lnTo>
                  <a:lnTo>
                    <a:pt x="3505277" y="2560971"/>
                  </a:lnTo>
                  <a:lnTo>
                    <a:pt x="3513101" y="2560971"/>
                  </a:lnTo>
                  <a:lnTo>
                    <a:pt x="3520925" y="2560971"/>
                  </a:lnTo>
                  <a:lnTo>
                    <a:pt x="3528749" y="2560971"/>
                  </a:lnTo>
                  <a:lnTo>
                    <a:pt x="3536574" y="2560971"/>
                  </a:lnTo>
                  <a:lnTo>
                    <a:pt x="3544398" y="2560971"/>
                  </a:lnTo>
                  <a:lnTo>
                    <a:pt x="3552222" y="2560971"/>
                  </a:lnTo>
                  <a:lnTo>
                    <a:pt x="3560047" y="2560971"/>
                  </a:lnTo>
                  <a:lnTo>
                    <a:pt x="3567871" y="2560971"/>
                  </a:lnTo>
                  <a:lnTo>
                    <a:pt x="3575695" y="2560971"/>
                  </a:lnTo>
                  <a:lnTo>
                    <a:pt x="3583519" y="2560971"/>
                  </a:lnTo>
                  <a:lnTo>
                    <a:pt x="3591344" y="2560971"/>
                  </a:lnTo>
                  <a:lnTo>
                    <a:pt x="3599168" y="2560971"/>
                  </a:lnTo>
                  <a:lnTo>
                    <a:pt x="3606992" y="2560971"/>
                  </a:lnTo>
                  <a:lnTo>
                    <a:pt x="3614817" y="2560971"/>
                  </a:lnTo>
                  <a:lnTo>
                    <a:pt x="3622641" y="2560971"/>
                  </a:lnTo>
                  <a:lnTo>
                    <a:pt x="3630465" y="2560971"/>
                  </a:lnTo>
                  <a:lnTo>
                    <a:pt x="3638289" y="2560971"/>
                  </a:lnTo>
                  <a:lnTo>
                    <a:pt x="3646114" y="2560971"/>
                  </a:lnTo>
                  <a:lnTo>
                    <a:pt x="3653938" y="2560971"/>
                  </a:lnTo>
                  <a:lnTo>
                    <a:pt x="3661762" y="2560971"/>
                  </a:lnTo>
                  <a:lnTo>
                    <a:pt x="3669586" y="2560971"/>
                  </a:lnTo>
                  <a:lnTo>
                    <a:pt x="3677411" y="2560971"/>
                  </a:lnTo>
                  <a:lnTo>
                    <a:pt x="3685235" y="2560971"/>
                  </a:lnTo>
                  <a:lnTo>
                    <a:pt x="3693059" y="2560971"/>
                  </a:lnTo>
                  <a:lnTo>
                    <a:pt x="3700884" y="2560971"/>
                  </a:lnTo>
                  <a:lnTo>
                    <a:pt x="3708708" y="2560971"/>
                  </a:lnTo>
                  <a:lnTo>
                    <a:pt x="3716532" y="2560971"/>
                  </a:lnTo>
                  <a:lnTo>
                    <a:pt x="3724356" y="2560971"/>
                  </a:lnTo>
                  <a:lnTo>
                    <a:pt x="3732181" y="2560971"/>
                  </a:lnTo>
                  <a:lnTo>
                    <a:pt x="3740005" y="2560971"/>
                  </a:lnTo>
                  <a:lnTo>
                    <a:pt x="3747829" y="2560971"/>
                  </a:lnTo>
                  <a:lnTo>
                    <a:pt x="3755654" y="2560971"/>
                  </a:lnTo>
                  <a:lnTo>
                    <a:pt x="3763478" y="2560971"/>
                  </a:lnTo>
                  <a:lnTo>
                    <a:pt x="3771302" y="2560971"/>
                  </a:lnTo>
                  <a:lnTo>
                    <a:pt x="3779126" y="2560971"/>
                  </a:lnTo>
                  <a:lnTo>
                    <a:pt x="3786951" y="2560971"/>
                  </a:lnTo>
                  <a:lnTo>
                    <a:pt x="3794775" y="2560971"/>
                  </a:lnTo>
                  <a:lnTo>
                    <a:pt x="3802599" y="2560971"/>
                  </a:lnTo>
                  <a:lnTo>
                    <a:pt x="3810424" y="2560971"/>
                  </a:lnTo>
                  <a:lnTo>
                    <a:pt x="3818248" y="2560971"/>
                  </a:lnTo>
                  <a:lnTo>
                    <a:pt x="3826072" y="2560971"/>
                  </a:lnTo>
                  <a:lnTo>
                    <a:pt x="3833896" y="2560971"/>
                  </a:lnTo>
                  <a:lnTo>
                    <a:pt x="3841721" y="2560971"/>
                  </a:lnTo>
                  <a:lnTo>
                    <a:pt x="3849545" y="2560971"/>
                  </a:lnTo>
                  <a:lnTo>
                    <a:pt x="3857369" y="2560971"/>
                  </a:lnTo>
                  <a:lnTo>
                    <a:pt x="3865193" y="2560971"/>
                  </a:lnTo>
                  <a:lnTo>
                    <a:pt x="3873018" y="2560971"/>
                  </a:lnTo>
                  <a:lnTo>
                    <a:pt x="3880842" y="2560971"/>
                  </a:lnTo>
                  <a:lnTo>
                    <a:pt x="3888666" y="2560971"/>
                  </a:lnTo>
                  <a:lnTo>
                    <a:pt x="3896491" y="2560971"/>
                  </a:lnTo>
                  <a:lnTo>
                    <a:pt x="3904315" y="2560971"/>
                  </a:lnTo>
                  <a:lnTo>
                    <a:pt x="3912139" y="2560971"/>
                  </a:lnTo>
                  <a:lnTo>
                    <a:pt x="3919963" y="2560971"/>
                  </a:lnTo>
                  <a:lnTo>
                    <a:pt x="3927788" y="2560971"/>
                  </a:lnTo>
                  <a:lnTo>
                    <a:pt x="3935612" y="2560971"/>
                  </a:lnTo>
                  <a:lnTo>
                    <a:pt x="3943436" y="2560971"/>
                  </a:lnTo>
                  <a:lnTo>
                    <a:pt x="3951261" y="2560971"/>
                  </a:lnTo>
                  <a:lnTo>
                    <a:pt x="3959085" y="2560971"/>
                  </a:lnTo>
                  <a:lnTo>
                    <a:pt x="3966909" y="2560971"/>
                  </a:lnTo>
                  <a:lnTo>
                    <a:pt x="3974733" y="2560971"/>
                  </a:lnTo>
                  <a:lnTo>
                    <a:pt x="3982558" y="2560971"/>
                  </a:lnTo>
                  <a:lnTo>
                    <a:pt x="3990382" y="2560971"/>
                  </a:lnTo>
                  <a:lnTo>
                    <a:pt x="3998206" y="256097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" name="pg1703"/>
            <p:cNvSpPr/>
            <p:nvPr/>
          </p:nvSpPr>
          <p:spPr>
            <a:xfrm>
              <a:off x="7848093" y="4527144"/>
              <a:ext cx="3998206" cy="267587"/>
            </a:xfrm>
            <a:custGeom>
              <a:avLst/>
              <a:pathLst>
                <a:path w="3998206" h="267587">
                  <a:moveTo>
                    <a:pt x="0" y="267587"/>
                  </a:moveTo>
                  <a:lnTo>
                    <a:pt x="7824" y="267587"/>
                  </a:lnTo>
                  <a:lnTo>
                    <a:pt x="15648" y="267587"/>
                  </a:lnTo>
                  <a:lnTo>
                    <a:pt x="23472" y="267587"/>
                  </a:lnTo>
                  <a:lnTo>
                    <a:pt x="31297" y="267587"/>
                  </a:lnTo>
                  <a:lnTo>
                    <a:pt x="39121" y="267587"/>
                  </a:lnTo>
                  <a:lnTo>
                    <a:pt x="46945" y="267587"/>
                  </a:lnTo>
                  <a:lnTo>
                    <a:pt x="54769" y="267587"/>
                  </a:lnTo>
                  <a:lnTo>
                    <a:pt x="62594" y="267587"/>
                  </a:lnTo>
                  <a:lnTo>
                    <a:pt x="70418" y="267587"/>
                  </a:lnTo>
                  <a:lnTo>
                    <a:pt x="78242" y="267587"/>
                  </a:lnTo>
                  <a:lnTo>
                    <a:pt x="86067" y="267587"/>
                  </a:lnTo>
                  <a:lnTo>
                    <a:pt x="93891" y="267587"/>
                  </a:lnTo>
                  <a:lnTo>
                    <a:pt x="101715" y="267587"/>
                  </a:lnTo>
                  <a:lnTo>
                    <a:pt x="109539" y="267587"/>
                  </a:lnTo>
                  <a:lnTo>
                    <a:pt x="117364" y="267587"/>
                  </a:lnTo>
                  <a:lnTo>
                    <a:pt x="125188" y="267587"/>
                  </a:lnTo>
                  <a:lnTo>
                    <a:pt x="133012" y="267587"/>
                  </a:lnTo>
                  <a:lnTo>
                    <a:pt x="140837" y="267587"/>
                  </a:lnTo>
                  <a:lnTo>
                    <a:pt x="148661" y="267587"/>
                  </a:lnTo>
                  <a:lnTo>
                    <a:pt x="156485" y="267587"/>
                  </a:lnTo>
                  <a:lnTo>
                    <a:pt x="164309" y="267587"/>
                  </a:lnTo>
                  <a:lnTo>
                    <a:pt x="172134" y="267587"/>
                  </a:lnTo>
                  <a:lnTo>
                    <a:pt x="179958" y="267587"/>
                  </a:lnTo>
                  <a:lnTo>
                    <a:pt x="187782" y="267587"/>
                  </a:lnTo>
                  <a:lnTo>
                    <a:pt x="195606" y="267587"/>
                  </a:lnTo>
                  <a:lnTo>
                    <a:pt x="203431" y="267587"/>
                  </a:lnTo>
                  <a:lnTo>
                    <a:pt x="211255" y="267587"/>
                  </a:lnTo>
                  <a:lnTo>
                    <a:pt x="219079" y="267587"/>
                  </a:lnTo>
                  <a:lnTo>
                    <a:pt x="226904" y="267587"/>
                  </a:lnTo>
                  <a:lnTo>
                    <a:pt x="234728" y="267587"/>
                  </a:lnTo>
                  <a:lnTo>
                    <a:pt x="242552" y="267587"/>
                  </a:lnTo>
                  <a:lnTo>
                    <a:pt x="250376" y="267587"/>
                  </a:lnTo>
                  <a:lnTo>
                    <a:pt x="258201" y="267587"/>
                  </a:lnTo>
                  <a:lnTo>
                    <a:pt x="266025" y="267587"/>
                  </a:lnTo>
                  <a:lnTo>
                    <a:pt x="273849" y="267587"/>
                  </a:lnTo>
                  <a:lnTo>
                    <a:pt x="281674" y="267587"/>
                  </a:lnTo>
                  <a:lnTo>
                    <a:pt x="289498" y="267587"/>
                  </a:lnTo>
                  <a:lnTo>
                    <a:pt x="297322" y="267587"/>
                  </a:lnTo>
                  <a:lnTo>
                    <a:pt x="305146" y="267587"/>
                  </a:lnTo>
                  <a:lnTo>
                    <a:pt x="312971" y="267587"/>
                  </a:lnTo>
                  <a:lnTo>
                    <a:pt x="320795" y="267587"/>
                  </a:lnTo>
                  <a:lnTo>
                    <a:pt x="328619" y="267587"/>
                  </a:lnTo>
                  <a:lnTo>
                    <a:pt x="336444" y="267587"/>
                  </a:lnTo>
                  <a:lnTo>
                    <a:pt x="344268" y="267587"/>
                  </a:lnTo>
                  <a:lnTo>
                    <a:pt x="352092" y="267587"/>
                  </a:lnTo>
                  <a:lnTo>
                    <a:pt x="359916" y="267587"/>
                  </a:lnTo>
                  <a:lnTo>
                    <a:pt x="367741" y="267587"/>
                  </a:lnTo>
                  <a:lnTo>
                    <a:pt x="375565" y="267587"/>
                  </a:lnTo>
                  <a:lnTo>
                    <a:pt x="383389" y="267587"/>
                  </a:lnTo>
                  <a:lnTo>
                    <a:pt x="391213" y="267587"/>
                  </a:lnTo>
                  <a:lnTo>
                    <a:pt x="399038" y="267587"/>
                  </a:lnTo>
                  <a:lnTo>
                    <a:pt x="406862" y="267587"/>
                  </a:lnTo>
                  <a:lnTo>
                    <a:pt x="414686" y="267587"/>
                  </a:lnTo>
                  <a:lnTo>
                    <a:pt x="422511" y="267587"/>
                  </a:lnTo>
                  <a:lnTo>
                    <a:pt x="430335" y="267587"/>
                  </a:lnTo>
                  <a:lnTo>
                    <a:pt x="438159" y="267587"/>
                  </a:lnTo>
                  <a:lnTo>
                    <a:pt x="445983" y="267587"/>
                  </a:lnTo>
                  <a:lnTo>
                    <a:pt x="453808" y="267587"/>
                  </a:lnTo>
                  <a:lnTo>
                    <a:pt x="461632" y="267587"/>
                  </a:lnTo>
                  <a:lnTo>
                    <a:pt x="469456" y="267587"/>
                  </a:lnTo>
                  <a:lnTo>
                    <a:pt x="477281" y="267587"/>
                  </a:lnTo>
                  <a:lnTo>
                    <a:pt x="485105" y="267587"/>
                  </a:lnTo>
                  <a:lnTo>
                    <a:pt x="492929" y="267587"/>
                  </a:lnTo>
                  <a:lnTo>
                    <a:pt x="500753" y="267587"/>
                  </a:lnTo>
                  <a:lnTo>
                    <a:pt x="508578" y="267587"/>
                  </a:lnTo>
                  <a:lnTo>
                    <a:pt x="516402" y="267587"/>
                  </a:lnTo>
                  <a:lnTo>
                    <a:pt x="524226" y="267587"/>
                  </a:lnTo>
                  <a:lnTo>
                    <a:pt x="532050" y="267587"/>
                  </a:lnTo>
                  <a:lnTo>
                    <a:pt x="539875" y="267587"/>
                  </a:lnTo>
                  <a:lnTo>
                    <a:pt x="547699" y="267587"/>
                  </a:lnTo>
                  <a:lnTo>
                    <a:pt x="555523" y="267587"/>
                  </a:lnTo>
                  <a:lnTo>
                    <a:pt x="563348" y="267587"/>
                  </a:lnTo>
                  <a:lnTo>
                    <a:pt x="571172" y="267587"/>
                  </a:lnTo>
                  <a:lnTo>
                    <a:pt x="578996" y="267587"/>
                  </a:lnTo>
                  <a:lnTo>
                    <a:pt x="586820" y="267587"/>
                  </a:lnTo>
                  <a:lnTo>
                    <a:pt x="594645" y="267587"/>
                  </a:lnTo>
                  <a:lnTo>
                    <a:pt x="602469" y="267587"/>
                  </a:lnTo>
                  <a:lnTo>
                    <a:pt x="610293" y="267587"/>
                  </a:lnTo>
                  <a:lnTo>
                    <a:pt x="618118" y="267587"/>
                  </a:lnTo>
                  <a:lnTo>
                    <a:pt x="625942" y="267587"/>
                  </a:lnTo>
                  <a:lnTo>
                    <a:pt x="633766" y="267587"/>
                  </a:lnTo>
                  <a:lnTo>
                    <a:pt x="641590" y="267587"/>
                  </a:lnTo>
                  <a:lnTo>
                    <a:pt x="649415" y="267587"/>
                  </a:lnTo>
                  <a:lnTo>
                    <a:pt x="657239" y="267587"/>
                  </a:lnTo>
                  <a:lnTo>
                    <a:pt x="665063" y="267587"/>
                  </a:lnTo>
                  <a:lnTo>
                    <a:pt x="672888" y="267587"/>
                  </a:lnTo>
                  <a:lnTo>
                    <a:pt x="680712" y="267587"/>
                  </a:lnTo>
                  <a:lnTo>
                    <a:pt x="688536" y="267587"/>
                  </a:lnTo>
                  <a:lnTo>
                    <a:pt x="696360" y="267587"/>
                  </a:lnTo>
                  <a:lnTo>
                    <a:pt x="704185" y="267587"/>
                  </a:lnTo>
                  <a:lnTo>
                    <a:pt x="712009" y="267587"/>
                  </a:lnTo>
                  <a:lnTo>
                    <a:pt x="719833" y="267587"/>
                  </a:lnTo>
                  <a:lnTo>
                    <a:pt x="727657" y="267587"/>
                  </a:lnTo>
                  <a:lnTo>
                    <a:pt x="735482" y="267587"/>
                  </a:lnTo>
                  <a:lnTo>
                    <a:pt x="743306" y="267587"/>
                  </a:lnTo>
                  <a:lnTo>
                    <a:pt x="751130" y="267587"/>
                  </a:lnTo>
                  <a:lnTo>
                    <a:pt x="758955" y="267587"/>
                  </a:lnTo>
                  <a:lnTo>
                    <a:pt x="766779" y="267587"/>
                  </a:lnTo>
                  <a:lnTo>
                    <a:pt x="774603" y="267587"/>
                  </a:lnTo>
                  <a:lnTo>
                    <a:pt x="782427" y="267587"/>
                  </a:lnTo>
                  <a:lnTo>
                    <a:pt x="790252" y="267587"/>
                  </a:lnTo>
                  <a:lnTo>
                    <a:pt x="798076" y="267587"/>
                  </a:lnTo>
                  <a:lnTo>
                    <a:pt x="805900" y="267587"/>
                  </a:lnTo>
                  <a:lnTo>
                    <a:pt x="813725" y="267587"/>
                  </a:lnTo>
                  <a:lnTo>
                    <a:pt x="821549" y="267587"/>
                  </a:lnTo>
                  <a:lnTo>
                    <a:pt x="829373" y="267587"/>
                  </a:lnTo>
                  <a:lnTo>
                    <a:pt x="837197" y="267587"/>
                  </a:lnTo>
                  <a:lnTo>
                    <a:pt x="845022" y="267587"/>
                  </a:lnTo>
                  <a:lnTo>
                    <a:pt x="852846" y="267587"/>
                  </a:lnTo>
                  <a:lnTo>
                    <a:pt x="860670" y="267587"/>
                  </a:lnTo>
                  <a:lnTo>
                    <a:pt x="868495" y="267587"/>
                  </a:lnTo>
                  <a:lnTo>
                    <a:pt x="876319" y="267587"/>
                  </a:lnTo>
                  <a:lnTo>
                    <a:pt x="884143" y="267587"/>
                  </a:lnTo>
                  <a:lnTo>
                    <a:pt x="891967" y="267587"/>
                  </a:lnTo>
                  <a:lnTo>
                    <a:pt x="899792" y="267587"/>
                  </a:lnTo>
                  <a:lnTo>
                    <a:pt x="907616" y="267587"/>
                  </a:lnTo>
                  <a:lnTo>
                    <a:pt x="915440" y="267587"/>
                  </a:lnTo>
                  <a:lnTo>
                    <a:pt x="923264" y="267587"/>
                  </a:lnTo>
                  <a:lnTo>
                    <a:pt x="931089" y="267587"/>
                  </a:lnTo>
                  <a:lnTo>
                    <a:pt x="938913" y="267587"/>
                  </a:lnTo>
                  <a:lnTo>
                    <a:pt x="946737" y="267587"/>
                  </a:lnTo>
                  <a:lnTo>
                    <a:pt x="954562" y="267587"/>
                  </a:lnTo>
                  <a:lnTo>
                    <a:pt x="962386" y="267587"/>
                  </a:lnTo>
                  <a:lnTo>
                    <a:pt x="970210" y="267587"/>
                  </a:lnTo>
                  <a:lnTo>
                    <a:pt x="978034" y="267587"/>
                  </a:lnTo>
                  <a:lnTo>
                    <a:pt x="985859" y="267587"/>
                  </a:lnTo>
                  <a:lnTo>
                    <a:pt x="993683" y="267587"/>
                  </a:lnTo>
                  <a:lnTo>
                    <a:pt x="1001507" y="267587"/>
                  </a:lnTo>
                  <a:lnTo>
                    <a:pt x="1009332" y="267587"/>
                  </a:lnTo>
                  <a:lnTo>
                    <a:pt x="1017156" y="267587"/>
                  </a:lnTo>
                  <a:lnTo>
                    <a:pt x="1024980" y="267587"/>
                  </a:lnTo>
                  <a:lnTo>
                    <a:pt x="1032804" y="267587"/>
                  </a:lnTo>
                  <a:lnTo>
                    <a:pt x="1040629" y="267587"/>
                  </a:lnTo>
                  <a:lnTo>
                    <a:pt x="1048453" y="267587"/>
                  </a:lnTo>
                  <a:lnTo>
                    <a:pt x="1056277" y="267587"/>
                  </a:lnTo>
                  <a:lnTo>
                    <a:pt x="1064101" y="267587"/>
                  </a:lnTo>
                  <a:lnTo>
                    <a:pt x="1071926" y="267587"/>
                  </a:lnTo>
                  <a:lnTo>
                    <a:pt x="1079750" y="267587"/>
                  </a:lnTo>
                  <a:lnTo>
                    <a:pt x="1087574" y="267587"/>
                  </a:lnTo>
                  <a:lnTo>
                    <a:pt x="1095399" y="267587"/>
                  </a:lnTo>
                  <a:lnTo>
                    <a:pt x="1103223" y="267587"/>
                  </a:lnTo>
                  <a:lnTo>
                    <a:pt x="1111047" y="267587"/>
                  </a:lnTo>
                  <a:lnTo>
                    <a:pt x="1118871" y="267587"/>
                  </a:lnTo>
                  <a:lnTo>
                    <a:pt x="1126696" y="267587"/>
                  </a:lnTo>
                  <a:lnTo>
                    <a:pt x="1134520" y="267587"/>
                  </a:lnTo>
                  <a:lnTo>
                    <a:pt x="1142344" y="267587"/>
                  </a:lnTo>
                  <a:lnTo>
                    <a:pt x="1150169" y="267587"/>
                  </a:lnTo>
                  <a:lnTo>
                    <a:pt x="1157993" y="267587"/>
                  </a:lnTo>
                  <a:lnTo>
                    <a:pt x="1165817" y="267587"/>
                  </a:lnTo>
                  <a:lnTo>
                    <a:pt x="1173641" y="267587"/>
                  </a:lnTo>
                  <a:lnTo>
                    <a:pt x="1181466" y="267587"/>
                  </a:lnTo>
                  <a:lnTo>
                    <a:pt x="1189290" y="267587"/>
                  </a:lnTo>
                  <a:lnTo>
                    <a:pt x="1197114" y="267587"/>
                  </a:lnTo>
                  <a:lnTo>
                    <a:pt x="1204939" y="267587"/>
                  </a:lnTo>
                  <a:lnTo>
                    <a:pt x="1212763" y="267587"/>
                  </a:lnTo>
                  <a:lnTo>
                    <a:pt x="1220587" y="267587"/>
                  </a:lnTo>
                  <a:lnTo>
                    <a:pt x="1228411" y="267587"/>
                  </a:lnTo>
                  <a:lnTo>
                    <a:pt x="1236236" y="267587"/>
                  </a:lnTo>
                  <a:lnTo>
                    <a:pt x="1244060" y="267587"/>
                  </a:lnTo>
                  <a:lnTo>
                    <a:pt x="1251884" y="267587"/>
                  </a:lnTo>
                  <a:lnTo>
                    <a:pt x="1259708" y="267587"/>
                  </a:lnTo>
                  <a:lnTo>
                    <a:pt x="1267533" y="267587"/>
                  </a:lnTo>
                  <a:lnTo>
                    <a:pt x="1275357" y="267587"/>
                  </a:lnTo>
                  <a:lnTo>
                    <a:pt x="1283181" y="267587"/>
                  </a:lnTo>
                  <a:lnTo>
                    <a:pt x="1291006" y="267587"/>
                  </a:lnTo>
                  <a:lnTo>
                    <a:pt x="1298830" y="267587"/>
                  </a:lnTo>
                  <a:lnTo>
                    <a:pt x="1306654" y="267587"/>
                  </a:lnTo>
                  <a:lnTo>
                    <a:pt x="1314478" y="267587"/>
                  </a:lnTo>
                  <a:lnTo>
                    <a:pt x="1322303" y="267587"/>
                  </a:lnTo>
                  <a:lnTo>
                    <a:pt x="1330127" y="267587"/>
                  </a:lnTo>
                  <a:lnTo>
                    <a:pt x="1337951" y="267587"/>
                  </a:lnTo>
                  <a:lnTo>
                    <a:pt x="1345776" y="267587"/>
                  </a:lnTo>
                  <a:lnTo>
                    <a:pt x="1353600" y="267587"/>
                  </a:lnTo>
                  <a:lnTo>
                    <a:pt x="1361424" y="267587"/>
                  </a:lnTo>
                  <a:lnTo>
                    <a:pt x="1369248" y="267587"/>
                  </a:lnTo>
                  <a:lnTo>
                    <a:pt x="1377073" y="267587"/>
                  </a:lnTo>
                  <a:lnTo>
                    <a:pt x="1384897" y="267587"/>
                  </a:lnTo>
                  <a:lnTo>
                    <a:pt x="1392721" y="267587"/>
                  </a:lnTo>
                  <a:lnTo>
                    <a:pt x="1400545" y="267587"/>
                  </a:lnTo>
                  <a:lnTo>
                    <a:pt x="1408370" y="267587"/>
                  </a:lnTo>
                  <a:lnTo>
                    <a:pt x="1416194" y="267587"/>
                  </a:lnTo>
                  <a:lnTo>
                    <a:pt x="1424018" y="267587"/>
                  </a:lnTo>
                  <a:lnTo>
                    <a:pt x="1431843" y="267587"/>
                  </a:lnTo>
                  <a:lnTo>
                    <a:pt x="1439667" y="267587"/>
                  </a:lnTo>
                  <a:lnTo>
                    <a:pt x="1447491" y="267587"/>
                  </a:lnTo>
                  <a:lnTo>
                    <a:pt x="1455315" y="267587"/>
                  </a:lnTo>
                  <a:lnTo>
                    <a:pt x="1463140" y="267587"/>
                  </a:lnTo>
                  <a:lnTo>
                    <a:pt x="1470964" y="267587"/>
                  </a:lnTo>
                  <a:lnTo>
                    <a:pt x="1478788" y="267587"/>
                  </a:lnTo>
                  <a:lnTo>
                    <a:pt x="1486613" y="267587"/>
                  </a:lnTo>
                  <a:lnTo>
                    <a:pt x="1494437" y="267586"/>
                  </a:lnTo>
                  <a:lnTo>
                    <a:pt x="1502261" y="267586"/>
                  </a:lnTo>
                  <a:lnTo>
                    <a:pt x="1510085" y="267586"/>
                  </a:lnTo>
                  <a:lnTo>
                    <a:pt x="1517910" y="267586"/>
                  </a:lnTo>
                  <a:lnTo>
                    <a:pt x="1525734" y="267585"/>
                  </a:lnTo>
                  <a:lnTo>
                    <a:pt x="1533558" y="267585"/>
                  </a:lnTo>
                  <a:lnTo>
                    <a:pt x="1541383" y="267584"/>
                  </a:lnTo>
                  <a:lnTo>
                    <a:pt x="1549207" y="267584"/>
                  </a:lnTo>
                  <a:lnTo>
                    <a:pt x="1557031" y="267583"/>
                  </a:lnTo>
                  <a:lnTo>
                    <a:pt x="1564855" y="267582"/>
                  </a:lnTo>
                  <a:lnTo>
                    <a:pt x="1572680" y="267581"/>
                  </a:lnTo>
                  <a:lnTo>
                    <a:pt x="1580504" y="267579"/>
                  </a:lnTo>
                  <a:lnTo>
                    <a:pt x="1588328" y="267578"/>
                  </a:lnTo>
                  <a:lnTo>
                    <a:pt x="1596152" y="267576"/>
                  </a:lnTo>
                  <a:lnTo>
                    <a:pt x="1603977" y="267573"/>
                  </a:lnTo>
                  <a:lnTo>
                    <a:pt x="1611801" y="267570"/>
                  </a:lnTo>
                  <a:lnTo>
                    <a:pt x="1619625" y="267567"/>
                  </a:lnTo>
                  <a:lnTo>
                    <a:pt x="1627450" y="267563"/>
                  </a:lnTo>
                  <a:lnTo>
                    <a:pt x="1635274" y="267559"/>
                  </a:lnTo>
                  <a:lnTo>
                    <a:pt x="1643098" y="267553"/>
                  </a:lnTo>
                  <a:lnTo>
                    <a:pt x="1650922" y="267547"/>
                  </a:lnTo>
                  <a:lnTo>
                    <a:pt x="1658747" y="267539"/>
                  </a:lnTo>
                  <a:lnTo>
                    <a:pt x="1666571" y="267531"/>
                  </a:lnTo>
                  <a:lnTo>
                    <a:pt x="1674395" y="267521"/>
                  </a:lnTo>
                  <a:lnTo>
                    <a:pt x="1682220" y="267509"/>
                  </a:lnTo>
                  <a:lnTo>
                    <a:pt x="1690044" y="267495"/>
                  </a:lnTo>
                  <a:lnTo>
                    <a:pt x="1697868" y="267479"/>
                  </a:lnTo>
                  <a:lnTo>
                    <a:pt x="1705692" y="267460"/>
                  </a:lnTo>
                  <a:lnTo>
                    <a:pt x="1713517" y="267438"/>
                  </a:lnTo>
                  <a:lnTo>
                    <a:pt x="1721341" y="267413"/>
                  </a:lnTo>
                  <a:lnTo>
                    <a:pt x="1729165" y="267385"/>
                  </a:lnTo>
                  <a:lnTo>
                    <a:pt x="1736990" y="267352"/>
                  </a:lnTo>
                  <a:lnTo>
                    <a:pt x="1744814" y="267313"/>
                  </a:lnTo>
                  <a:lnTo>
                    <a:pt x="1752638" y="267270"/>
                  </a:lnTo>
                  <a:lnTo>
                    <a:pt x="1760462" y="267221"/>
                  </a:lnTo>
                  <a:lnTo>
                    <a:pt x="1768287" y="267164"/>
                  </a:lnTo>
                  <a:lnTo>
                    <a:pt x="1776111" y="267098"/>
                  </a:lnTo>
                  <a:lnTo>
                    <a:pt x="1783935" y="267024"/>
                  </a:lnTo>
                  <a:lnTo>
                    <a:pt x="1791759" y="266942"/>
                  </a:lnTo>
                  <a:lnTo>
                    <a:pt x="1799584" y="266846"/>
                  </a:lnTo>
                  <a:lnTo>
                    <a:pt x="1807408" y="266737"/>
                  </a:lnTo>
                  <a:lnTo>
                    <a:pt x="1815232" y="266616"/>
                  </a:lnTo>
                  <a:lnTo>
                    <a:pt x="1823057" y="266482"/>
                  </a:lnTo>
                  <a:lnTo>
                    <a:pt x="1830881" y="266325"/>
                  </a:lnTo>
                  <a:lnTo>
                    <a:pt x="1838705" y="266150"/>
                  </a:lnTo>
                  <a:lnTo>
                    <a:pt x="1846529" y="265958"/>
                  </a:lnTo>
                  <a:lnTo>
                    <a:pt x="1854354" y="265743"/>
                  </a:lnTo>
                  <a:lnTo>
                    <a:pt x="1862178" y="265497"/>
                  </a:lnTo>
                  <a:lnTo>
                    <a:pt x="1870002" y="265225"/>
                  </a:lnTo>
                  <a:lnTo>
                    <a:pt x="1877827" y="264928"/>
                  </a:lnTo>
                  <a:lnTo>
                    <a:pt x="1885651" y="264594"/>
                  </a:lnTo>
                  <a:lnTo>
                    <a:pt x="1893475" y="264219"/>
                  </a:lnTo>
                  <a:lnTo>
                    <a:pt x="1901299" y="263809"/>
                  </a:lnTo>
                  <a:lnTo>
                    <a:pt x="1909124" y="263363"/>
                  </a:lnTo>
                  <a:lnTo>
                    <a:pt x="1916948" y="262860"/>
                  </a:lnTo>
                  <a:lnTo>
                    <a:pt x="1924772" y="262307"/>
                  </a:lnTo>
                  <a:lnTo>
                    <a:pt x="1932596" y="261706"/>
                  </a:lnTo>
                  <a:lnTo>
                    <a:pt x="1940421" y="261057"/>
                  </a:lnTo>
                  <a:lnTo>
                    <a:pt x="1948245" y="260323"/>
                  </a:lnTo>
                  <a:lnTo>
                    <a:pt x="1956069" y="259530"/>
                  </a:lnTo>
                  <a:lnTo>
                    <a:pt x="1963894" y="258675"/>
                  </a:lnTo>
                  <a:lnTo>
                    <a:pt x="1971718" y="257748"/>
                  </a:lnTo>
                  <a:lnTo>
                    <a:pt x="1979542" y="256720"/>
                  </a:lnTo>
                  <a:lnTo>
                    <a:pt x="1987366" y="255617"/>
                  </a:lnTo>
                  <a:lnTo>
                    <a:pt x="1995191" y="254437"/>
                  </a:lnTo>
                  <a:lnTo>
                    <a:pt x="2003015" y="253152"/>
                  </a:lnTo>
                  <a:lnTo>
                    <a:pt x="2010839" y="251755"/>
                  </a:lnTo>
                  <a:lnTo>
                    <a:pt x="2018664" y="250267"/>
                  </a:lnTo>
                  <a:lnTo>
                    <a:pt x="2026488" y="248685"/>
                  </a:lnTo>
                  <a:lnTo>
                    <a:pt x="2034312" y="246962"/>
                  </a:lnTo>
                  <a:lnTo>
                    <a:pt x="2042136" y="245121"/>
                  </a:lnTo>
                  <a:lnTo>
                    <a:pt x="2049961" y="243172"/>
                  </a:lnTo>
                  <a:lnTo>
                    <a:pt x="2057785" y="241113"/>
                  </a:lnTo>
                  <a:lnTo>
                    <a:pt x="2065609" y="238875"/>
                  </a:lnTo>
                  <a:lnTo>
                    <a:pt x="2073434" y="236519"/>
                  </a:lnTo>
                  <a:lnTo>
                    <a:pt x="2081258" y="234043"/>
                  </a:lnTo>
                  <a:lnTo>
                    <a:pt x="2089082" y="231425"/>
                  </a:lnTo>
                  <a:lnTo>
                    <a:pt x="2096906" y="228629"/>
                  </a:lnTo>
                  <a:lnTo>
                    <a:pt x="2104731" y="225704"/>
                  </a:lnTo>
                  <a:lnTo>
                    <a:pt x="2112555" y="222651"/>
                  </a:lnTo>
                  <a:lnTo>
                    <a:pt x="2120379" y="219428"/>
                  </a:lnTo>
                  <a:lnTo>
                    <a:pt x="2128203" y="216039"/>
                  </a:lnTo>
                  <a:lnTo>
                    <a:pt x="2136028" y="212518"/>
                  </a:lnTo>
                  <a:lnTo>
                    <a:pt x="2143852" y="208866"/>
                  </a:lnTo>
                  <a:lnTo>
                    <a:pt x="2151676" y="205026"/>
                  </a:lnTo>
                  <a:lnTo>
                    <a:pt x="2159501" y="201042"/>
                  </a:lnTo>
                  <a:lnTo>
                    <a:pt x="2167325" y="196931"/>
                  </a:lnTo>
                  <a:lnTo>
                    <a:pt x="2175149" y="192693"/>
                  </a:lnTo>
                  <a:lnTo>
                    <a:pt x="2182973" y="188268"/>
                  </a:lnTo>
                  <a:lnTo>
                    <a:pt x="2190798" y="183728"/>
                  </a:lnTo>
                  <a:lnTo>
                    <a:pt x="2198622" y="179076"/>
                  </a:lnTo>
                  <a:lnTo>
                    <a:pt x="2206446" y="174298"/>
                  </a:lnTo>
                  <a:lnTo>
                    <a:pt x="2214271" y="169378"/>
                  </a:lnTo>
                  <a:lnTo>
                    <a:pt x="2222095" y="164365"/>
                  </a:lnTo>
                  <a:lnTo>
                    <a:pt x="2229919" y="159264"/>
                  </a:lnTo>
                  <a:lnTo>
                    <a:pt x="2237743" y="154056"/>
                  </a:lnTo>
                  <a:lnTo>
                    <a:pt x="2245568" y="148759"/>
                  </a:lnTo>
                  <a:lnTo>
                    <a:pt x="2253392" y="143400"/>
                  </a:lnTo>
                  <a:lnTo>
                    <a:pt x="2261216" y="137985"/>
                  </a:lnTo>
                  <a:lnTo>
                    <a:pt x="2269040" y="132504"/>
                  </a:lnTo>
                  <a:lnTo>
                    <a:pt x="2276865" y="126987"/>
                  </a:lnTo>
                  <a:lnTo>
                    <a:pt x="2284689" y="121447"/>
                  </a:lnTo>
                  <a:lnTo>
                    <a:pt x="2292513" y="115889"/>
                  </a:lnTo>
                  <a:lnTo>
                    <a:pt x="2300338" y="110327"/>
                  </a:lnTo>
                  <a:lnTo>
                    <a:pt x="2308162" y="104777"/>
                  </a:lnTo>
                  <a:lnTo>
                    <a:pt x="2315986" y="99246"/>
                  </a:lnTo>
                  <a:lnTo>
                    <a:pt x="2323810" y="93749"/>
                  </a:lnTo>
                  <a:lnTo>
                    <a:pt x="2331635" y="88312"/>
                  </a:lnTo>
                  <a:lnTo>
                    <a:pt x="2339459" y="82932"/>
                  </a:lnTo>
                  <a:lnTo>
                    <a:pt x="2347283" y="77615"/>
                  </a:lnTo>
                  <a:lnTo>
                    <a:pt x="2355108" y="72396"/>
                  </a:lnTo>
                  <a:lnTo>
                    <a:pt x="2362932" y="67290"/>
                  </a:lnTo>
                  <a:lnTo>
                    <a:pt x="2370756" y="62284"/>
                  </a:lnTo>
                  <a:lnTo>
                    <a:pt x="2378580" y="57383"/>
                  </a:lnTo>
                  <a:lnTo>
                    <a:pt x="2386405" y="52656"/>
                  </a:lnTo>
                  <a:lnTo>
                    <a:pt x="2394229" y="48075"/>
                  </a:lnTo>
                  <a:lnTo>
                    <a:pt x="2402053" y="43633"/>
                  </a:lnTo>
                  <a:lnTo>
                    <a:pt x="2409878" y="39341"/>
                  </a:lnTo>
                  <a:lnTo>
                    <a:pt x="2417702" y="35288"/>
                  </a:lnTo>
                  <a:lnTo>
                    <a:pt x="2425526" y="31402"/>
                  </a:lnTo>
                  <a:lnTo>
                    <a:pt x="2433350" y="27688"/>
                  </a:lnTo>
                  <a:lnTo>
                    <a:pt x="2441175" y="24184"/>
                  </a:lnTo>
                  <a:lnTo>
                    <a:pt x="2448999" y="20938"/>
                  </a:lnTo>
                  <a:lnTo>
                    <a:pt x="2456823" y="17885"/>
                  </a:lnTo>
                  <a:lnTo>
                    <a:pt x="2464647" y="15027"/>
                  </a:lnTo>
                  <a:lnTo>
                    <a:pt x="2472472" y="12437"/>
                  </a:lnTo>
                  <a:lnTo>
                    <a:pt x="2480296" y="10104"/>
                  </a:lnTo>
                  <a:lnTo>
                    <a:pt x="2488120" y="7980"/>
                  </a:lnTo>
                  <a:lnTo>
                    <a:pt x="2495945" y="6068"/>
                  </a:lnTo>
                  <a:lnTo>
                    <a:pt x="2503769" y="4473"/>
                  </a:lnTo>
                  <a:lnTo>
                    <a:pt x="2511593" y="3116"/>
                  </a:lnTo>
                  <a:lnTo>
                    <a:pt x="2519417" y="1978"/>
                  </a:lnTo>
                  <a:lnTo>
                    <a:pt x="2527242" y="1069"/>
                  </a:lnTo>
                  <a:lnTo>
                    <a:pt x="2535066" y="494"/>
                  </a:lnTo>
                  <a:lnTo>
                    <a:pt x="2542890" y="138"/>
                  </a:lnTo>
                  <a:lnTo>
                    <a:pt x="2550715" y="0"/>
                  </a:lnTo>
                  <a:lnTo>
                    <a:pt x="2558539" y="121"/>
                  </a:lnTo>
                  <a:lnTo>
                    <a:pt x="2566363" y="539"/>
                  </a:lnTo>
                  <a:lnTo>
                    <a:pt x="2574187" y="1168"/>
                  </a:lnTo>
                  <a:lnTo>
                    <a:pt x="2582012" y="2008"/>
                  </a:lnTo>
                  <a:lnTo>
                    <a:pt x="2589836" y="3126"/>
                  </a:lnTo>
                  <a:lnTo>
                    <a:pt x="2597660" y="4493"/>
                  </a:lnTo>
                  <a:lnTo>
                    <a:pt x="2605485" y="6058"/>
                  </a:lnTo>
                  <a:lnTo>
                    <a:pt x="2613309" y="7819"/>
                  </a:lnTo>
                  <a:lnTo>
                    <a:pt x="2621133" y="9863"/>
                  </a:lnTo>
                  <a:lnTo>
                    <a:pt x="2628957" y="12104"/>
                  </a:lnTo>
                  <a:lnTo>
                    <a:pt x="2636782" y="14524"/>
                  </a:lnTo>
                  <a:lnTo>
                    <a:pt x="2644606" y="17129"/>
                  </a:lnTo>
                  <a:lnTo>
                    <a:pt x="2652430" y="19985"/>
                  </a:lnTo>
                  <a:lnTo>
                    <a:pt x="2660254" y="22997"/>
                  </a:lnTo>
                  <a:lnTo>
                    <a:pt x="2668079" y="26162"/>
                  </a:lnTo>
                  <a:lnTo>
                    <a:pt x="2675903" y="29503"/>
                  </a:lnTo>
                  <a:lnTo>
                    <a:pt x="2683727" y="33030"/>
                  </a:lnTo>
                  <a:lnTo>
                    <a:pt x="2691552" y="36684"/>
                  </a:lnTo>
                  <a:lnTo>
                    <a:pt x="2699376" y="40460"/>
                  </a:lnTo>
                  <a:lnTo>
                    <a:pt x="2707200" y="44389"/>
                  </a:lnTo>
                  <a:lnTo>
                    <a:pt x="2715024" y="48441"/>
                  </a:lnTo>
                  <a:lnTo>
                    <a:pt x="2722849" y="52587"/>
                  </a:lnTo>
                  <a:lnTo>
                    <a:pt x="2730673" y="56819"/>
                  </a:lnTo>
                  <a:lnTo>
                    <a:pt x="2738497" y="61166"/>
                  </a:lnTo>
                  <a:lnTo>
                    <a:pt x="2746322" y="65581"/>
                  </a:lnTo>
                  <a:lnTo>
                    <a:pt x="2754146" y="70052"/>
                  </a:lnTo>
                  <a:lnTo>
                    <a:pt x="2761970" y="74577"/>
                  </a:lnTo>
                  <a:lnTo>
                    <a:pt x="2769794" y="79158"/>
                  </a:lnTo>
                  <a:lnTo>
                    <a:pt x="2777619" y="83763"/>
                  </a:lnTo>
                  <a:lnTo>
                    <a:pt x="2785443" y="88388"/>
                  </a:lnTo>
                  <a:lnTo>
                    <a:pt x="2793267" y="93027"/>
                  </a:lnTo>
                  <a:lnTo>
                    <a:pt x="2801091" y="97663"/>
                  </a:lnTo>
                  <a:lnTo>
                    <a:pt x="2808916" y="102289"/>
                  </a:lnTo>
                  <a:lnTo>
                    <a:pt x="2816740" y="106898"/>
                  </a:lnTo>
                  <a:lnTo>
                    <a:pt x="2824564" y="111472"/>
                  </a:lnTo>
                  <a:lnTo>
                    <a:pt x="2832389" y="116001"/>
                  </a:lnTo>
                  <a:lnTo>
                    <a:pt x="2840213" y="120487"/>
                  </a:lnTo>
                  <a:lnTo>
                    <a:pt x="2848037" y="124925"/>
                  </a:lnTo>
                  <a:lnTo>
                    <a:pt x="2855861" y="129276"/>
                  </a:lnTo>
                  <a:lnTo>
                    <a:pt x="2863686" y="133557"/>
                  </a:lnTo>
                  <a:lnTo>
                    <a:pt x="2871510" y="137766"/>
                  </a:lnTo>
                  <a:lnTo>
                    <a:pt x="2879334" y="141895"/>
                  </a:lnTo>
                  <a:lnTo>
                    <a:pt x="2887159" y="145902"/>
                  </a:lnTo>
                  <a:lnTo>
                    <a:pt x="2894983" y="149821"/>
                  </a:lnTo>
                  <a:lnTo>
                    <a:pt x="2902807" y="153650"/>
                  </a:lnTo>
                  <a:lnTo>
                    <a:pt x="2910631" y="157363"/>
                  </a:lnTo>
                  <a:lnTo>
                    <a:pt x="2918456" y="160946"/>
                  </a:lnTo>
                  <a:lnTo>
                    <a:pt x="2926280" y="164429"/>
                  </a:lnTo>
                  <a:lnTo>
                    <a:pt x="2934104" y="167810"/>
                  </a:lnTo>
                  <a:lnTo>
                    <a:pt x="2941929" y="171050"/>
                  </a:lnTo>
                  <a:lnTo>
                    <a:pt x="2949753" y="174166"/>
                  </a:lnTo>
                  <a:lnTo>
                    <a:pt x="2957577" y="177178"/>
                  </a:lnTo>
                  <a:lnTo>
                    <a:pt x="2965401" y="180086"/>
                  </a:lnTo>
                  <a:lnTo>
                    <a:pt x="2973226" y="182837"/>
                  </a:lnTo>
                  <a:lnTo>
                    <a:pt x="2981050" y="185482"/>
                  </a:lnTo>
                  <a:lnTo>
                    <a:pt x="2988874" y="188027"/>
                  </a:lnTo>
                  <a:lnTo>
                    <a:pt x="2996698" y="190464"/>
                  </a:lnTo>
                  <a:lnTo>
                    <a:pt x="3004523" y="192761"/>
                  </a:lnTo>
                  <a:lnTo>
                    <a:pt x="3012347" y="194967"/>
                  </a:lnTo>
                  <a:lnTo>
                    <a:pt x="3020171" y="197082"/>
                  </a:lnTo>
                  <a:lnTo>
                    <a:pt x="3027996" y="199090"/>
                  </a:lnTo>
                  <a:lnTo>
                    <a:pt x="3035820" y="200990"/>
                  </a:lnTo>
                  <a:lnTo>
                    <a:pt x="3043644" y="202812"/>
                  </a:lnTo>
                  <a:lnTo>
                    <a:pt x="3051468" y="204560"/>
                  </a:lnTo>
                  <a:lnTo>
                    <a:pt x="3059293" y="206209"/>
                  </a:lnTo>
                  <a:lnTo>
                    <a:pt x="3067117" y="207781"/>
                  </a:lnTo>
                  <a:lnTo>
                    <a:pt x="3074941" y="209292"/>
                  </a:lnTo>
                  <a:lnTo>
                    <a:pt x="3082766" y="210745"/>
                  </a:lnTo>
                  <a:lnTo>
                    <a:pt x="3090590" y="212116"/>
                  </a:lnTo>
                  <a:lnTo>
                    <a:pt x="3098414" y="213437"/>
                  </a:lnTo>
                  <a:lnTo>
                    <a:pt x="3106238" y="214713"/>
                  </a:lnTo>
                  <a:lnTo>
                    <a:pt x="3114063" y="215943"/>
                  </a:lnTo>
                  <a:lnTo>
                    <a:pt x="3121887" y="217118"/>
                  </a:lnTo>
                  <a:lnTo>
                    <a:pt x="3129711" y="218261"/>
                  </a:lnTo>
                  <a:lnTo>
                    <a:pt x="3137536" y="219373"/>
                  </a:lnTo>
                  <a:lnTo>
                    <a:pt x="3145360" y="220450"/>
                  </a:lnTo>
                  <a:lnTo>
                    <a:pt x="3153184" y="221496"/>
                  </a:lnTo>
                  <a:lnTo>
                    <a:pt x="3161008" y="222521"/>
                  </a:lnTo>
                  <a:lnTo>
                    <a:pt x="3168833" y="223526"/>
                  </a:lnTo>
                  <a:lnTo>
                    <a:pt x="3176657" y="224508"/>
                  </a:lnTo>
                  <a:lnTo>
                    <a:pt x="3184481" y="225472"/>
                  </a:lnTo>
                  <a:lnTo>
                    <a:pt x="3192305" y="226424"/>
                  </a:lnTo>
                  <a:lnTo>
                    <a:pt x="3200130" y="227363"/>
                  </a:lnTo>
                  <a:lnTo>
                    <a:pt x="3207954" y="228286"/>
                  </a:lnTo>
                  <a:lnTo>
                    <a:pt x="3215778" y="229199"/>
                  </a:lnTo>
                  <a:lnTo>
                    <a:pt x="3223603" y="230104"/>
                  </a:lnTo>
                  <a:lnTo>
                    <a:pt x="3231427" y="230999"/>
                  </a:lnTo>
                  <a:lnTo>
                    <a:pt x="3239251" y="231883"/>
                  </a:lnTo>
                  <a:lnTo>
                    <a:pt x="3247075" y="232759"/>
                  </a:lnTo>
                  <a:lnTo>
                    <a:pt x="3254900" y="233627"/>
                  </a:lnTo>
                  <a:lnTo>
                    <a:pt x="3262724" y="234485"/>
                  </a:lnTo>
                  <a:lnTo>
                    <a:pt x="3270548" y="235332"/>
                  </a:lnTo>
                  <a:lnTo>
                    <a:pt x="3278373" y="236171"/>
                  </a:lnTo>
                  <a:lnTo>
                    <a:pt x="3286197" y="237000"/>
                  </a:lnTo>
                  <a:lnTo>
                    <a:pt x="3294021" y="237815"/>
                  </a:lnTo>
                  <a:lnTo>
                    <a:pt x="3301845" y="238618"/>
                  </a:lnTo>
                  <a:lnTo>
                    <a:pt x="3309670" y="239409"/>
                  </a:lnTo>
                  <a:lnTo>
                    <a:pt x="3317494" y="240189"/>
                  </a:lnTo>
                  <a:lnTo>
                    <a:pt x="3325318" y="240948"/>
                  </a:lnTo>
                  <a:lnTo>
                    <a:pt x="3333142" y="241693"/>
                  </a:lnTo>
                  <a:lnTo>
                    <a:pt x="3340967" y="242424"/>
                  </a:lnTo>
                  <a:lnTo>
                    <a:pt x="3348791" y="243138"/>
                  </a:lnTo>
                  <a:lnTo>
                    <a:pt x="3356615" y="243829"/>
                  </a:lnTo>
                  <a:lnTo>
                    <a:pt x="3364440" y="244503"/>
                  </a:lnTo>
                  <a:lnTo>
                    <a:pt x="3372264" y="245160"/>
                  </a:lnTo>
                  <a:lnTo>
                    <a:pt x="3380088" y="245795"/>
                  </a:lnTo>
                  <a:lnTo>
                    <a:pt x="3387912" y="246406"/>
                  </a:lnTo>
                  <a:lnTo>
                    <a:pt x="3395737" y="246998"/>
                  </a:lnTo>
                  <a:lnTo>
                    <a:pt x="3403561" y="247571"/>
                  </a:lnTo>
                  <a:lnTo>
                    <a:pt x="3411385" y="248117"/>
                  </a:lnTo>
                  <a:lnTo>
                    <a:pt x="3419210" y="248641"/>
                  </a:lnTo>
                  <a:lnTo>
                    <a:pt x="3427034" y="249145"/>
                  </a:lnTo>
                  <a:lnTo>
                    <a:pt x="3434858" y="249630"/>
                  </a:lnTo>
                  <a:lnTo>
                    <a:pt x="3442682" y="250084"/>
                  </a:lnTo>
                  <a:lnTo>
                    <a:pt x="3450507" y="250518"/>
                  </a:lnTo>
                  <a:lnTo>
                    <a:pt x="3458331" y="250933"/>
                  </a:lnTo>
                  <a:lnTo>
                    <a:pt x="3466155" y="251327"/>
                  </a:lnTo>
                  <a:lnTo>
                    <a:pt x="3473980" y="251694"/>
                  </a:lnTo>
                  <a:lnTo>
                    <a:pt x="3481804" y="252042"/>
                  </a:lnTo>
                  <a:lnTo>
                    <a:pt x="3489628" y="252373"/>
                  </a:lnTo>
                  <a:lnTo>
                    <a:pt x="3497452" y="252681"/>
                  </a:lnTo>
                  <a:lnTo>
                    <a:pt x="3505277" y="252967"/>
                  </a:lnTo>
                  <a:lnTo>
                    <a:pt x="3513101" y="253236"/>
                  </a:lnTo>
                  <a:lnTo>
                    <a:pt x="3520925" y="253489"/>
                  </a:lnTo>
                  <a:lnTo>
                    <a:pt x="3528749" y="253720"/>
                  </a:lnTo>
                  <a:lnTo>
                    <a:pt x="3536574" y="253933"/>
                  </a:lnTo>
                  <a:lnTo>
                    <a:pt x="3544398" y="254131"/>
                  </a:lnTo>
                  <a:lnTo>
                    <a:pt x="3552222" y="254315"/>
                  </a:lnTo>
                  <a:lnTo>
                    <a:pt x="3560047" y="254477"/>
                  </a:lnTo>
                  <a:lnTo>
                    <a:pt x="3567871" y="254625"/>
                  </a:lnTo>
                  <a:lnTo>
                    <a:pt x="3575695" y="254761"/>
                  </a:lnTo>
                  <a:lnTo>
                    <a:pt x="3583519" y="254881"/>
                  </a:lnTo>
                  <a:lnTo>
                    <a:pt x="3591344" y="254985"/>
                  </a:lnTo>
                  <a:lnTo>
                    <a:pt x="3599168" y="255076"/>
                  </a:lnTo>
                  <a:lnTo>
                    <a:pt x="3606992" y="255155"/>
                  </a:lnTo>
                  <a:lnTo>
                    <a:pt x="3614817" y="255219"/>
                  </a:lnTo>
                  <a:lnTo>
                    <a:pt x="3622641" y="255268"/>
                  </a:lnTo>
                  <a:lnTo>
                    <a:pt x="3630465" y="255307"/>
                  </a:lnTo>
                  <a:lnTo>
                    <a:pt x="3638289" y="255335"/>
                  </a:lnTo>
                  <a:lnTo>
                    <a:pt x="3646114" y="255346"/>
                  </a:lnTo>
                  <a:lnTo>
                    <a:pt x="3653938" y="255346"/>
                  </a:lnTo>
                  <a:lnTo>
                    <a:pt x="3661762" y="255336"/>
                  </a:lnTo>
                  <a:lnTo>
                    <a:pt x="3669586" y="255315"/>
                  </a:lnTo>
                  <a:lnTo>
                    <a:pt x="3677411" y="255278"/>
                  </a:lnTo>
                  <a:lnTo>
                    <a:pt x="3685235" y="255231"/>
                  </a:lnTo>
                  <a:lnTo>
                    <a:pt x="3693059" y="255175"/>
                  </a:lnTo>
                  <a:lnTo>
                    <a:pt x="3700884" y="255107"/>
                  </a:lnTo>
                  <a:lnTo>
                    <a:pt x="3708708" y="255027"/>
                  </a:lnTo>
                  <a:lnTo>
                    <a:pt x="3716532" y="254937"/>
                  </a:lnTo>
                  <a:lnTo>
                    <a:pt x="3724356" y="254839"/>
                  </a:lnTo>
                  <a:lnTo>
                    <a:pt x="3732181" y="254730"/>
                  </a:lnTo>
                  <a:lnTo>
                    <a:pt x="3740005" y="254612"/>
                  </a:lnTo>
                  <a:lnTo>
                    <a:pt x="3747829" y="254486"/>
                  </a:lnTo>
                  <a:lnTo>
                    <a:pt x="3755654" y="254354"/>
                  </a:lnTo>
                  <a:lnTo>
                    <a:pt x="3763478" y="254213"/>
                  </a:lnTo>
                  <a:lnTo>
                    <a:pt x="3771302" y="254066"/>
                  </a:lnTo>
                  <a:lnTo>
                    <a:pt x="3779126" y="253915"/>
                  </a:lnTo>
                  <a:lnTo>
                    <a:pt x="3786951" y="253760"/>
                  </a:lnTo>
                  <a:lnTo>
                    <a:pt x="3794775" y="253601"/>
                  </a:lnTo>
                  <a:lnTo>
                    <a:pt x="3802599" y="253440"/>
                  </a:lnTo>
                  <a:lnTo>
                    <a:pt x="3810424" y="253278"/>
                  </a:lnTo>
                  <a:lnTo>
                    <a:pt x="3818248" y="253117"/>
                  </a:lnTo>
                  <a:lnTo>
                    <a:pt x="3826072" y="252958"/>
                  </a:lnTo>
                  <a:lnTo>
                    <a:pt x="3833896" y="252802"/>
                  </a:lnTo>
                  <a:lnTo>
                    <a:pt x="3841721" y="252650"/>
                  </a:lnTo>
                  <a:lnTo>
                    <a:pt x="3849545" y="252503"/>
                  </a:lnTo>
                  <a:lnTo>
                    <a:pt x="3857369" y="252365"/>
                  </a:lnTo>
                  <a:lnTo>
                    <a:pt x="3865193" y="252235"/>
                  </a:lnTo>
                  <a:lnTo>
                    <a:pt x="3873018" y="252113"/>
                  </a:lnTo>
                  <a:lnTo>
                    <a:pt x="3880842" y="252005"/>
                  </a:lnTo>
                  <a:lnTo>
                    <a:pt x="3888666" y="251910"/>
                  </a:lnTo>
                  <a:lnTo>
                    <a:pt x="3896491" y="251826"/>
                  </a:lnTo>
                  <a:lnTo>
                    <a:pt x="3904315" y="251756"/>
                  </a:lnTo>
                  <a:lnTo>
                    <a:pt x="3912139" y="251708"/>
                  </a:lnTo>
                  <a:lnTo>
                    <a:pt x="3919963" y="251674"/>
                  </a:lnTo>
                  <a:lnTo>
                    <a:pt x="3927788" y="251657"/>
                  </a:lnTo>
                  <a:lnTo>
                    <a:pt x="3935612" y="251658"/>
                  </a:lnTo>
                  <a:lnTo>
                    <a:pt x="3943436" y="251684"/>
                  </a:lnTo>
                  <a:lnTo>
                    <a:pt x="3951261" y="251728"/>
                  </a:lnTo>
                  <a:lnTo>
                    <a:pt x="3959085" y="251789"/>
                  </a:lnTo>
                  <a:lnTo>
                    <a:pt x="3966909" y="251875"/>
                  </a:lnTo>
                  <a:lnTo>
                    <a:pt x="3974733" y="251984"/>
                  </a:lnTo>
                  <a:lnTo>
                    <a:pt x="3982558" y="252111"/>
                  </a:lnTo>
                  <a:lnTo>
                    <a:pt x="3990382" y="252257"/>
                  </a:lnTo>
                  <a:lnTo>
                    <a:pt x="3998206" y="252431"/>
                  </a:lnTo>
                  <a:lnTo>
                    <a:pt x="3998206" y="267587"/>
                  </a:lnTo>
                  <a:lnTo>
                    <a:pt x="3990382" y="267587"/>
                  </a:lnTo>
                  <a:lnTo>
                    <a:pt x="3982558" y="267587"/>
                  </a:lnTo>
                  <a:lnTo>
                    <a:pt x="3974733" y="267587"/>
                  </a:lnTo>
                  <a:lnTo>
                    <a:pt x="3966909" y="267587"/>
                  </a:lnTo>
                  <a:lnTo>
                    <a:pt x="3959085" y="267587"/>
                  </a:lnTo>
                  <a:lnTo>
                    <a:pt x="3951261" y="267587"/>
                  </a:lnTo>
                  <a:lnTo>
                    <a:pt x="3943436" y="267587"/>
                  </a:lnTo>
                  <a:lnTo>
                    <a:pt x="3935612" y="267587"/>
                  </a:lnTo>
                  <a:lnTo>
                    <a:pt x="3927788" y="267587"/>
                  </a:lnTo>
                  <a:lnTo>
                    <a:pt x="3919963" y="267587"/>
                  </a:lnTo>
                  <a:lnTo>
                    <a:pt x="3912139" y="267587"/>
                  </a:lnTo>
                  <a:lnTo>
                    <a:pt x="3904315" y="267587"/>
                  </a:lnTo>
                  <a:lnTo>
                    <a:pt x="3896491" y="267587"/>
                  </a:lnTo>
                  <a:lnTo>
                    <a:pt x="3888666" y="267587"/>
                  </a:lnTo>
                  <a:lnTo>
                    <a:pt x="3880842" y="267587"/>
                  </a:lnTo>
                  <a:lnTo>
                    <a:pt x="3873018" y="267587"/>
                  </a:lnTo>
                  <a:lnTo>
                    <a:pt x="3865193" y="267587"/>
                  </a:lnTo>
                  <a:lnTo>
                    <a:pt x="3857369" y="267587"/>
                  </a:lnTo>
                  <a:lnTo>
                    <a:pt x="3849545" y="267587"/>
                  </a:lnTo>
                  <a:lnTo>
                    <a:pt x="3841721" y="267587"/>
                  </a:lnTo>
                  <a:lnTo>
                    <a:pt x="3833896" y="267587"/>
                  </a:lnTo>
                  <a:lnTo>
                    <a:pt x="3826072" y="267587"/>
                  </a:lnTo>
                  <a:lnTo>
                    <a:pt x="3818248" y="267587"/>
                  </a:lnTo>
                  <a:lnTo>
                    <a:pt x="3810424" y="267587"/>
                  </a:lnTo>
                  <a:lnTo>
                    <a:pt x="3802599" y="267587"/>
                  </a:lnTo>
                  <a:lnTo>
                    <a:pt x="3794775" y="267587"/>
                  </a:lnTo>
                  <a:lnTo>
                    <a:pt x="3786951" y="267587"/>
                  </a:lnTo>
                  <a:lnTo>
                    <a:pt x="3779126" y="267587"/>
                  </a:lnTo>
                  <a:lnTo>
                    <a:pt x="3771302" y="267587"/>
                  </a:lnTo>
                  <a:lnTo>
                    <a:pt x="3763478" y="267587"/>
                  </a:lnTo>
                  <a:lnTo>
                    <a:pt x="3755654" y="267587"/>
                  </a:lnTo>
                  <a:lnTo>
                    <a:pt x="3747829" y="267587"/>
                  </a:lnTo>
                  <a:lnTo>
                    <a:pt x="3740005" y="267587"/>
                  </a:lnTo>
                  <a:lnTo>
                    <a:pt x="3732181" y="267587"/>
                  </a:lnTo>
                  <a:lnTo>
                    <a:pt x="3724356" y="267587"/>
                  </a:lnTo>
                  <a:lnTo>
                    <a:pt x="3716532" y="267587"/>
                  </a:lnTo>
                  <a:lnTo>
                    <a:pt x="3708708" y="267587"/>
                  </a:lnTo>
                  <a:lnTo>
                    <a:pt x="3700884" y="267587"/>
                  </a:lnTo>
                  <a:lnTo>
                    <a:pt x="3693059" y="267587"/>
                  </a:lnTo>
                  <a:lnTo>
                    <a:pt x="3685235" y="267587"/>
                  </a:lnTo>
                  <a:lnTo>
                    <a:pt x="3677411" y="267587"/>
                  </a:lnTo>
                  <a:lnTo>
                    <a:pt x="3669586" y="267587"/>
                  </a:lnTo>
                  <a:lnTo>
                    <a:pt x="3661762" y="267587"/>
                  </a:lnTo>
                  <a:lnTo>
                    <a:pt x="3653938" y="267587"/>
                  </a:lnTo>
                  <a:lnTo>
                    <a:pt x="3646114" y="267587"/>
                  </a:lnTo>
                  <a:lnTo>
                    <a:pt x="3638289" y="267587"/>
                  </a:lnTo>
                  <a:lnTo>
                    <a:pt x="3630465" y="267587"/>
                  </a:lnTo>
                  <a:lnTo>
                    <a:pt x="3622641" y="267587"/>
                  </a:lnTo>
                  <a:lnTo>
                    <a:pt x="3614817" y="267587"/>
                  </a:lnTo>
                  <a:lnTo>
                    <a:pt x="3606992" y="267587"/>
                  </a:lnTo>
                  <a:lnTo>
                    <a:pt x="3599168" y="267587"/>
                  </a:lnTo>
                  <a:lnTo>
                    <a:pt x="3591344" y="267587"/>
                  </a:lnTo>
                  <a:lnTo>
                    <a:pt x="3583519" y="267587"/>
                  </a:lnTo>
                  <a:lnTo>
                    <a:pt x="3575695" y="267587"/>
                  </a:lnTo>
                  <a:lnTo>
                    <a:pt x="3567871" y="267587"/>
                  </a:lnTo>
                  <a:lnTo>
                    <a:pt x="3560047" y="267587"/>
                  </a:lnTo>
                  <a:lnTo>
                    <a:pt x="3552222" y="267587"/>
                  </a:lnTo>
                  <a:lnTo>
                    <a:pt x="3544398" y="267587"/>
                  </a:lnTo>
                  <a:lnTo>
                    <a:pt x="3536574" y="267587"/>
                  </a:lnTo>
                  <a:lnTo>
                    <a:pt x="3528749" y="267587"/>
                  </a:lnTo>
                  <a:lnTo>
                    <a:pt x="3520925" y="267587"/>
                  </a:lnTo>
                  <a:lnTo>
                    <a:pt x="3513101" y="267587"/>
                  </a:lnTo>
                  <a:lnTo>
                    <a:pt x="3505277" y="267587"/>
                  </a:lnTo>
                  <a:lnTo>
                    <a:pt x="3497452" y="267587"/>
                  </a:lnTo>
                  <a:lnTo>
                    <a:pt x="3489628" y="267587"/>
                  </a:lnTo>
                  <a:lnTo>
                    <a:pt x="3481804" y="267587"/>
                  </a:lnTo>
                  <a:lnTo>
                    <a:pt x="3473980" y="267587"/>
                  </a:lnTo>
                  <a:lnTo>
                    <a:pt x="3466155" y="267587"/>
                  </a:lnTo>
                  <a:lnTo>
                    <a:pt x="3458331" y="267587"/>
                  </a:lnTo>
                  <a:lnTo>
                    <a:pt x="3450507" y="267587"/>
                  </a:lnTo>
                  <a:lnTo>
                    <a:pt x="3442682" y="267587"/>
                  </a:lnTo>
                  <a:lnTo>
                    <a:pt x="3434858" y="267587"/>
                  </a:lnTo>
                  <a:lnTo>
                    <a:pt x="3427034" y="267587"/>
                  </a:lnTo>
                  <a:lnTo>
                    <a:pt x="3419210" y="267587"/>
                  </a:lnTo>
                  <a:lnTo>
                    <a:pt x="3411385" y="267587"/>
                  </a:lnTo>
                  <a:lnTo>
                    <a:pt x="3403561" y="267587"/>
                  </a:lnTo>
                  <a:lnTo>
                    <a:pt x="3395737" y="267587"/>
                  </a:lnTo>
                  <a:lnTo>
                    <a:pt x="3387912" y="267587"/>
                  </a:lnTo>
                  <a:lnTo>
                    <a:pt x="3380088" y="267587"/>
                  </a:lnTo>
                  <a:lnTo>
                    <a:pt x="3372264" y="267587"/>
                  </a:lnTo>
                  <a:lnTo>
                    <a:pt x="3364440" y="267587"/>
                  </a:lnTo>
                  <a:lnTo>
                    <a:pt x="3356615" y="267587"/>
                  </a:lnTo>
                  <a:lnTo>
                    <a:pt x="3348791" y="267587"/>
                  </a:lnTo>
                  <a:lnTo>
                    <a:pt x="3340967" y="267587"/>
                  </a:lnTo>
                  <a:lnTo>
                    <a:pt x="3333142" y="267587"/>
                  </a:lnTo>
                  <a:lnTo>
                    <a:pt x="3325318" y="267587"/>
                  </a:lnTo>
                  <a:lnTo>
                    <a:pt x="3317494" y="267587"/>
                  </a:lnTo>
                  <a:lnTo>
                    <a:pt x="3309670" y="267587"/>
                  </a:lnTo>
                  <a:lnTo>
                    <a:pt x="3301845" y="267587"/>
                  </a:lnTo>
                  <a:lnTo>
                    <a:pt x="3294021" y="267587"/>
                  </a:lnTo>
                  <a:lnTo>
                    <a:pt x="3286197" y="267587"/>
                  </a:lnTo>
                  <a:lnTo>
                    <a:pt x="3278373" y="267587"/>
                  </a:lnTo>
                  <a:lnTo>
                    <a:pt x="3270548" y="267587"/>
                  </a:lnTo>
                  <a:lnTo>
                    <a:pt x="3262724" y="267587"/>
                  </a:lnTo>
                  <a:lnTo>
                    <a:pt x="3254900" y="267587"/>
                  </a:lnTo>
                  <a:lnTo>
                    <a:pt x="3247075" y="267587"/>
                  </a:lnTo>
                  <a:lnTo>
                    <a:pt x="3239251" y="267587"/>
                  </a:lnTo>
                  <a:lnTo>
                    <a:pt x="3231427" y="267587"/>
                  </a:lnTo>
                  <a:lnTo>
                    <a:pt x="3223603" y="267587"/>
                  </a:lnTo>
                  <a:lnTo>
                    <a:pt x="3215778" y="267587"/>
                  </a:lnTo>
                  <a:lnTo>
                    <a:pt x="3207954" y="267587"/>
                  </a:lnTo>
                  <a:lnTo>
                    <a:pt x="3200130" y="267587"/>
                  </a:lnTo>
                  <a:lnTo>
                    <a:pt x="3192305" y="267587"/>
                  </a:lnTo>
                  <a:lnTo>
                    <a:pt x="3184481" y="267587"/>
                  </a:lnTo>
                  <a:lnTo>
                    <a:pt x="3176657" y="267587"/>
                  </a:lnTo>
                  <a:lnTo>
                    <a:pt x="3168833" y="267587"/>
                  </a:lnTo>
                  <a:lnTo>
                    <a:pt x="3161008" y="267587"/>
                  </a:lnTo>
                  <a:lnTo>
                    <a:pt x="3153184" y="267587"/>
                  </a:lnTo>
                  <a:lnTo>
                    <a:pt x="3145360" y="267587"/>
                  </a:lnTo>
                  <a:lnTo>
                    <a:pt x="3137536" y="267587"/>
                  </a:lnTo>
                  <a:lnTo>
                    <a:pt x="3129711" y="267587"/>
                  </a:lnTo>
                  <a:lnTo>
                    <a:pt x="3121887" y="267587"/>
                  </a:lnTo>
                  <a:lnTo>
                    <a:pt x="3114063" y="267587"/>
                  </a:lnTo>
                  <a:lnTo>
                    <a:pt x="3106238" y="267587"/>
                  </a:lnTo>
                  <a:lnTo>
                    <a:pt x="3098414" y="267587"/>
                  </a:lnTo>
                  <a:lnTo>
                    <a:pt x="3090590" y="267587"/>
                  </a:lnTo>
                  <a:lnTo>
                    <a:pt x="3082766" y="267587"/>
                  </a:lnTo>
                  <a:lnTo>
                    <a:pt x="3074941" y="267587"/>
                  </a:lnTo>
                  <a:lnTo>
                    <a:pt x="3067117" y="267587"/>
                  </a:lnTo>
                  <a:lnTo>
                    <a:pt x="3059293" y="267587"/>
                  </a:lnTo>
                  <a:lnTo>
                    <a:pt x="3051468" y="267587"/>
                  </a:lnTo>
                  <a:lnTo>
                    <a:pt x="3043644" y="267587"/>
                  </a:lnTo>
                  <a:lnTo>
                    <a:pt x="3035820" y="267587"/>
                  </a:lnTo>
                  <a:lnTo>
                    <a:pt x="3027996" y="267587"/>
                  </a:lnTo>
                  <a:lnTo>
                    <a:pt x="3020171" y="267587"/>
                  </a:lnTo>
                  <a:lnTo>
                    <a:pt x="3012347" y="267587"/>
                  </a:lnTo>
                  <a:lnTo>
                    <a:pt x="3004523" y="267587"/>
                  </a:lnTo>
                  <a:lnTo>
                    <a:pt x="2996698" y="267587"/>
                  </a:lnTo>
                  <a:lnTo>
                    <a:pt x="2988874" y="267587"/>
                  </a:lnTo>
                  <a:lnTo>
                    <a:pt x="2981050" y="267587"/>
                  </a:lnTo>
                  <a:lnTo>
                    <a:pt x="2973226" y="267587"/>
                  </a:lnTo>
                  <a:lnTo>
                    <a:pt x="2965401" y="267587"/>
                  </a:lnTo>
                  <a:lnTo>
                    <a:pt x="2957577" y="267587"/>
                  </a:lnTo>
                  <a:lnTo>
                    <a:pt x="2949753" y="267587"/>
                  </a:lnTo>
                  <a:lnTo>
                    <a:pt x="2941929" y="267587"/>
                  </a:lnTo>
                  <a:lnTo>
                    <a:pt x="2934104" y="267587"/>
                  </a:lnTo>
                  <a:lnTo>
                    <a:pt x="2926280" y="267587"/>
                  </a:lnTo>
                  <a:lnTo>
                    <a:pt x="2918456" y="267587"/>
                  </a:lnTo>
                  <a:lnTo>
                    <a:pt x="2910631" y="267587"/>
                  </a:lnTo>
                  <a:lnTo>
                    <a:pt x="2902807" y="267587"/>
                  </a:lnTo>
                  <a:lnTo>
                    <a:pt x="2894983" y="267587"/>
                  </a:lnTo>
                  <a:lnTo>
                    <a:pt x="2887159" y="267587"/>
                  </a:lnTo>
                  <a:lnTo>
                    <a:pt x="2879334" y="267587"/>
                  </a:lnTo>
                  <a:lnTo>
                    <a:pt x="2871510" y="267587"/>
                  </a:lnTo>
                  <a:lnTo>
                    <a:pt x="2863686" y="267587"/>
                  </a:lnTo>
                  <a:lnTo>
                    <a:pt x="2855861" y="267587"/>
                  </a:lnTo>
                  <a:lnTo>
                    <a:pt x="2848037" y="267587"/>
                  </a:lnTo>
                  <a:lnTo>
                    <a:pt x="2840213" y="267587"/>
                  </a:lnTo>
                  <a:lnTo>
                    <a:pt x="2832389" y="267587"/>
                  </a:lnTo>
                  <a:lnTo>
                    <a:pt x="2824564" y="267587"/>
                  </a:lnTo>
                  <a:lnTo>
                    <a:pt x="2816740" y="267587"/>
                  </a:lnTo>
                  <a:lnTo>
                    <a:pt x="2808916" y="267587"/>
                  </a:lnTo>
                  <a:lnTo>
                    <a:pt x="2801091" y="267587"/>
                  </a:lnTo>
                  <a:lnTo>
                    <a:pt x="2793267" y="267587"/>
                  </a:lnTo>
                  <a:lnTo>
                    <a:pt x="2785443" y="267587"/>
                  </a:lnTo>
                  <a:lnTo>
                    <a:pt x="2777619" y="267587"/>
                  </a:lnTo>
                  <a:lnTo>
                    <a:pt x="2769794" y="267587"/>
                  </a:lnTo>
                  <a:lnTo>
                    <a:pt x="2761970" y="267587"/>
                  </a:lnTo>
                  <a:lnTo>
                    <a:pt x="2754146" y="267587"/>
                  </a:lnTo>
                  <a:lnTo>
                    <a:pt x="2746322" y="267587"/>
                  </a:lnTo>
                  <a:lnTo>
                    <a:pt x="2738497" y="267587"/>
                  </a:lnTo>
                  <a:lnTo>
                    <a:pt x="2730673" y="267587"/>
                  </a:lnTo>
                  <a:lnTo>
                    <a:pt x="2722849" y="267587"/>
                  </a:lnTo>
                  <a:lnTo>
                    <a:pt x="2715024" y="267587"/>
                  </a:lnTo>
                  <a:lnTo>
                    <a:pt x="2707200" y="267587"/>
                  </a:lnTo>
                  <a:lnTo>
                    <a:pt x="2699376" y="267587"/>
                  </a:lnTo>
                  <a:lnTo>
                    <a:pt x="2691552" y="267587"/>
                  </a:lnTo>
                  <a:lnTo>
                    <a:pt x="2683727" y="267587"/>
                  </a:lnTo>
                  <a:lnTo>
                    <a:pt x="2675903" y="267587"/>
                  </a:lnTo>
                  <a:lnTo>
                    <a:pt x="2668079" y="267587"/>
                  </a:lnTo>
                  <a:lnTo>
                    <a:pt x="2660254" y="267587"/>
                  </a:lnTo>
                  <a:lnTo>
                    <a:pt x="2652430" y="267587"/>
                  </a:lnTo>
                  <a:lnTo>
                    <a:pt x="2644606" y="267587"/>
                  </a:lnTo>
                  <a:lnTo>
                    <a:pt x="2636782" y="267587"/>
                  </a:lnTo>
                  <a:lnTo>
                    <a:pt x="2628957" y="267587"/>
                  </a:lnTo>
                  <a:lnTo>
                    <a:pt x="2621133" y="267587"/>
                  </a:lnTo>
                  <a:lnTo>
                    <a:pt x="2613309" y="267587"/>
                  </a:lnTo>
                  <a:lnTo>
                    <a:pt x="2605485" y="267587"/>
                  </a:lnTo>
                  <a:lnTo>
                    <a:pt x="2597660" y="267587"/>
                  </a:lnTo>
                  <a:lnTo>
                    <a:pt x="2589836" y="267587"/>
                  </a:lnTo>
                  <a:lnTo>
                    <a:pt x="2582012" y="267587"/>
                  </a:lnTo>
                  <a:lnTo>
                    <a:pt x="2574187" y="267587"/>
                  </a:lnTo>
                  <a:lnTo>
                    <a:pt x="2566363" y="267587"/>
                  </a:lnTo>
                  <a:lnTo>
                    <a:pt x="2558539" y="267587"/>
                  </a:lnTo>
                  <a:lnTo>
                    <a:pt x="2550715" y="267587"/>
                  </a:lnTo>
                  <a:lnTo>
                    <a:pt x="2542890" y="267587"/>
                  </a:lnTo>
                  <a:lnTo>
                    <a:pt x="2535066" y="267587"/>
                  </a:lnTo>
                  <a:lnTo>
                    <a:pt x="2527242" y="267587"/>
                  </a:lnTo>
                  <a:lnTo>
                    <a:pt x="2519417" y="267587"/>
                  </a:lnTo>
                  <a:lnTo>
                    <a:pt x="2511593" y="267587"/>
                  </a:lnTo>
                  <a:lnTo>
                    <a:pt x="2503769" y="267587"/>
                  </a:lnTo>
                  <a:lnTo>
                    <a:pt x="2495945" y="267587"/>
                  </a:lnTo>
                  <a:lnTo>
                    <a:pt x="2488120" y="267587"/>
                  </a:lnTo>
                  <a:lnTo>
                    <a:pt x="2480296" y="267587"/>
                  </a:lnTo>
                  <a:lnTo>
                    <a:pt x="2472472" y="267587"/>
                  </a:lnTo>
                  <a:lnTo>
                    <a:pt x="2464647" y="267587"/>
                  </a:lnTo>
                  <a:lnTo>
                    <a:pt x="2456823" y="267587"/>
                  </a:lnTo>
                  <a:lnTo>
                    <a:pt x="2448999" y="267587"/>
                  </a:lnTo>
                  <a:lnTo>
                    <a:pt x="2441175" y="267587"/>
                  </a:lnTo>
                  <a:lnTo>
                    <a:pt x="2433350" y="267587"/>
                  </a:lnTo>
                  <a:lnTo>
                    <a:pt x="2425526" y="267587"/>
                  </a:lnTo>
                  <a:lnTo>
                    <a:pt x="2417702" y="267587"/>
                  </a:lnTo>
                  <a:lnTo>
                    <a:pt x="2409878" y="267587"/>
                  </a:lnTo>
                  <a:lnTo>
                    <a:pt x="2402053" y="267587"/>
                  </a:lnTo>
                  <a:lnTo>
                    <a:pt x="2394229" y="267587"/>
                  </a:lnTo>
                  <a:lnTo>
                    <a:pt x="2386405" y="267587"/>
                  </a:lnTo>
                  <a:lnTo>
                    <a:pt x="2378580" y="267587"/>
                  </a:lnTo>
                  <a:lnTo>
                    <a:pt x="2370756" y="267587"/>
                  </a:lnTo>
                  <a:lnTo>
                    <a:pt x="2362932" y="267587"/>
                  </a:lnTo>
                  <a:lnTo>
                    <a:pt x="2355108" y="267587"/>
                  </a:lnTo>
                  <a:lnTo>
                    <a:pt x="2347283" y="267587"/>
                  </a:lnTo>
                  <a:lnTo>
                    <a:pt x="2339459" y="267587"/>
                  </a:lnTo>
                  <a:lnTo>
                    <a:pt x="2331635" y="267587"/>
                  </a:lnTo>
                  <a:lnTo>
                    <a:pt x="2323810" y="267587"/>
                  </a:lnTo>
                  <a:lnTo>
                    <a:pt x="2315986" y="267587"/>
                  </a:lnTo>
                  <a:lnTo>
                    <a:pt x="2308162" y="267587"/>
                  </a:lnTo>
                  <a:lnTo>
                    <a:pt x="2300338" y="267587"/>
                  </a:lnTo>
                  <a:lnTo>
                    <a:pt x="2292513" y="267587"/>
                  </a:lnTo>
                  <a:lnTo>
                    <a:pt x="2284689" y="267587"/>
                  </a:lnTo>
                  <a:lnTo>
                    <a:pt x="2276865" y="267587"/>
                  </a:lnTo>
                  <a:lnTo>
                    <a:pt x="2269040" y="267587"/>
                  </a:lnTo>
                  <a:lnTo>
                    <a:pt x="2261216" y="267587"/>
                  </a:lnTo>
                  <a:lnTo>
                    <a:pt x="2253392" y="267587"/>
                  </a:lnTo>
                  <a:lnTo>
                    <a:pt x="2245568" y="267587"/>
                  </a:lnTo>
                  <a:lnTo>
                    <a:pt x="2237743" y="267587"/>
                  </a:lnTo>
                  <a:lnTo>
                    <a:pt x="2229919" y="267587"/>
                  </a:lnTo>
                  <a:lnTo>
                    <a:pt x="2222095" y="267587"/>
                  </a:lnTo>
                  <a:lnTo>
                    <a:pt x="2214271" y="267587"/>
                  </a:lnTo>
                  <a:lnTo>
                    <a:pt x="2206446" y="267587"/>
                  </a:lnTo>
                  <a:lnTo>
                    <a:pt x="2198622" y="267587"/>
                  </a:lnTo>
                  <a:lnTo>
                    <a:pt x="2190798" y="267587"/>
                  </a:lnTo>
                  <a:lnTo>
                    <a:pt x="2182973" y="267587"/>
                  </a:lnTo>
                  <a:lnTo>
                    <a:pt x="2175149" y="267587"/>
                  </a:lnTo>
                  <a:lnTo>
                    <a:pt x="2167325" y="267587"/>
                  </a:lnTo>
                  <a:lnTo>
                    <a:pt x="2159501" y="267587"/>
                  </a:lnTo>
                  <a:lnTo>
                    <a:pt x="2151676" y="267587"/>
                  </a:lnTo>
                  <a:lnTo>
                    <a:pt x="2143852" y="267587"/>
                  </a:lnTo>
                  <a:lnTo>
                    <a:pt x="2136028" y="267587"/>
                  </a:lnTo>
                  <a:lnTo>
                    <a:pt x="2128203" y="267587"/>
                  </a:lnTo>
                  <a:lnTo>
                    <a:pt x="2120379" y="267587"/>
                  </a:lnTo>
                  <a:lnTo>
                    <a:pt x="2112555" y="267587"/>
                  </a:lnTo>
                  <a:lnTo>
                    <a:pt x="2104731" y="267587"/>
                  </a:lnTo>
                  <a:lnTo>
                    <a:pt x="2096906" y="267587"/>
                  </a:lnTo>
                  <a:lnTo>
                    <a:pt x="2089082" y="267587"/>
                  </a:lnTo>
                  <a:lnTo>
                    <a:pt x="2081258" y="267587"/>
                  </a:lnTo>
                  <a:lnTo>
                    <a:pt x="2073434" y="267587"/>
                  </a:lnTo>
                  <a:lnTo>
                    <a:pt x="2065609" y="267587"/>
                  </a:lnTo>
                  <a:lnTo>
                    <a:pt x="2057785" y="267587"/>
                  </a:lnTo>
                  <a:lnTo>
                    <a:pt x="2049961" y="267587"/>
                  </a:lnTo>
                  <a:lnTo>
                    <a:pt x="2042136" y="267587"/>
                  </a:lnTo>
                  <a:lnTo>
                    <a:pt x="2034312" y="267587"/>
                  </a:lnTo>
                  <a:lnTo>
                    <a:pt x="2026488" y="267587"/>
                  </a:lnTo>
                  <a:lnTo>
                    <a:pt x="2018664" y="267587"/>
                  </a:lnTo>
                  <a:lnTo>
                    <a:pt x="2010839" y="267587"/>
                  </a:lnTo>
                  <a:lnTo>
                    <a:pt x="2003015" y="267587"/>
                  </a:lnTo>
                  <a:lnTo>
                    <a:pt x="1995191" y="267587"/>
                  </a:lnTo>
                  <a:lnTo>
                    <a:pt x="1987366" y="267587"/>
                  </a:lnTo>
                  <a:lnTo>
                    <a:pt x="1979542" y="267587"/>
                  </a:lnTo>
                  <a:lnTo>
                    <a:pt x="1971718" y="267587"/>
                  </a:lnTo>
                  <a:lnTo>
                    <a:pt x="1963894" y="267587"/>
                  </a:lnTo>
                  <a:lnTo>
                    <a:pt x="1956069" y="267587"/>
                  </a:lnTo>
                  <a:lnTo>
                    <a:pt x="1948245" y="267587"/>
                  </a:lnTo>
                  <a:lnTo>
                    <a:pt x="1940421" y="267587"/>
                  </a:lnTo>
                  <a:lnTo>
                    <a:pt x="1932596" y="267587"/>
                  </a:lnTo>
                  <a:lnTo>
                    <a:pt x="1924772" y="267587"/>
                  </a:lnTo>
                  <a:lnTo>
                    <a:pt x="1916948" y="267587"/>
                  </a:lnTo>
                  <a:lnTo>
                    <a:pt x="1909124" y="267587"/>
                  </a:lnTo>
                  <a:lnTo>
                    <a:pt x="1901299" y="267587"/>
                  </a:lnTo>
                  <a:lnTo>
                    <a:pt x="1893475" y="267587"/>
                  </a:lnTo>
                  <a:lnTo>
                    <a:pt x="1885651" y="267587"/>
                  </a:lnTo>
                  <a:lnTo>
                    <a:pt x="1877827" y="267587"/>
                  </a:lnTo>
                  <a:lnTo>
                    <a:pt x="1870002" y="267587"/>
                  </a:lnTo>
                  <a:lnTo>
                    <a:pt x="1862178" y="267587"/>
                  </a:lnTo>
                  <a:lnTo>
                    <a:pt x="1854354" y="267587"/>
                  </a:lnTo>
                  <a:lnTo>
                    <a:pt x="1846529" y="267587"/>
                  </a:lnTo>
                  <a:lnTo>
                    <a:pt x="1838705" y="267587"/>
                  </a:lnTo>
                  <a:lnTo>
                    <a:pt x="1830881" y="267587"/>
                  </a:lnTo>
                  <a:lnTo>
                    <a:pt x="1823057" y="267587"/>
                  </a:lnTo>
                  <a:lnTo>
                    <a:pt x="1815232" y="267587"/>
                  </a:lnTo>
                  <a:lnTo>
                    <a:pt x="1807408" y="267587"/>
                  </a:lnTo>
                  <a:lnTo>
                    <a:pt x="1799584" y="267587"/>
                  </a:lnTo>
                  <a:lnTo>
                    <a:pt x="1791759" y="267587"/>
                  </a:lnTo>
                  <a:lnTo>
                    <a:pt x="1783935" y="267587"/>
                  </a:lnTo>
                  <a:lnTo>
                    <a:pt x="1776111" y="267587"/>
                  </a:lnTo>
                  <a:lnTo>
                    <a:pt x="1768287" y="267587"/>
                  </a:lnTo>
                  <a:lnTo>
                    <a:pt x="1760462" y="267587"/>
                  </a:lnTo>
                  <a:lnTo>
                    <a:pt x="1752638" y="267587"/>
                  </a:lnTo>
                  <a:lnTo>
                    <a:pt x="1744814" y="267587"/>
                  </a:lnTo>
                  <a:lnTo>
                    <a:pt x="1736990" y="267587"/>
                  </a:lnTo>
                  <a:lnTo>
                    <a:pt x="1729165" y="267587"/>
                  </a:lnTo>
                  <a:lnTo>
                    <a:pt x="1721341" y="267587"/>
                  </a:lnTo>
                  <a:lnTo>
                    <a:pt x="1713517" y="267587"/>
                  </a:lnTo>
                  <a:lnTo>
                    <a:pt x="1705692" y="267587"/>
                  </a:lnTo>
                  <a:lnTo>
                    <a:pt x="1697868" y="267587"/>
                  </a:lnTo>
                  <a:lnTo>
                    <a:pt x="1690044" y="267587"/>
                  </a:lnTo>
                  <a:lnTo>
                    <a:pt x="1682220" y="267587"/>
                  </a:lnTo>
                  <a:lnTo>
                    <a:pt x="1674395" y="267587"/>
                  </a:lnTo>
                  <a:lnTo>
                    <a:pt x="1666571" y="267587"/>
                  </a:lnTo>
                  <a:lnTo>
                    <a:pt x="1658747" y="267587"/>
                  </a:lnTo>
                  <a:lnTo>
                    <a:pt x="1650922" y="267587"/>
                  </a:lnTo>
                  <a:lnTo>
                    <a:pt x="1643098" y="267587"/>
                  </a:lnTo>
                  <a:lnTo>
                    <a:pt x="1635274" y="267587"/>
                  </a:lnTo>
                  <a:lnTo>
                    <a:pt x="1627450" y="267587"/>
                  </a:lnTo>
                  <a:lnTo>
                    <a:pt x="1619625" y="267587"/>
                  </a:lnTo>
                  <a:lnTo>
                    <a:pt x="1611801" y="267587"/>
                  </a:lnTo>
                  <a:lnTo>
                    <a:pt x="1603977" y="267587"/>
                  </a:lnTo>
                  <a:lnTo>
                    <a:pt x="1596152" y="267587"/>
                  </a:lnTo>
                  <a:lnTo>
                    <a:pt x="1588328" y="267587"/>
                  </a:lnTo>
                  <a:lnTo>
                    <a:pt x="1580504" y="267587"/>
                  </a:lnTo>
                  <a:lnTo>
                    <a:pt x="1572680" y="267587"/>
                  </a:lnTo>
                  <a:lnTo>
                    <a:pt x="1564855" y="267587"/>
                  </a:lnTo>
                  <a:lnTo>
                    <a:pt x="1557031" y="267587"/>
                  </a:lnTo>
                  <a:lnTo>
                    <a:pt x="1549207" y="267587"/>
                  </a:lnTo>
                  <a:lnTo>
                    <a:pt x="1541383" y="267587"/>
                  </a:lnTo>
                  <a:lnTo>
                    <a:pt x="1533558" y="267587"/>
                  </a:lnTo>
                  <a:lnTo>
                    <a:pt x="1525734" y="267587"/>
                  </a:lnTo>
                  <a:lnTo>
                    <a:pt x="1517910" y="267587"/>
                  </a:lnTo>
                  <a:lnTo>
                    <a:pt x="1510085" y="267587"/>
                  </a:lnTo>
                  <a:lnTo>
                    <a:pt x="1502261" y="267587"/>
                  </a:lnTo>
                  <a:lnTo>
                    <a:pt x="1494437" y="267587"/>
                  </a:lnTo>
                  <a:lnTo>
                    <a:pt x="1486613" y="267587"/>
                  </a:lnTo>
                  <a:lnTo>
                    <a:pt x="1478788" y="267587"/>
                  </a:lnTo>
                  <a:lnTo>
                    <a:pt x="1470964" y="267587"/>
                  </a:lnTo>
                  <a:lnTo>
                    <a:pt x="1463140" y="267587"/>
                  </a:lnTo>
                  <a:lnTo>
                    <a:pt x="1455315" y="267587"/>
                  </a:lnTo>
                  <a:lnTo>
                    <a:pt x="1447491" y="267587"/>
                  </a:lnTo>
                  <a:lnTo>
                    <a:pt x="1439667" y="267587"/>
                  </a:lnTo>
                  <a:lnTo>
                    <a:pt x="1431843" y="267587"/>
                  </a:lnTo>
                  <a:lnTo>
                    <a:pt x="1424018" y="267587"/>
                  </a:lnTo>
                  <a:lnTo>
                    <a:pt x="1416194" y="267587"/>
                  </a:lnTo>
                  <a:lnTo>
                    <a:pt x="1408370" y="267587"/>
                  </a:lnTo>
                  <a:lnTo>
                    <a:pt x="1400545" y="267587"/>
                  </a:lnTo>
                  <a:lnTo>
                    <a:pt x="1392721" y="267587"/>
                  </a:lnTo>
                  <a:lnTo>
                    <a:pt x="1384897" y="267587"/>
                  </a:lnTo>
                  <a:lnTo>
                    <a:pt x="1377073" y="267587"/>
                  </a:lnTo>
                  <a:lnTo>
                    <a:pt x="1369248" y="267587"/>
                  </a:lnTo>
                  <a:lnTo>
                    <a:pt x="1361424" y="267587"/>
                  </a:lnTo>
                  <a:lnTo>
                    <a:pt x="1353600" y="267587"/>
                  </a:lnTo>
                  <a:lnTo>
                    <a:pt x="1345776" y="267587"/>
                  </a:lnTo>
                  <a:lnTo>
                    <a:pt x="1337951" y="267587"/>
                  </a:lnTo>
                  <a:lnTo>
                    <a:pt x="1330127" y="267587"/>
                  </a:lnTo>
                  <a:lnTo>
                    <a:pt x="1322303" y="267587"/>
                  </a:lnTo>
                  <a:lnTo>
                    <a:pt x="1314478" y="267587"/>
                  </a:lnTo>
                  <a:lnTo>
                    <a:pt x="1306654" y="267587"/>
                  </a:lnTo>
                  <a:lnTo>
                    <a:pt x="1298830" y="267587"/>
                  </a:lnTo>
                  <a:lnTo>
                    <a:pt x="1291006" y="267587"/>
                  </a:lnTo>
                  <a:lnTo>
                    <a:pt x="1283181" y="267587"/>
                  </a:lnTo>
                  <a:lnTo>
                    <a:pt x="1275357" y="267587"/>
                  </a:lnTo>
                  <a:lnTo>
                    <a:pt x="1267533" y="267587"/>
                  </a:lnTo>
                  <a:lnTo>
                    <a:pt x="1259708" y="267587"/>
                  </a:lnTo>
                  <a:lnTo>
                    <a:pt x="1251884" y="267587"/>
                  </a:lnTo>
                  <a:lnTo>
                    <a:pt x="1244060" y="267587"/>
                  </a:lnTo>
                  <a:lnTo>
                    <a:pt x="1236236" y="267587"/>
                  </a:lnTo>
                  <a:lnTo>
                    <a:pt x="1228411" y="267587"/>
                  </a:lnTo>
                  <a:lnTo>
                    <a:pt x="1220587" y="267587"/>
                  </a:lnTo>
                  <a:lnTo>
                    <a:pt x="1212763" y="267587"/>
                  </a:lnTo>
                  <a:lnTo>
                    <a:pt x="1204939" y="267587"/>
                  </a:lnTo>
                  <a:lnTo>
                    <a:pt x="1197114" y="267587"/>
                  </a:lnTo>
                  <a:lnTo>
                    <a:pt x="1189290" y="267587"/>
                  </a:lnTo>
                  <a:lnTo>
                    <a:pt x="1181466" y="267587"/>
                  </a:lnTo>
                  <a:lnTo>
                    <a:pt x="1173641" y="267587"/>
                  </a:lnTo>
                  <a:lnTo>
                    <a:pt x="1165817" y="267587"/>
                  </a:lnTo>
                  <a:lnTo>
                    <a:pt x="1157993" y="267587"/>
                  </a:lnTo>
                  <a:lnTo>
                    <a:pt x="1150169" y="267587"/>
                  </a:lnTo>
                  <a:lnTo>
                    <a:pt x="1142344" y="267587"/>
                  </a:lnTo>
                  <a:lnTo>
                    <a:pt x="1134520" y="267587"/>
                  </a:lnTo>
                  <a:lnTo>
                    <a:pt x="1126696" y="267587"/>
                  </a:lnTo>
                  <a:lnTo>
                    <a:pt x="1118871" y="267587"/>
                  </a:lnTo>
                  <a:lnTo>
                    <a:pt x="1111047" y="267587"/>
                  </a:lnTo>
                  <a:lnTo>
                    <a:pt x="1103223" y="267587"/>
                  </a:lnTo>
                  <a:lnTo>
                    <a:pt x="1095399" y="267587"/>
                  </a:lnTo>
                  <a:lnTo>
                    <a:pt x="1087574" y="267587"/>
                  </a:lnTo>
                  <a:lnTo>
                    <a:pt x="1079750" y="267587"/>
                  </a:lnTo>
                  <a:lnTo>
                    <a:pt x="1071926" y="267587"/>
                  </a:lnTo>
                  <a:lnTo>
                    <a:pt x="1064101" y="267587"/>
                  </a:lnTo>
                  <a:lnTo>
                    <a:pt x="1056277" y="267587"/>
                  </a:lnTo>
                  <a:lnTo>
                    <a:pt x="1048453" y="267587"/>
                  </a:lnTo>
                  <a:lnTo>
                    <a:pt x="1040629" y="267587"/>
                  </a:lnTo>
                  <a:lnTo>
                    <a:pt x="1032804" y="267587"/>
                  </a:lnTo>
                  <a:lnTo>
                    <a:pt x="1024980" y="267587"/>
                  </a:lnTo>
                  <a:lnTo>
                    <a:pt x="1017156" y="267587"/>
                  </a:lnTo>
                  <a:lnTo>
                    <a:pt x="1009332" y="267587"/>
                  </a:lnTo>
                  <a:lnTo>
                    <a:pt x="1001507" y="267587"/>
                  </a:lnTo>
                  <a:lnTo>
                    <a:pt x="993683" y="267587"/>
                  </a:lnTo>
                  <a:lnTo>
                    <a:pt x="985859" y="267587"/>
                  </a:lnTo>
                  <a:lnTo>
                    <a:pt x="978034" y="267587"/>
                  </a:lnTo>
                  <a:lnTo>
                    <a:pt x="970210" y="267587"/>
                  </a:lnTo>
                  <a:lnTo>
                    <a:pt x="962386" y="267587"/>
                  </a:lnTo>
                  <a:lnTo>
                    <a:pt x="954562" y="267587"/>
                  </a:lnTo>
                  <a:lnTo>
                    <a:pt x="946737" y="267587"/>
                  </a:lnTo>
                  <a:lnTo>
                    <a:pt x="938913" y="267587"/>
                  </a:lnTo>
                  <a:lnTo>
                    <a:pt x="931089" y="267587"/>
                  </a:lnTo>
                  <a:lnTo>
                    <a:pt x="923264" y="267587"/>
                  </a:lnTo>
                  <a:lnTo>
                    <a:pt x="915440" y="267587"/>
                  </a:lnTo>
                  <a:lnTo>
                    <a:pt x="907616" y="267587"/>
                  </a:lnTo>
                  <a:lnTo>
                    <a:pt x="899792" y="267587"/>
                  </a:lnTo>
                  <a:lnTo>
                    <a:pt x="891967" y="267587"/>
                  </a:lnTo>
                  <a:lnTo>
                    <a:pt x="884143" y="267587"/>
                  </a:lnTo>
                  <a:lnTo>
                    <a:pt x="876319" y="267587"/>
                  </a:lnTo>
                  <a:lnTo>
                    <a:pt x="868495" y="267587"/>
                  </a:lnTo>
                  <a:lnTo>
                    <a:pt x="860670" y="267587"/>
                  </a:lnTo>
                  <a:lnTo>
                    <a:pt x="852846" y="267587"/>
                  </a:lnTo>
                  <a:lnTo>
                    <a:pt x="845022" y="267587"/>
                  </a:lnTo>
                  <a:lnTo>
                    <a:pt x="837197" y="267587"/>
                  </a:lnTo>
                  <a:lnTo>
                    <a:pt x="829373" y="267587"/>
                  </a:lnTo>
                  <a:lnTo>
                    <a:pt x="821549" y="267587"/>
                  </a:lnTo>
                  <a:lnTo>
                    <a:pt x="813725" y="267587"/>
                  </a:lnTo>
                  <a:lnTo>
                    <a:pt x="805900" y="267587"/>
                  </a:lnTo>
                  <a:lnTo>
                    <a:pt x="798076" y="267587"/>
                  </a:lnTo>
                  <a:lnTo>
                    <a:pt x="790252" y="267587"/>
                  </a:lnTo>
                  <a:lnTo>
                    <a:pt x="782427" y="267587"/>
                  </a:lnTo>
                  <a:lnTo>
                    <a:pt x="774603" y="267587"/>
                  </a:lnTo>
                  <a:lnTo>
                    <a:pt x="766779" y="267587"/>
                  </a:lnTo>
                  <a:lnTo>
                    <a:pt x="758955" y="267587"/>
                  </a:lnTo>
                  <a:lnTo>
                    <a:pt x="751130" y="267587"/>
                  </a:lnTo>
                  <a:lnTo>
                    <a:pt x="743306" y="267587"/>
                  </a:lnTo>
                  <a:lnTo>
                    <a:pt x="735482" y="267587"/>
                  </a:lnTo>
                  <a:lnTo>
                    <a:pt x="727657" y="267587"/>
                  </a:lnTo>
                  <a:lnTo>
                    <a:pt x="719833" y="267587"/>
                  </a:lnTo>
                  <a:lnTo>
                    <a:pt x="712009" y="267587"/>
                  </a:lnTo>
                  <a:lnTo>
                    <a:pt x="704185" y="267587"/>
                  </a:lnTo>
                  <a:lnTo>
                    <a:pt x="696360" y="267587"/>
                  </a:lnTo>
                  <a:lnTo>
                    <a:pt x="688536" y="267587"/>
                  </a:lnTo>
                  <a:lnTo>
                    <a:pt x="680712" y="267587"/>
                  </a:lnTo>
                  <a:lnTo>
                    <a:pt x="672888" y="267587"/>
                  </a:lnTo>
                  <a:lnTo>
                    <a:pt x="665063" y="267587"/>
                  </a:lnTo>
                  <a:lnTo>
                    <a:pt x="657239" y="267587"/>
                  </a:lnTo>
                  <a:lnTo>
                    <a:pt x="649415" y="267587"/>
                  </a:lnTo>
                  <a:lnTo>
                    <a:pt x="641590" y="267587"/>
                  </a:lnTo>
                  <a:lnTo>
                    <a:pt x="633766" y="267587"/>
                  </a:lnTo>
                  <a:lnTo>
                    <a:pt x="625942" y="267587"/>
                  </a:lnTo>
                  <a:lnTo>
                    <a:pt x="618118" y="267587"/>
                  </a:lnTo>
                  <a:lnTo>
                    <a:pt x="610293" y="267587"/>
                  </a:lnTo>
                  <a:lnTo>
                    <a:pt x="602469" y="267587"/>
                  </a:lnTo>
                  <a:lnTo>
                    <a:pt x="594645" y="267587"/>
                  </a:lnTo>
                  <a:lnTo>
                    <a:pt x="586820" y="267587"/>
                  </a:lnTo>
                  <a:lnTo>
                    <a:pt x="578996" y="267587"/>
                  </a:lnTo>
                  <a:lnTo>
                    <a:pt x="571172" y="267587"/>
                  </a:lnTo>
                  <a:lnTo>
                    <a:pt x="563348" y="267587"/>
                  </a:lnTo>
                  <a:lnTo>
                    <a:pt x="555523" y="267587"/>
                  </a:lnTo>
                  <a:lnTo>
                    <a:pt x="547699" y="267587"/>
                  </a:lnTo>
                  <a:lnTo>
                    <a:pt x="539875" y="267587"/>
                  </a:lnTo>
                  <a:lnTo>
                    <a:pt x="532050" y="267587"/>
                  </a:lnTo>
                  <a:lnTo>
                    <a:pt x="524226" y="267587"/>
                  </a:lnTo>
                  <a:lnTo>
                    <a:pt x="516402" y="267587"/>
                  </a:lnTo>
                  <a:lnTo>
                    <a:pt x="508578" y="267587"/>
                  </a:lnTo>
                  <a:lnTo>
                    <a:pt x="500753" y="267587"/>
                  </a:lnTo>
                  <a:lnTo>
                    <a:pt x="492929" y="267587"/>
                  </a:lnTo>
                  <a:lnTo>
                    <a:pt x="485105" y="267587"/>
                  </a:lnTo>
                  <a:lnTo>
                    <a:pt x="477281" y="267587"/>
                  </a:lnTo>
                  <a:lnTo>
                    <a:pt x="469456" y="267587"/>
                  </a:lnTo>
                  <a:lnTo>
                    <a:pt x="461632" y="267587"/>
                  </a:lnTo>
                  <a:lnTo>
                    <a:pt x="453808" y="267587"/>
                  </a:lnTo>
                  <a:lnTo>
                    <a:pt x="445983" y="267587"/>
                  </a:lnTo>
                  <a:lnTo>
                    <a:pt x="438159" y="267587"/>
                  </a:lnTo>
                  <a:lnTo>
                    <a:pt x="430335" y="267587"/>
                  </a:lnTo>
                  <a:lnTo>
                    <a:pt x="422511" y="267587"/>
                  </a:lnTo>
                  <a:lnTo>
                    <a:pt x="414686" y="267587"/>
                  </a:lnTo>
                  <a:lnTo>
                    <a:pt x="406862" y="267587"/>
                  </a:lnTo>
                  <a:lnTo>
                    <a:pt x="399038" y="267587"/>
                  </a:lnTo>
                  <a:lnTo>
                    <a:pt x="391213" y="267587"/>
                  </a:lnTo>
                  <a:lnTo>
                    <a:pt x="383389" y="267587"/>
                  </a:lnTo>
                  <a:lnTo>
                    <a:pt x="375565" y="267587"/>
                  </a:lnTo>
                  <a:lnTo>
                    <a:pt x="367741" y="267587"/>
                  </a:lnTo>
                  <a:lnTo>
                    <a:pt x="359916" y="267587"/>
                  </a:lnTo>
                  <a:lnTo>
                    <a:pt x="352092" y="267587"/>
                  </a:lnTo>
                  <a:lnTo>
                    <a:pt x="344268" y="267587"/>
                  </a:lnTo>
                  <a:lnTo>
                    <a:pt x="336444" y="267587"/>
                  </a:lnTo>
                  <a:lnTo>
                    <a:pt x="328619" y="267587"/>
                  </a:lnTo>
                  <a:lnTo>
                    <a:pt x="320795" y="267587"/>
                  </a:lnTo>
                  <a:lnTo>
                    <a:pt x="312971" y="267587"/>
                  </a:lnTo>
                  <a:lnTo>
                    <a:pt x="305146" y="267587"/>
                  </a:lnTo>
                  <a:lnTo>
                    <a:pt x="297322" y="267587"/>
                  </a:lnTo>
                  <a:lnTo>
                    <a:pt x="289498" y="267587"/>
                  </a:lnTo>
                  <a:lnTo>
                    <a:pt x="281674" y="267587"/>
                  </a:lnTo>
                  <a:lnTo>
                    <a:pt x="273849" y="267587"/>
                  </a:lnTo>
                  <a:lnTo>
                    <a:pt x="266025" y="267587"/>
                  </a:lnTo>
                  <a:lnTo>
                    <a:pt x="258201" y="267587"/>
                  </a:lnTo>
                  <a:lnTo>
                    <a:pt x="250376" y="267587"/>
                  </a:lnTo>
                  <a:lnTo>
                    <a:pt x="242552" y="267587"/>
                  </a:lnTo>
                  <a:lnTo>
                    <a:pt x="234728" y="267587"/>
                  </a:lnTo>
                  <a:lnTo>
                    <a:pt x="226904" y="267587"/>
                  </a:lnTo>
                  <a:lnTo>
                    <a:pt x="219079" y="267587"/>
                  </a:lnTo>
                  <a:lnTo>
                    <a:pt x="211255" y="267587"/>
                  </a:lnTo>
                  <a:lnTo>
                    <a:pt x="203431" y="267587"/>
                  </a:lnTo>
                  <a:lnTo>
                    <a:pt x="195606" y="267587"/>
                  </a:lnTo>
                  <a:lnTo>
                    <a:pt x="187782" y="267587"/>
                  </a:lnTo>
                  <a:lnTo>
                    <a:pt x="179958" y="267587"/>
                  </a:lnTo>
                  <a:lnTo>
                    <a:pt x="172134" y="267587"/>
                  </a:lnTo>
                  <a:lnTo>
                    <a:pt x="164309" y="267587"/>
                  </a:lnTo>
                  <a:lnTo>
                    <a:pt x="156485" y="267587"/>
                  </a:lnTo>
                  <a:lnTo>
                    <a:pt x="148661" y="267587"/>
                  </a:lnTo>
                  <a:lnTo>
                    <a:pt x="140837" y="267587"/>
                  </a:lnTo>
                  <a:lnTo>
                    <a:pt x="133012" y="267587"/>
                  </a:lnTo>
                  <a:lnTo>
                    <a:pt x="125188" y="267587"/>
                  </a:lnTo>
                  <a:lnTo>
                    <a:pt x="117364" y="267587"/>
                  </a:lnTo>
                  <a:lnTo>
                    <a:pt x="109539" y="267587"/>
                  </a:lnTo>
                  <a:lnTo>
                    <a:pt x="101715" y="267587"/>
                  </a:lnTo>
                  <a:lnTo>
                    <a:pt x="93891" y="267587"/>
                  </a:lnTo>
                  <a:lnTo>
                    <a:pt x="86067" y="267587"/>
                  </a:lnTo>
                  <a:lnTo>
                    <a:pt x="78242" y="267587"/>
                  </a:lnTo>
                  <a:lnTo>
                    <a:pt x="70418" y="267587"/>
                  </a:lnTo>
                  <a:lnTo>
                    <a:pt x="62594" y="267587"/>
                  </a:lnTo>
                  <a:lnTo>
                    <a:pt x="54769" y="267587"/>
                  </a:lnTo>
                  <a:lnTo>
                    <a:pt x="46945" y="267587"/>
                  </a:lnTo>
                  <a:lnTo>
                    <a:pt x="39121" y="267587"/>
                  </a:lnTo>
                  <a:lnTo>
                    <a:pt x="31297" y="267587"/>
                  </a:lnTo>
                  <a:lnTo>
                    <a:pt x="23472" y="267587"/>
                  </a:lnTo>
                  <a:lnTo>
                    <a:pt x="15648" y="267587"/>
                  </a:lnTo>
                  <a:lnTo>
                    <a:pt x="7824" y="267587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704" name="pl1704"/>
            <p:cNvSpPr/>
            <p:nvPr/>
          </p:nvSpPr>
          <p:spPr>
            <a:xfrm>
              <a:off x="7848093" y="4527144"/>
              <a:ext cx="3998206" cy="267587"/>
            </a:xfrm>
            <a:custGeom>
              <a:avLst/>
              <a:pathLst>
                <a:path w="3998206" h="267587">
                  <a:moveTo>
                    <a:pt x="0" y="267587"/>
                  </a:moveTo>
                  <a:lnTo>
                    <a:pt x="7824" y="267587"/>
                  </a:lnTo>
                  <a:lnTo>
                    <a:pt x="15648" y="267587"/>
                  </a:lnTo>
                  <a:lnTo>
                    <a:pt x="23472" y="267587"/>
                  </a:lnTo>
                  <a:lnTo>
                    <a:pt x="31297" y="267587"/>
                  </a:lnTo>
                  <a:lnTo>
                    <a:pt x="39121" y="267587"/>
                  </a:lnTo>
                  <a:lnTo>
                    <a:pt x="46945" y="267587"/>
                  </a:lnTo>
                  <a:lnTo>
                    <a:pt x="54769" y="267587"/>
                  </a:lnTo>
                  <a:lnTo>
                    <a:pt x="62594" y="267587"/>
                  </a:lnTo>
                  <a:lnTo>
                    <a:pt x="70418" y="267587"/>
                  </a:lnTo>
                  <a:lnTo>
                    <a:pt x="78242" y="267587"/>
                  </a:lnTo>
                  <a:lnTo>
                    <a:pt x="86067" y="267587"/>
                  </a:lnTo>
                  <a:lnTo>
                    <a:pt x="93891" y="267587"/>
                  </a:lnTo>
                  <a:lnTo>
                    <a:pt x="101715" y="267587"/>
                  </a:lnTo>
                  <a:lnTo>
                    <a:pt x="109539" y="267587"/>
                  </a:lnTo>
                  <a:lnTo>
                    <a:pt x="117364" y="267587"/>
                  </a:lnTo>
                  <a:lnTo>
                    <a:pt x="125188" y="267587"/>
                  </a:lnTo>
                  <a:lnTo>
                    <a:pt x="133012" y="267587"/>
                  </a:lnTo>
                  <a:lnTo>
                    <a:pt x="140837" y="267587"/>
                  </a:lnTo>
                  <a:lnTo>
                    <a:pt x="148661" y="267587"/>
                  </a:lnTo>
                  <a:lnTo>
                    <a:pt x="156485" y="267587"/>
                  </a:lnTo>
                  <a:lnTo>
                    <a:pt x="164309" y="267587"/>
                  </a:lnTo>
                  <a:lnTo>
                    <a:pt x="172134" y="267587"/>
                  </a:lnTo>
                  <a:lnTo>
                    <a:pt x="179958" y="267587"/>
                  </a:lnTo>
                  <a:lnTo>
                    <a:pt x="187782" y="267587"/>
                  </a:lnTo>
                  <a:lnTo>
                    <a:pt x="195606" y="267587"/>
                  </a:lnTo>
                  <a:lnTo>
                    <a:pt x="203431" y="267587"/>
                  </a:lnTo>
                  <a:lnTo>
                    <a:pt x="211255" y="267587"/>
                  </a:lnTo>
                  <a:lnTo>
                    <a:pt x="219079" y="267587"/>
                  </a:lnTo>
                  <a:lnTo>
                    <a:pt x="226904" y="267587"/>
                  </a:lnTo>
                  <a:lnTo>
                    <a:pt x="234728" y="267587"/>
                  </a:lnTo>
                  <a:lnTo>
                    <a:pt x="242552" y="267587"/>
                  </a:lnTo>
                  <a:lnTo>
                    <a:pt x="250376" y="267587"/>
                  </a:lnTo>
                  <a:lnTo>
                    <a:pt x="258201" y="267587"/>
                  </a:lnTo>
                  <a:lnTo>
                    <a:pt x="266025" y="267587"/>
                  </a:lnTo>
                  <a:lnTo>
                    <a:pt x="273849" y="267587"/>
                  </a:lnTo>
                  <a:lnTo>
                    <a:pt x="281674" y="267587"/>
                  </a:lnTo>
                  <a:lnTo>
                    <a:pt x="289498" y="267587"/>
                  </a:lnTo>
                  <a:lnTo>
                    <a:pt x="297322" y="267587"/>
                  </a:lnTo>
                  <a:lnTo>
                    <a:pt x="305146" y="267587"/>
                  </a:lnTo>
                  <a:lnTo>
                    <a:pt x="312971" y="267587"/>
                  </a:lnTo>
                  <a:lnTo>
                    <a:pt x="320795" y="267587"/>
                  </a:lnTo>
                  <a:lnTo>
                    <a:pt x="328619" y="267587"/>
                  </a:lnTo>
                  <a:lnTo>
                    <a:pt x="336444" y="267587"/>
                  </a:lnTo>
                  <a:lnTo>
                    <a:pt x="344268" y="267587"/>
                  </a:lnTo>
                  <a:lnTo>
                    <a:pt x="352092" y="267587"/>
                  </a:lnTo>
                  <a:lnTo>
                    <a:pt x="359916" y="267587"/>
                  </a:lnTo>
                  <a:lnTo>
                    <a:pt x="367741" y="267587"/>
                  </a:lnTo>
                  <a:lnTo>
                    <a:pt x="375565" y="267587"/>
                  </a:lnTo>
                  <a:lnTo>
                    <a:pt x="383389" y="267587"/>
                  </a:lnTo>
                  <a:lnTo>
                    <a:pt x="391213" y="267587"/>
                  </a:lnTo>
                  <a:lnTo>
                    <a:pt x="399038" y="267587"/>
                  </a:lnTo>
                  <a:lnTo>
                    <a:pt x="406862" y="267587"/>
                  </a:lnTo>
                  <a:lnTo>
                    <a:pt x="414686" y="267587"/>
                  </a:lnTo>
                  <a:lnTo>
                    <a:pt x="422511" y="267587"/>
                  </a:lnTo>
                  <a:lnTo>
                    <a:pt x="430335" y="267587"/>
                  </a:lnTo>
                  <a:lnTo>
                    <a:pt x="438159" y="267587"/>
                  </a:lnTo>
                  <a:lnTo>
                    <a:pt x="445983" y="267587"/>
                  </a:lnTo>
                  <a:lnTo>
                    <a:pt x="453808" y="267587"/>
                  </a:lnTo>
                  <a:lnTo>
                    <a:pt x="461632" y="267587"/>
                  </a:lnTo>
                  <a:lnTo>
                    <a:pt x="469456" y="267587"/>
                  </a:lnTo>
                  <a:lnTo>
                    <a:pt x="477281" y="267587"/>
                  </a:lnTo>
                  <a:lnTo>
                    <a:pt x="485105" y="267587"/>
                  </a:lnTo>
                  <a:lnTo>
                    <a:pt x="492929" y="267587"/>
                  </a:lnTo>
                  <a:lnTo>
                    <a:pt x="500753" y="267587"/>
                  </a:lnTo>
                  <a:lnTo>
                    <a:pt x="508578" y="267587"/>
                  </a:lnTo>
                  <a:lnTo>
                    <a:pt x="516402" y="267587"/>
                  </a:lnTo>
                  <a:lnTo>
                    <a:pt x="524226" y="267587"/>
                  </a:lnTo>
                  <a:lnTo>
                    <a:pt x="532050" y="267587"/>
                  </a:lnTo>
                  <a:lnTo>
                    <a:pt x="539875" y="267587"/>
                  </a:lnTo>
                  <a:lnTo>
                    <a:pt x="547699" y="267587"/>
                  </a:lnTo>
                  <a:lnTo>
                    <a:pt x="555523" y="267587"/>
                  </a:lnTo>
                  <a:lnTo>
                    <a:pt x="563348" y="267587"/>
                  </a:lnTo>
                  <a:lnTo>
                    <a:pt x="571172" y="267587"/>
                  </a:lnTo>
                  <a:lnTo>
                    <a:pt x="578996" y="267587"/>
                  </a:lnTo>
                  <a:lnTo>
                    <a:pt x="586820" y="267587"/>
                  </a:lnTo>
                  <a:lnTo>
                    <a:pt x="594645" y="267587"/>
                  </a:lnTo>
                  <a:lnTo>
                    <a:pt x="602469" y="267587"/>
                  </a:lnTo>
                  <a:lnTo>
                    <a:pt x="610293" y="267587"/>
                  </a:lnTo>
                  <a:lnTo>
                    <a:pt x="618118" y="267587"/>
                  </a:lnTo>
                  <a:lnTo>
                    <a:pt x="625942" y="267587"/>
                  </a:lnTo>
                  <a:lnTo>
                    <a:pt x="633766" y="267587"/>
                  </a:lnTo>
                  <a:lnTo>
                    <a:pt x="641590" y="267587"/>
                  </a:lnTo>
                  <a:lnTo>
                    <a:pt x="649415" y="267587"/>
                  </a:lnTo>
                  <a:lnTo>
                    <a:pt x="657239" y="267587"/>
                  </a:lnTo>
                  <a:lnTo>
                    <a:pt x="665063" y="267587"/>
                  </a:lnTo>
                  <a:lnTo>
                    <a:pt x="672888" y="267587"/>
                  </a:lnTo>
                  <a:lnTo>
                    <a:pt x="680712" y="267587"/>
                  </a:lnTo>
                  <a:lnTo>
                    <a:pt x="688536" y="267587"/>
                  </a:lnTo>
                  <a:lnTo>
                    <a:pt x="696360" y="267587"/>
                  </a:lnTo>
                  <a:lnTo>
                    <a:pt x="704185" y="267587"/>
                  </a:lnTo>
                  <a:lnTo>
                    <a:pt x="712009" y="267587"/>
                  </a:lnTo>
                  <a:lnTo>
                    <a:pt x="719833" y="267587"/>
                  </a:lnTo>
                  <a:lnTo>
                    <a:pt x="727657" y="267587"/>
                  </a:lnTo>
                  <a:lnTo>
                    <a:pt x="735482" y="267587"/>
                  </a:lnTo>
                  <a:lnTo>
                    <a:pt x="743306" y="267587"/>
                  </a:lnTo>
                  <a:lnTo>
                    <a:pt x="751130" y="267587"/>
                  </a:lnTo>
                  <a:lnTo>
                    <a:pt x="758955" y="267587"/>
                  </a:lnTo>
                  <a:lnTo>
                    <a:pt x="766779" y="267587"/>
                  </a:lnTo>
                  <a:lnTo>
                    <a:pt x="774603" y="267587"/>
                  </a:lnTo>
                  <a:lnTo>
                    <a:pt x="782427" y="267587"/>
                  </a:lnTo>
                  <a:lnTo>
                    <a:pt x="790252" y="267587"/>
                  </a:lnTo>
                  <a:lnTo>
                    <a:pt x="798076" y="267587"/>
                  </a:lnTo>
                  <a:lnTo>
                    <a:pt x="805900" y="267587"/>
                  </a:lnTo>
                  <a:lnTo>
                    <a:pt x="813725" y="267587"/>
                  </a:lnTo>
                  <a:lnTo>
                    <a:pt x="821549" y="267587"/>
                  </a:lnTo>
                  <a:lnTo>
                    <a:pt x="829373" y="267587"/>
                  </a:lnTo>
                  <a:lnTo>
                    <a:pt x="837197" y="267587"/>
                  </a:lnTo>
                  <a:lnTo>
                    <a:pt x="845022" y="267587"/>
                  </a:lnTo>
                  <a:lnTo>
                    <a:pt x="852846" y="267587"/>
                  </a:lnTo>
                  <a:lnTo>
                    <a:pt x="860670" y="267587"/>
                  </a:lnTo>
                  <a:lnTo>
                    <a:pt x="868495" y="267587"/>
                  </a:lnTo>
                  <a:lnTo>
                    <a:pt x="876319" y="267587"/>
                  </a:lnTo>
                  <a:lnTo>
                    <a:pt x="884143" y="267587"/>
                  </a:lnTo>
                  <a:lnTo>
                    <a:pt x="891967" y="267587"/>
                  </a:lnTo>
                  <a:lnTo>
                    <a:pt x="899792" y="267587"/>
                  </a:lnTo>
                  <a:lnTo>
                    <a:pt x="907616" y="267587"/>
                  </a:lnTo>
                  <a:lnTo>
                    <a:pt x="915440" y="267587"/>
                  </a:lnTo>
                  <a:lnTo>
                    <a:pt x="923264" y="267587"/>
                  </a:lnTo>
                  <a:lnTo>
                    <a:pt x="931089" y="267587"/>
                  </a:lnTo>
                  <a:lnTo>
                    <a:pt x="938913" y="267587"/>
                  </a:lnTo>
                  <a:lnTo>
                    <a:pt x="946737" y="267587"/>
                  </a:lnTo>
                  <a:lnTo>
                    <a:pt x="954562" y="267587"/>
                  </a:lnTo>
                  <a:lnTo>
                    <a:pt x="962386" y="267587"/>
                  </a:lnTo>
                  <a:lnTo>
                    <a:pt x="970210" y="267587"/>
                  </a:lnTo>
                  <a:lnTo>
                    <a:pt x="978034" y="267587"/>
                  </a:lnTo>
                  <a:lnTo>
                    <a:pt x="985859" y="267587"/>
                  </a:lnTo>
                  <a:lnTo>
                    <a:pt x="993683" y="267587"/>
                  </a:lnTo>
                  <a:lnTo>
                    <a:pt x="1001507" y="267587"/>
                  </a:lnTo>
                  <a:lnTo>
                    <a:pt x="1009332" y="267587"/>
                  </a:lnTo>
                  <a:lnTo>
                    <a:pt x="1017156" y="267587"/>
                  </a:lnTo>
                  <a:lnTo>
                    <a:pt x="1024980" y="267587"/>
                  </a:lnTo>
                  <a:lnTo>
                    <a:pt x="1032804" y="267587"/>
                  </a:lnTo>
                  <a:lnTo>
                    <a:pt x="1040629" y="267587"/>
                  </a:lnTo>
                  <a:lnTo>
                    <a:pt x="1048453" y="267587"/>
                  </a:lnTo>
                  <a:lnTo>
                    <a:pt x="1056277" y="267587"/>
                  </a:lnTo>
                  <a:lnTo>
                    <a:pt x="1064101" y="267587"/>
                  </a:lnTo>
                  <a:lnTo>
                    <a:pt x="1071926" y="267587"/>
                  </a:lnTo>
                  <a:lnTo>
                    <a:pt x="1079750" y="267587"/>
                  </a:lnTo>
                  <a:lnTo>
                    <a:pt x="1087574" y="267587"/>
                  </a:lnTo>
                  <a:lnTo>
                    <a:pt x="1095399" y="267587"/>
                  </a:lnTo>
                  <a:lnTo>
                    <a:pt x="1103223" y="267587"/>
                  </a:lnTo>
                  <a:lnTo>
                    <a:pt x="1111047" y="267587"/>
                  </a:lnTo>
                  <a:lnTo>
                    <a:pt x="1118871" y="267587"/>
                  </a:lnTo>
                  <a:lnTo>
                    <a:pt x="1126696" y="267587"/>
                  </a:lnTo>
                  <a:lnTo>
                    <a:pt x="1134520" y="267587"/>
                  </a:lnTo>
                  <a:lnTo>
                    <a:pt x="1142344" y="267587"/>
                  </a:lnTo>
                  <a:lnTo>
                    <a:pt x="1150169" y="267587"/>
                  </a:lnTo>
                  <a:lnTo>
                    <a:pt x="1157993" y="267587"/>
                  </a:lnTo>
                  <a:lnTo>
                    <a:pt x="1165817" y="267587"/>
                  </a:lnTo>
                  <a:lnTo>
                    <a:pt x="1173641" y="267587"/>
                  </a:lnTo>
                  <a:lnTo>
                    <a:pt x="1181466" y="267587"/>
                  </a:lnTo>
                  <a:lnTo>
                    <a:pt x="1189290" y="267587"/>
                  </a:lnTo>
                  <a:lnTo>
                    <a:pt x="1197114" y="267587"/>
                  </a:lnTo>
                  <a:lnTo>
                    <a:pt x="1204939" y="267587"/>
                  </a:lnTo>
                  <a:lnTo>
                    <a:pt x="1212763" y="267587"/>
                  </a:lnTo>
                  <a:lnTo>
                    <a:pt x="1220587" y="267587"/>
                  </a:lnTo>
                  <a:lnTo>
                    <a:pt x="1228411" y="267587"/>
                  </a:lnTo>
                  <a:lnTo>
                    <a:pt x="1236236" y="267587"/>
                  </a:lnTo>
                  <a:lnTo>
                    <a:pt x="1244060" y="267587"/>
                  </a:lnTo>
                  <a:lnTo>
                    <a:pt x="1251884" y="267587"/>
                  </a:lnTo>
                  <a:lnTo>
                    <a:pt x="1259708" y="267587"/>
                  </a:lnTo>
                  <a:lnTo>
                    <a:pt x="1267533" y="267587"/>
                  </a:lnTo>
                  <a:lnTo>
                    <a:pt x="1275357" y="267587"/>
                  </a:lnTo>
                  <a:lnTo>
                    <a:pt x="1283181" y="267587"/>
                  </a:lnTo>
                  <a:lnTo>
                    <a:pt x="1291006" y="267587"/>
                  </a:lnTo>
                  <a:lnTo>
                    <a:pt x="1298830" y="267587"/>
                  </a:lnTo>
                  <a:lnTo>
                    <a:pt x="1306654" y="267587"/>
                  </a:lnTo>
                  <a:lnTo>
                    <a:pt x="1314478" y="267587"/>
                  </a:lnTo>
                  <a:lnTo>
                    <a:pt x="1322303" y="267587"/>
                  </a:lnTo>
                  <a:lnTo>
                    <a:pt x="1330127" y="267587"/>
                  </a:lnTo>
                  <a:lnTo>
                    <a:pt x="1337951" y="267587"/>
                  </a:lnTo>
                  <a:lnTo>
                    <a:pt x="1345776" y="267587"/>
                  </a:lnTo>
                  <a:lnTo>
                    <a:pt x="1353600" y="267587"/>
                  </a:lnTo>
                  <a:lnTo>
                    <a:pt x="1361424" y="267587"/>
                  </a:lnTo>
                  <a:lnTo>
                    <a:pt x="1369248" y="267587"/>
                  </a:lnTo>
                  <a:lnTo>
                    <a:pt x="1377073" y="267587"/>
                  </a:lnTo>
                  <a:lnTo>
                    <a:pt x="1384897" y="267587"/>
                  </a:lnTo>
                  <a:lnTo>
                    <a:pt x="1392721" y="267587"/>
                  </a:lnTo>
                  <a:lnTo>
                    <a:pt x="1400545" y="267587"/>
                  </a:lnTo>
                  <a:lnTo>
                    <a:pt x="1408370" y="267587"/>
                  </a:lnTo>
                  <a:lnTo>
                    <a:pt x="1416194" y="267587"/>
                  </a:lnTo>
                  <a:lnTo>
                    <a:pt x="1424018" y="267587"/>
                  </a:lnTo>
                  <a:lnTo>
                    <a:pt x="1431843" y="267587"/>
                  </a:lnTo>
                  <a:lnTo>
                    <a:pt x="1439667" y="267587"/>
                  </a:lnTo>
                  <a:lnTo>
                    <a:pt x="1447491" y="267587"/>
                  </a:lnTo>
                  <a:lnTo>
                    <a:pt x="1455315" y="267587"/>
                  </a:lnTo>
                  <a:lnTo>
                    <a:pt x="1463140" y="267587"/>
                  </a:lnTo>
                  <a:lnTo>
                    <a:pt x="1470964" y="267587"/>
                  </a:lnTo>
                  <a:lnTo>
                    <a:pt x="1478788" y="267587"/>
                  </a:lnTo>
                  <a:lnTo>
                    <a:pt x="1486613" y="267587"/>
                  </a:lnTo>
                  <a:lnTo>
                    <a:pt x="1494437" y="267586"/>
                  </a:lnTo>
                  <a:lnTo>
                    <a:pt x="1502261" y="267586"/>
                  </a:lnTo>
                  <a:lnTo>
                    <a:pt x="1510085" y="267586"/>
                  </a:lnTo>
                  <a:lnTo>
                    <a:pt x="1517910" y="267586"/>
                  </a:lnTo>
                  <a:lnTo>
                    <a:pt x="1525734" y="267585"/>
                  </a:lnTo>
                  <a:lnTo>
                    <a:pt x="1533558" y="267585"/>
                  </a:lnTo>
                  <a:lnTo>
                    <a:pt x="1541383" y="267584"/>
                  </a:lnTo>
                  <a:lnTo>
                    <a:pt x="1549207" y="267584"/>
                  </a:lnTo>
                  <a:lnTo>
                    <a:pt x="1557031" y="267583"/>
                  </a:lnTo>
                  <a:lnTo>
                    <a:pt x="1564855" y="267582"/>
                  </a:lnTo>
                  <a:lnTo>
                    <a:pt x="1572680" y="267581"/>
                  </a:lnTo>
                  <a:lnTo>
                    <a:pt x="1580504" y="267579"/>
                  </a:lnTo>
                  <a:lnTo>
                    <a:pt x="1588328" y="267578"/>
                  </a:lnTo>
                  <a:lnTo>
                    <a:pt x="1596152" y="267576"/>
                  </a:lnTo>
                  <a:lnTo>
                    <a:pt x="1603977" y="267573"/>
                  </a:lnTo>
                  <a:lnTo>
                    <a:pt x="1611801" y="267570"/>
                  </a:lnTo>
                  <a:lnTo>
                    <a:pt x="1619625" y="267567"/>
                  </a:lnTo>
                  <a:lnTo>
                    <a:pt x="1627450" y="267563"/>
                  </a:lnTo>
                  <a:lnTo>
                    <a:pt x="1635274" y="267559"/>
                  </a:lnTo>
                  <a:lnTo>
                    <a:pt x="1643098" y="267553"/>
                  </a:lnTo>
                  <a:lnTo>
                    <a:pt x="1650922" y="267547"/>
                  </a:lnTo>
                  <a:lnTo>
                    <a:pt x="1658747" y="267539"/>
                  </a:lnTo>
                  <a:lnTo>
                    <a:pt x="1666571" y="267531"/>
                  </a:lnTo>
                  <a:lnTo>
                    <a:pt x="1674395" y="267521"/>
                  </a:lnTo>
                  <a:lnTo>
                    <a:pt x="1682220" y="267509"/>
                  </a:lnTo>
                  <a:lnTo>
                    <a:pt x="1690044" y="267495"/>
                  </a:lnTo>
                  <a:lnTo>
                    <a:pt x="1697868" y="267479"/>
                  </a:lnTo>
                  <a:lnTo>
                    <a:pt x="1705692" y="267460"/>
                  </a:lnTo>
                  <a:lnTo>
                    <a:pt x="1713517" y="267438"/>
                  </a:lnTo>
                  <a:lnTo>
                    <a:pt x="1721341" y="267413"/>
                  </a:lnTo>
                  <a:lnTo>
                    <a:pt x="1729165" y="267385"/>
                  </a:lnTo>
                  <a:lnTo>
                    <a:pt x="1736990" y="267352"/>
                  </a:lnTo>
                  <a:lnTo>
                    <a:pt x="1744814" y="267313"/>
                  </a:lnTo>
                  <a:lnTo>
                    <a:pt x="1752638" y="267270"/>
                  </a:lnTo>
                  <a:lnTo>
                    <a:pt x="1760462" y="267221"/>
                  </a:lnTo>
                  <a:lnTo>
                    <a:pt x="1768287" y="267164"/>
                  </a:lnTo>
                  <a:lnTo>
                    <a:pt x="1776111" y="267098"/>
                  </a:lnTo>
                  <a:lnTo>
                    <a:pt x="1783935" y="267024"/>
                  </a:lnTo>
                  <a:lnTo>
                    <a:pt x="1791759" y="266942"/>
                  </a:lnTo>
                  <a:lnTo>
                    <a:pt x="1799584" y="266846"/>
                  </a:lnTo>
                  <a:lnTo>
                    <a:pt x="1807408" y="266737"/>
                  </a:lnTo>
                  <a:lnTo>
                    <a:pt x="1815232" y="266616"/>
                  </a:lnTo>
                  <a:lnTo>
                    <a:pt x="1823057" y="266482"/>
                  </a:lnTo>
                  <a:lnTo>
                    <a:pt x="1830881" y="266325"/>
                  </a:lnTo>
                  <a:lnTo>
                    <a:pt x="1838705" y="266150"/>
                  </a:lnTo>
                  <a:lnTo>
                    <a:pt x="1846529" y="265958"/>
                  </a:lnTo>
                  <a:lnTo>
                    <a:pt x="1854354" y="265743"/>
                  </a:lnTo>
                  <a:lnTo>
                    <a:pt x="1862178" y="265497"/>
                  </a:lnTo>
                  <a:lnTo>
                    <a:pt x="1870002" y="265225"/>
                  </a:lnTo>
                  <a:lnTo>
                    <a:pt x="1877827" y="264928"/>
                  </a:lnTo>
                  <a:lnTo>
                    <a:pt x="1885651" y="264594"/>
                  </a:lnTo>
                  <a:lnTo>
                    <a:pt x="1893475" y="264219"/>
                  </a:lnTo>
                  <a:lnTo>
                    <a:pt x="1901299" y="263809"/>
                  </a:lnTo>
                  <a:lnTo>
                    <a:pt x="1909124" y="263363"/>
                  </a:lnTo>
                  <a:lnTo>
                    <a:pt x="1916948" y="262860"/>
                  </a:lnTo>
                  <a:lnTo>
                    <a:pt x="1924772" y="262307"/>
                  </a:lnTo>
                  <a:lnTo>
                    <a:pt x="1932596" y="261706"/>
                  </a:lnTo>
                  <a:lnTo>
                    <a:pt x="1940421" y="261057"/>
                  </a:lnTo>
                  <a:lnTo>
                    <a:pt x="1948245" y="260323"/>
                  </a:lnTo>
                  <a:lnTo>
                    <a:pt x="1956069" y="259530"/>
                  </a:lnTo>
                  <a:lnTo>
                    <a:pt x="1963894" y="258675"/>
                  </a:lnTo>
                  <a:lnTo>
                    <a:pt x="1971718" y="257748"/>
                  </a:lnTo>
                  <a:lnTo>
                    <a:pt x="1979542" y="256720"/>
                  </a:lnTo>
                  <a:lnTo>
                    <a:pt x="1987366" y="255617"/>
                  </a:lnTo>
                  <a:lnTo>
                    <a:pt x="1995191" y="254437"/>
                  </a:lnTo>
                  <a:lnTo>
                    <a:pt x="2003015" y="253152"/>
                  </a:lnTo>
                  <a:lnTo>
                    <a:pt x="2010839" y="251755"/>
                  </a:lnTo>
                  <a:lnTo>
                    <a:pt x="2018664" y="250267"/>
                  </a:lnTo>
                  <a:lnTo>
                    <a:pt x="2026488" y="248685"/>
                  </a:lnTo>
                  <a:lnTo>
                    <a:pt x="2034312" y="246962"/>
                  </a:lnTo>
                  <a:lnTo>
                    <a:pt x="2042136" y="245121"/>
                  </a:lnTo>
                  <a:lnTo>
                    <a:pt x="2049961" y="243172"/>
                  </a:lnTo>
                  <a:lnTo>
                    <a:pt x="2057785" y="241113"/>
                  </a:lnTo>
                  <a:lnTo>
                    <a:pt x="2065609" y="238875"/>
                  </a:lnTo>
                  <a:lnTo>
                    <a:pt x="2073434" y="236519"/>
                  </a:lnTo>
                  <a:lnTo>
                    <a:pt x="2081258" y="234043"/>
                  </a:lnTo>
                  <a:lnTo>
                    <a:pt x="2089082" y="231425"/>
                  </a:lnTo>
                  <a:lnTo>
                    <a:pt x="2096906" y="228629"/>
                  </a:lnTo>
                  <a:lnTo>
                    <a:pt x="2104731" y="225704"/>
                  </a:lnTo>
                  <a:lnTo>
                    <a:pt x="2112555" y="222651"/>
                  </a:lnTo>
                  <a:lnTo>
                    <a:pt x="2120379" y="219428"/>
                  </a:lnTo>
                  <a:lnTo>
                    <a:pt x="2128203" y="216039"/>
                  </a:lnTo>
                  <a:lnTo>
                    <a:pt x="2136028" y="212518"/>
                  </a:lnTo>
                  <a:lnTo>
                    <a:pt x="2143852" y="208866"/>
                  </a:lnTo>
                  <a:lnTo>
                    <a:pt x="2151676" y="205026"/>
                  </a:lnTo>
                  <a:lnTo>
                    <a:pt x="2159501" y="201042"/>
                  </a:lnTo>
                  <a:lnTo>
                    <a:pt x="2167325" y="196931"/>
                  </a:lnTo>
                  <a:lnTo>
                    <a:pt x="2175149" y="192693"/>
                  </a:lnTo>
                  <a:lnTo>
                    <a:pt x="2182973" y="188268"/>
                  </a:lnTo>
                  <a:lnTo>
                    <a:pt x="2190798" y="183728"/>
                  </a:lnTo>
                  <a:lnTo>
                    <a:pt x="2198622" y="179076"/>
                  </a:lnTo>
                  <a:lnTo>
                    <a:pt x="2206446" y="174298"/>
                  </a:lnTo>
                  <a:lnTo>
                    <a:pt x="2214271" y="169378"/>
                  </a:lnTo>
                  <a:lnTo>
                    <a:pt x="2222095" y="164365"/>
                  </a:lnTo>
                  <a:lnTo>
                    <a:pt x="2229919" y="159264"/>
                  </a:lnTo>
                  <a:lnTo>
                    <a:pt x="2237743" y="154056"/>
                  </a:lnTo>
                  <a:lnTo>
                    <a:pt x="2245568" y="148759"/>
                  </a:lnTo>
                  <a:lnTo>
                    <a:pt x="2253392" y="143400"/>
                  </a:lnTo>
                  <a:lnTo>
                    <a:pt x="2261216" y="137985"/>
                  </a:lnTo>
                  <a:lnTo>
                    <a:pt x="2269040" y="132504"/>
                  </a:lnTo>
                  <a:lnTo>
                    <a:pt x="2276865" y="126987"/>
                  </a:lnTo>
                  <a:lnTo>
                    <a:pt x="2284689" y="121447"/>
                  </a:lnTo>
                  <a:lnTo>
                    <a:pt x="2292513" y="115889"/>
                  </a:lnTo>
                  <a:lnTo>
                    <a:pt x="2300338" y="110327"/>
                  </a:lnTo>
                  <a:lnTo>
                    <a:pt x="2308162" y="104777"/>
                  </a:lnTo>
                  <a:lnTo>
                    <a:pt x="2315986" y="99246"/>
                  </a:lnTo>
                  <a:lnTo>
                    <a:pt x="2323810" y="93749"/>
                  </a:lnTo>
                  <a:lnTo>
                    <a:pt x="2331635" y="88312"/>
                  </a:lnTo>
                  <a:lnTo>
                    <a:pt x="2339459" y="82932"/>
                  </a:lnTo>
                  <a:lnTo>
                    <a:pt x="2347283" y="77615"/>
                  </a:lnTo>
                  <a:lnTo>
                    <a:pt x="2355108" y="72396"/>
                  </a:lnTo>
                  <a:lnTo>
                    <a:pt x="2362932" y="67290"/>
                  </a:lnTo>
                  <a:lnTo>
                    <a:pt x="2370756" y="62284"/>
                  </a:lnTo>
                  <a:lnTo>
                    <a:pt x="2378580" y="57383"/>
                  </a:lnTo>
                  <a:lnTo>
                    <a:pt x="2386405" y="52656"/>
                  </a:lnTo>
                  <a:lnTo>
                    <a:pt x="2394229" y="48075"/>
                  </a:lnTo>
                  <a:lnTo>
                    <a:pt x="2402053" y="43633"/>
                  </a:lnTo>
                  <a:lnTo>
                    <a:pt x="2409878" y="39341"/>
                  </a:lnTo>
                  <a:lnTo>
                    <a:pt x="2417702" y="35288"/>
                  </a:lnTo>
                  <a:lnTo>
                    <a:pt x="2425526" y="31402"/>
                  </a:lnTo>
                  <a:lnTo>
                    <a:pt x="2433350" y="27688"/>
                  </a:lnTo>
                  <a:lnTo>
                    <a:pt x="2441175" y="24184"/>
                  </a:lnTo>
                  <a:lnTo>
                    <a:pt x="2448999" y="20938"/>
                  </a:lnTo>
                  <a:lnTo>
                    <a:pt x="2456823" y="17885"/>
                  </a:lnTo>
                  <a:lnTo>
                    <a:pt x="2464647" y="15027"/>
                  </a:lnTo>
                  <a:lnTo>
                    <a:pt x="2472472" y="12437"/>
                  </a:lnTo>
                  <a:lnTo>
                    <a:pt x="2480296" y="10104"/>
                  </a:lnTo>
                  <a:lnTo>
                    <a:pt x="2488120" y="7980"/>
                  </a:lnTo>
                  <a:lnTo>
                    <a:pt x="2495945" y="6068"/>
                  </a:lnTo>
                  <a:lnTo>
                    <a:pt x="2503769" y="4473"/>
                  </a:lnTo>
                  <a:lnTo>
                    <a:pt x="2511593" y="3116"/>
                  </a:lnTo>
                  <a:lnTo>
                    <a:pt x="2519417" y="1978"/>
                  </a:lnTo>
                  <a:lnTo>
                    <a:pt x="2527242" y="1069"/>
                  </a:lnTo>
                  <a:lnTo>
                    <a:pt x="2535066" y="494"/>
                  </a:lnTo>
                  <a:lnTo>
                    <a:pt x="2542890" y="138"/>
                  </a:lnTo>
                  <a:lnTo>
                    <a:pt x="2550715" y="0"/>
                  </a:lnTo>
                  <a:lnTo>
                    <a:pt x="2558539" y="121"/>
                  </a:lnTo>
                  <a:lnTo>
                    <a:pt x="2566363" y="539"/>
                  </a:lnTo>
                  <a:lnTo>
                    <a:pt x="2574187" y="1168"/>
                  </a:lnTo>
                  <a:lnTo>
                    <a:pt x="2582012" y="2008"/>
                  </a:lnTo>
                  <a:lnTo>
                    <a:pt x="2589836" y="3126"/>
                  </a:lnTo>
                  <a:lnTo>
                    <a:pt x="2597660" y="4493"/>
                  </a:lnTo>
                  <a:lnTo>
                    <a:pt x="2605485" y="6058"/>
                  </a:lnTo>
                  <a:lnTo>
                    <a:pt x="2613309" y="7819"/>
                  </a:lnTo>
                  <a:lnTo>
                    <a:pt x="2621133" y="9863"/>
                  </a:lnTo>
                  <a:lnTo>
                    <a:pt x="2628957" y="12104"/>
                  </a:lnTo>
                  <a:lnTo>
                    <a:pt x="2636782" y="14524"/>
                  </a:lnTo>
                  <a:lnTo>
                    <a:pt x="2644606" y="17129"/>
                  </a:lnTo>
                  <a:lnTo>
                    <a:pt x="2652430" y="19985"/>
                  </a:lnTo>
                  <a:lnTo>
                    <a:pt x="2660254" y="22997"/>
                  </a:lnTo>
                  <a:lnTo>
                    <a:pt x="2668079" y="26162"/>
                  </a:lnTo>
                  <a:lnTo>
                    <a:pt x="2675903" y="29503"/>
                  </a:lnTo>
                  <a:lnTo>
                    <a:pt x="2683727" y="33030"/>
                  </a:lnTo>
                  <a:lnTo>
                    <a:pt x="2691552" y="36684"/>
                  </a:lnTo>
                  <a:lnTo>
                    <a:pt x="2699376" y="40460"/>
                  </a:lnTo>
                  <a:lnTo>
                    <a:pt x="2707200" y="44389"/>
                  </a:lnTo>
                  <a:lnTo>
                    <a:pt x="2715024" y="48441"/>
                  </a:lnTo>
                  <a:lnTo>
                    <a:pt x="2722849" y="52587"/>
                  </a:lnTo>
                  <a:lnTo>
                    <a:pt x="2730673" y="56819"/>
                  </a:lnTo>
                  <a:lnTo>
                    <a:pt x="2738497" y="61166"/>
                  </a:lnTo>
                  <a:lnTo>
                    <a:pt x="2746322" y="65581"/>
                  </a:lnTo>
                  <a:lnTo>
                    <a:pt x="2754146" y="70052"/>
                  </a:lnTo>
                  <a:lnTo>
                    <a:pt x="2761970" y="74577"/>
                  </a:lnTo>
                  <a:lnTo>
                    <a:pt x="2769794" y="79158"/>
                  </a:lnTo>
                  <a:lnTo>
                    <a:pt x="2777619" y="83763"/>
                  </a:lnTo>
                  <a:lnTo>
                    <a:pt x="2785443" y="88388"/>
                  </a:lnTo>
                  <a:lnTo>
                    <a:pt x="2793267" y="93027"/>
                  </a:lnTo>
                  <a:lnTo>
                    <a:pt x="2801091" y="97663"/>
                  </a:lnTo>
                  <a:lnTo>
                    <a:pt x="2808916" y="102289"/>
                  </a:lnTo>
                  <a:lnTo>
                    <a:pt x="2816740" y="106898"/>
                  </a:lnTo>
                  <a:lnTo>
                    <a:pt x="2824564" y="111472"/>
                  </a:lnTo>
                  <a:lnTo>
                    <a:pt x="2832389" y="116001"/>
                  </a:lnTo>
                  <a:lnTo>
                    <a:pt x="2840213" y="120487"/>
                  </a:lnTo>
                  <a:lnTo>
                    <a:pt x="2848037" y="124925"/>
                  </a:lnTo>
                  <a:lnTo>
                    <a:pt x="2855861" y="129276"/>
                  </a:lnTo>
                  <a:lnTo>
                    <a:pt x="2863686" y="133557"/>
                  </a:lnTo>
                  <a:lnTo>
                    <a:pt x="2871510" y="137766"/>
                  </a:lnTo>
                  <a:lnTo>
                    <a:pt x="2879334" y="141895"/>
                  </a:lnTo>
                  <a:lnTo>
                    <a:pt x="2887159" y="145902"/>
                  </a:lnTo>
                  <a:lnTo>
                    <a:pt x="2894983" y="149821"/>
                  </a:lnTo>
                  <a:lnTo>
                    <a:pt x="2902807" y="153650"/>
                  </a:lnTo>
                  <a:lnTo>
                    <a:pt x="2910631" y="157363"/>
                  </a:lnTo>
                  <a:lnTo>
                    <a:pt x="2918456" y="160946"/>
                  </a:lnTo>
                  <a:lnTo>
                    <a:pt x="2926280" y="164429"/>
                  </a:lnTo>
                  <a:lnTo>
                    <a:pt x="2934104" y="167810"/>
                  </a:lnTo>
                  <a:lnTo>
                    <a:pt x="2941929" y="171050"/>
                  </a:lnTo>
                  <a:lnTo>
                    <a:pt x="2949753" y="174166"/>
                  </a:lnTo>
                  <a:lnTo>
                    <a:pt x="2957577" y="177178"/>
                  </a:lnTo>
                  <a:lnTo>
                    <a:pt x="2965401" y="180086"/>
                  </a:lnTo>
                  <a:lnTo>
                    <a:pt x="2973226" y="182837"/>
                  </a:lnTo>
                  <a:lnTo>
                    <a:pt x="2981050" y="185482"/>
                  </a:lnTo>
                  <a:lnTo>
                    <a:pt x="2988874" y="188027"/>
                  </a:lnTo>
                  <a:lnTo>
                    <a:pt x="2996698" y="190464"/>
                  </a:lnTo>
                  <a:lnTo>
                    <a:pt x="3004523" y="192761"/>
                  </a:lnTo>
                  <a:lnTo>
                    <a:pt x="3012347" y="194967"/>
                  </a:lnTo>
                  <a:lnTo>
                    <a:pt x="3020171" y="197082"/>
                  </a:lnTo>
                  <a:lnTo>
                    <a:pt x="3027996" y="199090"/>
                  </a:lnTo>
                  <a:lnTo>
                    <a:pt x="3035820" y="200990"/>
                  </a:lnTo>
                  <a:lnTo>
                    <a:pt x="3043644" y="202812"/>
                  </a:lnTo>
                  <a:lnTo>
                    <a:pt x="3051468" y="204560"/>
                  </a:lnTo>
                  <a:lnTo>
                    <a:pt x="3059293" y="206209"/>
                  </a:lnTo>
                  <a:lnTo>
                    <a:pt x="3067117" y="207781"/>
                  </a:lnTo>
                  <a:lnTo>
                    <a:pt x="3074941" y="209292"/>
                  </a:lnTo>
                  <a:lnTo>
                    <a:pt x="3082766" y="210745"/>
                  </a:lnTo>
                  <a:lnTo>
                    <a:pt x="3090590" y="212116"/>
                  </a:lnTo>
                  <a:lnTo>
                    <a:pt x="3098414" y="213437"/>
                  </a:lnTo>
                  <a:lnTo>
                    <a:pt x="3106238" y="214713"/>
                  </a:lnTo>
                  <a:lnTo>
                    <a:pt x="3114063" y="215943"/>
                  </a:lnTo>
                  <a:lnTo>
                    <a:pt x="3121887" y="217118"/>
                  </a:lnTo>
                  <a:lnTo>
                    <a:pt x="3129711" y="218261"/>
                  </a:lnTo>
                  <a:lnTo>
                    <a:pt x="3137536" y="219373"/>
                  </a:lnTo>
                  <a:lnTo>
                    <a:pt x="3145360" y="220450"/>
                  </a:lnTo>
                  <a:lnTo>
                    <a:pt x="3153184" y="221496"/>
                  </a:lnTo>
                  <a:lnTo>
                    <a:pt x="3161008" y="222521"/>
                  </a:lnTo>
                  <a:lnTo>
                    <a:pt x="3168833" y="223526"/>
                  </a:lnTo>
                  <a:lnTo>
                    <a:pt x="3176657" y="224508"/>
                  </a:lnTo>
                  <a:lnTo>
                    <a:pt x="3184481" y="225472"/>
                  </a:lnTo>
                  <a:lnTo>
                    <a:pt x="3192305" y="226424"/>
                  </a:lnTo>
                  <a:lnTo>
                    <a:pt x="3200130" y="227363"/>
                  </a:lnTo>
                  <a:lnTo>
                    <a:pt x="3207954" y="228286"/>
                  </a:lnTo>
                  <a:lnTo>
                    <a:pt x="3215778" y="229199"/>
                  </a:lnTo>
                  <a:lnTo>
                    <a:pt x="3223603" y="230104"/>
                  </a:lnTo>
                  <a:lnTo>
                    <a:pt x="3231427" y="230999"/>
                  </a:lnTo>
                  <a:lnTo>
                    <a:pt x="3239251" y="231883"/>
                  </a:lnTo>
                  <a:lnTo>
                    <a:pt x="3247075" y="232759"/>
                  </a:lnTo>
                  <a:lnTo>
                    <a:pt x="3254900" y="233627"/>
                  </a:lnTo>
                  <a:lnTo>
                    <a:pt x="3262724" y="234485"/>
                  </a:lnTo>
                  <a:lnTo>
                    <a:pt x="3270548" y="235332"/>
                  </a:lnTo>
                  <a:lnTo>
                    <a:pt x="3278373" y="236171"/>
                  </a:lnTo>
                  <a:lnTo>
                    <a:pt x="3286197" y="237000"/>
                  </a:lnTo>
                  <a:lnTo>
                    <a:pt x="3294021" y="237815"/>
                  </a:lnTo>
                  <a:lnTo>
                    <a:pt x="3301845" y="238618"/>
                  </a:lnTo>
                  <a:lnTo>
                    <a:pt x="3309670" y="239409"/>
                  </a:lnTo>
                  <a:lnTo>
                    <a:pt x="3317494" y="240189"/>
                  </a:lnTo>
                  <a:lnTo>
                    <a:pt x="3325318" y="240948"/>
                  </a:lnTo>
                  <a:lnTo>
                    <a:pt x="3333142" y="241693"/>
                  </a:lnTo>
                  <a:lnTo>
                    <a:pt x="3340967" y="242424"/>
                  </a:lnTo>
                  <a:lnTo>
                    <a:pt x="3348791" y="243138"/>
                  </a:lnTo>
                  <a:lnTo>
                    <a:pt x="3356615" y="243829"/>
                  </a:lnTo>
                  <a:lnTo>
                    <a:pt x="3364440" y="244503"/>
                  </a:lnTo>
                  <a:lnTo>
                    <a:pt x="3372264" y="245160"/>
                  </a:lnTo>
                  <a:lnTo>
                    <a:pt x="3380088" y="245795"/>
                  </a:lnTo>
                  <a:lnTo>
                    <a:pt x="3387912" y="246406"/>
                  </a:lnTo>
                  <a:lnTo>
                    <a:pt x="3395737" y="246998"/>
                  </a:lnTo>
                  <a:lnTo>
                    <a:pt x="3403561" y="247571"/>
                  </a:lnTo>
                  <a:lnTo>
                    <a:pt x="3411385" y="248117"/>
                  </a:lnTo>
                  <a:lnTo>
                    <a:pt x="3419210" y="248641"/>
                  </a:lnTo>
                  <a:lnTo>
                    <a:pt x="3427034" y="249145"/>
                  </a:lnTo>
                  <a:lnTo>
                    <a:pt x="3434858" y="249630"/>
                  </a:lnTo>
                  <a:lnTo>
                    <a:pt x="3442682" y="250084"/>
                  </a:lnTo>
                  <a:lnTo>
                    <a:pt x="3450507" y="250518"/>
                  </a:lnTo>
                  <a:lnTo>
                    <a:pt x="3458331" y="250933"/>
                  </a:lnTo>
                  <a:lnTo>
                    <a:pt x="3466155" y="251327"/>
                  </a:lnTo>
                  <a:lnTo>
                    <a:pt x="3473980" y="251694"/>
                  </a:lnTo>
                  <a:lnTo>
                    <a:pt x="3481804" y="252042"/>
                  </a:lnTo>
                  <a:lnTo>
                    <a:pt x="3489628" y="252373"/>
                  </a:lnTo>
                  <a:lnTo>
                    <a:pt x="3497452" y="252681"/>
                  </a:lnTo>
                  <a:lnTo>
                    <a:pt x="3505277" y="252967"/>
                  </a:lnTo>
                  <a:lnTo>
                    <a:pt x="3513101" y="253236"/>
                  </a:lnTo>
                  <a:lnTo>
                    <a:pt x="3520925" y="253489"/>
                  </a:lnTo>
                  <a:lnTo>
                    <a:pt x="3528749" y="253720"/>
                  </a:lnTo>
                  <a:lnTo>
                    <a:pt x="3536574" y="253933"/>
                  </a:lnTo>
                  <a:lnTo>
                    <a:pt x="3544398" y="254131"/>
                  </a:lnTo>
                  <a:lnTo>
                    <a:pt x="3552222" y="254315"/>
                  </a:lnTo>
                  <a:lnTo>
                    <a:pt x="3560047" y="254477"/>
                  </a:lnTo>
                  <a:lnTo>
                    <a:pt x="3567871" y="254625"/>
                  </a:lnTo>
                  <a:lnTo>
                    <a:pt x="3575695" y="254761"/>
                  </a:lnTo>
                  <a:lnTo>
                    <a:pt x="3583519" y="254881"/>
                  </a:lnTo>
                  <a:lnTo>
                    <a:pt x="3591344" y="254985"/>
                  </a:lnTo>
                  <a:lnTo>
                    <a:pt x="3599168" y="255076"/>
                  </a:lnTo>
                  <a:lnTo>
                    <a:pt x="3606992" y="255155"/>
                  </a:lnTo>
                  <a:lnTo>
                    <a:pt x="3614817" y="255219"/>
                  </a:lnTo>
                  <a:lnTo>
                    <a:pt x="3622641" y="255268"/>
                  </a:lnTo>
                  <a:lnTo>
                    <a:pt x="3630465" y="255307"/>
                  </a:lnTo>
                  <a:lnTo>
                    <a:pt x="3638289" y="255335"/>
                  </a:lnTo>
                  <a:lnTo>
                    <a:pt x="3646114" y="255346"/>
                  </a:lnTo>
                  <a:lnTo>
                    <a:pt x="3653938" y="255346"/>
                  </a:lnTo>
                  <a:lnTo>
                    <a:pt x="3661762" y="255336"/>
                  </a:lnTo>
                  <a:lnTo>
                    <a:pt x="3669586" y="255315"/>
                  </a:lnTo>
                  <a:lnTo>
                    <a:pt x="3677411" y="255278"/>
                  </a:lnTo>
                  <a:lnTo>
                    <a:pt x="3685235" y="255231"/>
                  </a:lnTo>
                  <a:lnTo>
                    <a:pt x="3693059" y="255175"/>
                  </a:lnTo>
                  <a:lnTo>
                    <a:pt x="3700884" y="255107"/>
                  </a:lnTo>
                  <a:lnTo>
                    <a:pt x="3708708" y="255027"/>
                  </a:lnTo>
                  <a:lnTo>
                    <a:pt x="3716532" y="254937"/>
                  </a:lnTo>
                  <a:lnTo>
                    <a:pt x="3724356" y="254839"/>
                  </a:lnTo>
                  <a:lnTo>
                    <a:pt x="3732181" y="254730"/>
                  </a:lnTo>
                  <a:lnTo>
                    <a:pt x="3740005" y="254612"/>
                  </a:lnTo>
                  <a:lnTo>
                    <a:pt x="3747829" y="254486"/>
                  </a:lnTo>
                  <a:lnTo>
                    <a:pt x="3755654" y="254354"/>
                  </a:lnTo>
                  <a:lnTo>
                    <a:pt x="3763478" y="254213"/>
                  </a:lnTo>
                  <a:lnTo>
                    <a:pt x="3771302" y="254066"/>
                  </a:lnTo>
                  <a:lnTo>
                    <a:pt x="3779126" y="253915"/>
                  </a:lnTo>
                  <a:lnTo>
                    <a:pt x="3786951" y="253760"/>
                  </a:lnTo>
                  <a:lnTo>
                    <a:pt x="3794775" y="253601"/>
                  </a:lnTo>
                  <a:lnTo>
                    <a:pt x="3802599" y="253440"/>
                  </a:lnTo>
                  <a:lnTo>
                    <a:pt x="3810424" y="253278"/>
                  </a:lnTo>
                  <a:lnTo>
                    <a:pt x="3818248" y="253117"/>
                  </a:lnTo>
                  <a:lnTo>
                    <a:pt x="3826072" y="252958"/>
                  </a:lnTo>
                  <a:lnTo>
                    <a:pt x="3833896" y="252802"/>
                  </a:lnTo>
                  <a:lnTo>
                    <a:pt x="3841721" y="252650"/>
                  </a:lnTo>
                  <a:lnTo>
                    <a:pt x="3849545" y="252503"/>
                  </a:lnTo>
                  <a:lnTo>
                    <a:pt x="3857369" y="252365"/>
                  </a:lnTo>
                  <a:lnTo>
                    <a:pt x="3865193" y="252235"/>
                  </a:lnTo>
                  <a:lnTo>
                    <a:pt x="3873018" y="252113"/>
                  </a:lnTo>
                  <a:lnTo>
                    <a:pt x="3880842" y="252005"/>
                  </a:lnTo>
                  <a:lnTo>
                    <a:pt x="3888666" y="251910"/>
                  </a:lnTo>
                  <a:lnTo>
                    <a:pt x="3896491" y="251826"/>
                  </a:lnTo>
                  <a:lnTo>
                    <a:pt x="3904315" y="251756"/>
                  </a:lnTo>
                  <a:lnTo>
                    <a:pt x="3912139" y="251708"/>
                  </a:lnTo>
                  <a:lnTo>
                    <a:pt x="3919963" y="251674"/>
                  </a:lnTo>
                  <a:lnTo>
                    <a:pt x="3927788" y="251657"/>
                  </a:lnTo>
                  <a:lnTo>
                    <a:pt x="3935612" y="251658"/>
                  </a:lnTo>
                  <a:lnTo>
                    <a:pt x="3943436" y="251684"/>
                  </a:lnTo>
                  <a:lnTo>
                    <a:pt x="3951261" y="251728"/>
                  </a:lnTo>
                  <a:lnTo>
                    <a:pt x="3959085" y="251789"/>
                  </a:lnTo>
                  <a:lnTo>
                    <a:pt x="3966909" y="251875"/>
                  </a:lnTo>
                  <a:lnTo>
                    <a:pt x="3974733" y="251984"/>
                  </a:lnTo>
                  <a:lnTo>
                    <a:pt x="3982558" y="252111"/>
                  </a:lnTo>
                  <a:lnTo>
                    <a:pt x="3990382" y="252257"/>
                  </a:lnTo>
                  <a:lnTo>
                    <a:pt x="3998206" y="25243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" name="rc1705"/>
            <p:cNvSpPr/>
            <p:nvPr/>
          </p:nvSpPr>
          <p:spPr>
            <a:xfrm>
              <a:off x="7648183" y="1761070"/>
              <a:ext cx="4398027" cy="3178122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" name="pl1706"/>
            <p:cNvSpPr/>
            <p:nvPr/>
          </p:nvSpPr>
          <p:spPr>
            <a:xfrm>
              <a:off x="8247914" y="49391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" name="pl1707"/>
            <p:cNvSpPr/>
            <p:nvPr/>
          </p:nvSpPr>
          <p:spPr>
            <a:xfrm>
              <a:off x="9047555" y="49391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" name="pl1708"/>
            <p:cNvSpPr/>
            <p:nvPr/>
          </p:nvSpPr>
          <p:spPr>
            <a:xfrm>
              <a:off x="9847197" y="49391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" name="pl1709"/>
            <p:cNvSpPr/>
            <p:nvPr/>
          </p:nvSpPr>
          <p:spPr>
            <a:xfrm>
              <a:off x="10646838" y="49391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l1710"/>
            <p:cNvSpPr/>
            <p:nvPr/>
          </p:nvSpPr>
          <p:spPr>
            <a:xfrm>
              <a:off x="11446479" y="49391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tx1711"/>
            <p:cNvSpPr/>
            <p:nvPr/>
          </p:nvSpPr>
          <p:spPr>
            <a:xfrm>
              <a:off x="8198228" y="5001495"/>
              <a:ext cx="99372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-2</a:t>
              </a:r>
            </a:p>
          </p:txBody>
        </p:sp>
        <p:sp>
          <p:nvSpPr>
            <p:cNvPr id="1712" name="tx1712"/>
            <p:cNvSpPr/>
            <p:nvPr/>
          </p:nvSpPr>
          <p:spPr>
            <a:xfrm>
              <a:off x="8997869" y="5001495"/>
              <a:ext cx="99372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-1</a:t>
              </a:r>
            </a:p>
          </p:txBody>
        </p:sp>
        <p:sp>
          <p:nvSpPr>
            <p:cNvPr id="1713" name="tx1713"/>
            <p:cNvSpPr/>
            <p:nvPr/>
          </p:nvSpPr>
          <p:spPr>
            <a:xfrm>
              <a:off x="9816119" y="5000131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714" name="tx1714"/>
            <p:cNvSpPr/>
            <p:nvPr/>
          </p:nvSpPr>
          <p:spPr>
            <a:xfrm>
              <a:off x="10615760" y="5001495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1715" name="tx1715"/>
            <p:cNvSpPr/>
            <p:nvPr/>
          </p:nvSpPr>
          <p:spPr>
            <a:xfrm>
              <a:off x="11415402" y="5001495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1716" name="tx1716"/>
            <p:cNvSpPr/>
            <p:nvPr/>
          </p:nvSpPr>
          <p:spPr>
            <a:xfrm>
              <a:off x="9094024" y="5119812"/>
              <a:ext cx="1506345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Rate of Change (Z/year)</a:t>
              </a:r>
            </a:p>
          </p:txBody>
        </p:sp>
        <p:sp>
          <p:nvSpPr>
            <p:cNvPr id="1717" name="rc1717"/>
            <p:cNvSpPr/>
            <p:nvPr/>
          </p:nvSpPr>
          <p:spPr>
            <a:xfrm>
              <a:off x="2971800" y="5349081"/>
              <a:ext cx="3048000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rc1718"/>
            <p:cNvSpPr/>
            <p:nvPr/>
          </p:nvSpPr>
          <p:spPr>
            <a:xfrm>
              <a:off x="3372163" y="5418670"/>
              <a:ext cx="2578047" cy="317812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19" name="pl1719"/>
            <p:cNvSpPr/>
            <p:nvPr/>
          </p:nvSpPr>
          <p:spPr>
            <a:xfrm>
              <a:off x="3372163" y="8361470"/>
              <a:ext cx="2578047" cy="0"/>
            </a:xfrm>
            <a:custGeom>
              <a:avLst/>
              <a:pathLst>
                <a:path w="2578047" h="0">
                  <a:moveTo>
                    <a:pt x="0" y="0"/>
                  </a:moveTo>
                  <a:lnTo>
                    <a:pt x="2578047" y="0"/>
                  </a:lnTo>
                  <a:lnTo>
                    <a:pt x="2578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l1720"/>
            <p:cNvSpPr/>
            <p:nvPr/>
          </p:nvSpPr>
          <p:spPr>
            <a:xfrm>
              <a:off x="3372163" y="7837672"/>
              <a:ext cx="2578047" cy="0"/>
            </a:xfrm>
            <a:custGeom>
              <a:avLst/>
              <a:pathLst>
                <a:path w="2578047" h="0">
                  <a:moveTo>
                    <a:pt x="0" y="0"/>
                  </a:moveTo>
                  <a:lnTo>
                    <a:pt x="2578047" y="0"/>
                  </a:lnTo>
                  <a:lnTo>
                    <a:pt x="2578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pl1721"/>
            <p:cNvSpPr/>
            <p:nvPr/>
          </p:nvSpPr>
          <p:spPr>
            <a:xfrm>
              <a:off x="3372163" y="7313875"/>
              <a:ext cx="2578047" cy="0"/>
            </a:xfrm>
            <a:custGeom>
              <a:avLst/>
              <a:pathLst>
                <a:path w="2578047" h="0">
                  <a:moveTo>
                    <a:pt x="0" y="0"/>
                  </a:moveTo>
                  <a:lnTo>
                    <a:pt x="2578047" y="0"/>
                  </a:lnTo>
                  <a:lnTo>
                    <a:pt x="2578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l1722"/>
            <p:cNvSpPr/>
            <p:nvPr/>
          </p:nvSpPr>
          <p:spPr>
            <a:xfrm>
              <a:off x="3372163" y="6790077"/>
              <a:ext cx="2578047" cy="0"/>
            </a:xfrm>
            <a:custGeom>
              <a:avLst/>
              <a:pathLst>
                <a:path w="2578047" h="0">
                  <a:moveTo>
                    <a:pt x="0" y="0"/>
                  </a:moveTo>
                  <a:lnTo>
                    <a:pt x="2578047" y="0"/>
                  </a:lnTo>
                  <a:lnTo>
                    <a:pt x="2578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l1723"/>
            <p:cNvSpPr/>
            <p:nvPr/>
          </p:nvSpPr>
          <p:spPr>
            <a:xfrm>
              <a:off x="3372163" y="6266280"/>
              <a:ext cx="2578047" cy="0"/>
            </a:xfrm>
            <a:custGeom>
              <a:avLst/>
              <a:pathLst>
                <a:path w="2578047" h="0">
                  <a:moveTo>
                    <a:pt x="0" y="0"/>
                  </a:moveTo>
                  <a:lnTo>
                    <a:pt x="2578047" y="0"/>
                  </a:lnTo>
                  <a:lnTo>
                    <a:pt x="2578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l1724"/>
            <p:cNvSpPr/>
            <p:nvPr/>
          </p:nvSpPr>
          <p:spPr>
            <a:xfrm>
              <a:off x="3372163" y="5742482"/>
              <a:ext cx="2578047" cy="0"/>
            </a:xfrm>
            <a:custGeom>
              <a:avLst/>
              <a:pathLst>
                <a:path w="2578047" h="0">
                  <a:moveTo>
                    <a:pt x="0" y="0"/>
                  </a:moveTo>
                  <a:lnTo>
                    <a:pt x="2578047" y="0"/>
                  </a:lnTo>
                  <a:lnTo>
                    <a:pt x="2578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l1725"/>
            <p:cNvSpPr/>
            <p:nvPr/>
          </p:nvSpPr>
          <p:spPr>
            <a:xfrm>
              <a:off x="4117680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l1726"/>
            <p:cNvSpPr/>
            <p:nvPr/>
          </p:nvSpPr>
          <p:spPr>
            <a:xfrm>
              <a:off x="4895562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l1727"/>
            <p:cNvSpPr/>
            <p:nvPr/>
          </p:nvSpPr>
          <p:spPr>
            <a:xfrm>
              <a:off x="5673443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l1728"/>
            <p:cNvSpPr/>
            <p:nvPr/>
          </p:nvSpPr>
          <p:spPr>
            <a:xfrm>
              <a:off x="3372163" y="8099571"/>
              <a:ext cx="2578047" cy="0"/>
            </a:xfrm>
            <a:custGeom>
              <a:avLst/>
              <a:pathLst>
                <a:path w="2578047" h="0">
                  <a:moveTo>
                    <a:pt x="0" y="0"/>
                  </a:moveTo>
                  <a:lnTo>
                    <a:pt x="2578047" y="0"/>
                  </a:lnTo>
                  <a:lnTo>
                    <a:pt x="2578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" name="pl1729"/>
            <p:cNvSpPr/>
            <p:nvPr/>
          </p:nvSpPr>
          <p:spPr>
            <a:xfrm>
              <a:off x="3372163" y="7575773"/>
              <a:ext cx="2578047" cy="0"/>
            </a:xfrm>
            <a:custGeom>
              <a:avLst/>
              <a:pathLst>
                <a:path w="2578047" h="0">
                  <a:moveTo>
                    <a:pt x="0" y="0"/>
                  </a:moveTo>
                  <a:lnTo>
                    <a:pt x="2578047" y="0"/>
                  </a:lnTo>
                  <a:lnTo>
                    <a:pt x="2578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pl1730"/>
            <p:cNvSpPr/>
            <p:nvPr/>
          </p:nvSpPr>
          <p:spPr>
            <a:xfrm>
              <a:off x="3372163" y="7051976"/>
              <a:ext cx="2578047" cy="0"/>
            </a:xfrm>
            <a:custGeom>
              <a:avLst/>
              <a:pathLst>
                <a:path w="2578047" h="0">
                  <a:moveTo>
                    <a:pt x="0" y="0"/>
                  </a:moveTo>
                  <a:lnTo>
                    <a:pt x="2578047" y="0"/>
                  </a:lnTo>
                  <a:lnTo>
                    <a:pt x="2578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" name="pl1731"/>
            <p:cNvSpPr/>
            <p:nvPr/>
          </p:nvSpPr>
          <p:spPr>
            <a:xfrm>
              <a:off x="3372163" y="6528178"/>
              <a:ext cx="2578047" cy="0"/>
            </a:xfrm>
            <a:custGeom>
              <a:avLst/>
              <a:pathLst>
                <a:path w="2578047" h="0">
                  <a:moveTo>
                    <a:pt x="0" y="0"/>
                  </a:moveTo>
                  <a:lnTo>
                    <a:pt x="2578047" y="0"/>
                  </a:lnTo>
                  <a:lnTo>
                    <a:pt x="2578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" name="pl1732"/>
            <p:cNvSpPr/>
            <p:nvPr/>
          </p:nvSpPr>
          <p:spPr>
            <a:xfrm>
              <a:off x="3372163" y="6004381"/>
              <a:ext cx="2578047" cy="0"/>
            </a:xfrm>
            <a:custGeom>
              <a:avLst/>
              <a:pathLst>
                <a:path w="2578047" h="0">
                  <a:moveTo>
                    <a:pt x="0" y="0"/>
                  </a:moveTo>
                  <a:lnTo>
                    <a:pt x="2578047" y="0"/>
                  </a:lnTo>
                  <a:lnTo>
                    <a:pt x="2578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" name="pl1733"/>
            <p:cNvSpPr/>
            <p:nvPr/>
          </p:nvSpPr>
          <p:spPr>
            <a:xfrm>
              <a:off x="3372163" y="5480583"/>
              <a:ext cx="2578047" cy="0"/>
            </a:xfrm>
            <a:custGeom>
              <a:avLst/>
              <a:pathLst>
                <a:path w="2578047" h="0">
                  <a:moveTo>
                    <a:pt x="0" y="0"/>
                  </a:moveTo>
                  <a:lnTo>
                    <a:pt x="2578047" y="0"/>
                  </a:lnTo>
                  <a:lnTo>
                    <a:pt x="2578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" name="pl1734"/>
            <p:cNvSpPr/>
            <p:nvPr/>
          </p:nvSpPr>
          <p:spPr>
            <a:xfrm>
              <a:off x="3728740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" name="pl1735"/>
            <p:cNvSpPr/>
            <p:nvPr/>
          </p:nvSpPr>
          <p:spPr>
            <a:xfrm>
              <a:off x="4506621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" name="pl1736"/>
            <p:cNvSpPr/>
            <p:nvPr/>
          </p:nvSpPr>
          <p:spPr>
            <a:xfrm>
              <a:off x="5284503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" name="pt1737"/>
            <p:cNvSpPr/>
            <p:nvPr/>
          </p:nvSpPr>
          <p:spPr>
            <a:xfrm>
              <a:off x="3697679" y="708162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" name="pt1738"/>
            <p:cNvSpPr/>
            <p:nvPr/>
          </p:nvSpPr>
          <p:spPr>
            <a:xfrm>
              <a:off x="3810796" y="691436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" name="pt1739"/>
            <p:cNvSpPr/>
            <p:nvPr/>
          </p:nvSpPr>
          <p:spPr>
            <a:xfrm>
              <a:off x="3600756" y="703940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" name="pt1740"/>
            <p:cNvSpPr/>
            <p:nvPr/>
          </p:nvSpPr>
          <p:spPr>
            <a:xfrm>
              <a:off x="3688939" y="703105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" name="pt1741"/>
            <p:cNvSpPr/>
            <p:nvPr/>
          </p:nvSpPr>
          <p:spPr>
            <a:xfrm>
              <a:off x="3609568" y="705872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" name="pt1742"/>
            <p:cNvSpPr/>
            <p:nvPr/>
          </p:nvSpPr>
          <p:spPr>
            <a:xfrm>
              <a:off x="3714434" y="697516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" name="pt1743"/>
            <p:cNvSpPr/>
            <p:nvPr/>
          </p:nvSpPr>
          <p:spPr>
            <a:xfrm>
              <a:off x="3664536" y="700294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" name="pt1744"/>
            <p:cNvSpPr/>
            <p:nvPr/>
          </p:nvSpPr>
          <p:spPr>
            <a:xfrm>
              <a:off x="3689743" y="709541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" name="pt1745"/>
            <p:cNvSpPr/>
            <p:nvPr/>
          </p:nvSpPr>
          <p:spPr>
            <a:xfrm>
              <a:off x="3905626" y="701727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" name="pt1746"/>
            <p:cNvSpPr/>
            <p:nvPr/>
          </p:nvSpPr>
          <p:spPr>
            <a:xfrm>
              <a:off x="3804822" y="718025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" name="pt1747"/>
            <p:cNvSpPr/>
            <p:nvPr/>
          </p:nvSpPr>
          <p:spPr>
            <a:xfrm>
              <a:off x="3631630" y="714368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pt1748"/>
            <p:cNvSpPr/>
            <p:nvPr/>
          </p:nvSpPr>
          <p:spPr>
            <a:xfrm>
              <a:off x="4389606" y="682573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" name="pt1749"/>
            <p:cNvSpPr/>
            <p:nvPr/>
          </p:nvSpPr>
          <p:spPr>
            <a:xfrm>
              <a:off x="3607729" y="705777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t1750"/>
            <p:cNvSpPr/>
            <p:nvPr/>
          </p:nvSpPr>
          <p:spPr>
            <a:xfrm>
              <a:off x="3953862" y="6564615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t1751"/>
            <p:cNvSpPr/>
            <p:nvPr/>
          </p:nvSpPr>
          <p:spPr>
            <a:xfrm>
              <a:off x="3649043" y="689064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t1752"/>
            <p:cNvSpPr/>
            <p:nvPr/>
          </p:nvSpPr>
          <p:spPr>
            <a:xfrm>
              <a:off x="4962389" y="690852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t1753"/>
            <p:cNvSpPr/>
            <p:nvPr/>
          </p:nvSpPr>
          <p:spPr>
            <a:xfrm>
              <a:off x="3600120" y="690527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t1754"/>
            <p:cNvSpPr/>
            <p:nvPr/>
          </p:nvSpPr>
          <p:spPr>
            <a:xfrm>
              <a:off x="3933054" y="722447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t1755"/>
            <p:cNvSpPr/>
            <p:nvPr/>
          </p:nvSpPr>
          <p:spPr>
            <a:xfrm>
              <a:off x="3589026" y="690983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t1756"/>
            <p:cNvSpPr/>
            <p:nvPr/>
          </p:nvSpPr>
          <p:spPr>
            <a:xfrm>
              <a:off x="3838145" y="704248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t1757"/>
            <p:cNvSpPr/>
            <p:nvPr/>
          </p:nvSpPr>
          <p:spPr>
            <a:xfrm>
              <a:off x="3570164" y="704417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t1758"/>
            <p:cNvSpPr/>
            <p:nvPr/>
          </p:nvSpPr>
          <p:spPr>
            <a:xfrm>
              <a:off x="3996171" y="6764174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t1759"/>
            <p:cNvSpPr/>
            <p:nvPr/>
          </p:nvSpPr>
          <p:spPr>
            <a:xfrm>
              <a:off x="3689464" y="695467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t1760"/>
            <p:cNvSpPr/>
            <p:nvPr/>
          </p:nvSpPr>
          <p:spPr>
            <a:xfrm>
              <a:off x="3665066" y="697632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t1761"/>
            <p:cNvSpPr/>
            <p:nvPr/>
          </p:nvSpPr>
          <p:spPr>
            <a:xfrm>
              <a:off x="3719201" y="690482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t1762"/>
            <p:cNvSpPr/>
            <p:nvPr/>
          </p:nvSpPr>
          <p:spPr>
            <a:xfrm>
              <a:off x="3681608" y="689726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t1763"/>
            <p:cNvSpPr/>
            <p:nvPr/>
          </p:nvSpPr>
          <p:spPr>
            <a:xfrm>
              <a:off x="4677258" y="801396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t1764"/>
            <p:cNvSpPr/>
            <p:nvPr/>
          </p:nvSpPr>
          <p:spPr>
            <a:xfrm>
              <a:off x="3588147" y="701596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t1765"/>
            <p:cNvSpPr/>
            <p:nvPr/>
          </p:nvSpPr>
          <p:spPr>
            <a:xfrm>
              <a:off x="3587031" y="700647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t1766"/>
            <p:cNvSpPr/>
            <p:nvPr/>
          </p:nvSpPr>
          <p:spPr>
            <a:xfrm>
              <a:off x="3551569" y="702260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t1767"/>
            <p:cNvSpPr/>
            <p:nvPr/>
          </p:nvSpPr>
          <p:spPr>
            <a:xfrm>
              <a:off x="3539760" y="703814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t1768"/>
            <p:cNvSpPr/>
            <p:nvPr/>
          </p:nvSpPr>
          <p:spPr>
            <a:xfrm>
              <a:off x="4596300" y="6608738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t1769"/>
            <p:cNvSpPr/>
            <p:nvPr/>
          </p:nvSpPr>
          <p:spPr>
            <a:xfrm>
              <a:off x="4498299" y="731051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t1770"/>
            <p:cNvSpPr/>
            <p:nvPr/>
          </p:nvSpPr>
          <p:spPr>
            <a:xfrm>
              <a:off x="4353957" y="6301769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t1771"/>
            <p:cNvSpPr/>
            <p:nvPr/>
          </p:nvSpPr>
          <p:spPr>
            <a:xfrm>
              <a:off x="4730955" y="694090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t1772"/>
            <p:cNvSpPr/>
            <p:nvPr/>
          </p:nvSpPr>
          <p:spPr>
            <a:xfrm>
              <a:off x="3632278" y="700915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t1773"/>
            <p:cNvSpPr/>
            <p:nvPr/>
          </p:nvSpPr>
          <p:spPr>
            <a:xfrm>
              <a:off x="3845035" y="708497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t1774"/>
            <p:cNvSpPr/>
            <p:nvPr/>
          </p:nvSpPr>
          <p:spPr>
            <a:xfrm>
              <a:off x="3644973" y="706382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t1775"/>
            <p:cNvSpPr/>
            <p:nvPr/>
          </p:nvSpPr>
          <p:spPr>
            <a:xfrm>
              <a:off x="3723135" y="704968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t1776"/>
            <p:cNvSpPr/>
            <p:nvPr/>
          </p:nvSpPr>
          <p:spPr>
            <a:xfrm>
              <a:off x="4705962" y="695078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t1777"/>
            <p:cNvSpPr/>
            <p:nvPr/>
          </p:nvSpPr>
          <p:spPr>
            <a:xfrm>
              <a:off x="3651531" y="704601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t1778"/>
            <p:cNvSpPr/>
            <p:nvPr/>
          </p:nvSpPr>
          <p:spPr>
            <a:xfrm>
              <a:off x="5484812" y="709548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t1779"/>
            <p:cNvSpPr/>
            <p:nvPr/>
          </p:nvSpPr>
          <p:spPr>
            <a:xfrm>
              <a:off x="3798135" y="701965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t1780"/>
            <p:cNvSpPr/>
            <p:nvPr/>
          </p:nvSpPr>
          <p:spPr>
            <a:xfrm>
              <a:off x="3657803" y="702596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t1781"/>
            <p:cNvSpPr/>
            <p:nvPr/>
          </p:nvSpPr>
          <p:spPr>
            <a:xfrm>
              <a:off x="3638423" y="683509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t1782"/>
            <p:cNvSpPr/>
            <p:nvPr/>
          </p:nvSpPr>
          <p:spPr>
            <a:xfrm>
              <a:off x="3554943" y="698915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t1783"/>
            <p:cNvSpPr/>
            <p:nvPr/>
          </p:nvSpPr>
          <p:spPr>
            <a:xfrm>
              <a:off x="3593432" y="704251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t1784"/>
            <p:cNvSpPr/>
            <p:nvPr/>
          </p:nvSpPr>
          <p:spPr>
            <a:xfrm>
              <a:off x="3737235" y="696782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t1785"/>
            <p:cNvSpPr/>
            <p:nvPr/>
          </p:nvSpPr>
          <p:spPr>
            <a:xfrm>
              <a:off x="3621174" y="695100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t1786"/>
            <p:cNvSpPr/>
            <p:nvPr/>
          </p:nvSpPr>
          <p:spPr>
            <a:xfrm>
              <a:off x="3509376" y="683030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t1787"/>
            <p:cNvSpPr/>
            <p:nvPr/>
          </p:nvSpPr>
          <p:spPr>
            <a:xfrm>
              <a:off x="3748221" y="684030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t1788"/>
            <p:cNvSpPr/>
            <p:nvPr/>
          </p:nvSpPr>
          <p:spPr>
            <a:xfrm>
              <a:off x="3632215" y="697786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t1789"/>
            <p:cNvSpPr/>
            <p:nvPr/>
          </p:nvSpPr>
          <p:spPr>
            <a:xfrm>
              <a:off x="3602047" y="697310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t1790"/>
            <p:cNvSpPr/>
            <p:nvPr/>
          </p:nvSpPr>
          <p:spPr>
            <a:xfrm>
              <a:off x="3671667" y="692697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t1791"/>
            <p:cNvSpPr/>
            <p:nvPr/>
          </p:nvSpPr>
          <p:spPr>
            <a:xfrm>
              <a:off x="3664528" y="700301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t1792"/>
            <p:cNvSpPr/>
            <p:nvPr/>
          </p:nvSpPr>
          <p:spPr>
            <a:xfrm>
              <a:off x="3543875" y="701704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t1793"/>
            <p:cNvSpPr/>
            <p:nvPr/>
          </p:nvSpPr>
          <p:spPr>
            <a:xfrm>
              <a:off x="4250326" y="681604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t1794"/>
            <p:cNvSpPr/>
            <p:nvPr/>
          </p:nvSpPr>
          <p:spPr>
            <a:xfrm>
              <a:off x="4513749" y="6520766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t1795"/>
            <p:cNvSpPr/>
            <p:nvPr/>
          </p:nvSpPr>
          <p:spPr>
            <a:xfrm>
              <a:off x="3596116" y="706355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t1796"/>
            <p:cNvSpPr/>
            <p:nvPr/>
          </p:nvSpPr>
          <p:spPr>
            <a:xfrm>
              <a:off x="3580121" y="704368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t1797"/>
            <p:cNvSpPr/>
            <p:nvPr/>
          </p:nvSpPr>
          <p:spPr>
            <a:xfrm>
              <a:off x="3694184" y="6786671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t1798"/>
            <p:cNvSpPr/>
            <p:nvPr/>
          </p:nvSpPr>
          <p:spPr>
            <a:xfrm>
              <a:off x="3598084" y="692150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t1799"/>
            <p:cNvSpPr/>
            <p:nvPr/>
          </p:nvSpPr>
          <p:spPr>
            <a:xfrm>
              <a:off x="3718137" y="698285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t1800"/>
            <p:cNvSpPr/>
            <p:nvPr/>
          </p:nvSpPr>
          <p:spPr>
            <a:xfrm>
              <a:off x="3686396" y="703226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t1801"/>
            <p:cNvSpPr/>
            <p:nvPr/>
          </p:nvSpPr>
          <p:spPr>
            <a:xfrm>
              <a:off x="3586768" y="6805537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t1802"/>
            <p:cNvSpPr/>
            <p:nvPr/>
          </p:nvSpPr>
          <p:spPr>
            <a:xfrm>
              <a:off x="3914231" y="694401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t1803"/>
            <p:cNvSpPr/>
            <p:nvPr/>
          </p:nvSpPr>
          <p:spPr>
            <a:xfrm>
              <a:off x="3714967" y="707237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t1804"/>
            <p:cNvSpPr/>
            <p:nvPr/>
          </p:nvSpPr>
          <p:spPr>
            <a:xfrm>
              <a:off x="3714457" y="703411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t1805"/>
            <p:cNvSpPr/>
            <p:nvPr/>
          </p:nvSpPr>
          <p:spPr>
            <a:xfrm>
              <a:off x="5736439" y="6584238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t1806"/>
            <p:cNvSpPr/>
            <p:nvPr/>
          </p:nvSpPr>
          <p:spPr>
            <a:xfrm>
              <a:off x="3703988" y="705215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t1807"/>
            <p:cNvSpPr/>
            <p:nvPr/>
          </p:nvSpPr>
          <p:spPr>
            <a:xfrm>
              <a:off x="3782999" y="698875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t1808"/>
            <p:cNvSpPr/>
            <p:nvPr/>
          </p:nvSpPr>
          <p:spPr>
            <a:xfrm>
              <a:off x="4284502" y="6284247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t1809"/>
            <p:cNvSpPr/>
            <p:nvPr/>
          </p:nvSpPr>
          <p:spPr>
            <a:xfrm>
              <a:off x="3807853" y="710753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t1810"/>
            <p:cNvSpPr/>
            <p:nvPr/>
          </p:nvSpPr>
          <p:spPr>
            <a:xfrm>
              <a:off x="3858637" y="6637584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t1811"/>
            <p:cNvSpPr/>
            <p:nvPr/>
          </p:nvSpPr>
          <p:spPr>
            <a:xfrm>
              <a:off x="5674489" y="6798833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t1812"/>
            <p:cNvSpPr/>
            <p:nvPr/>
          </p:nvSpPr>
          <p:spPr>
            <a:xfrm>
              <a:off x="4564997" y="691950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t1813"/>
            <p:cNvSpPr/>
            <p:nvPr/>
          </p:nvSpPr>
          <p:spPr>
            <a:xfrm>
              <a:off x="3629225" y="712698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t1814"/>
            <p:cNvSpPr/>
            <p:nvPr/>
          </p:nvSpPr>
          <p:spPr>
            <a:xfrm>
              <a:off x="4033495" y="5980557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t1815"/>
            <p:cNvSpPr/>
            <p:nvPr/>
          </p:nvSpPr>
          <p:spPr>
            <a:xfrm>
              <a:off x="4124441" y="686583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t1816"/>
            <p:cNvSpPr/>
            <p:nvPr/>
          </p:nvSpPr>
          <p:spPr>
            <a:xfrm>
              <a:off x="3739304" y="701124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t1817"/>
            <p:cNvSpPr/>
            <p:nvPr/>
          </p:nvSpPr>
          <p:spPr>
            <a:xfrm>
              <a:off x="3767392" y="6725603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t1818"/>
            <p:cNvSpPr/>
            <p:nvPr/>
          </p:nvSpPr>
          <p:spPr>
            <a:xfrm>
              <a:off x="4940018" y="5747869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t1819"/>
            <p:cNvSpPr/>
            <p:nvPr/>
          </p:nvSpPr>
          <p:spPr>
            <a:xfrm>
              <a:off x="3655238" y="696602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t1820"/>
            <p:cNvSpPr/>
            <p:nvPr/>
          </p:nvSpPr>
          <p:spPr>
            <a:xfrm>
              <a:off x="3738862" y="6780844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t1821"/>
            <p:cNvSpPr/>
            <p:nvPr/>
          </p:nvSpPr>
          <p:spPr>
            <a:xfrm>
              <a:off x="3708809" y="713277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t1822"/>
            <p:cNvSpPr/>
            <p:nvPr/>
          </p:nvSpPr>
          <p:spPr>
            <a:xfrm>
              <a:off x="3777882" y="695831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t1823"/>
            <p:cNvSpPr/>
            <p:nvPr/>
          </p:nvSpPr>
          <p:spPr>
            <a:xfrm>
              <a:off x="4753837" y="819349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t1824"/>
            <p:cNvSpPr/>
            <p:nvPr/>
          </p:nvSpPr>
          <p:spPr>
            <a:xfrm>
              <a:off x="3805942" y="695402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t1825"/>
            <p:cNvSpPr/>
            <p:nvPr/>
          </p:nvSpPr>
          <p:spPr>
            <a:xfrm>
              <a:off x="3761431" y="697625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pt1826"/>
            <p:cNvSpPr/>
            <p:nvPr/>
          </p:nvSpPr>
          <p:spPr>
            <a:xfrm>
              <a:off x="3954165" y="706207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pt1827"/>
            <p:cNvSpPr/>
            <p:nvPr/>
          </p:nvSpPr>
          <p:spPr>
            <a:xfrm>
              <a:off x="4408045" y="6268991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t1828"/>
            <p:cNvSpPr/>
            <p:nvPr/>
          </p:nvSpPr>
          <p:spPr>
            <a:xfrm>
              <a:off x="4541998" y="696435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t1829"/>
            <p:cNvSpPr/>
            <p:nvPr/>
          </p:nvSpPr>
          <p:spPr>
            <a:xfrm>
              <a:off x="3586731" y="702273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t1830"/>
            <p:cNvSpPr/>
            <p:nvPr/>
          </p:nvSpPr>
          <p:spPr>
            <a:xfrm>
              <a:off x="3870822" y="692779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t1831"/>
            <p:cNvSpPr/>
            <p:nvPr/>
          </p:nvSpPr>
          <p:spPr>
            <a:xfrm>
              <a:off x="5325622" y="817141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t1832"/>
            <p:cNvSpPr/>
            <p:nvPr/>
          </p:nvSpPr>
          <p:spPr>
            <a:xfrm>
              <a:off x="3575198" y="698890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t1833"/>
            <p:cNvSpPr/>
            <p:nvPr/>
          </p:nvSpPr>
          <p:spPr>
            <a:xfrm>
              <a:off x="3616581" y="692864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t1834"/>
            <p:cNvSpPr/>
            <p:nvPr/>
          </p:nvSpPr>
          <p:spPr>
            <a:xfrm>
              <a:off x="3813203" y="704521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t1835"/>
            <p:cNvSpPr/>
            <p:nvPr/>
          </p:nvSpPr>
          <p:spPr>
            <a:xfrm>
              <a:off x="3635008" y="702794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t1836"/>
            <p:cNvSpPr/>
            <p:nvPr/>
          </p:nvSpPr>
          <p:spPr>
            <a:xfrm>
              <a:off x="4089322" y="6663408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t1837"/>
            <p:cNvSpPr/>
            <p:nvPr/>
          </p:nvSpPr>
          <p:spPr>
            <a:xfrm>
              <a:off x="5808201" y="713197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t1838"/>
            <p:cNvSpPr/>
            <p:nvPr/>
          </p:nvSpPr>
          <p:spPr>
            <a:xfrm>
              <a:off x="3656931" y="699581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t1839"/>
            <p:cNvSpPr/>
            <p:nvPr/>
          </p:nvSpPr>
          <p:spPr>
            <a:xfrm>
              <a:off x="3513950" y="698051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t1840"/>
            <p:cNvSpPr/>
            <p:nvPr/>
          </p:nvSpPr>
          <p:spPr>
            <a:xfrm>
              <a:off x="3602139" y="695103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t1841"/>
            <p:cNvSpPr/>
            <p:nvPr/>
          </p:nvSpPr>
          <p:spPr>
            <a:xfrm>
              <a:off x="3595956" y="701791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t1842"/>
            <p:cNvSpPr/>
            <p:nvPr/>
          </p:nvSpPr>
          <p:spPr>
            <a:xfrm>
              <a:off x="3815303" y="697317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t1843"/>
            <p:cNvSpPr/>
            <p:nvPr/>
          </p:nvSpPr>
          <p:spPr>
            <a:xfrm>
              <a:off x="3683045" y="702414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t1844"/>
            <p:cNvSpPr/>
            <p:nvPr/>
          </p:nvSpPr>
          <p:spPr>
            <a:xfrm>
              <a:off x="3689793" y="702780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t1845"/>
            <p:cNvSpPr/>
            <p:nvPr/>
          </p:nvSpPr>
          <p:spPr>
            <a:xfrm>
              <a:off x="3954803" y="725973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t1846"/>
            <p:cNvSpPr/>
            <p:nvPr/>
          </p:nvSpPr>
          <p:spPr>
            <a:xfrm>
              <a:off x="3647146" y="694477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t1847"/>
            <p:cNvSpPr/>
            <p:nvPr/>
          </p:nvSpPr>
          <p:spPr>
            <a:xfrm>
              <a:off x="4999889" y="6501503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t1848"/>
            <p:cNvSpPr/>
            <p:nvPr/>
          </p:nvSpPr>
          <p:spPr>
            <a:xfrm>
              <a:off x="3727478" y="714798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t1849"/>
            <p:cNvSpPr/>
            <p:nvPr/>
          </p:nvSpPr>
          <p:spPr>
            <a:xfrm>
              <a:off x="3684742" y="691575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t1850"/>
            <p:cNvSpPr/>
            <p:nvPr/>
          </p:nvSpPr>
          <p:spPr>
            <a:xfrm>
              <a:off x="3930165" y="703749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t1851"/>
            <p:cNvSpPr/>
            <p:nvPr/>
          </p:nvSpPr>
          <p:spPr>
            <a:xfrm>
              <a:off x="4269524" y="696999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t1852"/>
            <p:cNvSpPr/>
            <p:nvPr/>
          </p:nvSpPr>
          <p:spPr>
            <a:xfrm>
              <a:off x="3661675" y="700823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t1853"/>
            <p:cNvSpPr/>
            <p:nvPr/>
          </p:nvSpPr>
          <p:spPr>
            <a:xfrm>
              <a:off x="3837281" y="699520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t1854"/>
            <p:cNvSpPr/>
            <p:nvPr/>
          </p:nvSpPr>
          <p:spPr>
            <a:xfrm>
              <a:off x="3585706" y="693018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t1855"/>
            <p:cNvSpPr/>
            <p:nvPr/>
          </p:nvSpPr>
          <p:spPr>
            <a:xfrm>
              <a:off x="4008291" y="712174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t1856"/>
            <p:cNvSpPr/>
            <p:nvPr/>
          </p:nvSpPr>
          <p:spPr>
            <a:xfrm>
              <a:off x="4717674" y="741220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t1857"/>
            <p:cNvSpPr/>
            <p:nvPr/>
          </p:nvSpPr>
          <p:spPr>
            <a:xfrm>
              <a:off x="3663863" y="702368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t1858"/>
            <p:cNvSpPr/>
            <p:nvPr/>
          </p:nvSpPr>
          <p:spPr>
            <a:xfrm>
              <a:off x="3728309" y="709856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t1859"/>
            <p:cNvSpPr/>
            <p:nvPr/>
          </p:nvSpPr>
          <p:spPr>
            <a:xfrm>
              <a:off x="3658585" y="696901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t1860"/>
            <p:cNvSpPr/>
            <p:nvPr/>
          </p:nvSpPr>
          <p:spPr>
            <a:xfrm>
              <a:off x="3774592" y="696715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t1861"/>
            <p:cNvSpPr/>
            <p:nvPr/>
          </p:nvSpPr>
          <p:spPr>
            <a:xfrm>
              <a:off x="3711903" y="715902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t1862"/>
            <p:cNvSpPr/>
            <p:nvPr/>
          </p:nvSpPr>
          <p:spPr>
            <a:xfrm>
              <a:off x="3750961" y="709168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t1863"/>
            <p:cNvSpPr/>
            <p:nvPr/>
          </p:nvSpPr>
          <p:spPr>
            <a:xfrm>
              <a:off x="3938860" y="6661095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t1864"/>
            <p:cNvSpPr/>
            <p:nvPr/>
          </p:nvSpPr>
          <p:spPr>
            <a:xfrm>
              <a:off x="3815328" y="715966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t1865"/>
            <p:cNvSpPr/>
            <p:nvPr/>
          </p:nvSpPr>
          <p:spPr>
            <a:xfrm>
              <a:off x="3750178" y="720747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t1866"/>
            <p:cNvSpPr/>
            <p:nvPr/>
          </p:nvSpPr>
          <p:spPr>
            <a:xfrm>
              <a:off x="3611725" y="703778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t1867"/>
            <p:cNvSpPr/>
            <p:nvPr/>
          </p:nvSpPr>
          <p:spPr>
            <a:xfrm>
              <a:off x="3858693" y="692550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t1868"/>
            <p:cNvSpPr/>
            <p:nvPr/>
          </p:nvSpPr>
          <p:spPr>
            <a:xfrm>
              <a:off x="3681935" y="704567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t1869"/>
            <p:cNvSpPr/>
            <p:nvPr/>
          </p:nvSpPr>
          <p:spPr>
            <a:xfrm>
              <a:off x="3613586" y="691257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t1870"/>
            <p:cNvSpPr/>
            <p:nvPr/>
          </p:nvSpPr>
          <p:spPr>
            <a:xfrm>
              <a:off x="3728752" y="701019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t1871"/>
            <p:cNvSpPr/>
            <p:nvPr/>
          </p:nvSpPr>
          <p:spPr>
            <a:xfrm>
              <a:off x="4832768" y="6167749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t1872"/>
            <p:cNvSpPr/>
            <p:nvPr/>
          </p:nvSpPr>
          <p:spPr>
            <a:xfrm>
              <a:off x="3588382" y="708566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t1873"/>
            <p:cNvSpPr/>
            <p:nvPr/>
          </p:nvSpPr>
          <p:spPr>
            <a:xfrm>
              <a:off x="3664974" y="707158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t1874"/>
            <p:cNvSpPr/>
            <p:nvPr/>
          </p:nvSpPr>
          <p:spPr>
            <a:xfrm>
              <a:off x="4510292" y="715316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t1875"/>
            <p:cNvSpPr/>
            <p:nvPr/>
          </p:nvSpPr>
          <p:spPr>
            <a:xfrm>
              <a:off x="3524990" y="699018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t1876"/>
            <p:cNvSpPr/>
            <p:nvPr/>
          </p:nvSpPr>
          <p:spPr>
            <a:xfrm>
              <a:off x="3825155" y="705037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t1877"/>
            <p:cNvSpPr/>
            <p:nvPr/>
          </p:nvSpPr>
          <p:spPr>
            <a:xfrm>
              <a:off x="3752529" y="6788860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t1878"/>
            <p:cNvSpPr/>
            <p:nvPr/>
          </p:nvSpPr>
          <p:spPr>
            <a:xfrm>
              <a:off x="3599691" y="698514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t1879"/>
            <p:cNvSpPr/>
            <p:nvPr/>
          </p:nvSpPr>
          <p:spPr>
            <a:xfrm>
              <a:off x="4205148" y="684091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t1880"/>
            <p:cNvSpPr/>
            <p:nvPr/>
          </p:nvSpPr>
          <p:spPr>
            <a:xfrm>
              <a:off x="3536236" y="697061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t1881"/>
            <p:cNvSpPr/>
            <p:nvPr/>
          </p:nvSpPr>
          <p:spPr>
            <a:xfrm>
              <a:off x="5044365" y="795244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t1882"/>
            <p:cNvSpPr/>
            <p:nvPr/>
          </p:nvSpPr>
          <p:spPr>
            <a:xfrm>
              <a:off x="3633147" y="701874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t1883"/>
            <p:cNvSpPr/>
            <p:nvPr/>
          </p:nvSpPr>
          <p:spPr>
            <a:xfrm>
              <a:off x="4020354" y="6603388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t1884"/>
            <p:cNvSpPr/>
            <p:nvPr/>
          </p:nvSpPr>
          <p:spPr>
            <a:xfrm>
              <a:off x="3922129" y="683388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t1885"/>
            <p:cNvSpPr/>
            <p:nvPr/>
          </p:nvSpPr>
          <p:spPr>
            <a:xfrm>
              <a:off x="3728758" y="704632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t1886"/>
            <p:cNvSpPr/>
            <p:nvPr/>
          </p:nvSpPr>
          <p:spPr>
            <a:xfrm>
              <a:off x="3940531" y="738824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t1887"/>
            <p:cNvSpPr/>
            <p:nvPr/>
          </p:nvSpPr>
          <p:spPr>
            <a:xfrm>
              <a:off x="3817569" y="711938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t1888"/>
            <p:cNvSpPr/>
            <p:nvPr/>
          </p:nvSpPr>
          <p:spPr>
            <a:xfrm>
              <a:off x="3773832" y="6714014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t1889"/>
            <p:cNvSpPr/>
            <p:nvPr/>
          </p:nvSpPr>
          <p:spPr>
            <a:xfrm>
              <a:off x="3746650" y="695392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t1890"/>
            <p:cNvSpPr/>
            <p:nvPr/>
          </p:nvSpPr>
          <p:spPr>
            <a:xfrm>
              <a:off x="3601839" y="686100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t1891"/>
            <p:cNvSpPr/>
            <p:nvPr/>
          </p:nvSpPr>
          <p:spPr>
            <a:xfrm>
              <a:off x="3944785" y="5538304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t1892"/>
            <p:cNvSpPr/>
            <p:nvPr/>
          </p:nvSpPr>
          <p:spPr>
            <a:xfrm>
              <a:off x="3761633" y="710395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t1893"/>
            <p:cNvSpPr/>
            <p:nvPr/>
          </p:nvSpPr>
          <p:spPr>
            <a:xfrm>
              <a:off x="3643750" y="693453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t1894"/>
            <p:cNvSpPr/>
            <p:nvPr/>
          </p:nvSpPr>
          <p:spPr>
            <a:xfrm>
              <a:off x="3581723" y="691580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t1895"/>
            <p:cNvSpPr/>
            <p:nvPr/>
          </p:nvSpPr>
          <p:spPr>
            <a:xfrm>
              <a:off x="3816616" y="709461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t1896"/>
            <p:cNvSpPr/>
            <p:nvPr/>
          </p:nvSpPr>
          <p:spPr>
            <a:xfrm>
              <a:off x="3799863" y="709331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t1897"/>
            <p:cNvSpPr/>
            <p:nvPr/>
          </p:nvSpPr>
          <p:spPr>
            <a:xfrm>
              <a:off x="4231224" y="681469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t1898"/>
            <p:cNvSpPr/>
            <p:nvPr/>
          </p:nvSpPr>
          <p:spPr>
            <a:xfrm>
              <a:off x="3511799" y="6734220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t1899"/>
            <p:cNvSpPr/>
            <p:nvPr/>
          </p:nvSpPr>
          <p:spPr>
            <a:xfrm>
              <a:off x="3645087" y="694429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t1900"/>
            <p:cNvSpPr/>
            <p:nvPr/>
          </p:nvSpPr>
          <p:spPr>
            <a:xfrm>
              <a:off x="3597094" y="712959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t1901"/>
            <p:cNvSpPr/>
            <p:nvPr/>
          </p:nvSpPr>
          <p:spPr>
            <a:xfrm>
              <a:off x="3588700" y="700653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t1902"/>
            <p:cNvSpPr/>
            <p:nvPr/>
          </p:nvSpPr>
          <p:spPr>
            <a:xfrm>
              <a:off x="4134353" y="6789563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t1903"/>
            <p:cNvSpPr/>
            <p:nvPr/>
          </p:nvSpPr>
          <p:spPr>
            <a:xfrm>
              <a:off x="3541499" y="703554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t1904"/>
            <p:cNvSpPr/>
            <p:nvPr/>
          </p:nvSpPr>
          <p:spPr>
            <a:xfrm>
              <a:off x="4250750" y="710828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t1905"/>
            <p:cNvSpPr/>
            <p:nvPr/>
          </p:nvSpPr>
          <p:spPr>
            <a:xfrm>
              <a:off x="3823325" y="6747159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t1906"/>
            <p:cNvSpPr/>
            <p:nvPr/>
          </p:nvSpPr>
          <p:spPr>
            <a:xfrm>
              <a:off x="3608976" y="703374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t1907"/>
            <p:cNvSpPr/>
            <p:nvPr/>
          </p:nvSpPr>
          <p:spPr>
            <a:xfrm>
              <a:off x="3760671" y="709658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t1908"/>
            <p:cNvSpPr/>
            <p:nvPr/>
          </p:nvSpPr>
          <p:spPr>
            <a:xfrm>
              <a:off x="3917438" y="697577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t1909"/>
            <p:cNvSpPr/>
            <p:nvPr/>
          </p:nvSpPr>
          <p:spPr>
            <a:xfrm>
              <a:off x="3695933" y="704548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t1910"/>
            <p:cNvSpPr/>
            <p:nvPr/>
          </p:nvSpPr>
          <p:spPr>
            <a:xfrm>
              <a:off x="3791403" y="700752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t1911"/>
            <p:cNvSpPr/>
            <p:nvPr/>
          </p:nvSpPr>
          <p:spPr>
            <a:xfrm>
              <a:off x="4683882" y="6675434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t1912"/>
            <p:cNvSpPr/>
            <p:nvPr/>
          </p:nvSpPr>
          <p:spPr>
            <a:xfrm>
              <a:off x="4064272" y="718848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t1913"/>
            <p:cNvSpPr/>
            <p:nvPr/>
          </p:nvSpPr>
          <p:spPr>
            <a:xfrm>
              <a:off x="3894919" y="717349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t1914"/>
            <p:cNvSpPr/>
            <p:nvPr/>
          </p:nvSpPr>
          <p:spPr>
            <a:xfrm>
              <a:off x="3845733" y="695825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t1915"/>
            <p:cNvSpPr/>
            <p:nvPr/>
          </p:nvSpPr>
          <p:spPr>
            <a:xfrm>
              <a:off x="3704099" y="706395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t1916"/>
            <p:cNvSpPr/>
            <p:nvPr/>
          </p:nvSpPr>
          <p:spPr>
            <a:xfrm>
              <a:off x="3613381" y="696331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t1917"/>
            <p:cNvSpPr/>
            <p:nvPr/>
          </p:nvSpPr>
          <p:spPr>
            <a:xfrm>
              <a:off x="4580907" y="6683142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t1918"/>
            <p:cNvSpPr/>
            <p:nvPr/>
          </p:nvSpPr>
          <p:spPr>
            <a:xfrm>
              <a:off x="3655773" y="700489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t1919"/>
            <p:cNvSpPr/>
            <p:nvPr/>
          </p:nvSpPr>
          <p:spPr>
            <a:xfrm>
              <a:off x="3694691" y="6572088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t1920"/>
            <p:cNvSpPr/>
            <p:nvPr/>
          </p:nvSpPr>
          <p:spPr>
            <a:xfrm>
              <a:off x="4171842" y="707063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t1921"/>
            <p:cNvSpPr/>
            <p:nvPr/>
          </p:nvSpPr>
          <p:spPr>
            <a:xfrm>
              <a:off x="3677870" y="689038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t1922"/>
            <p:cNvSpPr/>
            <p:nvPr/>
          </p:nvSpPr>
          <p:spPr>
            <a:xfrm>
              <a:off x="4766752" y="6599977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t1923"/>
            <p:cNvSpPr/>
            <p:nvPr/>
          </p:nvSpPr>
          <p:spPr>
            <a:xfrm>
              <a:off x="3625674" y="703027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t1924"/>
            <p:cNvSpPr/>
            <p:nvPr/>
          </p:nvSpPr>
          <p:spPr>
            <a:xfrm>
              <a:off x="3704860" y="699882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t1925"/>
            <p:cNvSpPr/>
            <p:nvPr/>
          </p:nvSpPr>
          <p:spPr>
            <a:xfrm>
              <a:off x="3601197" y="695477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t1926"/>
            <p:cNvSpPr/>
            <p:nvPr/>
          </p:nvSpPr>
          <p:spPr>
            <a:xfrm>
              <a:off x="4644924" y="752406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t1927"/>
            <p:cNvSpPr/>
            <p:nvPr/>
          </p:nvSpPr>
          <p:spPr>
            <a:xfrm>
              <a:off x="3618861" y="694996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t1928"/>
            <p:cNvSpPr/>
            <p:nvPr/>
          </p:nvSpPr>
          <p:spPr>
            <a:xfrm>
              <a:off x="4752286" y="6705760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t1929"/>
            <p:cNvSpPr/>
            <p:nvPr/>
          </p:nvSpPr>
          <p:spPr>
            <a:xfrm>
              <a:off x="3887343" y="691363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t1930"/>
            <p:cNvSpPr/>
            <p:nvPr/>
          </p:nvSpPr>
          <p:spPr>
            <a:xfrm>
              <a:off x="3796076" y="697708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t1931"/>
            <p:cNvSpPr/>
            <p:nvPr/>
          </p:nvSpPr>
          <p:spPr>
            <a:xfrm>
              <a:off x="4417595" y="725310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t1932"/>
            <p:cNvSpPr/>
            <p:nvPr/>
          </p:nvSpPr>
          <p:spPr>
            <a:xfrm>
              <a:off x="3812494" y="703178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t1933"/>
            <p:cNvSpPr/>
            <p:nvPr/>
          </p:nvSpPr>
          <p:spPr>
            <a:xfrm>
              <a:off x="3614730" y="696375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t1934"/>
            <p:cNvSpPr/>
            <p:nvPr/>
          </p:nvSpPr>
          <p:spPr>
            <a:xfrm>
              <a:off x="3643460" y="705851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t1935"/>
            <p:cNvSpPr/>
            <p:nvPr/>
          </p:nvSpPr>
          <p:spPr>
            <a:xfrm>
              <a:off x="3826863" y="690789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t1936"/>
            <p:cNvSpPr/>
            <p:nvPr/>
          </p:nvSpPr>
          <p:spPr>
            <a:xfrm>
              <a:off x="3663872" y="699591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t1937"/>
            <p:cNvSpPr/>
            <p:nvPr/>
          </p:nvSpPr>
          <p:spPr>
            <a:xfrm>
              <a:off x="3724895" y="705349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t1938"/>
            <p:cNvSpPr/>
            <p:nvPr/>
          </p:nvSpPr>
          <p:spPr>
            <a:xfrm>
              <a:off x="3755699" y="709919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t1939"/>
            <p:cNvSpPr/>
            <p:nvPr/>
          </p:nvSpPr>
          <p:spPr>
            <a:xfrm>
              <a:off x="3597849" y="698959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t1940"/>
            <p:cNvSpPr/>
            <p:nvPr/>
          </p:nvSpPr>
          <p:spPr>
            <a:xfrm>
              <a:off x="3741466" y="708295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t1941"/>
            <p:cNvSpPr/>
            <p:nvPr/>
          </p:nvSpPr>
          <p:spPr>
            <a:xfrm>
              <a:off x="3935452" y="686013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t1942"/>
            <p:cNvSpPr/>
            <p:nvPr/>
          </p:nvSpPr>
          <p:spPr>
            <a:xfrm>
              <a:off x="3627102" y="703187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t1943"/>
            <p:cNvSpPr/>
            <p:nvPr/>
          </p:nvSpPr>
          <p:spPr>
            <a:xfrm>
              <a:off x="3593168" y="702516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t1944"/>
            <p:cNvSpPr/>
            <p:nvPr/>
          </p:nvSpPr>
          <p:spPr>
            <a:xfrm>
              <a:off x="3673857" y="691909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t1945"/>
            <p:cNvSpPr/>
            <p:nvPr/>
          </p:nvSpPr>
          <p:spPr>
            <a:xfrm>
              <a:off x="3830289" y="706951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t1946"/>
            <p:cNvSpPr/>
            <p:nvPr/>
          </p:nvSpPr>
          <p:spPr>
            <a:xfrm>
              <a:off x="3627709" y="699301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t1947"/>
            <p:cNvSpPr/>
            <p:nvPr/>
          </p:nvSpPr>
          <p:spPr>
            <a:xfrm>
              <a:off x="4185904" y="717656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t1948"/>
            <p:cNvSpPr/>
            <p:nvPr/>
          </p:nvSpPr>
          <p:spPr>
            <a:xfrm>
              <a:off x="3548286" y="701254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t1949"/>
            <p:cNvSpPr/>
            <p:nvPr/>
          </p:nvSpPr>
          <p:spPr>
            <a:xfrm>
              <a:off x="4348434" y="685037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t1950"/>
            <p:cNvSpPr/>
            <p:nvPr/>
          </p:nvSpPr>
          <p:spPr>
            <a:xfrm>
              <a:off x="3757372" y="694641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t1951"/>
            <p:cNvSpPr/>
            <p:nvPr/>
          </p:nvSpPr>
          <p:spPr>
            <a:xfrm>
              <a:off x="3567092" y="699319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t1952"/>
            <p:cNvSpPr/>
            <p:nvPr/>
          </p:nvSpPr>
          <p:spPr>
            <a:xfrm>
              <a:off x="4473734" y="6324902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t1953"/>
            <p:cNvSpPr/>
            <p:nvPr/>
          </p:nvSpPr>
          <p:spPr>
            <a:xfrm>
              <a:off x="4262771" y="6582718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t1954"/>
            <p:cNvSpPr/>
            <p:nvPr/>
          </p:nvSpPr>
          <p:spPr>
            <a:xfrm>
              <a:off x="3899127" y="725383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t1955"/>
            <p:cNvSpPr/>
            <p:nvPr/>
          </p:nvSpPr>
          <p:spPr>
            <a:xfrm>
              <a:off x="3634759" y="694797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t1956"/>
            <p:cNvSpPr/>
            <p:nvPr/>
          </p:nvSpPr>
          <p:spPr>
            <a:xfrm>
              <a:off x="3758514" y="706003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t1957"/>
            <p:cNvSpPr/>
            <p:nvPr/>
          </p:nvSpPr>
          <p:spPr>
            <a:xfrm>
              <a:off x="3735227" y="693749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t1958"/>
            <p:cNvSpPr/>
            <p:nvPr/>
          </p:nvSpPr>
          <p:spPr>
            <a:xfrm>
              <a:off x="4190221" y="690338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t1959"/>
            <p:cNvSpPr/>
            <p:nvPr/>
          </p:nvSpPr>
          <p:spPr>
            <a:xfrm>
              <a:off x="4064318" y="692798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t1960"/>
            <p:cNvSpPr/>
            <p:nvPr/>
          </p:nvSpPr>
          <p:spPr>
            <a:xfrm>
              <a:off x="3652144" y="698458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t1961"/>
            <p:cNvSpPr/>
            <p:nvPr/>
          </p:nvSpPr>
          <p:spPr>
            <a:xfrm>
              <a:off x="3651801" y="693056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t1962"/>
            <p:cNvSpPr/>
            <p:nvPr/>
          </p:nvSpPr>
          <p:spPr>
            <a:xfrm>
              <a:off x="3735031" y="728508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t1963"/>
            <p:cNvSpPr/>
            <p:nvPr/>
          </p:nvSpPr>
          <p:spPr>
            <a:xfrm>
              <a:off x="4495797" y="699478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t1964"/>
            <p:cNvSpPr/>
            <p:nvPr/>
          </p:nvSpPr>
          <p:spPr>
            <a:xfrm>
              <a:off x="4080323" y="6643776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t1965"/>
            <p:cNvSpPr/>
            <p:nvPr/>
          </p:nvSpPr>
          <p:spPr>
            <a:xfrm>
              <a:off x="3555748" y="693875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t1966"/>
            <p:cNvSpPr/>
            <p:nvPr/>
          </p:nvSpPr>
          <p:spPr>
            <a:xfrm>
              <a:off x="4524518" y="681883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t1967"/>
            <p:cNvSpPr/>
            <p:nvPr/>
          </p:nvSpPr>
          <p:spPr>
            <a:xfrm>
              <a:off x="5088501" y="6418300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t1968"/>
            <p:cNvSpPr/>
            <p:nvPr/>
          </p:nvSpPr>
          <p:spPr>
            <a:xfrm>
              <a:off x="3633990" y="694728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t1969"/>
            <p:cNvSpPr/>
            <p:nvPr/>
          </p:nvSpPr>
          <p:spPr>
            <a:xfrm>
              <a:off x="5326023" y="6572683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t1970"/>
            <p:cNvSpPr/>
            <p:nvPr/>
          </p:nvSpPr>
          <p:spPr>
            <a:xfrm>
              <a:off x="3786015" y="704713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t1971"/>
            <p:cNvSpPr/>
            <p:nvPr/>
          </p:nvSpPr>
          <p:spPr>
            <a:xfrm>
              <a:off x="3772507" y="716702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t1972"/>
            <p:cNvSpPr/>
            <p:nvPr/>
          </p:nvSpPr>
          <p:spPr>
            <a:xfrm>
              <a:off x="3568606" y="696849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t1973"/>
            <p:cNvSpPr/>
            <p:nvPr/>
          </p:nvSpPr>
          <p:spPr>
            <a:xfrm>
              <a:off x="4140733" y="717597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t1974"/>
            <p:cNvSpPr/>
            <p:nvPr/>
          </p:nvSpPr>
          <p:spPr>
            <a:xfrm>
              <a:off x="3654929" y="6672481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t1975"/>
            <p:cNvSpPr/>
            <p:nvPr/>
          </p:nvSpPr>
          <p:spPr>
            <a:xfrm>
              <a:off x="3649431" y="694148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t1976"/>
            <p:cNvSpPr/>
            <p:nvPr/>
          </p:nvSpPr>
          <p:spPr>
            <a:xfrm>
              <a:off x="3668085" y="697569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t1977"/>
            <p:cNvSpPr/>
            <p:nvPr/>
          </p:nvSpPr>
          <p:spPr>
            <a:xfrm>
              <a:off x="4854242" y="716710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t1978"/>
            <p:cNvSpPr/>
            <p:nvPr/>
          </p:nvSpPr>
          <p:spPr>
            <a:xfrm>
              <a:off x="3464521" y="6754500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t1979"/>
            <p:cNvSpPr/>
            <p:nvPr/>
          </p:nvSpPr>
          <p:spPr>
            <a:xfrm>
              <a:off x="3709162" y="701161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t1980"/>
            <p:cNvSpPr/>
            <p:nvPr/>
          </p:nvSpPr>
          <p:spPr>
            <a:xfrm>
              <a:off x="4235775" y="691150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t1981"/>
            <p:cNvSpPr/>
            <p:nvPr/>
          </p:nvSpPr>
          <p:spPr>
            <a:xfrm>
              <a:off x="3771895" y="6573969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t1982"/>
            <p:cNvSpPr/>
            <p:nvPr/>
          </p:nvSpPr>
          <p:spPr>
            <a:xfrm>
              <a:off x="3604095" y="697001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t1983"/>
            <p:cNvSpPr/>
            <p:nvPr/>
          </p:nvSpPr>
          <p:spPr>
            <a:xfrm>
              <a:off x="3696915" y="5541877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t1984"/>
            <p:cNvSpPr/>
            <p:nvPr/>
          </p:nvSpPr>
          <p:spPr>
            <a:xfrm>
              <a:off x="3596741" y="701579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t1985"/>
            <p:cNvSpPr/>
            <p:nvPr/>
          </p:nvSpPr>
          <p:spPr>
            <a:xfrm>
              <a:off x="3707831" y="698883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t1986"/>
            <p:cNvSpPr/>
            <p:nvPr/>
          </p:nvSpPr>
          <p:spPr>
            <a:xfrm>
              <a:off x="3803379" y="708432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t1987"/>
            <p:cNvSpPr/>
            <p:nvPr/>
          </p:nvSpPr>
          <p:spPr>
            <a:xfrm>
              <a:off x="3708344" y="692185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t1988"/>
            <p:cNvSpPr/>
            <p:nvPr/>
          </p:nvSpPr>
          <p:spPr>
            <a:xfrm>
              <a:off x="3766653" y="720633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t1989"/>
            <p:cNvSpPr/>
            <p:nvPr/>
          </p:nvSpPr>
          <p:spPr>
            <a:xfrm>
              <a:off x="3686513" y="687472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t1990"/>
            <p:cNvSpPr/>
            <p:nvPr/>
          </p:nvSpPr>
          <p:spPr>
            <a:xfrm>
              <a:off x="3570590" y="702874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t1991"/>
            <p:cNvSpPr/>
            <p:nvPr/>
          </p:nvSpPr>
          <p:spPr>
            <a:xfrm>
              <a:off x="4389821" y="6685638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t1992"/>
            <p:cNvSpPr/>
            <p:nvPr/>
          </p:nvSpPr>
          <p:spPr>
            <a:xfrm>
              <a:off x="3766207" y="6515585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t1993"/>
            <p:cNvSpPr/>
            <p:nvPr/>
          </p:nvSpPr>
          <p:spPr>
            <a:xfrm>
              <a:off x="3880591" y="695963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t1994"/>
            <p:cNvSpPr/>
            <p:nvPr/>
          </p:nvSpPr>
          <p:spPr>
            <a:xfrm>
              <a:off x="3698680" y="719027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t1995"/>
            <p:cNvSpPr/>
            <p:nvPr/>
          </p:nvSpPr>
          <p:spPr>
            <a:xfrm>
              <a:off x="3627872" y="696436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t1996"/>
            <p:cNvSpPr/>
            <p:nvPr/>
          </p:nvSpPr>
          <p:spPr>
            <a:xfrm>
              <a:off x="3617554" y="700501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t1997"/>
            <p:cNvSpPr/>
            <p:nvPr/>
          </p:nvSpPr>
          <p:spPr>
            <a:xfrm>
              <a:off x="4414978" y="742501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t1998"/>
            <p:cNvSpPr/>
            <p:nvPr/>
          </p:nvSpPr>
          <p:spPr>
            <a:xfrm>
              <a:off x="4831013" y="6653810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t1999"/>
            <p:cNvSpPr/>
            <p:nvPr/>
          </p:nvSpPr>
          <p:spPr>
            <a:xfrm>
              <a:off x="3742039" y="714391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t2000"/>
            <p:cNvSpPr/>
            <p:nvPr/>
          </p:nvSpPr>
          <p:spPr>
            <a:xfrm>
              <a:off x="3929918" y="690259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t2001"/>
            <p:cNvSpPr/>
            <p:nvPr/>
          </p:nvSpPr>
          <p:spPr>
            <a:xfrm>
              <a:off x="3638547" y="694773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t2002"/>
            <p:cNvSpPr/>
            <p:nvPr/>
          </p:nvSpPr>
          <p:spPr>
            <a:xfrm>
              <a:off x="3745964" y="689321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t2003"/>
            <p:cNvSpPr/>
            <p:nvPr/>
          </p:nvSpPr>
          <p:spPr>
            <a:xfrm>
              <a:off x="3634894" y="691587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t2004"/>
            <p:cNvSpPr/>
            <p:nvPr/>
          </p:nvSpPr>
          <p:spPr>
            <a:xfrm>
              <a:off x="4717034" y="6513463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t2005"/>
            <p:cNvSpPr/>
            <p:nvPr/>
          </p:nvSpPr>
          <p:spPr>
            <a:xfrm>
              <a:off x="3621884" y="6761651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t2006"/>
            <p:cNvSpPr/>
            <p:nvPr/>
          </p:nvSpPr>
          <p:spPr>
            <a:xfrm>
              <a:off x="3676339" y="698997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t2007"/>
            <p:cNvSpPr/>
            <p:nvPr/>
          </p:nvSpPr>
          <p:spPr>
            <a:xfrm>
              <a:off x="3639749" y="702303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t2008"/>
            <p:cNvSpPr/>
            <p:nvPr/>
          </p:nvSpPr>
          <p:spPr>
            <a:xfrm>
              <a:off x="3846928" y="685542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t2009"/>
            <p:cNvSpPr/>
            <p:nvPr/>
          </p:nvSpPr>
          <p:spPr>
            <a:xfrm>
              <a:off x="3725852" y="687649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t2010"/>
            <p:cNvSpPr/>
            <p:nvPr/>
          </p:nvSpPr>
          <p:spPr>
            <a:xfrm>
              <a:off x="3822934" y="699667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t2011"/>
            <p:cNvSpPr/>
            <p:nvPr/>
          </p:nvSpPr>
          <p:spPr>
            <a:xfrm>
              <a:off x="4210880" y="6720499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t2012"/>
            <p:cNvSpPr/>
            <p:nvPr/>
          </p:nvSpPr>
          <p:spPr>
            <a:xfrm>
              <a:off x="3918938" y="6610802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t2013"/>
            <p:cNvSpPr/>
            <p:nvPr/>
          </p:nvSpPr>
          <p:spPr>
            <a:xfrm>
              <a:off x="3732667" y="703301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t2014"/>
            <p:cNvSpPr/>
            <p:nvPr/>
          </p:nvSpPr>
          <p:spPr>
            <a:xfrm>
              <a:off x="4218188" y="5733003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t2015"/>
            <p:cNvSpPr/>
            <p:nvPr/>
          </p:nvSpPr>
          <p:spPr>
            <a:xfrm>
              <a:off x="3775842" y="703422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t2016"/>
            <p:cNvSpPr/>
            <p:nvPr/>
          </p:nvSpPr>
          <p:spPr>
            <a:xfrm>
              <a:off x="5553441" y="833901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t2017"/>
            <p:cNvSpPr/>
            <p:nvPr/>
          </p:nvSpPr>
          <p:spPr>
            <a:xfrm>
              <a:off x="3736892" y="6595157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t2018"/>
            <p:cNvSpPr/>
            <p:nvPr/>
          </p:nvSpPr>
          <p:spPr>
            <a:xfrm>
              <a:off x="3661019" y="704089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t2019"/>
            <p:cNvSpPr/>
            <p:nvPr/>
          </p:nvSpPr>
          <p:spPr>
            <a:xfrm>
              <a:off x="3889562" y="694851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t2020"/>
            <p:cNvSpPr/>
            <p:nvPr/>
          </p:nvSpPr>
          <p:spPr>
            <a:xfrm>
              <a:off x="3584585" y="699111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t2021"/>
            <p:cNvSpPr/>
            <p:nvPr/>
          </p:nvSpPr>
          <p:spPr>
            <a:xfrm>
              <a:off x="5243687" y="6529257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t2022"/>
            <p:cNvSpPr/>
            <p:nvPr/>
          </p:nvSpPr>
          <p:spPr>
            <a:xfrm>
              <a:off x="3587719" y="697608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t2023"/>
            <p:cNvSpPr/>
            <p:nvPr/>
          </p:nvSpPr>
          <p:spPr>
            <a:xfrm>
              <a:off x="3694173" y="704337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t2024"/>
            <p:cNvSpPr/>
            <p:nvPr/>
          </p:nvSpPr>
          <p:spPr>
            <a:xfrm>
              <a:off x="3866080" y="701867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t2025"/>
            <p:cNvSpPr/>
            <p:nvPr/>
          </p:nvSpPr>
          <p:spPr>
            <a:xfrm>
              <a:off x="3818087" y="707129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t2026"/>
            <p:cNvSpPr/>
            <p:nvPr/>
          </p:nvSpPr>
          <p:spPr>
            <a:xfrm>
              <a:off x="3919811" y="708814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t2027"/>
            <p:cNvSpPr/>
            <p:nvPr/>
          </p:nvSpPr>
          <p:spPr>
            <a:xfrm>
              <a:off x="3543012" y="701259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t2028"/>
            <p:cNvSpPr/>
            <p:nvPr/>
          </p:nvSpPr>
          <p:spPr>
            <a:xfrm>
              <a:off x="3605329" y="706897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t2029"/>
            <p:cNvSpPr/>
            <p:nvPr/>
          </p:nvSpPr>
          <p:spPr>
            <a:xfrm>
              <a:off x="3663154" y="704701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t2030"/>
            <p:cNvSpPr/>
            <p:nvPr/>
          </p:nvSpPr>
          <p:spPr>
            <a:xfrm>
              <a:off x="4921106" y="6558835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t2031"/>
            <p:cNvSpPr/>
            <p:nvPr/>
          </p:nvSpPr>
          <p:spPr>
            <a:xfrm>
              <a:off x="3765575" y="704117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t2032"/>
            <p:cNvSpPr/>
            <p:nvPr/>
          </p:nvSpPr>
          <p:spPr>
            <a:xfrm>
              <a:off x="3648764" y="705127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t2033"/>
            <p:cNvSpPr/>
            <p:nvPr/>
          </p:nvSpPr>
          <p:spPr>
            <a:xfrm>
              <a:off x="4344684" y="6804315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t2034"/>
            <p:cNvSpPr/>
            <p:nvPr/>
          </p:nvSpPr>
          <p:spPr>
            <a:xfrm>
              <a:off x="3871802" y="703258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t2035"/>
            <p:cNvSpPr/>
            <p:nvPr/>
          </p:nvSpPr>
          <p:spPr>
            <a:xfrm>
              <a:off x="3789052" y="702403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t2036"/>
            <p:cNvSpPr/>
            <p:nvPr/>
          </p:nvSpPr>
          <p:spPr>
            <a:xfrm>
              <a:off x="3549544" y="697644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t2037"/>
            <p:cNvSpPr/>
            <p:nvPr/>
          </p:nvSpPr>
          <p:spPr>
            <a:xfrm>
              <a:off x="3713255" y="699371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t2038"/>
            <p:cNvSpPr/>
            <p:nvPr/>
          </p:nvSpPr>
          <p:spPr>
            <a:xfrm>
              <a:off x="4748249" y="6693447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t2039"/>
            <p:cNvSpPr/>
            <p:nvPr/>
          </p:nvSpPr>
          <p:spPr>
            <a:xfrm>
              <a:off x="3759567" y="716388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t2040"/>
            <p:cNvSpPr/>
            <p:nvPr/>
          </p:nvSpPr>
          <p:spPr>
            <a:xfrm>
              <a:off x="3637532" y="708053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t2041"/>
            <p:cNvSpPr/>
            <p:nvPr/>
          </p:nvSpPr>
          <p:spPr>
            <a:xfrm>
              <a:off x="3685524" y="695796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t2042"/>
            <p:cNvSpPr/>
            <p:nvPr/>
          </p:nvSpPr>
          <p:spPr>
            <a:xfrm>
              <a:off x="4100283" y="733317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t2043"/>
            <p:cNvSpPr/>
            <p:nvPr/>
          </p:nvSpPr>
          <p:spPr>
            <a:xfrm>
              <a:off x="3975883" y="722229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t2044"/>
            <p:cNvSpPr/>
            <p:nvPr/>
          </p:nvSpPr>
          <p:spPr>
            <a:xfrm>
              <a:off x="3586678" y="705919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t2045"/>
            <p:cNvSpPr/>
            <p:nvPr/>
          </p:nvSpPr>
          <p:spPr>
            <a:xfrm>
              <a:off x="4017309" y="696854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t2046"/>
            <p:cNvSpPr/>
            <p:nvPr/>
          </p:nvSpPr>
          <p:spPr>
            <a:xfrm>
              <a:off x="3764274" y="690521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t2047"/>
            <p:cNvSpPr/>
            <p:nvPr/>
          </p:nvSpPr>
          <p:spPr>
            <a:xfrm>
              <a:off x="4578864" y="842750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t2048"/>
            <p:cNvSpPr/>
            <p:nvPr/>
          </p:nvSpPr>
          <p:spPr>
            <a:xfrm>
              <a:off x="3669906" y="681427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t2049"/>
            <p:cNvSpPr/>
            <p:nvPr/>
          </p:nvSpPr>
          <p:spPr>
            <a:xfrm>
              <a:off x="4069317" y="708859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t2050"/>
            <p:cNvSpPr/>
            <p:nvPr/>
          </p:nvSpPr>
          <p:spPr>
            <a:xfrm>
              <a:off x="3614291" y="690425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t2051"/>
            <p:cNvSpPr/>
            <p:nvPr/>
          </p:nvSpPr>
          <p:spPr>
            <a:xfrm>
              <a:off x="3978167" y="716871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t2052"/>
            <p:cNvSpPr/>
            <p:nvPr/>
          </p:nvSpPr>
          <p:spPr>
            <a:xfrm>
              <a:off x="3850596" y="698119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t2053"/>
            <p:cNvSpPr/>
            <p:nvPr/>
          </p:nvSpPr>
          <p:spPr>
            <a:xfrm>
              <a:off x="3652978" y="703598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t2054"/>
            <p:cNvSpPr/>
            <p:nvPr/>
          </p:nvSpPr>
          <p:spPr>
            <a:xfrm>
              <a:off x="3995279" y="6707735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t2055"/>
            <p:cNvSpPr/>
            <p:nvPr/>
          </p:nvSpPr>
          <p:spPr>
            <a:xfrm>
              <a:off x="3697558" y="705558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t2056"/>
            <p:cNvSpPr/>
            <p:nvPr/>
          </p:nvSpPr>
          <p:spPr>
            <a:xfrm>
              <a:off x="4652633" y="6756068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t2057"/>
            <p:cNvSpPr/>
            <p:nvPr/>
          </p:nvSpPr>
          <p:spPr>
            <a:xfrm>
              <a:off x="3745911" y="695451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t2058"/>
            <p:cNvSpPr/>
            <p:nvPr/>
          </p:nvSpPr>
          <p:spPr>
            <a:xfrm>
              <a:off x="3673456" y="703106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t2059"/>
            <p:cNvSpPr/>
            <p:nvPr/>
          </p:nvSpPr>
          <p:spPr>
            <a:xfrm>
              <a:off x="4010359" y="681230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t2060"/>
            <p:cNvSpPr/>
            <p:nvPr/>
          </p:nvSpPr>
          <p:spPr>
            <a:xfrm>
              <a:off x="3722349" y="712353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t2061"/>
            <p:cNvSpPr/>
            <p:nvPr/>
          </p:nvSpPr>
          <p:spPr>
            <a:xfrm>
              <a:off x="4596140" y="731976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t2062"/>
            <p:cNvSpPr/>
            <p:nvPr/>
          </p:nvSpPr>
          <p:spPr>
            <a:xfrm>
              <a:off x="3946692" y="718970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t2063"/>
            <p:cNvSpPr/>
            <p:nvPr/>
          </p:nvSpPr>
          <p:spPr>
            <a:xfrm>
              <a:off x="4294377" y="704627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t2064"/>
            <p:cNvSpPr/>
            <p:nvPr/>
          </p:nvSpPr>
          <p:spPr>
            <a:xfrm>
              <a:off x="3645661" y="702802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t2065"/>
            <p:cNvSpPr/>
            <p:nvPr/>
          </p:nvSpPr>
          <p:spPr>
            <a:xfrm>
              <a:off x="3612004" y="728813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t2066"/>
            <p:cNvSpPr/>
            <p:nvPr/>
          </p:nvSpPr>
          <p:spPr>
            <a:xfrm>
              <a:off x="3656963" y="699179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t2067"/>
            <p:cNvSpPr/>
            <p:nvPr/>
          </p:nvSpPr>
          <p:spPr>
            <a:xfrm>
              <a:off x="3695993" y="686721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t2068"/>
            <p:cNvSpPr/>
            <p:nvPr/>
          </p:nvSpPr>
          <p:spPr>
            <a:xfrm>
              <a:off x="3733862" y="718343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t2069"/>
            <p:cNvSpPr/>
            <p:nvPr/>
          </p:nvSpPr>
          <p:spPr>
            <a:xfrm>
              <a:off x="3625904" y="697195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t2070"/>
            <p:cNvSpPr/>
            <p:nvPr/>
          </p:nvSpPr>
          <p:spPr>
            <a:xfrm>
              <a:off x="3682371" y="703894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t2071"/>
            <p:cNvSpPr/>
            <p:nvPr/>
          </p:nvSpPr>
          <p:spPr>
            <a:xfrm>
              <a:off x="3529415" y="695452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t2072"/>
            <p:cNvSpPr/>
            <p:nvPr/>
          </p:nvSpPr>
          <p:spPr>
            <a:xfrm>
              <a:off x="3922510" y="688821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t2073"/>
            <p:cNvSpPr/>
            <p:nvPr/>
          </p:nvSpPr>
          <p:spPr>
            <a:xfrm>
              <a:off x="3603963" y="708118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t2074"/>
            <p:cNvSpPr/>
            <p:nvPr/>
          </p:nvSpPr>
          <p:spPr>
            <a:xfrm>
              <a:off x="3761676" y="698380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t2075"/>
            <p:cNvSpPr/>
            <p:nvPr/>
          </p:nvSpPr>
          <p:spPr>
            <a:xfrm>
              <a:off x="3586968" y="705450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t2076"/>
            <p:cNvSpPr/>
            <p:nvPr/>
          </p:nvSpPr>
          <p:spPr>
            <a:xfrm>
              <a:off x="3664824" y="705177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t2077"/>
            <p:cNvSpPr/>
            <p:nvPr/>
          </p:nvSpPr>
          <p:spPr>
            <a:xfrm>
              <a:off x="3627720" y="689728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t2078"/>
            <p:cNvSpPr/>
            <p:nvPr/>
          </p:nvSpPr>
          <p:spPr>
            <a:xfrm>
              <a:off x="3576985" y="708076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t2079"/>
            <p:cNvSpPr/>
            <p:nvPr/>
          </p:nvSpPr>
          <p:spPr>
            <a:xfrm>
              <a:off x="3955715" y="6528861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t2080"/>
            <p:cNvSpPr/>
            <p:nvPr/>
          </p:nvSpPr>
          <p:spPr>
            <a:xfrm>
              <a:off x="3659913" y="693410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t2081"/>
            <p:cNvSpPr/>
            <p:nvPr/>
          </p:nvSpPr>
          <p:spPr>
            <a:xfrm>
              <a:off x="3648630" y="702320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t2082"/>
            <p:cNvSpPr/>
            <p:nvPr/>
          </p:nvSpPr>
          <p:spPr>
            <a:xfrm>
              <a:off x="3634826" y="701592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t2083"/>
            <p:cNvSpPr/>
            <p:nvPr/>
          </p:nvSpPr>
          <p:spPr>
            <a:xfrm>
              <a:off x="3900051" y="700739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t2084"/>
            <p:cNvSpPr/>
            <p:nvPr/>
          </p:nvSpPr>
          <p:spPr>
            <a:xfrm>
              <a:off x="3899272" y="6769725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t2085"/>
            <p:cNvSpPr/>
            <p:nvPr/>
          </p:nvSpPr>
          <p:spPr>
            <a:xfrm>
              <a:off x="3786185" y="715051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t2086"/>
            <p:cNvSpPr/>
            <p:nvPr/>
          </p:nvSpPr>
          <p:spPr>
            <a:xfrm>
              <a:off x="3597630" y="696318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l2087"/>
            <p:cNvSpPr/>
            <p:nvPr/>
          </p:nvSpPr>
          <p:spPr>
            <a:xfrm>
              <a:off x="3372163" y="6837131"/>
              <a:ext cx="2578047" cy="0"/>
            </a:xfrm>
            <a:custGeom>
              <a:avLst/>
              <a:pathLst>
                <a:path w="2578047" h="0">
                  <a:moveTo>
                    <a:pt x="0" y="0"/>
                  </a:moveTo>
                  <a:lnTo>
                    <a:pt x="2578047" y="0"/>
                  </a:lnTo>
                  <a:lnTo>
                    <a:pt x="257804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g2088"/>
            <p:cNvSpPr/>
            <p:nvPr/>
          </p:nvSpPr>
          <p:spPr>
            <a:xfrm>
              <a:off x="3489347" y="6955895"/>
              <a:ext cx="2343679" cy="60459"/>
            </a:xfrm>
            <a:custGeom>
              <a:avLst/>
              <a:pathLst>
                <a:path w="2343679" h="60459">
                  <a:moveTo>
                    <a:pt x="0" y="215"/>
                  </a:moveTo>
                  <a:lnTo>
                    <a:pt x="29666" y="216"/>
                  </a:lnTo>
                  <a:lnTo>
                    <a:pt x="59333" y="217"/>
                  </a:lnTo>
                  <a:lnTo>
                    <a:pt x="89000" y="217"/>
                  </a:lnTo>
                  <a:lnTo>
                    <a:pt x="118667" y="218"/>
                  </a:lnTo>
                  <a:lnTo>
                    <a:pt x="148334" y="218"/>
                  </a:lnTo>
                  <a:lnTo>
                    <a:pt x="178000" y="219"/>
                  </a:lnTo>
                  <a:lnTo>
                    <a:pt x="207667" y="219"/>
                  </a:lnTo>
                  <a:lnTo>
                    <a:pt x="237334" y="219"/>
                  </a:lnTo>
                  <a:lnTo>
                    <a:pt x="267001" y="219"/>
                  </a:lnTo>
                  <a:lnTo>
                    <a:pt x="296668" y="219"/>
                  </a:lnTo>
                  <a:lnTo>
                    <a:pt x="326335" y="219"/>
                  </a:lnTo>
                  <a:lnTo>
                    <a:pt x="356001" y="218"/>
                  </a:lnTo>
                  <a:lnTo>
                    <a:pt x="385668" y="218"/>
                  </a:lnTo>
                  <a:lnTo>
                    <a:pt x="415335" y="217"/>
                  </a:lnTo>
                  <a:lnTo>
                    <a:pt x="445002" y="217"/>
                  </a:lnTo>
                  <a:lnTo>
                    <a:pt x="474669" y="216"/>
                  </a:lnTo>
                  <a:lnTo>
                    <a:pt x="504336" y="215"/>
                  </a:lnTo>
                  <a:lnTo>
                    <a:pt x="534002" y="214"/>
                  </a:lnTo>
                  <a:lnTo>
                    <a:pt x="563669" y="213"/>
                  </a:lnTo>
                  <a:lnTo>
                    <a:pt x="593336" y="212"/>
                  </a:lnTo>
                  <a:lnTo>
                    <a:pt x="623003" y="211"/>
                  </a:lnTo>
                  <a:lnTo>
                    <a:pt x="652670" y="209"/>
                  </a:lnTo>
                  <a:lnTo>
                    <a:pt x="682336" y="208"/>
                  </a:lnTo>
                  <a:lnTo>
                    <a:pt x="712003" y="206"/>
                  </a:lnTo>
                  <a:lnTo>
                    <a:pt x="741670" y="205"/>
                  </a:lnTo>
                  <a:lnTo>
                    <a:pt x="771337" y="203"/>
                  </a:lnTo>
                  <a:lnTo>
                    <a:pt x="801004" y="202"/>
                  </a:lnTo>
                  <a:lnTo>
                    <a:pt x="830671" y="200"/>
                  </a:lnTo>
                  <a:lnTo>
                    <a:pt x="860337" y="198"/>
                  </a:lnTo>
                  <a:lnTo>
                    <a:pt x="890004" y="196"/>
                  </a:lnTo>
                  <a:lnTo>
                    <a:pt x="919671" y="194"/>
                  </a:lnTo>
                  <a:lnTo>
                    <a:pt x="949338" y="192"/>
                  </a:lnTo>
                  <a:lnTo>
                    <a:pt x="979005" y="190"/>
                  </a:lnTo>
                  <a:lnTo>
                    <a:pt x="1008672" y="187"/>
                  </a:lnTo>
                  <a:lnTo>
                    <a:pt x="1038338" y="185"/>
                  </a:lnTo>
                  <a:lnTo>
                    <a:pt x="1068005" y="183"/>
                  </a:lnTo>
                  <a:lnTo>
                    <a:pt x="1097672" y="180"/>
                  </a:lnTo>
                  <a:lnTo>
                    <a:pt x="1127339" y="178"/>
                  </a:lnTo>
                  <a:lnTo>
                    <a:pt x="1157006" y="175"/>
                  </a:lnTo>
                  <a:lnTo>
                    <a:pt x="1186673" y="173"/>
                  </a:lnTo>
                  <a:lnTo>
                    <a:pt x="1216339" y="170"/>
                  </a:lnTo>
                  <a:lnTo>
                    <a:pt x="1246006" y="167"/>
                  </a:lnTo>
                  <a:lnTo>
                    <a:pt x="1275673" y="164"/>
                  </a:lnTo>
                  <a:lnTo>
                    <a:pt x="1305340" y="161"/>
                  </a:lnTo>
                  <a:lnTo>
                    <a:pt x="1335007" y="158"/>
                  </a:lnTo>
                  <a:lnTo>
                    <a:pt x="1364673" y="155"/>
                  </a:lnTo>
                  <a:lnTo>
                    <a:pt x="1394340" y="152"/>
                  </a:lnTo>
                  <a:lnTo>
                    <a:pt x="1424007" y="149"/>
                  </a:lnTo>
                  <a:lnTo>
                    <a:pt x="1453674" y="146"/>
                  </a:lnTo>
                  <a:lnTo>
                    <a:pt x="1483341" y="142"/>
                  </a:lnTo>
                  <a:lnTo>
                    <a:pt x="1513008" y="139"/>
                  </a:lnTo>
                  <a:lnTo>
                    <a:pt x="1542674" y="135"/>
                  </a:lnTo>
                  <a:lnTo>
                    <a:pt x="1572341" y="131"/>
                  </a:lnTo>
                  <a:lnTo>
                    <a:pt x="1602008" y="128"/>
                  </a:lnTo>
                  <a:lnTo>
                    <a:pt x="1631675" y="124"/>
                  </a:lnTo>
                  <a:lnTo>
                    <a:pt x="1661342" y="120"/>
                  </a:lnTo>
                  <a:lnTo>
                    <a:pt x="1691009" y="116"/>
                  </a:lnTo>
                  <a:lnTo>
                    <a:pt x="1720675" y="112"/>
                  </a:lnTo>
                  <a:lnTo>
                    <a:pt x="1750342" y="108"/>
                  </a:lnTo>
                  <a:lnTo>
                    <a:pt x="1780009" y="103"/>
                  </a:lnTo>
                  <a:lnTo>
                    <a:pt x="1809676" y="99"/>
                  </a:lnTo>
                  <a:lnTo>
                    <a:pt x="1839343" y="94"/>
                  </a:lnTo>
                  <a:lnTo>
                    <a:pt x="1869010" y="90"/>
                  </a:lnTo>
                  <a:lnTo>
                    <a:pt x="1898676" y="85"/>
                  </a:lnTo>
                  <a:lnTo>
                    <a:pt x="1928343" y="80"/>
                  </a:lnTo>
                  <a:lnTo>
                    <a:pt x="1958010" y="75"/>
                  </a:lnTo>
                  <a:lnTo>
                    <a:pt x="1987677" y="70"/>
                  </a:lnTo>
                  <a:lnTo>
                    <a:pt x="2017344" y="65"/>
                  </a:lnTo>
                  <a:lnTo>
                    <a:pt x="2047010" y="59"/>
                  </a:lnTo>
                  <a:lnTo>
                    <a:pt x="2076677" y="54"/>
                  </a:lnTo>
                  <a:lnTo>
                    <a:pt x="2106344" y="48"/>
                  </a:lnTo>
                  <a:lnTo>
                    <a:pt x="2136011" y="43"/>
                  </a:lnTo>
                  <a:lnTo>
                    <a:pt x="2165678" y="37"/>
                  </a:lnTo>
                  <a:lnTo>
                    <a:pt x="2195345" y="31"/>
                  </a:lnTo>
                  <a:lnTo>
                    <a:pt x="2225011" y="25"/>
                  </a:lnTo>
                  <a:lnTo>
                    <a:pt x="2254678" y="19"/>
                  </a:lnTo>
                  <a:lnTo>
                    <a:pt x="2284345" y="12"/>
                  </a:lnTo>
                  <a:lnTo>
                    <a:pt x="2314012" y="6"/>
                  </a:lnTo>
                  <a:lnTo>
                    <a:pt x="2343679" y="0"/>
                  </a:lnTo>
                  <a:lnTo>
                    <a:pt x="2343679" y="60459"/>
                  </a:lnTo>
                  <a:lnTo>
                    <a:pt x="2314012" y="60453"/>
                  </a:lnTo>
                  <a:lnTo>
                    <a:pt x="2284345" y="60447"/>
                  </a:lnTo>
                  <a:lnTo>
                    <a:pt x="2254678" y="60441"/>
                  </a:lnTo>
                  <a:lnTo>
                    <a:pt x="2225011" y="60435"/>
                  </a:lnTo>
                  <a:lnTo>
                    <a:pt x="2195345" y="60430"/>
                  </a:lnTo>
                  <a:lnTo>
                    <a:pt x="2165678" y="60424"/>
                  </a:lnTo>
                  <a:lnTo>
                    <a:pt x="2136011" y="60419"/>
                  </a:lnTo>
                  <a:lnTo>
                    <a:pt x="2106344" y="60414"/>
                  </a:lnTo>
                  <a:lnTo>
                    <a:pt x="2076677" y="60409"/>
                  </a:lnTo>
                  <a:lnTo>
                    <a:pt x="2047010" y="60404"/>
                  </a:lnTo>
                  <a:lnTo>
                    <a:pt x="2017344" y="60399"/>
                  </a:lnTo>
                  <a:lnTo>
                    <a:pt x="1987677" y="60394"/>
                  </a:lnTo>
                  <a:lnTo>
                    <a:pt x="1958010" y="60389"/>
                  </a:lnTo>
                  <a:lnTo>
                    <a:pt x="1928343" y="60385"/>
                  </a:lnTo>
                  <a:lnTo>
                    <a:pt x="1898676" y="60380"/>
                  </a:lnTo>
                  <a:lnTo>
                    <a:pt x="1869010" y="60376"/>
                  </a:lnTo>
                  <a:lnTo>
                    <a:pt x="1839343" y="60372"/>
                  </a:lnTo>
                  <a:lnTo>
                    <a:pt x="1809676" y="60368"/>
                  </a:lnTo>
                  <a:lnTo>
                    <a:pt x="1780009" y="60364"/>
                  </a:lnTo>
                  <a:lnTo>
                    <a:pt x="1750342" y="60360"/>
                  </a:lnTo>
                  <a:lnTo>
                    <a:pt x="1720675" y="60356"/>
                  </a:lnTo>
                  <a:lnTo>
                    <a:pt x="1691009" y="60353"/>
                  </a:lnTo>
                  <a:lnTo>
                    <a:pt x="1661342" y="60349"/>
                  </a:lnTo>
                  <a:lnTo>
                    <a:pt x="1631675" y="60346"/>
                  </a:lnTo>
                  <a:lnTo>
                    <a:pt x="1602008" y="60343"/>
                  </a:lnTo>
                  <a:lnTo>
                    <a:pt x="1572341" y="60340"/>
                  </a:lnTo>
                  <a:lnTo>
                    <a:pt x="1542674" y="60336"/>
                  </a:lnTo>
                  <a:lnTo>
                    <a:pt x="1513008" y="60333"/>
                  </a:lnTo>
                  <a:lnTo>
                    <a:pt x="1483341" y="60331"/>
                  </a:lnTo>
                  <a:lnTo>
                    <a:pt x="1453674" y="60328"/>
                  </a:lnTo>
                  <a:lnTo>
                    <a:pt x="1424007" y="60325"/>
                  </a:lnTo>
                  <a:lnTo>
                    <a:pt x="1394340" y="60323"/>
                  </a:lnTo>
                  <a:lnTo>
                    <a:pt x="1364673" y="60320"/>
                  </a:lnTo>
                  <a:lnTo>
                    <a:pt x="1335007" y="60318"/>
                  </a:lnTo>
                  <a:lnTo>
                    <a:pt x="1305340" y="60315"/>
                  </a:lnTo>
                  <a:lnTo>
                    <a:pt x="1275673" y="60313"/>
                  </a:lnTo>
                  <a:lnTo>
                    <a:pt x="1246006" y="60311"/>
                  </a:lnTo>
                  <a:lnTo>
                    <a:pt x="1216339" y="60309"/>
                  </a:lnTo>
                  <a:lnTo>
                    <a:pt x="1186673" y="60307"/>
                  </a:lnTo>
                  <a:lnTo>
                    <a:pt x="1157006" y="60305"/>
                  </a:lnTo>
                  <a:lnTo>
                    <a:pt x="1127339" y="60303"/>
                  </a:lnTo>
                  <a:lnTo>
                    <a:pt x="1097672" y="60301"/>
                  </a:lnTo>
                  <a:lnTo>
                    <a:pt x="1068005" y="60300"/>
                  </a:lnTo>
                  <a:lnTo>
                    <a:pt x="1038338" y="60298"/>
                  </a:lnTo>
                  <a:lnTo>
                    <a:pt x="1008672" y="60297"/>
                  </a:lnTo>
                  <a:lnTo>
                    <a:pt x="979005" y="60295"/>
                  </a:lnTo>
                  <a:lnTo>
                    <a:pt x="949338" y="60294"/>
                  </a:lnTo>
                  <a:lnTo>
                    <a:pt x="919671" y="60293"/>
                  </a:lnTo>
                  <a:lnTo>
                    <a:pt x="890004" y="60292"/>
                  </a:lnTo>
                  <a:lnTo>
                    <a:pt x="860337" y="60291"/>
                  </a:lnTo>
                  <a:lnTo>
                    <a:pt x="830671" y="60290"/>
                  </a:lnTo>
                  <a:lnTo>
                    <a:pt x="801004" y="60289"/>
                  </a:lnTo>
                  <a:lnTo>
                    <a:pt x="771337" y="60288"/>
                  </a:lnTo>
                  <a:lnTo>
                    <a:pt x="741670" y="60288"/>
                  </a:lnTo>
                  <a:lnTo>
                    <a:pt x="712003" y="60287"/>
                  </a:lnTo>
                  <a:lnTo>
                    <a:pt x="682336" y="60287"/>
                  </a:lnTo>
                  <a:lnTo>
                    <a:pt x="652670" y="60286"/>
                  </a:lnTo>
                  <a:lnTo>
                    <a:pt x="623003" y="60286"/>
                  </a:lnTo>
                  <a:lnTo>
                    <a:pt x="593336" y="60286"/>
                  </a:lnTo>
                  <a:lnTo>
                    <a:pt x="563669" y="60286"/>
                  </a:lnTo>
                  <a:lnTo>
                    <a:pt x="534002" y="60286"/>
                  </a:lnTo>
                  <a:lnTo>
                    <a:pt x="504336" y="60286"/>
                  </a:lnTo>
                  <a:lnTo>
                    <a:pt x="474669" y="60287"/>
                  </a:lnTo>
                  <a:lnTo>
                    <a:pt x="445002" y="60287"/>
                  </a:lnTo>
                  <a:lnTo>
                    <a:pt x="415335" y="60288"/>
                  </a:lnTo>
                  <a:lnTo>
                    <a:pt x="385668" y="60288"/>
                  </a:lnTo>
                  <a:lnTo>
                    <a:pt x="356001" y="60289"/>
                  </a:lnTo>
                  <a:lnTo>
                    <a:pt x="326335" y="60290"/>
                  </a:lnTo>
                  <a:lnTo>
                    <a:pt x="296668" y="60291"/>
                  </a:lnTo>
                  <a:lnTo>
                    <a:pt x="267001" y="60292"/>
                  </a:lnTo>
                  <a:lnTo>
                    <a:pt x="237334" y="60293"/>
                  </a:lnTo>
                  <a:lnTo>
                    <a:pt x="207667" y="60294"/>
                  </a:lnTo>
                  <a:lnTo>
                    <a:pt x="178000" y="60296"/>
                  </a:lnTo>
                  <a:lnTo>
                    <a:pt x="148334" y="60297"/>
                  </a:lnTo>
                  <a:lnTo>
                    <a:pt x="118667" y="60299"/>
                  </a:lnTo>
                  <a:lnTo>
                    <a:pt x="89000" y="60301"/>
                  </a:lnTo>
                  <a:lnTo>
                    <a:pt x="59333" y="60303"/>
                  </a:lnTo>
                  <a:lnTo>
                    <a:pt x="29666" y="60305"/>
                  </a:lnTo>
                  <a:lnTo>
                    <a:pt x="0" y="60307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9" name="pl2089"/>
            <p:cNvSpPr/>
            <p:nvPr/>
          </p:nvSpPr>
          <p:spPr>
            <a:xfrm>
              <a:off x="3489347" y="6955895"/>
              <a:ext cx="2343679" cy="219"/>
            </a:xfrm>
            <a:custGeom>
              <a:avLst/>
              <a:pathLst>
                <a:path w="2343679" h="219">
                  <a:moveTo>
                    <a:pt x="0" y="215"/>
                  </a:moveTo>
                  <a:lnTo>
                    <a:pt x="29666" y="216"/>
                  </a:lnTo>
                  <a:lnTo>
                    <a:pt x="59333" y="217"/>
                  </a:lnTo>
                  <a:lnTo>
                    <a:pt x="89000" y="217"/>
                  </a:lnTo>
                  <a:lnTo>
                    <a:pt x="118667" y="218"/>
                  </a:lnTo>
                  <a:lnTo>
                    <a:pt x="148334" y="218"/>
                  </a:lnTo>
                  <a:lnTo>
                    <a:pt x="178000" y="219"/>
                  </a:lnTo>
                  <a:lnTo>
                    <a:pt x="207667" y="219"/>
                  </a:lnTo>
                  <a:lnTo>
                    <a:pt x="237334" y="219"/>
                  </a:lnTo>
                  <a:lnTo>
                    <a:pt x="267001" y="219"/>
                  </a:lnTo>
                  <a:lnTo>
                    <a:pt x="296668" y="219"/>
                  </a:lnTo>
                  <a:lnTo>
                    <a:pt x="326335" y="219"/>
                  </a:lnTo>
                  <a:lnTo>
                    <a:pt x="356001" y="218"/>
                  </a:lnTo>
                  <a:lnTo>
                    <a:pt x="385668" y="218"/>
                  </a:lnTo>
                  <a:lnTo>
                    <a:pt x="415335" y="217"/>
                  </a:lnTo>
                  <a:lnTo>
                    <a:pt x="445002" y="217"/>
                  </a:lnTo>
                  <a:lnTo>
                    <a:pt x="474669" y="216"/>
                  </a:lnTo>
                  <a:lnTo>
                    <a:pt x="504336" y="215"/>
                  </a:lnTo>
                  <a:lnTo>
                    <a:pt x="534002" y="214"/>
                  </a:lnTo>
                  <a:lnTo>
                    <a:pt x="563669" y="213"/>
                  </a:lnTo>
                  <a:lnTo>
                    <a:pt x="593336" y="212"/>
                  </a:lnTo>
                  <a:lnTo>
                    <a:pt x="623003" y="211"/>
                  </a:lnTo>
                  <a:lnTo>
                    <a:pt x="652670" y="209"/>
                  </a:lnTo>
                  <a:lnTo>
                    <a:pt x="682336" y="208"/>
                  </a:lnTo>
                  <a:lnTo>
                    <a:pt x="712003" y="206"/>
                  </a:lnTo>
                  <a:lnTo>
                    <a:pt x="741670" y="205"/>
                  </a:lnTo>
                  <a:lnTo>
                    <a:pt x="771337" y="203"/>
                  </a:lnTo>
                  <a:lnTo>
                    <a:pt x="801004" y="202"/>
                  </a:lnTo>
                  <a:lnTo>
                    <a:pt x="830671" y="200"/>
                  </a:lnTo>
                  <a:lnTo>
                    <a:pt x="860337" y="198"/>
                  </a:lnTo>
                  <a:lnTo>
                    <a:pt x="890004" y="196"/>
                  </a:lnTo>
                  <a:lnTo>
                    <a:pt x="919671" y="194"/>
                  </a:lnTo>
                  <a:lnTo>
                    <a:pt x="949338" y="192"/>
                  </a:lnTo>
                  <a:lnTo>
                    <a:pt x="979005" y="190"/>
                  </a:lnTo>
                  <a:lnTo>
                    <a:pt x="1008672" y="187"/>
                  </a:lnTo>
                  <a:lnTo>
                    <a:pt x="1038338" y="185"/>
                  </a:lnTo>
                  <a:lnTo>
                    <a:pt x="1068005" y="183"/>
                  </a:lnTo>
                  <a:lnTo>
                    <a:pt x="1097672" y="180"/>
                  </a:lnTo>
                  <a:lnTo>
                    <a:pt x="1127339" y="178"/>
                  </a:lnTo>
                  <a:lnTo>
                    <a:pt x="1157006" y="175"/>
                  </a:lnTo>
                  <a:lnTo>
                    <a:pt x="1186673" y="173"/>
                  </a:lnTo>
                  <a:lnTo>
                    <a:pt x="1216339" y="170"/>
                  </a:lnTo>
                  <a:lnTo>
                    <a:pt x="1246006" y="167"/>
                  </a:lnTo>
                  <a:lnTo>
                    <a:pt x="1275673" y="164"/>
                  </a:lnTo>
                  <a:lnTo>
                    <a:pt x="1305340" y="161"/>
                  </a:lnTo>
                  <a:lnTo>
                    <a:pt x="1335007" y="158"/>
                  </a:lnTo>
                  <a:lnTo>
                    <a:pt x="1364673" y="155"/>
                  </a:lnTo>
                  <a:lnTo>
                    <a:pt x="1394340" y="152"/>
                  </a:lnTo>
                  <a:lnTo>
                    <a:pt x="1424007" y="149"/>
                  </a:lnTo>
                  <a:lnTo>
                    <a:pt x="1453674" y="146"/>
                  </a:lnTo>
                  <a:lnTo>
                    <a:pt x="1483341" y="142"/>
                  </a:lnTo>
                  <a:lnTo>
                    <a:pt x="1513008" y="139"/>
                  </a:lnTo>
                  <a:lnTo>
                    <a:pt x="1542674" y="135"/>
                  </a:lnTo>
                  <a:lnTo>
                    <a:pt x="1572341" y="131"/>
                  </a:lnTo>
                  <a:lnTo>
                    <a:pt x="1602008" y="128"/>
                  </a:lnTo>
                  <a:lnTo>
                    <a:pt x="1631675" y="124"/>
                  </a:lnTo>
                  <a:lnTo>
                    <a:pt x="1661342" y="120"/>
                  </a:lnTo>
                  <a:lnTo>
                    <a:pt x="1691009" y="116"/>
                  </a:lnTo>
                  <a:lnTo>
                    <a:pt x="1720675" y="112"/>
                  </a:lnTo>
                  <a:lnTo>
                    <a:pt x="1750342" y="108"/>
                  </a:lnTo>
                  <a:lnTo>
                    <a:pt x="1780009" y="103"/>
                  </a:lnTo>
                  <a:lnTo>
                    <a:pt x="1809676" y="99"/>
                  </a:lnTo>
                  <a:lnTo>
                    <a:pt x="1839343" y="94"/>
                  </a:lnTo>
                  <a:lnTo>
                    <a:pt x="1869010" y="90"/>
                  </a:lnTo>
                  <a:lnTo>
                    <a:pt x="1898676" y="85"/>
                  </a:lnTo>
                  <a:lnTo>
                    <a:pt x="1928343" y="80"/>
                  </a:lnTo>
                  <a:lnTo>
                    <a:pt x="1958010" y="75"/>
                  </a:lnTo>
                  <a:lnTo>
                    <a:pt x="1987677" y="70"/>
                  </a:lnTo>
                  <a:lnTo>
                    <a:pt x="2017344" y="65"/>
                  </a:lnTo>
                  <a:lnTo>
                    <a:pt x="2047010" y="59"/>
                  </a:lnTo>
                  <a:lnTo>
                    <a:pt x="2076677" y="54"/>
                  </a:lnTo>
                  <a:lnTo>
                    <a:pt x="2106344" y="48"/>
                  </a:lnTo>
                  <a:lnTo>
                    <a:pt x="2136011" y="43"/>
                  </a:lnTo>
                  <a:lnTo>
                    <a:pt x="2165678" y="37"/>
                  </a:lnTo>
                  <a:lnTo>
                    <a:pt x="2195345" y="31"/>
                  </a:lnTo>
                  <a:lnTo>
                    <a:pt x="2225011" y="25"/>
                  </a:lnTo>
                  <a:lnTo>
                    <a:pt x="2254678" y="19"/>
                  </a:lnTo>
                  <a:lnTo>
                    <a:pt x="2284345" y="12"/>
                  </a:lnTo>
                  <a:lnTo>
                    <a:pt x="2314012" y="6"/>
                  </a:lnTo>
                  <a:lnTo>
                    <a:pt x="234367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090" name="pl2090"/>
            <p:cNvSpPr/>
            <p:nvPr/>
          </p:nvSpPr>
          <p:spPr>
            <a:xfrm>
              <a:off x="3489347" y="7016181"/>
              <a:ext cx="2343679" cy="173"/>
            </a:xfrm>
            <a:custGeom>
              <a:avLst/>
              <a:pathLst>
                <a:path w="2343679" h="173">
                  <a:moveTo>
                    <a:pt x="2343679" y="173"/>
                  </a:moveTo>
                  <a:lnTo>
                    <a:pt x="2314012" y="166"/>
                  </a:lnTo>
                  <a:lnTo>
                    <a:pt x="2284345" y="160"/>
                  </a:lnTo>
                  <a:lnTo>
                    <a:pt x="2254678" y="155"/>
                  </a:lnTo>
                  <a:lnTo>
                    <a:pt x="2225011" y="149"/>
                  </a:lnTo>
                  <a:lnTo>
                    <a:pt x="2195345" y="143"/>
                  </a:lnTo>
                  <a:lnTo>
                    <a:pt x="2165678" y="138"/>
                  </a:lnTo>
                  <a:lnTo>
                    <a:pt x="2136011" y="132"/>
                  </a:lnTo>
                  <a:lnTo>
                    <a:pt x="2106344" y="127"/>
                  </a:lnTo>
                  <a:lnTo>
                    <a:pt x="2076677" y="122"/>
                  </a:lnTo>
                  <a:lnTo>
                    <a:pt x="2047010" y="117"/>
                  </a:lnTo>
                  <a:lnTo>
                    <a:pt x="2017344" y="112"/>
                  </a:lnTo>
                  <a:lnTo>
                    <a:pt x="1987677" y="107"/>
                  </a:lnTo>
                  <a:lnTo>
                    <a:pt x="1958010" y="103"/>
                  </a:lnTo>
                  <a:lnTo>
                    <a:pt x="1928343" y="98"/>
                  </a:lnTo>
                  <a:lnTo>
                    <a:pt x="1898676" y="94"/>
                  </a:lnTo>
                  <a:lnTo>
                    <a:pt x="1869010" y="89"/>
                  </a:lnTo>
                  <a:lnTo>
                    <a:pt x="1839343" y="85"/>
                  </a:lnTo>
                  <a:lnTo>
                    <a:pt x="1809676" y="81"/>
                  </a:lnTo>
                  <a:lnTo>
                    <a:pt x="1780009" y="77"/>
                  </a:lnTo>
                  <a:lnTo>
                    <a:pt x="1750342" y="74"/>
                  </a:lnTo>
                  <a:lnTo>
                    <a:pt x="1720675" y="70"/>
                  </a:lnTo>
                  <a:lnTo>
                    <a:pt x="1691009" y="66"/>
                  </a:lnTo>
                  <a:lnTo>
                    <a:pt x="1661342" y="63"/>
                  </a:lnTo>
                  <a:lnTo>
                    <a:pt x="1631675" y="59"/>
                  </a:lnTo>
                  <a:lnTo>
                    <a:pt x="1602008" y="56"/>
                  </a:lnTo>
                  <a:lnTo>
                    <a:pt x="1572341" y="53"/>
                  </a:lnTo>
                  <a:lnTo>
                    <a:pt x="1542674" y="50"/>
                  </a:lnTo>
                  <a:lnTo>
                    <a:pt x="1513008" y="47"/>
                  </a:lnTo>
                  <a:lnTo>
                    <a:pt x="1483341" y="44"/>
                  </a:lnTo>
                  <a:lnTo>
                    <a:pt x="1453674" y="41"/>
                  </a:lnTo>
                  <a:lnTo>
                    <a:pt x="1424007" y="38"/>
                  </a:lnTo>
                  <a:lnTo>
                    <a:pt x="1394340" y="36"/>
                  </a:lnTo>
                  <a:lnTo>
                    <a:pt x="1364673" y="33"/>
                  </a:lnTo>
                  <a:lnTo>
                    <a:pt x="1335007" y="31"/>
                  </a:lnTo>
                  <a:lnTo>
                    <a:pt x="1305340" y="29"/>
                  </a:lnTo>
                  <a:lnTo>
                    <a:pt x="1275673" y="26"/>
                  </a:lnTo>
                  <a:lnTo>
                    <a:pt x="1246006" y="24"/>
                  </a:lnTo>
                  <a:lnTo>
                    <a:pt x="1216339" y="22"/>
                  </a:lnTo>
                  <a:lnTo>
                    <a:pt x="1186673" y="20"/>
                  </a:lnTo>
                  <a:lnTo>
                    <a:pt x="1157006" y="18"/>
                  </a:lnTo>
                  <a:lnTo>
                    <a:pt x="1127339" y="16"/>
                  </a:lnTo>
                  <a:lnTo>
                    <a:pt x="1097672" y="15"/>
                  </a:lnTo>
                  <a:lnTo>
                    <a:pt x="1068005" y="13"/>
                  </a:lnTo>
                  <a:lnTo>
                    <a:pt x="1038338" y="12"/>
                  </a:lnTo>
                  <a:lnTo>
                    <a:pt x="1008672" y="10"/>
                  </a:lnTo>
                  <a:lnTo>
                    <a:pt x="979005" y="9"/>
                  </a:lnTo>
                  <a:lnTo>
                    <a:pt x="949338" y="7"/>
                  </a:lnTo>
                  <a:lnTo>
                    <a:pt x="919671" y="6"/>
                  </a:lnTo>
                  <a:lnTo>
                    <a:pt x="890004" y="5"/>
                  </a:lnTo>
                  <a:lnTo>
                    <a:pt x="860337" y="4"/>
                  </a:lnTo>
                  <a:lnTo>
                    <a:pt x="830671" y="3"/>
                  </a:lnTo>
                  <a:lnTo>
                    <a:pt x="801004" y="2"/>
                  </a:lnTo>
                  <a:lnTo>
                    <a:pt x="771337" y="2"/>
                  </a:lnTo>
                  <a:lnTo>
                    <a:pt x="741670" y="1"/>
                  </a:lnTo>
                  <a:lnTo>
                    <a:pt x="712003" y="1"/>
                  </a:lnTo>
                  <a:lnTo>
                    <a:pt x="682336" y="0"/>
                  </a:lnTo>
                  <a:lnTo>
                    <a:pt x="652670" y="0"/>
                  </a:lnTo>
                  <a:lnTo>
                    <a:pt x="623003" y="0"/>
                  </a:lnTo>
                  <a:lnTo>
                    <a:pt x="593336" y="0"/>
                  </a:lnTo>
                  <a:lnTo>
                    <a:pt x="563669" y="0"/>
                  </a:lnTo>
                  <a:lnTo>
                    <a:pt x="534002" y="0"/>
                  </a:lnTo>
                  <a:lnTo>
                    <a:pt x="504336" y="0"/>
                  </a:lnTo>
                  <a:lnTo>
                    <a:pt x="474669" y="0"/>
                  </a:lnTo>
                  <a:lnTo>
                    <a:pt x="445002" y="0"/>
                  </a:lnTo>
                  <a:lnTo>
                    <a:pt x="415335" y="1"/>
                  </a:lnTo>
                  <a:lnTo>
                    <a:pt x="385668" y="2"/>
                  </a:lnTo>
                  <a:lnTo>
                    <a:pt x="356001" y="2"/>
                  </a:lnTo>
                  <a:lnTo>
                    <a:pt x="326335" y="3"/>
                  </a:lnTo>
                  <a:lnTo>
                    <a:pt x="296668" y="4"/>
                  </a:lnTo>
                  <a:lnTo>
                    <a:pt x="267001" y="5"/>
                  </a:lnTo>
                  <a:lnTo>
                    <a:pt x="237334" y="6"/>
                  </a:lnTo>
                  <a:lnTo>
                    <a:pt x="207667" y="8"/>
                  </a:lnTo>
                  <a:lnTo>
                    <a:pt x="178000" y="9"/>
                  </a:lnTo>
                  <a:lnTo>
                    <a:pt x="148334" y="11"/>
                  </a:lnTo>
                  <a:lnTo>
                    <a:pt x="118667" y="13"/>
                  </a:lnTo>
                  <a:lnTo>
                    <a:pt x="89000" y="14"/>
                  </a:lnTo>
                  <a:lnTo>
                    <a:pt x="59333" y="16"/>
                  </a:lnTo>
                  <a:lnTo>
                    <a:pt x="29666" y="18"/>
                  </a:lnTo>
                  <a:lnTo>
                    <a:pt x="0" y="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091" name="pl2091"/>
            <p:cNvSpPr/>
            <p:nvPr/>
          </p:nvSpPr>
          <p:spPr>
            <a:xfrm>
              <a:off x="3489347" y="6986125"/>
              <a:ext cx="2343679" cy="31"/>
            </a:xfrm>
            <a:custGeom>
              <a:avLst/>
              <a:pathLst>
                <a:path w="2343679" h="31">
                  <a:moveTo>
                    <a:pt x="0" y="31"/>
                  </a:moveTo>
                  <a:lnTo>
                    <a:pt x="29666" y="31"/>
                  </a:lnTo>
                  <a:lnTo>
                    <a:pt x="59333" y="30"/>
                  </a:lnTo>
                  <a:lnTo>
                    <a:pt x="89000" y="29"/>
                  </a:lnTo>
                  <a:lnTo>
                    <a:pt x="118667" y="29"/>
                  </a:lnTo>
                  <a:lnTo>
                    <a:pt x="148334" y="28"/>
                  </a:lnTo>
                  <a:lnTo>
                    <a:pt x="178000" y="28"/>
                  </a:lnTo>
                  <a:lnTo>
                    <a:pt x="207667" y="27"/>
                  </a:lnTo>
                  <a:lnTo>
                    <a:pt x="237334" y="26"/>
                  </a:lnTo>
                  <a:lnTo>
                    <a:pt x="267001" y="26"/>
                  </a:lnTo>
                  <a:lnTo>
                    <a:pt x="296668" y="25"/>
                  </a:lnTo>
                  <a:lnTo>
                    <a:pt x="326335" y="24"/>
                  </a:lnTo>
                  <a:lnTo>
                    <a:pt x="356001" y="24"/>
                  </a:lnTo>
                  <a:lnTo>
                    <a:pt x="385668" y="23"/>
                  </a:lnTo>
                  <a:lnTo>
                    <a:pt x="415335" y="23"/>
                  </a:lnTo>
                  <a:lnTo>
                    <a:pt x="445002" y="22"/>
                  </a:lnTo>
                  <a:lnTo>
                    <a:pt x="474669" y="21"/>
                  </a:lnTo>
                  <a:lnTo>
                    <a:pt x="504336" y="21"/>
                  </a:lnTo>
                  <a:lnTo>
                    <a:pt x="534002" y="20"/>
                  </a:lnTo>
                  <a:lnTo>
                    <a:pt x="563669" y="20"/>
                  </a:lnTo>
                  <a:lnTo>
                    <a:pt x="593336" y="19"/>
                  </a:lnTo>
                  <a:lnTo>
                    <a:pt x="623003" y="19"/>
                  </a:lnTo>
                  <a:lnTo>
                    <a:pt x="652670" y="18"/>
                  </a:lnTo>
                  <a:lnTo>
                    <a:pt x="682336" y="18"/>
                  </a:lnTo>
                  <a:lnTo>
                    <a:pt x="712003" y="17"/>
                  </a:lnTo>
                  <a:lnTo>
                    <a:pt x="741670" y="16"/>
                  </a:lnTo>
                  <a:lnTo>
                    <a:pt x="771337" y="16"/>
                  </a:lnTo>
                  <a:lnTo>
                    <a:pt x="801004" y="15"/>
                  </a:lnTo>
                  <a:lnTo>
                    <a:pt x="830671" y="15"/>
                  </a:lnTo>
                  <a:lnTo>
                    <a:pt x="860337" y="15"/>
                  </a:lnTo>
                  <a:lnTo>
                    <a:pt x="890004" y="14"/>
                  </a:lnTo>
                  <a:lnTo>
                    <a:pt x="919671" y="14"/>
                  </a:lnTo>
                  <a:lnTo>
                    <a:pt x="949338" y="13"/>
                  </a:lnTo>
                  <a:lnTo>
                    <a:pt x="979005" y="13"/>
                  </a:lnTo>
                  <a:lnTo>
                    <a:pt x="1008672" y="12"/>
                  </a:lnTo>
                  <a:lnTo>
                    <a:pt x="1038338" y="12"/>
                  </a:lnTo>
                  <a:lnTo>
                    <a:pt x="1068005" y="11"/>
                  </a:lnTo>
                  <a:lnTo>
                    <a:pt x="1097672" y="11"/>
                  </a:lnTo>
                  <a:lnTo>
                    <a:pt x="1127339" y="11"/>
                  </a:lnTo>
                  <a:lnTo>
                    <a:pt x="1157006" y="10"/>
                  </a:lnTo>
                  <a:lnTo>
                    <a:pt x="1186673" y="10"/>
                  </a:lnTo>
                  <a:lnTo>
                    <a:pt x="1216339" y="9"/>
                  </a:lnTo>
                  <a:lnTo>
                    <a:pt x="1246006" y="9"/>
                  </a:lnTo>
                  <a:lnTo>
                    <a:pt x="1275673" y="9"/>
                  </a:lnTo>
                  <a:lnTo>
                    <a:pt x="1305340" y="8"/>
                  </a:lnTo>
                  <a:lnTo>
                    <a:pt x="1335007" y="8"/>
                  </a:lnTo>
                  <a:lnTo>
                    <a:pt x="1364673" y="8"/>
                  </a:lnTo>
                  <a:lnTo>
                    <a:pt x="1394340" y="7"/>
                  </a:lnTo>
                  <a:lnTo>
                    <a:pt x="1424007" y="7"/>
                  </a:lnTo>
                  <a:lnTo>
                    <a:pt x="1453674" y="7"/>
                  </a:lnTo>
                  <a:lnTo>
                    <a:pt x="1483341" y="7"/>
                  </a:lnTo>
                  <a:lnTo>
                    <a:pt x="1513008" y="6"/>
                  </a:lnTo>
                  <a:lnTo>
                    <a:pt x="1542674" y="6"/>
                  </a:lnTo>
                  <a:lnTo>
                    <a:pt x="1572341" y="6"/>
                  </a:lnTo>
                  <a:lnTo>
                    <a:pt x="1602008" y="5"/>
                  </a:lnTo>
                  <a:lnTo>
                    <a:pt x="1631675" y="5"/>
                  </a:lnTo>
                  <a:lnTo>
                    <a:pt x="1661342" y="5"/>
                  </a:lnTo>
                  <a:lnTo>
                    <a:pt x="1691009" y="5"/>
                  </a:lnTo>
                  <a:lnTo>
                    <a:pt x="1720675" y="4"/>
                  </a:lnTo>
                  <a:lnTo>
                    <a:pt x="1750342" y="4"/>
                  </a:lnTo>
                  <a:lnTo>
                    <a:pt x="1780009" y="4"/>
                  </a:lnTo>
                  <a:lnTo>
                    <a:pt x="1809676" y="4"/>
                  </a:lnTo>
                  <a:lnTo>
                    <a:pt x="1839343" y="3"/>
                  </a:lnTo>
                  <a:lnTo>
                    <a:pt x="1869010" y="3"/>
                  </a:lnTo>
                  <a:lnTo>
                    <a:pt x="1898676" y="3"/>
                  </a:lnTo>
                  <a:lnTo>
                    <a:pt x="1928343" y="3"/>
                  </a:lnTo>
                  <a:lnTo>
                    <a:pt x="1958010" y="2"/>
                  </a:lnTo>
                  <a:lnTo>
                    <a:pt x="1987677" y="2"/>
                  </a:lnTo>
                  <a:lnTo>
                    <a:pt x="2017344" y="2"/>
                  </a:lnTo>
                  <a:lnTo>
                    <a:pt x="2047010" y="2"/>
                  </a:lnTo>
                  <a:lnTo>
                    <a:pt x="2076677" y="1"/>
                  </a:lnTo>
                  <a:lnTo>
                    <a:pt x="2106344" y="1"/>
                  </a:lnTo>
                  <a:lnTo>
                    <a:pt x="2136011" y="1"/>
                  </a:lnTo>
                  <a:lnTo>
                    <a:pt x="2165678" y="1"/>
                  </a:lnTo>
                  <a:lnTo>
                    <a:pt x="2195345" y="1"/>
                  </a:lnTo>
                  <a:lnTo>
                    <a:pt x="2225011" y="0"/>
                  </a:lnTo>
                  <a:lnTo>
                    <a:pt x="2254678" y="0"/>
                  </a:lnTo>
                  <a:lnTo>
                    <a:pt x="2284345" y="0"/>
                  </a:lnTo>
                  <a:lnTo>
                    <a:pt x="2314012" y="0"/>
                  </a:lnTo>
                  <a:lnTo>
                    <a:pt x="2343679" y="0"/>
                  </a:lnTo>
                </a:path>
              </a:pathLst>
            </a:custGeom>
            <a:ln w="27101" cap="flat">
              <a:solidFill>
                <a:srgbClr val="FFD7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rc2092"/>
            <p:cNvSpPr/>
            <p:nvPr/>
          </p:nvSpPr>
          <p:spPr>
            <a:xfrm>
              <a:off x="3372163" y="5418670"/>
              <a:ext cx="2578047" cy="3178122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tx2093"/>
            <p:cNvSpPr/>
            <p:nvPr/>
          </p:nvSpPr>
          <p:spPr>
            <a:xfrm>
              <a:off x="3210161" y="8059243"/>
              <a:ext cx="99372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-2</a:t>
              </a:r>
            </a:p>
          </p:txBody>
        </p:sp>
        <p:sp>
          <p:nvSpPr>
            <p:cNvPr id="2094" name="tx2094"/>
            <p:cNvSpPr/>
            <p:nvPr/>
          </p:nvSpPr>
          <p:spPr>
            <a:xfrm>
              <a:off x="3210161" y="7535446"/>
              <a:ext cx="99372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-1</a:t>
              </a:r>
            </a:p>
          </p:txBody>
        </p:sp>
        <p:sp>
          <p:nvSpPr>
            <p:cNvPr id="2095" name="tx2095"/>
            <p:cNvSpPr/>
            <p:nvPr/>
          </p:nvSpPr>
          <p:spPr>
            <a:xfrm>
              <a:off x="3247378" y="7010284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096" name="tx2096"/>
            <p:cNvSpPr/>
            <p:nvPr/>
          </p:nvSpPr>
          <p:spPr>
            <a:xfrm>
              <a:off x="3247378" y="6487851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097" name="tx2097"/>
            <p:cNvSpPr/>
            <p:nvPr/>
          </p:nvSpPr>
          <p:spPr>
            <a:xfrm>
              <a:off x="3247378" y="5964053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2098" name="tx2098"/>
            <p:cNvSpPr/>
            <p:nvPr/>
          </p:nvSpPr>
          <p:spPr>
            <a:xfrm>
              <a:off x="3247378" y="5438837"/>
              <a:ext cx="62155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2099" name="pl2099"/>
            <p:cNvSpPr/>
            <p:nvPr/>
          </p:nvSpPr>
          <p:spPr>
            <a:xfrm>
              <a:off x="3337369" y="809957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l2100"/>
            <p:cNvSpPr/>
            <p:nvPr/>
          </p:nvSpPr>
          <p:spPr>
            <a:xfrm>
              <a:off x="3337369" y="757577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l2101"/>
            <p:cNvSpPr/>
            <p:nvPr/>
          </p:nvSpPr>
          <p:spPr>
            <a:xfrm>
              <a:off x="3337369" y="705197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l2102"/>
            <p:cNvSpPr/>
            <p:nvPr/>
          </p:nvSpPr>
          <p:spPr>
            <a:xfrm>
              <a:off x="3337369" y="652817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l2103"/>
            <p:cNvSpPr/>
            <p:nvPr/>
          </p:nvSpPr>
          <p:spPr>
            <a:xfrm>
              <a:off x="3337369" y="600438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l2104"/>
            <p:cNvSpPr/>
            <p:nvPr/>
          </p:nvSpPr>
          <p:spPr>
            <a:xfrm>
              <a:off x="3337369" y="548058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l2105"/>
            <p:cNvSpPr/>
            <p:nvPr/>
          </p:nvSpPr>
          <p:spPr>
            <a:xfrm>
              <a:off x="3728740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l2106"/>
            <p:cNvSpPr/>
            <p:nvPr/>
          </p:nvSpPr>
          <p:spPr>
            <a:xfrm>
              <a:off x="4506621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l2107"/>
            <p:cNvSpPr/>
            <p:nvPr/>
          </p:nvSpPr>
          <p:spPr>
            <a:xfrm>
              <a:off x="5284503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tx2108"/>
            <p:cNvSpPr/>
            <p:nvPr/>
          </p:nvSpPr>
          <p:spPr>
            <a:xfrm>
              <a:off x="3697662" y="8657731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109" name="tx2109"/>
            <p:cNvSpPr/>
            <p:nvPr/>
          </p:nvSpPr>
          <p:spPr>
            <a:xfrm>
              <a:off x="4475543" y="8659149"/>
              <a:ext cx="62155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2110" name="tx2110"/>
            <p:cNvSpPr/>
            <p:nvPr/>
          </p:nvSpPr>
          <p:spPr>
            <a:xfrm>
              <a:off x="5222347" y="865773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2111" name="tx2111"/>
            <p:cNvSpPr/>
            <p:nvPr/>
          </p:nvSpPr>
          <p:spPr>
            <a:xfrm>
              <a:off x="3469371" y="8777412"/>
              <a:ext cx="23836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Baseline Plasma pTau181 - Jucker (Z)</a:t>
              </a:r>
            </a:p>
          </p:txBody>
        </p:sp>
        <p:sp>
          <p:nvSpPr>
            <p:cNvPr id="2112" name="tx2112"/>
            <p:cNvSpPr/>
            <p:nvPr/>
          </p:nvSpPr>
          <p:spPr>
            <a:xfrm rot="-5400000">
              <a:off x="1849198" y="6942179"/>
              <a:ext cx="2453276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ARC Plasma pTau181 - Jucker (Z/year)</a:t>
              </a:r>
            </a:p>
          </p:txBody>
        </p:sp>
        <p:sp>
          <p:nvSpPr>
            <p:cNvPr id="2113" name="pl2113"/>
            <p:cNvSpPr/>
            <p:nvPr/>
          </p:nvSpPr>
          <p:spPr>
            <a:xfrm>
              <a:off x="6664435" y="7750895"/>
              <a:ext cx="2314796" cy="0"/>
            </a:xfrm>
            <a:custGeom>
              <a:avLst/>
              <a:pathLst>
                <a:path w="2314796" h="0">
                  <a:moveTo>
                    <a:pt x="0" y="0"/>
                  </a:moveTo>
                  <a:lnTo>
                    <a:pt x="2314796" y="0"/>
                  </a:lnTo>
                  <a:lnTo>
                    <a:pt x="231479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" name="pl2114"/>
            <p:cNvSpPr/>
            <p:nvPr/>
          </p:nvSpPr>
          <p:spPr>
            <a:xfrm>
              <a:off x="6664435" y="7224805"/>
              <a:ext cx="2314796" cy="0"/>
            </a:xfrm>
            <a:custGeom>
              <a:avLst/>
              <a:pathLst>
                <a:path w="2314796" h="0">
                  <a:moveTo>
                    <a:pt x="0" y="0"/>
                  </a:moveTo>
                  <a:lnTo>
                    <a:pt x="2314796" y="0"/>
                  </a:lnTo>
                  <a:lnTo>
                    <a:pt x="231479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l2115"/>
            <p:cNvSpPr/>
            <p:nvPr/>
          </p:nvSpPr>
          <p:spPr>
            <a:xfrm>
              <a:off x="6664435" y="6698715"/>
              <a:ext cx="2314796" cy="0"/>
            </a:xfrm>
            <a:custGeom>
              <a:avLst/>
              <a:pathLst>
                <a:path w="2314796" h="0">
                  <a:moveTo>
                    <a:pt x="0" y="0"/>
                  </a:moveTo>
                  <a:lnTo>
                    <a:pt x="2314796" y="0"/>
                  </a:lnTo>
                  <a:lnTo>
                    <a:pt x="231479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l2116"/>
            <p:cNvSpPr/>
            <p:nvPr/>
          </p:nvSpPr>
          <p:spPr>
            <a:xfrm>
              <a:off x="6664435" y="6172624"/>
              <a:ext cx="2314796" cy="0"/>
            </a:xfrm>
            <a:custGeom>
              <a:avLst/>
              <a:pathLst>
                <a:path w="2314796" h="0">
                  <a:moveTo>
                    <a:pt x="0" y="0"/>
                  </a:moveTo>
                  <a:lnTo>
                    <a:pt x="2314796" y="0"/>
                  </a:lnTo>
                  <a:lnTo>
                    <a:pt x="231479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l2117"/>
            <p:cNvSpPr/>
            <p:nvPr/>
          </p:nvSpPr>
          <p:spPr>
            <a:xfrm>
              <a:off x="7032698" y="5804361"/>
              <a:ext cx="0" cy="2314796"/>
            </a:xfrm>
            <a:custGeom>
              <a:avLst/>
              <a:pathLst>
                <a:path w="0" h="2314796">
                  <a:moveTo>
                    <a:pt x="0" y="23147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l2118"/>
            <p:cNvSpPr/>
            <p:nvPr/>
          </p:nvSpPr>
          <p:spPr>
            <a:xfrm>
              <a:off x="7558788" y="5804361"/>
              <a:ext cx="0" cy="2314796"/>
            </a:xfrm>
            <a:custGeom>
              <a:avLst/>
              <a:pathLst>
                <a:path w="0" h="2314796">
                  <a:moveTo>
                    <a:pt x="0" y="23147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l2119"/>
            <p:cNvSpPr/>
            <p:nvPr/>
          </p:nvSpPr>
          <p:spPr>
            <a:xfrm>
              <a:off x="8084878" y="5804361"/>
              <a:ext cx="0" cy="2314796"/>
            </a:xfrm>
            <a:custGeom>
              <a:avLst/>
              <a:pathLst>
                <a:path w="0" h="2314796">
                  <a:moveTo>
                    <a:pt x="0" y="23147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l2120"/>
            <p:cNvSpPr/>
            <p:nvPr/>
          </p:nvSpPr>
          <p:spPr>
            <a:xfrm>
              <a:off x="8610969" y="5804361"/>
              <a:ext cx="0" cy="2314796"/>
            </a:xfrm>
            <a:custGeom>
              <a:avLst/>
              <a:pathLst>
                <a:path w="0" h="2314796">
                  <a:moveTo>
                    <a:pt x="0" y="23147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l2121"/>
            <p:cNvSpPr/>
            <p:nvPr/>
          </p:nvSpPr>
          <p:spPr>
            <a:xfrm>
              <a:off x="6664435" y="8013940"/>
              <a:ext cx="2314796" cy="0"/>
            </a:xfrm>
            <a:custGeom>
              <a:avLst/>
              <a:pathLst>
                <a:path w="2314796" h="0">
                  <a:moveTo>
                    <a:pt x="0" y="0"/>
                  </a:moveTo>
                  <a:lnTo>
                    <a:pt x="2314796" y="0"/>
                  </a:lnTo>
                  <a:lnTo>
                    <a:pt x="231479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l2122"/>
            <p:cNvSpPr/>
            <p:nvPr/>
          </p:nvSpPr>
          <p:spPr>
            <a:xfrm>
              <a:off x="6664435" y="7487850"/>
              <a:ext cx="2314796" cy="0"/>
            </a:xfrm>
            <a:custGeom>
              <a:avLst/>
              <a:pathLst>
                <a:path w="2314796" h="0">
                  <a:moveTo>
                    <a:pt x="0" y="0"/>
                  </a:moveTo>
                  <a:lnTo>
                    <a:pt x="2314796" y="0"/>
                  </a:lnTo>
                  <a:lnTo>
                    <a:pt x="231479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l2123"/>
            <p:cNvSpPr/>
            <p:nvPr/>
          </p:nvSpPr>
          <p:spPr>
            <a:xfrm>
              <a:off x="6664435" y="6961760"/>
              <a:ext cx="2314796" cy="0"/>
            </a:xfrm>
            <a:custGeom>
              <a:avLst/>
              <a:pathLst>
                <a:path w="2314796" h="0">
                  <a:moveTo>
                    <a:pt x="0" y="0"/>
                  </a:moveTo>
                  <a:lnTo>
                    <a:pt x="2314796" y="0"/>
                  </a:lnTo>
                  <a:lnTo>
                    <a:pt x="231479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l2124"/>
            <p:cNvSpPr/>
            <p:nvPr/>
          </p:nvSpPr>
          <p:spPr>
            <a:xfrm>
              <a:off x="6664435" y="6435669"/>
              <a:ext cx="2314796" cy="0"/>
            </a:xfrm>
            <a:custGeom>
              <a:avLst/>
              <a:pathLst>
                <a:path w="2314796" h="0">
                  <a:moveTo>
                    <a:pt x="0" y="0"/>
                  </a:moveTo>
                  <a:lnTo>
                    <a:pt x="2314796" y="0"/>
                  </a:lnTo>
                  <a:lnTo>
                    <a:pt x="231479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l2125"/>
            <p:cNvSpPr/>
            <p:nvPr/>
          </p:nvSpPr>
          <p:spPr>
            <a:xfrm>
              <a:off x="6664435" y="5909579"/>
              <a:ext cx="2314796" cy="0"/>
            </a:xfrm>
            <a:custGeom>
              <a:avLst/>
              <a:pathLst>
                <a:path w="2314796" h="0">
                  <a:moveTo>
                    <a:pt x="0" y="0"/>
                  </a:moveTo>
                  <a:lnTo>
                    <a:pt x="2314796" y="0"/>
                  </a:lnTo>
                  <a:lnTo>
                    <a:pt x="231479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l2126"/>
            <p:cNvSpPr/>
            <p:nvPr/>
          </p:nvSpPr>
          <p:spPr>
            <a:xfrm>
              <a:off x="6769653" y="5804361"/>
              <a:ext cx="0" cy="2314796"/>
            </a:xfrm>
            <a:custGeom>
              <a:avLst/>
              <a:pathLst>
                <a:path w="0" h="2314796">
                  <a:moveTo>
                    <a:pt x="0" y="23147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l2127"/>
            <p:cNvSpPr/>
            <p:nvPr/>
          </p:nvSpPr>
          <p:spPr>
            <a:xfrm>
              <a:off x="7295743" y="5804361"/>
              <a:ext cx="0" cy="2314796"/>
            </a:xfrm>
            <a:custGeom>
              <a:avLst/>
              <a:pathLst>
                <a:path w="0" h="2314796">
                  <a:moveTo>
                    <a:pt x="0" y="23147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l2128"/>
            <p:cNvSpPr/>
            <p:nvPr/>
          </p:nvSpPr>
          <p:spPr>
            <a:xfrm>
              <a:off x="7821833" y="5804361"/>
              <a:ext cx="0" cy="2314796"/>
            </a:xfrm>
            <a:custGeom>
              <a:avLst/>
              <a:pathLst>
                <a:path w="0" h="2314796">
                  <a:moveTo>
                    <a:pt x="0" y="23147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l2129"/>
            <p:cNvSpPr/>
            <p:nvPr/>
          </p:nvSpPr>
          <p:spPr>
            <a:xfrm>
              <a:off x="8347924" y="5804361"/>
              <a:ext cx="0" cy="2314796"/>
            </a:xfrm>
            <a:custGeom>
              <a:avLst/>
              <a:pathLst>
                <a:path w="0" h="2314796">
                  <a:moveTo>
                    <a:pt x="0" y="23147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l2130"/>
            <p:cNvSpPr/>
            <p:nvPr/>
          </p:nvSpPr>
          <p:spPr>
            <a:xfrm>
              <a:off x="8874014" y="5804361"/>
              <a:ext cx="0" cy="2314796"/>
            </a:xfrm>
            <a:custGeom>
              <a:avLst/>
              <a:pathLst>
                <a:path w="0" h="2314796">
                  <a:moveTo>
                    <a:pt x="0" y="23147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l2131"/>
            <p:cNvSpPr/>
            <p:nvPr/>
          </p:nvSpPr>
          <p:spPr>
            <a:xfrm>
              <a:off x="6769653" y="5909579"/>
              <a:ext cx="2104360" cy="2104360"/>
            </a:xfrm>
            <a:custGeom>
              <a:avLst/>
              <a:pathLst>
                <a:path w="2104360" h="2104360">
                  <a:moveTo>
                    <a:pt x="0" y="2104360"/>
                  </a:moveTo>
                  <a:lnTo>
                    <a:pt x="7206" y="2104360"/>
                  </a:lnTo>
                  <a:lnTo>
                    <a:pt x="7206" y="2068078"/>
                  </a:lnTo>
                  <a:lnTo>
                    <a:pt x="7206" y="2031796"/>
                  </a:lnTo>
                  <a:lnTo>
                    <a:pt x="14413" y="2031796"/>
                  </a:lnTo>
                  <a:lnTo>
                    <a:pt x="21620" y="2031796"/>
                  </a:lnTo>
                  <a:lnTo>
                    <a:pt x="21620" y="1995514"/>
                  </a:lnTo>
                  <a:lnTo>
                    <a:pt x="28826" y="1995514"/>
                  </a:lnTo>
                  <a:lnTo>
                    <a:pt x="28826" y="1959232"/>
                  </a:lnTo>
                  <a:lnTo>
                    <a:pt x="28826" y="1922949"/>
                  </a:lnTo>
                  <a:lnTo>
                    <a:pt x="36033" y="1922949"/>
                  </a:lnTo>
                  <a:lnTo>
                    <a:pt x="36033" y="1886667"/>
                  </a:lnTo>
                  <a:lnTo>
                    <a:pt x="43240" y="1886667"/>
                  </a:lnTo>
                  <a:lnTo>
                    <a:pt x="43240" y="1850385"/>
                  </a:lnTo>
                  <a:lnTo>
                    <a:pt x="43240" y="1814103"/>
                  </a:lnTo>
                  <a:lnTo>
                    <a:pt x="50446" y="1814103"/>
                  </a:lnTo>
                  <a:lnTo>
                    <a:pt x="50446" y="1777821"/>
                  </a:lnTo>
                  <a:lnTo>
                    <a:pt x="50446" y="1741539"/>
                  </a:lnTo>
                  <a:lnTo>
                    <a:pt x="50446" y="1705257"/>
                  </a:lnTo>
                  <a:lnTo>
                    <a:pt x="57653" y="1705257"/>
                  </a:lnTo>
                  <a:lnTo>
                    <a:pt x="57653" y="1668975"/>
                  </a:lnTo>
                  <a:lnTo>
                    <a:pt x="57653" y="1632693"/>
                  </a:lnTo>
                  <a:lnTo>
                    <a:pt x="64860" y="1632693"/>
                  </a:lnTo>
                  <a:lnTo>
                    <a:pt x="72067" y="1632693"/>
                  </a:lnTo>
                  <a:lnTo>
                    <a:pt x="72067" y="1596411"/>
                  </a:lnTo>
                  <a:lnTo>
                    <a:pt x="79273" y="1596411"/>
                  </a:lnTo>
                  <a:lnTo>
                    <a:pt x="79273" y="1560129"/>
                  </a:lnTo>
                  <a:lnTo>
                    <a:pt x="86480" y="1560129"/>
                  </a:lnTo>
                  <a:lnTo>
                    <a:pt x="86480" y="1523847"/>
                  </a:lnTo>
                  <a:lnTo>
                    <a:pt x="93687" y="1523847"/>
                  </a:lnTo>
                  <a:lnTo>
                    <a:pt x="93687" y="1487565"/>
                  </a:lnTo>
                  <a:lnTo>
                    <a:pt x="100893" y="1487565"/>
                  </a:lnTo>
                  <a:lnTo>
                    <a:pt x="100893" y="1451283"/>
                  </a:lnTo>
                  <a:lnTo>
                    <a:pt x="108100" y="1451283"/>
                  </a:lnTo>
                  <a:lnTo>
                    <a:pt x="115307" y="1451283"/>
                  </a:lnTo>
                  <a:lnTo>
                    <a:pt x="122514" y="1451283"/>
                  </a:lnTo>
                  <a:lnTo>
                    <a:pt x="129720" y="1451283"/>
                  </a:lnTo>
                  <a:lnTo>
                    <a:pt x="129720" y="1415000"/>
                  </a:lnTo>
                  <a:lnTo>
                    <a:pt x="136927" y="1415000"/>
                  </a:lnTo>
                  <a:lnTo>
                    <a:pt x="144134" y="1415000"/>
                  </a:lnTo>
                  <a:lnTo>
                    <a:pt x="151340" y="1415000"/>
                  </a:lnTo>
                  <a:lnTo>
                    <a:pt x="151340" y="1378718"/>
                  </a:lnTo>
                  <a:lnTo>
                    <a:pt x="158547" y="1378718"/>
                  </a:lnTo>
                  <a:lnTo>
                    <a:pt x="165754" y="1378718"/>
                  </a:lnTo>
                  <a:lnTo>
                    <a:pt x="165754" y="1342436"/>
                  </a:lnTo>
                  <a:lnTo>
                    <a:pt x="165754" y="1306154"/>
                  </a:lnTo>
                  <a:lnTo>
                    <a:pt x="172961" y="1306154"/>
                  </a:lnTo>
                  <a:lnTo>
                    <a:pt x="172961" y="1269872"/>
                  </a:lnTo>
                  <a:lnTo>
                    <a:pt x="180167" y="1269872"/>
                  </a:lnTo>
                  <a:lnTo>
                    <a:pt x="180167" y="1233590"/>
                  </a:lnTo>
                  <a:lnTo>
                    <a:pt x="187374" y="1233590"/>
                  </a:lnTo>
                  <a:lnTo>
                    <a:pt x="187374" y="1197308"/>
                  </a:lnTo>
                  <a:lnTo>
                    <a:pt x="194581" y="1197308"/>
                  </a:lnTo>
                  <a:lnTo>
                    <a:pt x="194581" y="1161026"/>
                  </a:lnTo>
                  <a:lnTo>
                    <a:pt x="201787" y="1161026"/>
                  </a:lnTo>
                  <a:lnTo>
                    <a:pt x="208994" y="1161026"/>
                  </a:lnTo>
                  <a:lnTo>
                    <a:pt x="216201" y="1161026"/>
                  </a:lnTo>
                  <a:lnTo>
                    <a:pt x="223408" y="1161026"/>
                  </a:lnTo>
                  <a:lnTo>
                    <a:pt x="223408" y="1124744"/>
                  </a:lnTo>
                  <a:lnTo>
                    <a:pt x="223408" y="1088462"/>
                  </a:lnTo>
                  <a:lnTo>
                    <a:pt x="230614" y="1088462"/>
                  </a:lnTo>
                  <a:lnTo>
                    <a:pt x="237821" y="1088462"/>
                  </a:lnTo>
                  <a:lnTo>
                    <a:pt x="245028" y="1088462"/>
                  </a:lnTo>
                  <a:lnTo>
                    <a:pt x="252234" y="1088462"/>
                  </a:lnTo>
                  <a:lnTo>
                    <a:pt x="259441" y="1088462"/>
                  </a:lnTo>
                  <a:lnTo>
                    <a:pt x="259441" y="1052180"/>
                  </a:lnTo>
                  <a:lnTo>
                    <a:pt x="266648" y="1052180"/>
                  </a:lnTo>
                  <a:lnTo>
                    <a:pt x="273855" y="1052180"/>
                  </a:lnTo>
                  <a:lnTo>
                    <a:pt x="273855" y="1015898"/>
                  </a:lnTo>
                  <a:lnTo>
                    <a:pt x="273855" y="979616"/>
                  </a:lnTo>
                  <a:lnTo>
                    <a:pt x="281061" y="979616"/>
                  </a:lnTo>
                  <a:lnTo>
                    <a:pt x="288268" y="979616"/>
                  </a:lnTo>
                  <a:lnTo>
                    <a:pt x="295475" y="979616"/>
                  </a:lnTo>
                  <a:lnTo>
                    <a:pt x="295475" y="943333"/>
                  </a:lnTo>
                  <a:lnTo>
                    <a:pt x="295475" y="907051"/>
                  </a:lnTo>
                  <a:lnTo>
                    <a:pt x="302681" y="907051"/>
                  </a:lnTo>
                  <a:lnTo>
                    <a:pt x="309888" y="907051"/>
                  </a:lnTo>
                  <a:lnTo>
                    <a:pt x="317095" y="907051"/>
                  </a:lnTo>
                  <a:lnTo>
                    <a:pt x="317095" y="870769"/>
                  </a:lnTo>
                  <a:lnTo>
                    <a:pt x="317095" y="834487"/>
                  </a:lnTo>
                  <a:lnTo>
                    <a:pt x="324302" y="834487"/>
                  </a:lnTo>
                  <a:lnTo>
                    <a:pt x="331508" y="834487"/>
                  </a:lnTo>
                  <a:lnTo>
                    <a:pt x="331508" y="798205"/>
                  </a:lnTo>
                  <a:lnTo>
                    <a:pt x="338715" y="798205"/>
                  </a:lnTo>
                  <a:lnTo>
                    <a:pt x="345922" y="798205"/>
                  </a:lnTo>
                  <a:lnTo>
                    <a:pt x="345922" y="761923"/>
                  </a:lnTo>
                  <a:lnTo>
                    <a:pt x="353128" y="761923"/>
                  </a:lnTo>
                  <a:lnTo>
                    <a:pt x="353128" y="725641"/>
                  </a:lnTo>
                  <a:lnTo>
                    <a:pt x="360335" y="725641"/>
                  </a:lnTo>
                  <a:lnTo>
                    <a:pt x="360335" y="689359"/>
                  </a:lnTo>
                  <a:lnTo>
                    <a:pt x="367542" y="689359"/>
                  </a:lnTo>
                  <a:lnTo>
                    <a:pt x="374749" y="689359"/>
                  </a:lnTo>
                  <a:lnTo>
                    <a:pt x="381955" y="689359"/>
                  </a:lnTo>
                  <a:lnTo>
                    <a:pt x="389162" y="689359"/>
                  </a:lnTo>
                  <a:lnTo>
                    <a:pt x="396369" y="689359"/>
                  </a:lnTo>
                  <a:lnTo>
                    <a:pt x="403575" y="689359"/>
                  </a:lnTo>
                  <a:lnTo>
                    <a:pt x="410782" y="689359"/>
                  </a:lnTo>
                  <a:lnTo>
                    <a:pt x="410782" y="653077"/>
                  </a:lnTo>
                  <a:lnTo>
                    <a:pt x="417989" y="653077"/>
                  </a:lnTo>
                  <a:lnTo>
                    <a:pt x="425196" y="653077"/>
                  </a:lnTo>
                  <a:lnTo>
                    <a:pt x="432402" y="653077"/>
                  </a:lnTo>
                  <a:lnTo>
                    <a:pt x="439609" y="653077"/>
                  </a:lnTo>
                  <a:lnTo>
                    <a:pt x="439609" y="616795"/>
                  </a:lnTo>
                  <a:lnTo>
                    <a:pt x="446816" y="616795"/>
                  </a:lnTo>
                  <a:lnTo>
                    <a:pt x="454022" y="616795"/>
                  </a:lnTo>
                  <a:lnTo>
                    <a:pt x="461229" y="616795"/>
                  </a:lnTo>
                  <a:lnTo>
                    <a:pt x="468436" y="616795"/>
                  </a:lnTo>
                  <a:lnTo>
                    <a:pt x="475643" y="616795"/>
                  </a:lnTo>
                  <a:lnTo>
                    <a:pt x="482849" y="616795"/>
                  </a:lnTo>
                  <a:lnTo>
                    <a:pt x="490056" y="616795"/>
                  </a:lnTo>
                  <a:lnTo>
                    <a:pt x="497263" y="616795"/>
                  </a:lnTo>
                  <a:lnTo>
                    <a:pt x="504469" y="616795"/>
                  </a:lnTo>
                  <a:lnTo>
                    <a:pt x="504469" y="580513"/>
                  </a:lnTo>
                  <a:lnTo>
                    <a:pt x="511676" y="580513"/>
                  </a:lnTo>
                  <a:lnTo>
                    <a:pt x="518883" y="580513"/>
                  </a:lnTo>
                  <a:lnTo>
                    <a:pt x="526090" y="580513"/>
                  </a:lnTo>
                  <a:lnTo>
                    <a:pt x="533296" y="580513"/>
                  </a:lnTo>
                  <a:lnTo>
                    <a:pt x="540503" y="580513"/>
                  </a:lnTo>
                  <a:lnTo>
                    <a:pt x="547710" y="580513"/>
                  </a:lnTo>
                  <a:lnTo>
                    <a:pt x="554916" y="580513"/>
                  </a:lnTo>
                  <a:lnTo>
                    <a:pt x="562123" y="580513"/>
                  </a:lnTo>
                  <a:lnTo>
                    <a:pt x="569330" y="580513"/>
                  </a:lnTo>
                  <a:lnTo>
                    <a:pt x="569330" y="544231"/>
                  </a:lnTo>
                  <a:lnTo>
                    <a:pt x="576537" y="544231"/>
                  </a:lnTo>
                  <a:lnTo>
                    <a:pt x="583743" y="544231"/>
                  </a:lnTo>
                  <a:lnTo>
                    <a:pt x="590950" y="544231"/>
                  </a:lnTo>
                  <a:lnTo>
                    <a:pt x="598157" y="544231"/>
                  </a:lnTo>
                  <a:lnTo>
                    <a:pt x="605363" y="544231"/>
                  </a:lnTo>
                  <a:lnTo>
                    <a:pt x="612570" y="544231"/>
                  </a:lnTo>
                  <a:lnTo>
                    <a:pt x="619777" y="544231"/>
                  </a:lnTo>
                  <a:lnTo>
                    <a:pt x="626984" y="544231"/>
                  </a:lnTo>
                  <a:lnTo>
                    <a:pt x="634190" y="544231"/>
                  </a:lnTo>
                  <a:lnTo>
                    <a:pt x="641397" y="544231"/>
                  </a:lnTo>
                  <a:lnTo>
                    <a:pt x="648604" y="544231"/>
                  </a:lnTo>
                  <a:lnTo>
                    <a:pt x="655810" y="544231"/>
                  </a:lnTo>
                  <a:lnTo>
                    <a:pt x="663017" y="544231"/>
                  </a:lnTo>
                  <a:lnTo>
                    <a:pt x="670224" y="544231"/>
                  </a:lnTo>
                  <a:lnTo>
                    <a:pt x="677431" y="544231"/>
                  </a:lnTo>
                  <a:lnTo>
                    <a:pt x="684637" y="544231"/>
                  </a:lnTo>
                  <a:lnTo>
                    <a:pt x="691844" y="544231"/>
                  </a:lnTo>
                  <a:lnTo>
                    <a:pt x="699051" y="544231"/>
                  </a:lnTo>
                  <a:lnTo>
                    <a:pt x="706257" y="544231"/>
                  </a:lnTo>
                  <a:lnTo>
                    <a:pt x="713464" y="544231"/>
                  </a:lnTo>
                  <a:lnTo>
                    <a:pt x="720671" y="544231"/>
                  </a:lnTo>
                  <a:lnTo>
                    <a:pt x="727878" y="544231"/>
                  </a:lnTo>
                  <a:lnTo>
                    <a:pt x="735084" y="544231"/>
                  </a:lnTo>
                  <a:lnTo>
                    <a:pt x="742291" y="544231"/>
                  </a:lnTo>
                  <a:lnTo>
                    <a:pt x="742291" y="507949"/>
                  </a:lnTo>
                  <a:lnTo>
                    <a:pt x="749498" y="507949"/>
                  </a:lnTo>
                  <a:lnTo>
                    <a:pt x="749498" y="471666"/>
                  </a:lnTo>
                  <a:lnTo>
                    <a:pt x="749498" y="435384"/>
                  </a:lnTo>
                  <a:lnTo>
                    <a:pt x="756704" y="435384"/>
                  </a:lnTo>
                  <a:lnTo>
                    <a:pt x="756704" y="399102"/>
                  </a:lnTo>
                  <a:lnTo>
                    <a:pt x="763911" y="399102"/>
                  </a:lnTo>
                  <a:lnTo>
                    <a:pt x="771118" y="399102"/>
                  </a:lnTo>
                  <a:lnTo>
                    <a:pt x="778325" y="399102"/>
                  </a:lnTo>
                  <a:lnTo>
                    <a:pt x="785531" y="399102"/>
                  </a:lnTo>
                  <a:lnTo>
                    <a:pt x="792738" y="399102"/>
                  </a:lnTo>
                  <a:lnTo>
                    <a:pt x="799945" y="399102"/>
                  </a:lnTo>
                  <a:lnTo>
                    <a:pt x="807151" y="399102"/>
                  </a:lnTo>
                  <a:lnTo>
                    <a:pt x="814358" y="399102"/>
                  </a:lnTo>
                  <a:lnTo>
                    <a:pt x="821565" y="399102"/>
                  </a:lnTo>
                  <a:lnTo>
                    <a:pt x="828772" y="399102"/>
                  </a:lnTo>
                  <a:lnTo>
                    <a:pt x="828772" y="362820"/>
                  </a:lnTo>
                  <a:lnTo>
                    <a:pt x="835978" y="362820"/>
                  </a:lnTo>
                  <a:lnTo>
                    <a:pt x="843185" y="362820"/>
                  </a:lnTo>
                  <a:lnTo>
                    <a:pt x="850392" y="362820"/>
                  </a:lnTo>
                  <a:lnTo>
                    <a:pt x="857598" y="362820"/>
                  </a:lnTo>
                  <a:lnTo>
                    <a:pt x="864805" y="362820"/>
                  </a:lnTo>
                  <a:lnTo>
                    <a:pt x="872012" y="362820"/>
                  </a:lnTo>
                  <a:lnTo>
                    <a:pt x="879219" y="362820"/>
                  </a:lnTo>
                  <a:lnTo>
                    <a:pt x="886425" y="362820"/>
                  </a:lnTo>
                  <a:lnTo>
                    <a:pt x="893632" y="362820"/>
                  </a:lnTo>
                  <a:lnTo>
                    <a:pt x="893632" y="326538"/>
                  </a:lnTo>
                  <a:lnTo>
                    <a:pt x="900839" y="326538"/>
                  </a:lnTo>
                  <a:lnTo>
                    <a:pt x="900839" y="290256"/>
                  </a:lnTo>
                  <a:lnTo>
                    <a:pt x="908045" y="290256"/>
                  </a:lnTo>
                  <a:lnTo>
                    <a:pt x="915252" y="290256"/>
                  </a:lnTo>
                  <a:lnTo>
                    <a:pt x="922459" y="290256"/>
                  </a:lnTo>
                  <a:lnTo>
                    <a:pt x="929666" y="290256"/>
                  </a:lnTo>
                  <a:lnTo>
                    <a:pt x="936872" y="290256"/>
                  </a:lnTo>
                  <a:lnTo>
                    <a:pt x="944079" y="290256"/>
                  </a:lnTo>
                  <a:lnTo>
                    <a:pt x="951286" y="290256"/>
                  </a:lnTo>
                  <a:lnTo>
                    <a:pt x="958492" y="290256"/>
                  </a:lnTo>
                  <a:lnTo>
                    <a:pt x="965699" y="290256"/>
                  </a:lnTo>
                  <a:lnTo>
                    <a:pt x="972906" y="290256"/>
                  </a:lnTo>
                  <a:lnTo>
                    <a:pt x="980113" y="290256"/>
                  </a:lnTo>
                  <a:lnTo>
                    <a:pt x="987319" y="290256"/>
                  </a:lnTo>
                  <a:lnTo>
                    <a:pt x="994526" y="290256"/>
                  </a:lnTo>
                  <a:lnTo>
                    <a:pt x="1001733" y="290256"/>
                  </a:lnTo>
                  <a:lnTo>
                    <a:pt x="1008939" y="290256"/>
                  </a:lnTo>
                  <a:lnTo>
                    <a:pt x="1016146" y="290256"/>
                  </a:lnTo>
                  <a:lnTo>
                    <a:pt x="1023353" y="290256"/>
                  </a:lnTo>
                  <a:lnTo>
                    <a:pt x="1030560" y="290256"/>
                  </a:lnTo>
                  <a:lnTo>
                    <a:pt x="1037766" y="290256"/>
                  </a:lnTo>
                  <a:lnTo>
                    <a:pt x="1044973" y="290256"/>
                  </a:lnTo>
                  <a:lnTo>
                    <a:pt x="1052180" y="290256"/>
                  </a:lnTo>
                  <a:lnTo>
                    <a:pt x="1059386" y="290256"/>
                  </a:lnTo>
                  <a:lnTo>
                    <a:pt x="1066593" y="290256"/>
                  </a:lnTo>
                  <a:lnTo>
                    <a:pt x="1073800" y="290256"/>
                  </a:lnTo>
                  <a:lnTo>
                    <a:pt x="1081007" y="290256"/>
                  </a:lnTo>
                  <a:lnTo>
                    <a:pt x="1088213" y="290256"/>
                  </a:lnTo>
                  <a:lnTo>
                    <a:pt x="1095420" y="290256"/>
                  </a:lnTo>
                  <a:lnTo>
                    <a:pt x="1102627" y="290256"/>
                  </a:lnTo>
                  <a:lnTo>
                    <a:pt x="1109833" y="290256"/>
                  </a:lnTo>
                  <a:lnTo>
                    <a:pt x="1109833" y="253974"/>
                  </a:lnTo>
                  <a:lnTo>
                    <a:pt x="1117040" y="253974"/>
                  </a:lnTo>
                  <a:lnTo>
                    <a:pt x="1124247" y="253974"/>
                  </a:lnTo>
                  <a:lnTo>
                    <a:pt x="1124247" y="217692"/>
                  </a:lnTo>
                  <a:lnTo>
                    <a:pt x="1124247" y="181410"/>
                  </a:lnTo>
                  <a:lnTo>
                    <a:pt x="1131454" y="181410"/>
                  </a:lnTo>
                  <a:lnTo>
                    <a:pt x="1138660" y="181410"/>
                  </a:lnTo>
                  <a:lnTo>
                    <a:pt x="1145867" y="181410"/>
                  </a:lnTo>
                  <a:lnTo>
                    <a:pt x="1153074" y="181410"/>
                  </a:lnTo>
                  <a:lnTo>
                    <a:pt x="1160280" y="181410"/>
                  </a:lnTo>
                  <a:lnTo>
                    <a:pt x="1167487" y="181410"/>
                  </a:lnTo>
                  <a:lnTo>
                    <a:pt x="1174694" y="181410"/>
                  </a:lnTo>
                  <a:lnTo>
                    <a:pt x="1181901" y="181410"/>
                  </a:lnTo>
                  <a:lnTo>
                    <a:pt x="1189107" y="181410"/>
                  </a:lnTo>
                  <a:lnTo>
                    <a:pt x="1196314" y="181410"/>
                  </a:lnTo>
                  <a:lnTo>
                    <a:pt x="1203521" y="181410"/>
                  </a:lnTo>
                  <a:lnTo>
                    <a:pt x="1210727" y="181410"/>
                  </a:lnTo>
                  <a:lnTo>
                    <a:pt x="1217934" y="181410"/>
                  </a:lnTo>
                  <a:lnTo>
                    <a:pt x="1225141" y="181410"/>
                  </a:lnTo>
                  <a:lnTo>
                    <a:pt x="1232348" y="181410"/>
                  </a:lnTo>
                  <a:lnTo>
                    <a:pt x="1239554" y="181410"/>
                  </a:lnTo>
                  <a:lnTo>
                    <a:pt x="1246761" y="181410"/>
                  </a:lnTo>
                  <a:lnTo>
                    <a:pt x="1253968" y="181410"/>
                  </a:lnTo>
                  <a:lnTo>
                    <a:pt x="1261174" y="181410"/>
                  </a:lnTo>
                  <a:lnTo>
                    <a:pt x="1268381" y="181410"/>
                  </a:lnTo>
                  <a:lnTo>
                    <a:pt x="1275588" y="181410"/>
                  </a:lnTo>
                  <a:lnTo>
                    <a:pt x="1282795" y="181410"/>
                  </a:lnTo>
                  <a:lnTo>
                    <a:pt x="1290001" y="181410"/>
                  </a:lnTo>
                  <a:lnTo>
                    <a:pt x="1297208" y="181410"/>
                  </a:lnTo>
                  <a:lnTo>
                    <a:pt x="1304415" y="181410"/>
                  </a:lnTo>
                  <a:lnTo>
                    <a:pt x="1311621" y="181410"/>
                  </a:lnTo>
                  <a:lnTo>
                    <a:pt x="1318828" y="181410"/>
                  </a:lnTo>
                  <a:lnTo>
                    <a:pt x="1326035" y="181410"/>
                  </a:lnTo>
                  <a:lnTo>
                    <a:pt x="1333242" y="181410"/>
                  </a:lnTo>
                  <a:lnTo>
                    <a:pt x="1340448" y="181410"/>
                  </a:lnTo>
                  <a:lnTo>
                    <a:pt x="1347655" y="181410"/>
                  </a:lnTo>
                  <a:lnTo>
                    <a:pt x="1354862" y="181410"/>
                  </a:lnTo>
                  <a:lnTo>
                    <a:pt x="1362068" y="181410"/>
                  </a:lnTo>
                  <a:lnTo>
                    <a:pt x="1369275" y="181410"/>
                  </a:lnTo>
                  <a:lnTo>
                    <a:pt x="1376482" y="181410"/>
                  </a:lnTo>
                  <a:lnTo>
                    <a:pt x="1383688" y="181410"/>
                  </a:lnTo>
                  <a:lnTo>
                    <a:pt x="1390895" y="181410"/>
                  </a:lnTo>
                  <a:lnTo>
                    <a:pt x="1390895" y="145128"/>
                  </a:lnTo>
                  <a:lnTo>
                    <a:pt x="1398102" y="145128"/>
                  </a:lnTo>
                  <a:lnTo>
                    <a:pt x="1405309" y="145128"/>
                  </a:lnTo>
                  <a:lnTo>
                    <a:pt x="1412515" y="145128"/>
                  </a:lnTo>
                  <a:lnTo>
                    <a:pt x="1419722" y="145128"/>
                  </a:lnTo>
                  <a:lnTo>
                    <a:pt x="1426929" y="145128"/>
                  </a:lnTo>
                  <a:lnTo>
                    <a:pt x="1434135" y="145128"/>
                  </a:lnTo>
                  <a:lnTo>
                    <a:pt x="1441342" y="145128"/>
                  </a:lnTo>
                  <a:lnTo>
                    <a:pt x="1448549" y="145128"/>
                  </a:lnTo>
                  <a:lnTo>
                    <a:pt x="1455756" y="145128"/>
                  </a:lnTo>
                  <a:lnTo>
                    <a:pt x="1462962" y="145128"/>
                  </a:lnTo>
                  <a:lnTo>
                    <a:pt x="1470169" y="145128"/>
                  </a:lnTo>
                  <a:lnTo>
                    <a:pt x="1477376" y="145128"/>
                  </a:lnTo>
                  <a:lnTo>
                    <a:pt x="1484582" y="145128"/>
                  </a:lnTo>
                  <a:lnTo>
                    <a:pt x="1491789" y="145128"/>
                  </a:lnTo>
                  <a:lnTo>
                    <a:pt x="1498996" y="145128"/>
                  </a:lnTo>
                  <a:lnTo>
                    <a:pt x="1506203" y="145128"/>
                  </a:lnTo>
                  <a:lnTo>
                    <a:pt x="1513409" y="145128"/>
                  </a:lnTo>
                  <a:lnTo>
                    <a:pt x="1520616" y="145128"/>
                  </a:lnTo>
                  <a:lnTo>
                    <a:pt x="1527823" y="145128"/>
                  </a:lnTo>
                  <a:lnTo>
                    <a:pt x="1535029" y="145128"/>
                  </a:lnTo>
                  <a:lnTo>
                    <a:pt x="1542236" y="145128"/>
                  </a:lnTo>
                  <a:lnTo>
                    <a:pt x="1549443" y="145128"/>
                  </a:lnTo>
                  <a:lnTo>
                    <a:pt x="1556650" y="145128"/>
                  </a:lnTo>
                  <a:lnTo>
                    <a:pt x="1563856" y="145128"/>
                  </a:lnTo>
                  <a:lnTo>
                    <a:pt x="1571063" y="145128"/>
                  </a:lnTo>
                  <a:lnTo>
                    <a:pt x="1578270" y="145128"/>
                  </a:lnTo>
                  <a:lnTo>
                    <a:pt x="1585476" y="145128"/>
                  </a:lnTo>
                  <a:lnTo>
                    <a:pt x="1592683" y="145128"/>
                  </a:lnTo>
                  <a:lnTo>
                    <a:pt x="1599890" y="145128"/>
                  </a:lnTo>
                  <a:lnTo>
                    <a:pt x="1607097" y="145128"/>
                  </a:lnTo>
                  <a:lnTo>
                    <a:pt x="1614303" y="145128"/>
                  </a:lnTo>
                  <a:lnTo>
                    <a:pt x="1621510" y="145128"/>
                  </a:lnTo>
                  <a:lnTo>
                    <a:pt x="1628717" y="145128"/>
                  </a:lnTo>
                  <a:lnTo>
                    <a:pt x="1635923" y="145128"/>
                  </a:lnTo>
                  <a:lnTo>
                    <a:pt x="1635923" y="108846"/>
                  </a:lnTo>
                  <a:lnTo>
                    <a:pt x="1643130" y="108846"/>
                  </a:lnTo>
                  <a:lnTo>
                    <a:pt x="1650337" y="108846"/>
                  </a:lnTo>
                  <a:lnTo>
                    <a:pt x="1657544" y="108846"/>
                  </a:lnTo>
                  <a:lnTo>
                    <a:pt x="1664750" y="108846"/>
                  </a:lnTo>
                  <a:lnTo>
                    <a:pt x="1671957" y="108846"/>
                  </a:lnTo>
                  <a:lnTo>
                    <a:pt x="1679164" y="108846"/>
                  </a:lnTo>
                  <a:lnTo>
                    <a:pt x="1686370" y="108846"/>
                  </a:lnTo>
                  <a:lnTo>
                    <a:pt x="1693577" y="108846"/>
                  </a:lnTo>
                  <a:lnTo>
                    <a:pt x="1700784" y="108846"/>
                  </a:lnTo>
                  <a:lnTo>
                    <a:pt x="1707991" y="108846"/>
                  </a:lnTo>
                  <a:lnTo>
                    <a:pt x="1715197" y="108846"/>
                  </a:lnTo>
                  <a:lnTo>
                    <a:pt x="1722404" y="108846"/>
                  </a:lnTo>
                  <a:lnTo>
                    <a:pt x="1729611" y="108846"/>
                  </a:lnTo>
                  <a:lnTo>
                    <a:pt x="1736817" y="108846"/>
                  </a:lnTo>
                  <a:lnTo>
                    <a:pt x="1744024" y="108846"/>
                  </a:lnTo>
                  <a:lnTo>
                    <a:pt x="1751231" y="108846"/>
                  </a:lnTo>
                  <a:lnTo>
                    <a:pt x="1758438" y="108846"/>
                  </a:lnTo>
                  <a:lnTo>
                    <a:pt x="1765644" y="108846"/>
                  </a:lnTo>
                  <a:lnTo>
                    <a:pt x="1772851" y="108846"/>
                  </a:lnTo>
                  <a:lnTo>
                    <a:pt x="1780058" y="108846"/>
                  </a:lnTo>
                  <a:lnTo>
                    <a:pt x="1787264" y="108846"/>
                  </a:lnTo>
                  <a:lnTo>
                    <a:pt x="1794471" y="108846"/>
                  </a:lnTo>
                  <a:lnTo>
                    <a:pt x="1801678" y="108846"/>
                  </a:lnTo>
                  <a:lnTo>
                    <a:pt x="1808885" y="108846"/>
                  </a:lnTo>
                  <a:lnTo>
                    <a:pt x="1816091" y="108846"/>
                  </a:lnTo>
                  <a:lnTo>
                    <a:pt x="1823298" y="108846"/>
                  </a:lnTo>
                  <a:lnTo>
                    <a:pt x="1830505" y="108846"/>
                  </a:lnTo>
                  <a:lnTo>
                    <a:pt x="1837711" y="108846"/>
                  </a:lnTo>
                  <a:lnTo>
                    <a:pt x="1844918" y="108846"/>
                  </a:lnTo>
                  <a:lnTo>
                    <a:pt x="1852125" y="108846"/>
                  </a:lnTo>
                  <a:lnTo>
                    <a:pt x="1859332" y="108846"/>
                  </a:lnTo>
                  <a:lnTo>
                    <a:pt x="1866538" y="108846"/>
                  </a:lnTo>
                  <a:lnTo>
                    <a:pt x="1873745" y="108846"/>
                  </a:lnTo>
                  <a:lnTo>
                    <a:pt x="1880952" y="108846"/>
                  </a:lnTo>
                  <a:lnTo>
                    <a:pt x="1888158" y="108846"/>
                  </a:lnTo>
                  <a:lnTo>
                    <a:pt x="1895365" y="108846"/>
                  </a:lnTo>
                  <a:lnTo>
                    <a:pt x="1902572" y="108846"/>
                  </a:lnTo>
                  <a:lnTo>
                    <a:pt x="1909779" y="108846"/>
                  </a:lnTo>
                  <a:lnTo>
                    <a:pt x="1916985" y="108846"/>
                  </a:lnTo>
                  <a:lnTo>
                    <a:pt x="1916985" y="72564"/>
                  </a:lnTo>
                  <a:lnTo>
                    <a:pt x="1924192" y="72564"/>
                  </a:lnTo>
                  <a:lnTo>
                    <a:pt x="1931399" y="72564"/>
                  </a:lnTo>
                  <a:lnTo>
                    <a:pt x="1938605" y="72564"/>
                  </a:lnTo>
                  <a:lnTo>
                    <a:pt x="1945812" y="72564"/>
                  </a:lnTo>
                  <a:lnTo>
                    <a:pt x="1953019" y="72564"/>
                  </a:lnTo>
                  <a:lnTo>
                    <a:pt x="1960226" y="72564"/>
                  </a:lnTo>
                  <a:lnTo>
                    <a:pt x="1967432" y="72564"/>
                  </a:lnTo>
                  <a:lnTo>
                    <a:pt x="1974639" y="72564"/>
                  </a:lnTo>
                  <a:lnTo>
                    <a:pt x="1981846" y="72564"/>
                  </a:lnTo>
                  <a:lnTo>
                    <a:pt x="1989052" y="72564"/>
                  </a:lnTo>
                  <a:lnTo>
                    <a:pt x="1996259" y="72564"/>
                  </a:lnTo>
                  <a:lnTo>
                    <a:pt x="2003466" y="72564"/>
                  </a:lnTo>
                  <a:lnTo>
                    <a:pt x="2010673" y="72564"/>
                  </a:lnTo>
                  <a:lnTo>
                    <a:pt x="2017879" y="72564"/>
                  </a:lnTo>
                  <a:lnTo>
                    <a:pt x="2025086" y="72564"/>
                  </a:lnTo>
                  <a:lnTo>
                    <a:pt x="2032293" y="72564"/>
                  </a:lnTo>
                  <a:lnTo>
                    <a:pt x="2039499" y="72564"/>
                  </a:lnTo>
                  <a:lnTo>
                    <a:pt x="2046706" y="72564"/>
                  </a:lnTo>
                  <a:lnTo>
                    <a:pt x="2053913" y="72564"/>
                  </a:lnTo>
                  <a:lnTo>
                    <a:pt x="2061120" y="72564"/>
                  </a:lnTo>
                  <a:lnTo>
                    <a:pt x="2068326" y="72564"/>
                  </a:lnTo>
                  <a:lnTo>
                    <a:pt x="2075533" y="72564"/>
                  </a:lnTo>
                  <a:lnTo>
                    <a:pt x="2082740" y="72564"/>
                  </a:lnTo>
                  <a:lnTo>
                    <a:pt x="2089946" y="72564"/>
                  </a:lnTo>
                  <a:lnTo>
                    <a:pt x="2097153" y="72564"/>
                  </a:lnTo>
                  <a:lnTo>
                    <a:pt x="2097153" y="36282"/>
                  </a:lnTo>
                  <a:lnTo>
                    <a:pt x="2104360" y="36282"/>
                  </a:lnTo>
                  <a:lnTo>
                    <a:pt x="2104360" y="0"/>
                  </a:lnTo>
                </a:path>
              </a:pathLst>
            </a:custGeom>
            <a:ln w="32521" cap="flat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l2132"/>
            <p:cNvSpPr/>
            <p:nvPr/>
          </p:nvSpPr>
          <p:spPr>
            <a:xfrm>
              <a:off x="6664435" y="5804361"/>
              <a:ext cx="2314796" cy="2314796"/>
            </a:xfrm>
            <a:custGeom>
              <a:avLst/>
              <a:pathLst>
                <a:path w="2314796" h="2314796">
                  <a:moveTo>
                    <a:pt x="0" y="2314796"/>
                  </a:moveTo>
                  <a:lnTo>
                    <a:pt x="0" y="2314796"/>
                  </a:lnTo>
                  <a:lnTo>
                    <a:pt x="2314796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133" name="pg2133"/>
            <p:cNvSpPr/>
            <p:nvPr/>
          </p:nvSpPr>
          <p:spPr>
            <a:xfrm>
              <a:off x="7295743" y="7165402"/>
              <a:ext cx="1683488" cy="855331"/>
            </a:xfrm>
            <a:custGeom>
              <a:avLst/>
              <a:pathLst>
                <a:path w="1683488" h="855331">
                  <a:moveTo>
                    <a:pt x="27318" y="855331"/>
                  </a:moveTo>
                  <a:lnTo>
                    <a:pt x="1683488" y="855331"/>
                  </a:lnTo>
                  <a:lnTo>
                    <a:pt x="1683488" y="0"/>
                  </a:lnTo>
                  <a:lnTo>
                    <a:pt x="27318" y="0"/>
                  </a:lnTo>
                  <a:lnTo>
                    <a:pt x="30610" y="199"/>
                  </a:lnTo>
                  <a:lnTo>
                    <a:pt x="26218" y="22"/>
                  </a:lnTo>
                  <a:lnTo>
                    <a:pt x="21853" y="552"/>
                  </a:lnTo>
                  <a:lnTo>
                    <a:pt x="17630" y="1775"/>
                  </a:lnTo>
                  <a:lnTo>
                    <a:pt x="13659" y="3659"/>
                  </a:lnTo>
                  <a:lnTo>
                    <a:pt x="10040" y="6157"/>
                  </a:lnTo>
                  <a:lnTo>
                    <a:pt x="6870" y="9202"/>
                  </a:lnTo>
                  <a:lnTo>
                    <a:pt x="4229" y="12717"/>
                  </a:lnTo>
                  <a:lnTo>
                    <a:pt x="2186" y="16610"/>
                  </a:lnTo>
                  <a:lnTo>
                    <a:pt x="793" y="20780"/>
                  </a:lnTo>
                  <a:lnTo>
                    <a:pt x="88" y="25119"/>
                  </a:lnTo>
                  <a:lnTo>
                    <a:pt x="0" y="27318"/>
                  </a:lnTo>
                  <a:lnTo>
                    <a:pt x="0" y="828013"/>
                  </a:lnTo>
                  <a:lnTo>
                    <a:pt x="88" y="825815"/>
                  </a:lnTo>
                  <a:lnTo>
                    <a:pt x="88" y="830211"/>
                  </a:lnTo>
                  <a:lnTo>
                    <a:pt x="793" y="834551"/>
                  </a:lnTo>
                  <a:lnTo>
                    <a:pt x="2186" y="838721"/>
                  </a:lnTo>
                  <a:lnTo>
                    <a:pt x="4229" y="842614"/>
                  </a:lnTo>
                  <a:lnTo>
                    <a:pt x="6870" y="846128"/>
                  </a:lnTo>
                  <a:lnTo>
                    <a:pt x="10040" y="849174"/>
                  </a:lnTo>
                  <a:lnTo>
                    <a:pt x="13659" y="851671"/>
                  </a:lnTo>
                  <a:lnTo>
                    <a:pt x="17630" y="853556"/>
                  </a:lnTo>
                  <a:lnTo>
                    <a:pt x="21853" y="854779"/>
                  </a:lnTo>
                  <a:lnTo>
                    <a:pt x="26218" y="855309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tx2134"/>
            <p:cNvSpPr/>
            <p:nvPr/>
          </p:nvSpPr>
          <p:spPr>
            <a:xfrm>
              <a:off x="7341273" y="7180327"/>
              <a:ext cx="2113622" cy="1392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Threshold = 1.38 [0.312, 1.619]</a:t>
              </a:r>
            </a:p>
          </p:txBody>
        </p:sp>
        <p:sp>
          <p:nvSpPr>
            <p:cNvPr id="2135" name="tx2135"/>
            <p:cNvSpPr/>
            <p:nvPr/>
          </p:nvSpPr>
          <p:spPr>
            <a:xfrm>
              <a:off x="7341273" y="7425771"/>
              <a:ext cx="873178" cy="112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AUC = 0.785</a:t>
              </a:r>
            </a:p>
          </p:txBody>
        </p:sp>
        <p:sp>
          <p:nvSpPr>
            <p:cNvPr id="2136" name="tx2136"/>
            <p:cNvSpPr/>
            <p:nvPr/>
          </p:nvSpPr>
          <p:spPr>
            <a:xfrm>
              <a:off x="7341273" y="7645650"/>
              <a:ext cx="1176935" cy="1110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Precision = 0.438</a:t>
              </a:r>
            </a:p>
          </p:txBody>
        </p:sp>
        <p:sp>
          <p:nvSpPr>
            <p:cNvPr id="2137" name="tx2137"/>
            <p:cNvSpPr/>
            <p:nvPr/>
          </p:nvSpPr>
          <p:spPr>
            <a:xfrm>
              <a:off x="7341273" y="7864268"/>
              <a:ext cx="974480" cy="1109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Recall = 0.672</a:t>
              </a:r>
            </a:p>
          </p:txBody>
        </p:sp>
        <p:sp>
          <p:nvSpPr>
            <p:cNvPr id="2138" name="tx2138"/>
            <p:cNvSpPr/>
            <p:nvPr/>
          </p:nvSpPr>
          <p:spPr>
            <a:xfrm>
              <a:off x="6307884" y="7960878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2139" name="tx2139"/>
            <p:cNvSpPr/>
            <p:nvPr/>
          </p:nvSpPr>
          <p:spPr>
            <a:xfrm>
              <a:off x="6307884" y="743478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2140" name="tx2140"/>
            <p:cNvSpPr/>
            <p:nvPr/>
          </p:nvSpPr>
          <p:spPr>
            <a:xfrm>
              <a:off x="6307884" y="690869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2141" name="tx2141"/>
            <p:cNvSpPr/>
            <p:nvPr/>
          </p:nvSpPr>
          <p:spPr>
            <a:xfrm>
              <a:off x="6307884" y="638260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2142" name="tx2142"/>
            <p:cNvSpPr/>
            <p:nvPr/>
          </p:nvSpPr>
          <p:spPr>
            <a:xfrm>
              <a:off x="6307884" y="585651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2143" name="tx2143"/>
            <p:cNvSpPr/>
            <p:nvPr/>
          </p:nvSpPr>
          <p:spPr>
            <a:xfrm>
              <a:off x="6631233" y="8196716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2144" name="tx2144"/>
            <p:cNvSpPr/>
            <p:nvPr/>
          </p:nvSpPr>
          <p:spPr>
            <a:xfrm>
              <a:off x="7157323" y="8196716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2145" name="tx2145"/>
            <p:cNvSpPr/>
            <p:nvPr/>
          </p:nvSpPr>
          <p:spPr>
            <a:xfrm>
              <a:off x="7683413" y="8196716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2146" name="tx2146"/>
            <p:cNvSpPr/>
            <p:nvPr/>
          </p:nvSpPr>
          <p:spPr>
            <a:xfrm>
              <a:off x="8209503" y="8196716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2147" name="tx2147"/>
            <p:cNvSpPr/>
            <p:nvPr/>
          </p:nvSpPr>
          <p:spPr>
            <a:xfrm>
              <a:off x="8735594" y="8196716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2148" name="tx2148"/>
            <p:cNvSpPr/>
            <p:nvPr/>
          </p:nvSpPr>
          <p:spPr>
            <a:xfrm>
              <a:off x="6443449" y="8346439"/>
              <a:ext cx="2756768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 Rate (1 - Specificity)</a:t>
              </a:r>
            </a:p>
          </p:txBody>
        </p:sp>
        <p:sp>
          <p:nvSpPr>
            <p:cNvPr id="2149" name="tx2149"/>
            <p:cNvSpPr/>
            <p:nvPr/>
          </p:nvSpPr>
          <p:spPr>
            <a:xfrm rot="-5400000">
              <a:off x="4936867" y="6878329"/>
              <a:ext cx="24306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 Rate (Sensitivity)</a:t>
              </a:r>
            </a:p>
          </p:txBody>
        </p:sp>
        <p:sp>
          <p:nvSpPr>
            <p:cNvPr id="2150" name="rc2150"/>
            <p:cNvSpPr/>
            <p:nvPr/>
          </p:nvSpPr>
          <p:spPr>
            <a:xfrm>
              <a:off x="9067800" y="5349081"/>
              <a:ext cx="1524000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rc2151"/>
            <p:cNvSpPr/>
            <p:nvPr/>
          </p:nvSpPr>
          <p:spPr>
            <a:xfrm>
              <a:off x="9468163" y="5418670"/>
              <a:ext cx="1054047" cy="317812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52" name="pl2152"/>
            <p:cNvSpPr/>
            <p:nvPr/>
          </p:nvSpPr>
          <p:spPr>
            <a:xfrm>
              <a:off x="9468163" y="8361470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" name="pl2153"/>
            <p:cNvSpPr/>
            <p:nvPr/>
          </p:nvSpPr>
          <p:spPr>
            <a:xfrm>
              <a:off x="9468163" y="7837672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" name="pl2154"/>
            <p:cNvSpPr/>
            <p:nvPr/>
          </p:nvSpPr>
          <p:spPr>
            <a:xfrm>
              <a:off x="9468163" y="7313875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" name="pl2155"/>
            <p:cNvSpPr/>
            <p:nvPr/>
          </p:nvSpPr>
          <p:spPr>
            <a:xfrm>
              <a:off x="9468163" y="6790077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" name="pl2156"/>
            <p:cNvSpPr/>
            <p:nvPr/>
          </p:nvSpPr>
          <p:spPr>
            <a:xfrm>
              <a:off x="9468163" y="6266280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" name="pl2157"/>
            <p:cNvSpPr/>
            <p:nvPr/>
          </p:nvSpPr>
          <p:spPr>
            <a:xfrm>
              <a:off x="9468163" y="5742482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" name="pl2158"/>
            <p:cNvSpPr/>
            <p:nvPr/>
          </p:nvSpPr>
          <p:spPr>
            <a:xfrm>
              <a:off x="9772972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" name="pl2159"/>
            <p:cNvSpPr/>
            <p:nvPr/>
          </p:nvSpPr>
          <p:spPr>
            <a:xfrm>
              <a:off x="10091012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l2160"/>
            <p:cNvSpPr/>
            <p:nvPr/>
          </p:nvSpPr>
          <p:spPr>
            <a:xfrm>
              <a:off x="10409053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l2161"/>
            <p:cNvSpPr/>
            <p:nvPr/>
          </p:nvSpPr>
          <p:spPr>
            <a:xfrm>
              <a:off x="9468163" y="8099571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l2162"/>
            <p:cNvSpPr/>
            <p:nvPr/>
          </p:nvSpPr>
          <p:spPr>
            <a:xfrm>
              <a:off x="9468163" y="7575773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l2163"/>
            <p:cNvSpPr/>
            <p:nvPr/>
          </p:nvSpPr>
          <p:spPr>
            <a:xfrm>
              <a:off x="9468163" y="7051976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l2164"/>
            <p:cNvSpPr/>
            <p:nvPr/>
          </p:nvSpPr>
          <p:spPr>
            <a:xfrm>
              <a:off x="9468163" y="6528178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l2165"/>
            <p:cNvSpPr/>
            <p:nvPr/>
          </p:nvSpPr>
          <p:spPr>
            <a:xfrm>
              <a:off x="9468163" y="6004381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l2166"/>
            <p:cNvSpPr/>
            <p:nvPr/>
          </p:nvSpPr>
          <p:spPr>
            <a:xfrm>
              <a:off x="9468163" y="5480583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l2167"/>
            <p:cNvSpPr/>
            <p:nvPr/>
          </p:nvSpPr>
          <p:spPr>
            <a:xfrm>
              <a:off x="9613951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l2168"/>
            <p:cNvSpPr/>
            <p:nvPr/>
          </p:nvSpPr>
          <p:spPr>
            <a:xfrm>
              <a:off x="9931992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" name="pl2169"/>
            <p:cNvSpPr/>
            <p:nvPr/>
          </p:nvSpPr>
          <p:spPr>
            <a:xfrm>
              <a:off x="10250033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" name="pt2170"/>
            <p:cNvSpPr/>
            <p:nvPr/>
          </p:nvSpPr>
          <p:spPr>
            <a:xfrm>
              <a:off x="9586576" y="708162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pt2171"/>
            <p:cNvSpPr/>
            <p:nvPr/>
          </p:nvSpPr>
          <p:spPr>
            <a:xfrm>
              <a:off x="9632825" y="691436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" name="pt2172"/>
            <p:cNvSpPr/>
            <p:nvPr/>
          </p:nvSpPr>
          <p:spPr>
            <a:xfrm>
              <a:off x="9546949" y="703940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" name="pt2173"/>
            <p:cNvSpPr/>
            <p:nvPr/>
          </p:nvSpPr>
          <p:spPr>
            <a:xfrm>
              <a:off x="9583003" y="703105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" name="pt2174"/>
            <p:cNvSpPr/>
            <p:nvPr/>
          </p:nvSpPr>
          <p:spPr>
            <a:xfrm>
              <a:off x="9550552" y="705872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" name="pt2175"/>
            <p:cNvSpPr/>
            <p:nvPr/>
          </p:nvSpPr>
          <p:spPr>
            <a:xfrm>
              <a:off x="9593427" y="697516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" name="pt2176"/>
            <p:cNvSpPr/>
            <p:nvPr/>
          </p:nvSpPr>
          <p:spPr>
            <a:xfrm>
              <a:off x="9573026" y="700294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" name="pt2177"/>
            <p:cNvSpPr/>
            <p:nvPr/>
          </p:nvSpPr>
          <p:spPr>
            <a:xfrm>
              <a:off x="9583332" y="709541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" name="pt2178"/>
            <p:cNvSpPr/>
            <p:nvPr/>
          </p:nvSpPr>
          <p:spPr>
            <a:xfrm>
              <a:off x="9671596" y="701727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" name="pt2179"/>
            <p:cNvSpPr/>
            <p:nvPr/>
          </p:nvSpPr>
          <p:spPr>
            <a:xfrm>
              <a:off x="9630382" y="718025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pt2180"/>
            <p:cNvSpPr/>
            <p:nvPr/>
          </p:nvSpPr>
          <p:spPr>
            <a:xfrm>
              <a:off x="9559572" y="714368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" name="pt2181"/>
            <p:cNvSpPr/>
            <p:nvPr/>
          </p:nvSpPr>
          <p:spPr>
            <a:xfrm>
              <a:off x="9869474" y="682573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" name="pt2182"/>
            <p:cNvSpPr/>
            <p:nvPr/>
          </p:nvSpPr>
          <p:spPr>
            <a:xfrm>
              <a:off x="9549800" y="705777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" name="pt2183"/>
            <p:cNvSpPr/>
            <p:nvPr/>
          </p:nvSpPr>
          <p:spPr>
            <a:xfrm>
              <a:off x="9691318" y="6564615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" name="pt2184"/>
            <p:cNvSpPr/>
            <p:nvPr/>
          </p:nvSpPr>
          <p:spPr>
            <a:xfrm>
              <a:off x="9566691" y="689064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" name="pt2185"/>
            <p:cNvSpPr/>
            <p:nvPr/>
          </p:nvSpPr>
          <p:spPr>
            <a:xfrm>
              <a:off x="10103659" y="690852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" name="pt2186"/>
            <p:cNvSpPr/>
            <p:nvPr/>
          </p:nvSpPr>
          <p:spPr>
            <a:xfrm>
              <a:off x="9546689" y="690527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" name="pt2187"/>
            <p:cNvSpPr/>
            <p:nvPr/>
          </p:nvSpPr>
          <p:spPr>
            <a:xfrm>
              <a:off x="9682810" y="722447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" name="pt2188"/>
            <p:cNvSpPr/>
            <p:nvPr/>
          </p:nvSpPr>
          <p:spPr>
            <a:xfrm>
              <a:off x="9542153" y="690983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" name="pt2189"/>
            <p:cNvSpPr/>
            <p:nvPr/>
          </p:nvSpPr>
          <p:spPr>
            <a:xfrm>
              <a:off x="9644006" y="704248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" name="pt2190"/>
            <p:cNvSpPr/>
            <p:nvPr/>
          </p:nvSpPr>
          <p:spPr>
            <a:xfrm>
              <a:off x="9534441" y="704417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" name="pt2191"/>
            <p:cNvSpPr/>
            <p:nvPr/>
          </p:nvSpPr>
          <p:spPr>
            <a:xfrm>
              <a:off x="9708616" y="6764174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" name="pt2192"/>
            <p:cNvSpPr/>
            <p:nvPr/>
          </p:nvSpPr>
          <p:spPr>
            <a:xfrm>
              <a:off x="9583217" y="695467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" name="pt2193"/>
            <p:cNvSpPr/>
            <p:nvPr/>
          </p:nvSpPr>
          <p:spPr>
            <a:xfrm>
              <a:off x="9573242" y="697632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" name="pt2194"/>
            <p:cNvSpPr/>
            <p:nvPr/>
          </p:nvSpPr>
          <p:spPr>
            <a:xfrm>
              <a:off x="9595376" y="690482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" name="pt2195"/>
            <p:cNvSpPr/>
            <p:nvPr/>
          </p:nvSpPr>
          <p:spPr>
            <a:xfrm>
              <a:off x="9580006" y="689726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" name="pt2196"/>
            <p:cNvSpPr/>
            <p:nvPr/>
          </p:nvSpPr>
          <p:spPr>
            <a:xfrm>
              <a:off x="9987082" y="801396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pt2197"/>
            <p:cNvSpPr/>
            <p:nvPr/>
          </p:nvSpPr>
          <p:spPr>
            <a:xfrm>
              <a:off x="9541794" y="701596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" name="pt2198"/>
            <p:cNvSpPr/>
            <p:nvPr/>
          </p:nvSpPr>
          <p:spPr>
            <a:xfrm>
              <a:off x="9541337" y="700647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t2199"/>
            <p:cNvSpPr/>
            <p:nvPr/>
          </p:nvSpPr>
          <p:spPr>
            <a:xfrm>
              <a:off x="9526838" y="702260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t2200"/>
            <p:cNvSpPr/>
            <p:nvPr/>
          </p:nvSpPr>
          <p:spPr>
            <a:xfrm>
              <a:off x="9522010" y="703814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t2201"/>
            <p:cNvSpPr/>
            <p:nvPr/>
          </p:nvSpPr>
          <p:spPr>
            <a:xfrm>
              <a:off x="9953982" y="6608738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t2202"/>
            <p:cNvSpPr/>
            <p:nvPr/>
          </p:nvSpPr>
          <p:spPr>
            <a:xfrm>
              <a:off x="9913914" y="731051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t2203"/>
            <p:cNvSpPr/>
            <p:nvPr/>
          </p:nvSpPr>
          <p:spPr>
            <a:xfrm>
              <a:off x="9854899" y="6301769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t2204"/>
            <p:cNvSpPr/>
            <p:nvPr/>
          </p:nvSpPr>
          <p:spPr>
            <a:xfrm>
              <a:off x="10009036" y="694090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t2205"/>
            <p:cNvSpPr/>
            <p:nvPr/>
          </p:nvSpPr>
          <p:spPr>
            <a:xfrm>
              <a:off x="9559837" y="700915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t2206"/>
            <p:cNvSpPr/>
            <p:nvPr/>
          </p:nvSpPr>
          <p:spPr>
            <a:xfrm>
              <a:off x="9646824" y="708497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t2207"/>
            <p:cNvSpPr/>
            <p:nvPr/>
          </p:nvSpPr>
          <p:spPr>
            <a:xfrm>
              <a:off x="9565027" y="706382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t2208"/>
            <p:cNvSpPr/>
            <p:nvPr/>
          </p:nvSpPr>
          <p:spPr>
            <a:xfrm>
              <a:off x="9596984" y="704968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t2209"/>
            <p:cNvSpPr/>
            <p:nvPr/>
          </p:nvSpPr>
          <p:spPr>
            <a:xfrm>
              <a:off x="9998818" y="695078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t2210"/>
            <p:cNvSpPr/>
            <p:nvPr/>
          </p:nvSpPr>
          <p:spPr>
            <a:xfrm>
              <a:off x="9567708" y="704601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t2211"/>
            <p:cNvSpPr/>
            <p:nvPr/>
          </p:nvSpPr>
          <p:spPr>
            <a:xfrm>
              <a:off x="10317254" y="709548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t2212"/>
            <p:cNvSpPr/>
            <p:nvPr/>
          </p:nvSpPr>
          <p:spPr>
            <a:xfrm>
              <a:off x="9627648" y="701965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t2213"/>
            <p:cNvSpPr/>
            <p:nvPr/>
          </p:nvSpPr>
          <p:spPr>
            <a:xfrm>
              <a:off x="9570273" y="702596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t2214"/>
            <p:cNvSpPr/>
            <p:nvPr/>
          </p:nvSpPr>
          <p:spPr>
            <a:xfrm>
              <a:off x="9562349" y="683509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t2215"/>
            <p:cNvSpPr/>
            <p:nvPr/>
          </p:nvSpPr>
          <p:spPr>
            <a:xfrm>
              <a:off x="9528218" y="698915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t2216"/>
            <p:cNvSpPr/>
            <p:nvPr/>
          </p:nvSpPr>
          <p:spPr>
            <a:xfrm>
              <a:off x="9543954" y="704251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t2217"/>
            <p:cNvSpPr/>
            <p:nvPr/>
          </p:nvSpPr>
          <p:spPr>
            <a:xfrm>
              <a:off x="9602749" y="696782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t2218"/>
            <p:cNvSpPr/>
            <p:nvPr/>
          </p:nvSpPr>
          <p:spPr>
            <a:xfrm>
              <a:off x="9555297" y="695100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t2219"/>
            <p:cNvSpPr/>
            <p:nvPr/>
          </p:nvSpPr>
          <p:spPr>
            <a:xfrm>
              <a:off x="9509588" y="683030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t2220"/>
            <p:cNvSpPr/>
            <p:nvPr/>
          </p:nvSpPr>
          <p:spPr>
            <a:xfrm>
              <a:off x="9607240" y="684030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" name="pt2221"/>
            <p:cNvSpPr/>
            <p:nvPr/>
          </p:nvSpPr>
          <p:spPr>
            <a:xfrm>
              <a:off x="9559811" y="697786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" name="pt2222"/>
            <p:cNvSpPr/>
            <p:nvPr/>
          </p:nvSpPr>
          <p:spPr>
            <a:xfrm>
              <a:off x="9547477" y="697310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pt2223"/>
            <p:cNvSpPr/>
            <p:nvPr/>
          </p:nvSpPr>
          <p:spPr>
            <a:xfrm>
              <a:off x="9575941" y="692697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" name="pt2224"/>
            <p:cNvSpPr/>
            <p:nvPr/>
          </p:nvSpPr>
          <p:spPr>
            <a:xfrm>
              <a:off x="9573022" y="700301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" name="pt2225"/>
            <p:cNvSpPr/>
            <p:nvPr/>
          </p:nvSpPr>
          <p:spPr>
            <a:xfrm>
              <a:off x="9523693" y="701704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" name="pt2226"/>
            <p:cNvSpPr/>
            <p:nvPr/>
          </p:nvSpPr>
          <p:spPr>
            <a:xfrm>
              <a:off x="9812529" y="681604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" name="pt2227"/>
            <p:cNvSpPr/>
            <p:nvPr/>
          </p:nvSpPr>
          <p:spPr>
            <a:xfrm>
              <a:off x="9920230" y="6520766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" name="pt2228"/>
            <p:cNvSpPr/>
            <p:nvPr/>
          </p:nvSpPr>
          <p:spPr>
            <a:xfrm>
              <a:off x="9545052" y="706355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" name="pt2229"/>
            <p:cNvSpPr/>
            <p:nvPr/>
          </p:nvSpPr>
          <p:spPr>
            <a:xfrm>
              <a:off x="9538512" y="704368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t2230"/>
            <p:cNvSpPr/>
            <p:nvPr/>
          </p:nvSpPr>
          <p:spPr>
            <a:xfrm>
              <a:off x="9585147" y="6786671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t2231"/>
            <p:cNvSpPr/>
            <p:nvPr/>
          </p:nvSpPr>
          <p:spPr>
            <a:xfrm>
              <a:off x="9545856" y="692150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t2232"/>
            <p:cNvSpPr/>
            <p:nvPr/>
          </p:nvSpPr>
          <p:spPr>
            <a:xfrm>
              <a:off x="9594941" y="698285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t2233"/>
            <p:cNvSpPr/>
            <p:nvPr/>
          </p:nvSpPr>
          <p:spPr>
            <a:xfrm>
              <a:off x="9581963" y="703226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t2234"/>
            <p:cNvSpPr/>
            <p:nvPr/>
          </p:nvSpPr>
          <p:spPr>
            <a:xfrm>
              <a:off x="9541230" y="6805537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t2235"/>
            <p:cNvSpPr/>
            <p:nvPr/>
          </p:nvSpPr>
          <p:spPr>
            <a:xfrm>
              <a:off x="9675115" y="694401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t2236"/>
            <p:cNvSpPr/>
            <p:nvPr/>
          </p:nvSpPr>
          <p:spPr>
            <a:xfrm>
              <a:off x="9593645" y="707237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t2237"/>
            <p:cNvSpPr/>
            <p:nvPr/>
          </p:nvSpPr>
          <p:spPr>
            <a:xfrm>
              <a:off x="9593436" y="703411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pt2238"/>
            <p:cNvSpPr/>
            <p:nvPr/>
          </p:nvSpPr>
          <p:spPr>
            <a:xfrm>
              <a:off x="10420133" y="6584238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" name="pt2239"/>
            <p:cNvSpPr/>
            <p:nvPr/>
          </p:nvSpPr>
          <p:spPr>
            <a:xfrm>
              <a:off x="9589156" y="705215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" name="pt2240"/>
            <p:cNvSpPr/>
            <p:nvPr/>
          </p:nvSpPr>
          <p:spPr>
            <a:xfrm>
              <a:off x="9621460" y="698875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" name="pt2241"/>
            <p:cNvSpPr/>
            <p:nvPr/>
          </p:nvSpPr>
          <p:spPr>
            <a:xfrm>
              <a:off x="9826501" y="6284247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" name="pt2242"/>
            <p:cNvSpPr/>
            <p:nvPr/>
          </p:nvSpPr>
          <p:spPr>
            <a:xfrm>
              <a:off x="9631621" y="710753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" name="pt2243"/>
            <p:cNvSpPr/>
            <p:nvPr/>
          </p:nvSpPr>
          <p:spPr>
            <a:xfrm>
              <a:off x="9652385" y="6637584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pt2244"/>
            <p:cNvSpPr/>
            <p:nvPr/>
          </p:nvSpPr>
          <p:spPr>
            <a:xfrm>
              <a:off x="10394805" y="6798833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" name="pt2245"/>
            <p:cNvSpPr/>
            <p:nvPr/>
          </p:nvSpPr>
          <p:spPr>
            <a:xfrm>
              <a:off x="9941183" y="691950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t2246"/>
            <p:cNvSpPr/>
            <p:nvPr/>
          </p:nvSpPr>
          <p:spPr>
            <a:xfrm>
              <a:off x="9558589" y="712698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t2247"/>
            <p:cNvSpPr/>
            <p:nvPr/>
          </p:nvSpPr>
          <p:spPr>
            <a:xfrm>
              <a:off x="9723876" y="5980557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t2248"/>
            <p:cNvSpPr/>
            <p:nvPr/>
          </p:nvSpPr>
          <p:spPr>
            <a:xfrm>
              <a:off x="9761060" y="686583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t2249"/>
            <p:cNvSpPr/>
            <p:nvPr/>
          </p:nvSpPr>
          <p:spPr>
            <a:xfrm>
              <a:off x="9603595" y="701124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t2250"/>
            <p:cNvSpPr/>
            <p:nvPr/>
          </p:nvSpPr>
          <p:spPr>
            <a:xfrm>
              <a:off x="9615079" y="6725603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t2251"/>
            <p:cNvSpPr/>
            <p:nvPr/>
          </p:nvSpPr>
          <p:spPr>
            <a:xfrm>
              <a:off x="10094513" y="5747869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t2252"/>
            <p:cNvSpPr/>
            <p:nvPr/>
          </p:nvSpPr>
          <p:spPr>
            <a:xfrm>
              <a:off x="9569224" y="696602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t2253"/>
            <p:cNvSpPr/>
            <p:nvPr/>
          </p:nvSpPr>
          <p:spPr>
            <a:xfrm>
              <a:off x="9603414" y="6780844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t2254"/>
            <p:cNvSpPr/>
            <p:nvPr/>
          </p:nvSpPr>
          <p:spPr>
            <a:xfrm>
              <a:off x="9591127" y="713277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t2255"/>
            <p:cNvSpPr/>
            <p:nvPr/>
          </p:nvSpPr>
          <p:spPr>
            <a:xfrm>
              <a:off x="9619368" y="695831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t2256"/>
            <p:cNvSpPr/>
            <p:nvPr/>
          </p:nvSpPr>
          <p:spPr>
            <a:xfrm>
              <a:off x="10018392" y="819349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t2257"/>
            <p:cNvSpPr/>
            <p:nvPr/>
          </p:nvSpPr>
          <p:spPr>
            <a:xfrm>
              <a:off x="9630840" y="695402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t2258"/>
            <p:cNvSpPr/>
            <p:nvPr/>
          </p:nvSpPr>
          <p:spPr>
            <a:xfrm>
              <a:off x="9612641" y="697625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t2259"/>
            <p:cNvSpPr/>
            <p:nvPr/>
          </p:nvSpPr>
          <p:spPr>
            <a:xfrm>
              <a:off x="9691442" y="706207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t2260"/>
            <p:cNvSpPr/>
            <p:nvPr/>
          </p:nvSpPr>
          <p:spPr>
            <a:xfrm>
              <a:off x="9877013" y="6268991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t2261"/>
            <p:cNvSpPr/>
            <p:nvPr/>
          </p:nvSpPr>
          <p:spPr>
            <a:xfrm>
              <a:off x="9931780" y="696435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t2262"/>
            <p:cNvSpPr/>
            <p:nvPr/>
          </p:nvSpPr>
          <p:spPr>
            <a:xfrm>
              <a:off x="9541215" y="702273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t2263"/>
            <p:cNvSpPr/>
            <p:nvPr/>
          </p:nvSpPr>
          <p:spPr>
            <a:xfrm>
              <a:off x="9657367" y="692779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t2264"/>
            <p:cNvSpPr/>
            <p:nvPr/>
          </p:nvSpPr>
          <p:spPr>
            <a:xfrm>
              <a:off x="10252169" y="817141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t2265"/>
            <p:cNvSpPr/>
            <p:nvPr/>
          </p:nvSpPr>
          <p:spPr>
            <a:xfrm>
              <a:off x="9536499" y="698890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t2266"/>
            <p:cNvSpPr/>
            <p:nvPr/>
          </p:nvSpPr>
          <p:spPr>
            <a:xfrm>
              <a:off x="9553419" y="692864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t2267"/>
            <p:cNvSpPr/>
            <p:nvPr/>
          </p:nvSpPr>
          <p:spPr>
            <a:xfrm>
              <a:off x="9633809" y="704521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t2268"/>
            <p:cNvSpPr/>
            <p:nvPr/>
          </p:nvSpPr>
          <p:spPr>
            <a:xfrm>
              <a:off x="9560953" y="702794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t2269"/>
            <p:cNvSpPr/>
            <p:nvPr/>
          </p:nvSpPr>
          <p:spPr>
            <a:xfrm>
              <a:off x="9746701" y="6663408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t2270"/>
            <p:cNvSpPr/>
            <p:nvPr/>
          </p:nvSpPr>
          <p:spPr>
            <a:xfrm>
              <a:off x="10449473" y="713197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t2271"/>
            <p:cNvSpPr/>
            <p:nvPr/>
          </p:nvSpPr>
          <p:spPr>
            <a:xfrm>
              <a:off x="9569916" y="699581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t2272"/>
            <p:cNvSpPr/>
            <p:nvPr/>
          </p:nvSpPr>
          <p:spPr>
            <a:xfrm>
              <a:off x="9511458" y="698051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t2273"/>
            <p:cNvSpPr/>
            <p:nvPr/>
          </p:nvSpPr>
          <p:spPr>
            <a:xfrm>
              <a:off x="9547514" y="695103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t2274"/>
            <p:cNvSpPr/>
            <p:nvPr/>
          </p:nvSpPr>
          <p:spPr>
            <a:xfrm>
              <a:off x="9544986" y="701791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t2275"/>
            <p:cNvSpPr/>
            <p:nvPr/>
          </p:nvSpPr>
          <p:spPr>
            <a:xfrm>
              <a:off x="9634668" y="697317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t2276"/>
            <p:cNvSpPr/>
            <p:nvPr/>
          </p:nvSpPr>
          <p:spPr>
            <a:xfrm>
              <a:off x="9580593" y="702414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t2277"/>
            <p:cNvSpPr/>
            <p:nvPr/>
          </p:nvSpPr>
          <p:spPr>
            <a:xfrm>
              <a:off x="9583352" y="702780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t2278"/>
            <p:cNvSpPr/>
            <p:nvPr/>
          </p:nvSpPr>
          <p:spPr>
            <a:xfrm>
              <a:off x="9691703" y="725973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t2279"/>
            <p:cNvSpPr/>
            <p:nvPr/>
          </p:nvSpPr>
          <p:spPr>
            <a:xfrm>
              <a:off x="9565916" y="694477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t2280"/>
            <p:cNvSpPr/>
            <p:nvPr/>
          </p:nvSpPr>
          <p:spPr>
            <a:xfrm>
              <a:off x="10118991" y="6501503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t2281"/>
            <p:cNvSpPr/>
            <p:nvPr/>
          </p:nvSpPr>
          <p:spPr>
            <a:xfrm>
              <a:off x="9598760" y="714798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t2282"/>
            <p:cNvSpPr/>
            <p:nvPr/>
          </p:nvSpPr>
          <p:spPr>
            <a:xfrm>
              <a:off x="9581287" y="691575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t2283"/>
            <p:cNvSpPr/>
            <p:nvPr/>
          </p:nvSpPr>
          <p:spPr>
            <a:xfrm>
              <a:off x="9681629" y="703749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t2284"/>
            <p:cNvSpPr/>
            <p:nvPr/>
          </p:nvSpPr>
          <p:spPr>
            <a:xfrm>
              <a:off x="9820378" y="696999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t2285"/>
            <p:cNvSpPr/>
            <p:nvPr/>
          </p:nvSpPr>
          <p:spPr>
            <a:xfrm>
              <a:off x="9571856" y="700823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t2286"/>
            <p:cNvSpPr/>
            <p:nvPr/>
          </p:nvSpPr>
          <p:spPr>
            <a:xfrm>
              <a:off x="9643653" y="699520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t2287"/>
            <p:cNvSpPr/>
            <p:nvPr/>
          </p:nvSpPr>
          <p:spPr>
            <a:xfrm>
              <a:off x="9540796" y="693018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t2288"/>
            <p:cNvSpPr/>
            <p:nvPr/>
          </p:nvSpPr>
          <p:spPr>
            <a:xfrm>
              <a:off x="9713572" y="712174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t2289"/>
            <p:cNvSpPr/>
            <p:nvPr/>
          </p:nvSpPr>
          <p:spPr>
            <a:xfrm>
              <a:off x="10003606" y="741220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t2290"/>
            <p:cNvSpPr/>
            <p:nvPr/>
          </p:nvSpPr>
          <p:spPr>
            <a:xfrm>
              <a:off x="9572750" y="702368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t2291"/>
            <p:cNvSpPr/>
            <p:nvPr/>
          </p:nvSpPr>
          <p:spPr>
            <a:xfrm>
              <a:off x="9599099" y="709856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t2292"/>
            <p:cNvSpPr/>
            <p:nvPr/>
          </p:nvSpPr>
          <p:spPr>
            <a:xfrm>
              <a:off x="9570592" y="696901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t2293"/>
            <p:cNvSpPr/>
            <p:nvPr/>
          </p:nvSpPr>
          <p:spPr>
            <a:xfrm>
              <a:off x="9618022" y="696715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t2294"/>
            <p:cNvSpPr/>
            <p:nvPr/>
          </p:nvSpPr>
          <p:spPr>
            <a:xfrm>
              <a:off x="9592392" y="715902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t2295"/>
            <p:cNvSpPr/>
            <p:nvPr/>
          </p:nvSpPr>
          <p:spPr>
            <a:xfrm>
              <a:off x="9608361" y="709168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t2296"/>
            <p:cNvSpPr/>
            <p:nvPr/>
          </p:nvSpPr>
          <p:spPr>
            <a:xfrm>
              <a:off x="9685184" y="6661095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t2297"/>
            <p:cNvSpPr/>
            <p:nvPr/>
          </p:nvSpPr>
          <p:spPr>
            <a:xfrm>
              <a:off x="9634678" y="715966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t2298"/>
            <p:cNvSpPr/>
            <p:nvPr/>
          </p:nvSpPr>
          <p:spPr>
            <a:xfrm>
              <a:off x="9608041" y="720747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t2299"/>
            <p:cNvSpPr/>
            <p:nvPr/>
          </p:nvSpPr>
          <p:spPr>
            <a:xfrm>
              <a:off x="9551434" y="703778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t2300"/>
            <p:cNvSpPr/>
            <p:nvPr/>
          </p:nvSpPr>
          <p:spPr>
            <a:xfrm>
              <a:off x="9652407" y="692550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t2301"/>
            <p:cNvSpPr/>
            <p:nvPr/>
          </p:nvSpPr>
          <p:spPr>
            <a:xfrm>
              <a:off x="9580139" y="704567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t2302"/>
            <p:cNvSpPr/>
            <p:nvPr/>
          </p:nvSpPr>
          <p:spPr>
            <a:xfrm>
              <a:off x="9552194" y="691257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t2303"/>
            <p:cNvSpPr/>
            <p:nvPr/>
          </p:nvSpPr>
          <p:spPr>
            <a:xfrm>
              <a:off x="9599281" y="701019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t2304"/>
            <p:cNvSpPr/>
            <p:nvPr/>
          </p:nvSpPr>
          <p:spPr>
            <a:xfrm>
              <a:off x="10050663" y="6167749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t2305"/>
            <p:cNvSpPr/>
            <p:nvPr/>
          </p:nvSpPr>
          <p:spPr>
            <a:xfrm>
              <a:off x="9541890" y="708566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t2306"/>
            <p:cNvSpPr/>
            <p:nvPr/>
          </p:nvSpPr>
          <p:spPr>
            <a:xfrm>
              <a:off x="9573205" y="707158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t2307"/>
            <p:cNvSpPr/>
            <p:nvPr/>
          </p:nvSpPr>
          <p:spPr>
            <a:xfrm>
              <a:off x="9918817" y="715316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t2308"/>
            <p:cNvSpPr/>
            <p:nvPr/>
          </p:nvSpPr>
          <p:spPr>
            <a:xfrm>
              <a:off x="9515971" y="699018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t2309"/>
            <p:cNvSpPr/>
            <p:nvPr/>
          </p:nvSpPr>
          <p:spPr>
            <a:xfrm>
              <a:off x="9638695" y="705037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t2310"/>
            <p:cNvSpPr/>
            <p:nvPr/>
          </p:nvSpPr>
          <p:spPr>
            <a:xfrm>
              <a:off x="9609002" y="6788860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t2311"/>
            <p:cNvSpPr/>
            <p:nvPr/>
          </p:nvSpPr>
          <p:spPr>
            <a:xfrm>
              <a:off x="9546514" y="698514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t2312"/>
            <p:cNvSpPr/>
            <p:nvPr/>
          </p:nvSpPr>
          <p:spPr>
            <a:xfrm>
              <a:off x="9794057" y="684091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t2313"/>
            <p:cNvSpPr/>
            <p:nvPr/>
          </p:nvSpPr>
          <p:spPr>
            <a:xfrm>
              <a:off x="9520570" y="697061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t2314"/>
            <p:cNvSpPr/>
            <p:nvPr/>
          </p:nvSpPr>
          <p:spPr>
            <a:xfrm>
              <a:off x="10137175" y="795244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t2315"/>
            <p:cNvSpPr/>
            <p:nvPr/>
          </p:nvSpPr>
          <p:spPr>
            <a:xfrm>
              <a:off x="9560192" y="701874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t2316"/>
            <p:cNvSpPr/>
            <p:nvPr/>
          </p:nvSpPr>
          <p:spPr>
            <a:xfrm>
              <a:off x="9718503" y="6603388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t2317"/>
            <p:cNvSpPr/>
            <p:nvPr/>
          </p:nvSpPr>
          <p:spPr>
            <a:xfrm>
              <a:off x="9678344" y="683388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t2318"/>
            <p:cNvSpPr/>
            <p:nvPr/>
          </p:nvSpPr>
          <p:spPr>
            <a:xfrm>
              <a:off x="9599283" y="704632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t2319"/>
            <p:cNvSpPr/>
            <p:nvPr/>
          </p:nvSpPr>
          <p:spPr>
            <a:xfrm>
              <a:off x="9685867" y="738824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t2320"/>
            <p:cNvSpPr/>
            <p:nvPr/>
          </p:nvSpPr>
          <p:spPr>
            <a:xfrm>
              <a:off x="9635594" y="711938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t2321"/>
            <p:cNvSpPr/>
            <p:nvPr/>
          </p:nvSpPr>
          <p:spPr>
            <a:xfrm>
              <a:off x="9617712" y="6714014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t2322"/>
            <p:cNvSpPr/>
            <p:nvPr/>
          </p:nvSpPr>
          <p:spPr>
            <a:xfrm>
              <a:off x="9606598" y="695392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t2323"/>
            <p:cNvSpPr/>
            <p:nvPr/>
          </p:nvSpPr>
          <p:spPr>
            <a:xfrm>
              <a:off x="9547392" y="686100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t2324"/>
            <p:cNvSpPr/>
            <p:nvPr/>
          </p:nvSpPr>
          <p:spPr>
            <a:xfrm>
              <a:off x="9687607" y="5538304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t2325"/>
            <p:cNvSpPr/>
            <p:nvPr/>
          </p:nvSpPr>
          <p:spPr>
            <a:xfrm>
              <a:off x="9612724" y="710395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t2326"/>
            <p:cNvSpPr/>
            <p:nvPr/>
          </p:nvSpPr>
          <p:spPr>
            <a:xfrm>
              <a:off x="9564527" y="693453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t2327"/>
            <p:cNvSpPr/>
            <p:nvPr/>
          </p:nvSpPr>
          <p:spPr>
            <a:xfrm>
              <a:off x="9539167" y="691580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t2328"/>
            <p:cNvSpPr/>
            <p:nvPr/>
          </p:nvSpPr>
          <p:spPr>
            <a:xfrm>
              <a:off x="9635204" y="709461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t2329"/>
            <p:cNvSpPr/>
            <p:nvPr/>
          </p:nvSpPr>
          <p:spPr>
            <a:xfrm>
              <a:off x="9628355" y="709331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t2330"/>
            <p:cNvSpPr/>
            <p:nvPr/>
          </p:nvSpPr>
          <p:spPr>
            <a:xfrm>
              <a:off x="9804719" y="681469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t2331"/>
            <p:cNvSpPr/>
            <p:nvPr/>
          </p:nvSpPr>
          <p:spPr>
            <a:xfrm>
              <a:off x="9510578" y="6734220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t2332"/>
            <p:cNvSpPr/>
            <p:nvPr/>
          </p:nvSpPr>
          <p:spPr>
            <a:xfrm>
              <a:off x="9565074" y="694429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t2333"/>
            <p:cNvSpPr/>
            <p:nvPr/>
          </p:nvSpPr>
          <p:spPr>
            <a:xfrm>
              <a:off x="9545451" y="712959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t2334"/>
            <p:cNvSpPr/>
            <p:nvPr/>
          </p:nvSpPr>
          <p:spPr>
            <a:xfrm>
              <a:off x="9542020" y="700653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t2335"/>
            <p:cNvSpPr/>
            <p:nvPr/>
          </p:nvSpPr>
          <p:spPr>
            <a:xfrm>
              <a:off x="9765113" y="6789563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t2336"/>
            <p:cNvSpPr/>
            <p:nvPr/>
          </p:nvSpPr>
          <p:spPr>
            <a:xfrm>
              <a:off x="9522721" y="703554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t2337"/>
            <p:cNvSpPr/>
            <p:nvPr/>
          </p:nvSpPr>
          <p:spPr>
            <a:xfrm>
              <a:off x="9812702" y="710828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t2338"/>
            <p:cNvSpPr/>
            <p:nvPr/>
          </p:nvSpPr>
          <p:spPr>
            <a:xfrm>
              <a:off x="9637947" y="6747159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t2339"/>
            <p:cNvSpPr/>
            <p:nvPr/>
          </p:nvSpPr>
          <p:spPr>
            <a:xfrm>
              <a:off x="9550310" y="703374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t2340"/>
            <p:cNvSpPr/>
            <p:nvPr/>
          </p:nvSpPr>
          <p:spPr>
            <a:xfrm>
              <a:off x="9612331" y="709658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t2341"/>
            <p:cNvSpPr/>
            <p:nvPr/>
          </p:nvSpPr>
          <p:spPr>
            <a:xfrm>
              <a:off x="9676426" y="697577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t2342"/>
            <p:cNvSpPr/>
            <p:nvPr/>
          </p:nvSpPr>
          <p:spPr>
            <a:xfrm>
              <a:off x="9585863" y="704548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t2343"/>
            <p:cNvSpPr/>
            <p:nvPr/>
          </p:nvSpPr>
          <p:spPr>
            <a:xfrm>
              <a:off x="9624896" y="700752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pt2344"/>
            <p:cNvSpPr/>
            <p:nvPr/>
          </p:nvSpPr>
          <p:spPr>
            <a:xfrm>
              <a:off x="9989790" y="6675434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" name="pt2345"/>
            <p:cNvSpPr/>
            <p:nvPr/>
          </p:nvSpPr>
          <p:spPr>
            <a:xfrm>
              <a:off x="9736460" y="718848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" name="pt2346"/>
            <p:cNvSpPr/>
            <p:nvPr/>
          </p:nvSpPr>
          <p:spPr>
            <a:xfrm>
              <a:off x="9667219" y="717349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" name="pt2347"/>
            <p:cNvSpPr/>
            <p:nvPr/>
          </p:nvSpPr>
          <p:spPr>
            <a:xfrm>
              <a:off x="9647109" y="695825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" name="pt2348"/>
            <p:cNvSpPr/>
            <p:nvPr/>
          </p:nvSpPr>
          <p:spPr>
            <a:xfrm>
              <a:off x="9589201" y="706395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" name="pt2349"/>
            <p:cNvSpPr/>
            <p:nvPr/>
          </p:nvSpPr>
          <p:spPr>
            <a:xfrm>
              <a:off x="9552111" y="696331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" name="pt2350"/>
            <p:cNvSpPr/>
            <p:nvPr/>
          </p:nvSpPr>
          <p:spPr>
            <a:xfrm>
              <a:off x="9947688" y="6683142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" name="pt2351"/>
            <p:cNvSpPr/>
            <p:nvPr/>
          </p:nvSpPr>
          <p:spPr>
            <a:xfrm>
              <a:off x="9569443" y="700489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" name="pt2352"/>
            <p:cNvSpPr/>
            <p:nvPr/>
          </p:nvSpPr>
          <p:spPr>
            <a:xfrm>
              <a:off x="9585355" y="6572088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pt2353"/>
            <p:cNvSpPr/>
            <p:nvPr/>
          </p:nvSpPr>
          <p:spPr>
            <a:xfrm>
              <a:off x="9780440" y="707063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" name="pt2354"/>
            <p:cNvSpPr/>
            <p:nvPr/>
          </p:nvSpPr>
          <p:spPr>
            <a:xfrm>
              <a:off x="9578477" y="689038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" name="pt2355"/>
            <p:cNvSpPr/>
            <p:nvPr/>
          </p:nvSpPr>
          <p:spPr>
            <a:xfrm>
              <a:off x="10023672" y="6599977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" name="pt2356"/>
            <p:cNvSpPr/>
            <p:nvPr/>
          </p:nvSpPr>
          <p:spPr>
            <a:xfrm>
              <a:off x="9557137" y="703027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" name="pt2357"/>
            <p:cNvSpPr/>
            <p:nvPr/>
          </p:nvSpPr>
          <p:spPr>
            <a:xfrm>
              <a:off x="9589512" y="699882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" name="pt2358"/>
            <p:cNvSpPr/>
            <p:nvPr/>
          </p:nvSpPr>
          <p:spPr>
            <a:xfrm>
              <a:off x="9547129" y="695477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t2359"/>
            <p:cNvSpPr/>
            <p:nvPr/>
          </p:nvSpPr>
          <p:spPr>
            <a:xfrm>
              <a:off x="9973862" y="752406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t2360"/>
            <p:cNvSpPr/>
            <p:nvPr/>
          </p:nvSpPr>
          <p:spPr>
            <a:xfrm>
              <a:off x="9554351" y="694996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t2361"/>
            <p:cNvSpPr/>
            <p:nvPr/>
          </p:nvSpPr>
          <p:spPr>
            <a:xfrm>
              <a:off x="10017757" y="6705760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t2362"/>
            <p:cNvSpPr/>
            <p:nvPr/>
          </p:nvSpPr>
          <p:spPr>
            <a:xfrm>
              <a:off x="9664121" y="691363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t2363"/>
            <p:cNvSpPr/>
            <p:nvPr/>
          </p:nvSpPr>
          <p:spPr>
            <a:xfrm>
              <a:off x="9626806" y="697708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t2364"/>
            <p:cNvSpPr/>
            <p:nvPr/>
          </p:nvSpPr>
          <p:spPr>
            <a:xfrm>
              <a:off x="9880917" y="725310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t2365"/>
            <p:cNvSpPr/>
            <p:nvPr/>
          </p:nvSpPr>
          <p:spPr>
            <a:xfrm>
              <a:off x="9633519" y="703178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t2366"/>
            <p:cNvSpPr/>
            <p:nvPr/>
          </p:nvSpPr>
          <p:spPr>
            <a:xfrm>
              <a:off x="9552662" y="696375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pt2367"/>
            <p:cNvSpPr/>
            <p:nvPr/>
          </p:nvSpPr>
          <p:spPr>
            <a:xfrm>
              <a:off x="9564408" y="705851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" name="pt2368"/>
            <p:cNvSpPr/>
            <p:nvPr/>
          </p:nvSpPr>
          <p:spPr>
            <a:xfrm>
              <a:off x="9639394" y="690789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" name="pt2369"/>
            <p:cNvSpPr/>
            <p:nvPr/>
          </p:nvSpPr>
          <p:spPr>
            <a:xfrm>
              <a:off x="9572754" y="699591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" name="pt2370"/>
            <p:cNvSpPr/>
            <p:nvPr/>
          </p:nvSpPr>
          <p:spPr>
            <a:xfrm>
              <a:off x="9597704" y="705349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" name="pt2371"/>
            <p:cNvSpPr/>
            <p:nvPr/>
          </p:nvSpPr>
          <p:spPr>
            <a:xfrm>
              <a:off x="9610298" y="709919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" name="pt2372"/>
            <p:cNvSpPr/>
            <p:nvPr/>
          </p:nvSpPr>
          <p:spPr>
            <a:xfrm>
              <a:off x="9545760" y="698959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" name="pt2373"/>
            <p:cNvSpPr/>
            <p:nvPr/>
          </p:nvSpPr>
          <p:spPr>
            <a:xfrm>
              <a:off x="9604479" y="708295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" name="pt2374"/>
            <p:cNvSpPr/>
            <p:nvPr/>
          </p:nvSpPr>
          <p:spPr>
            <a:xfrm>
              <a:off x="9683791" y="686013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t2375"/>
            <p:cNvSpPr/>
            <p:nvPr/>
          </p:nvSpPr>
          <p:spPr>
            <a:xfrm>
              <a:off x="9557721" y="703187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t2376"/>
            <p:cNvSpPr/>
            <p:nvPr/>
          </p:nvSpPr>
          <p:spPr>
            <a:xfrm>
              <a:off x="9543846" y="702516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t2377"/>
            <p:cNvSpPr/>
            <p:nvPr/>
          </p:nvSpPr>
          <p:spPr>
            <a:xfrm>
              <a:off x="9576837" y="691909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t2378"/>
            <p:cNvSpPr/>
            <p:nvPr/>
          </p:nvSpPr>
          <p:spPr>
            <a:xfrm>
              <a:off x="9640794" y="706951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t2379"/>
            <p:cNvSpPr/>
            <p:nvPr/>
          </p:nvSpPr>
          <p:spPr>
            <a:xfrm>
              <a:off x="9557969" y="699301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t2380"/>
            <p:cNvSpPr/>
            <p:nvPr/>
          </p:nvSpPr>
          <p:spPr>
            <a:xfrm>
              <a:off x="9786190" y="717656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t2381"/>
            <p:cNvSpPr/>
            <p:nvPr/>
          </p:nvSpPr>
          <p:spPr>
            <a:xfrm>
              <a:off x="9525496" y="701254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t2382"/>
            <p:cNvSpPr/>
            <p:nvPr/>
          </p:nvSpPr>
          <p:spPr>
            <a:xfrm>
              <a:off x="9852641" y="685037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t2383"/>
            <p:cNvSpPr/>
            <p:nvPr/>
          </p:nvSpPr>
          <p:spPr>
            <a:xfrm>
              <a:off x="9610982" y="694641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t2384"/>
            <p:cNvSpPr/>
            <p:nvPr/>
          </p:nvSpPr>
          <p:spPr>
            <a:xfrm>
              <a:off x="9533185" y="699319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t2385"/>
            <p:cNvSpPr/>
            <p:nvPr/>
          </p:nvSpPr>
          <p:spPr>
            <a:xfrm>
              <a:off x="9903870" y="6324902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t2386"/>
            <p:cNvSpPr/>
            <p:nvPr/>
          </p:nvSpPr>
          <p:spPr>
            <a:xfrm>
              <a:off x="9817617" y="6582718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t2387"/>
            <p:cNvSpPr/>
            <p:nvPr/>
          </p:nvSpPr>
          <p:spPr>
            <a:xfrm>
              <a:off x="9668939" y="725383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t2388"/>
            <p:cNvSpPr/>
            <p:nvPr/>
          </p:nvSpPr>
          <p:spPr>
            <a:xfrm>
              <a:off x="9560851" y="694797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t2389"/>
            <p:cNvSpPr/>
            <p:nvPr/>
          </p:nvSpPr>
          <p:spPr>
            <a:xfrm>
              <a:off x="9611449" y="706003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t2390"/>
            <p:cNvSpPr/>
            <p:nvPr/>
          </p:nvSpPr>
          <p:spPr>
            <a:xfrm>
              <a:off x="9601928" y="693749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t2391"/>
            <p:cNvSpPr/>
            <p:nvPr/>
          </p:nvSpPr>
          <p:spPr>
            <a:xfrm>
              <a:off x="9787955" y="690338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t2392"/>
            <p:cNvSpPr/>
            <p:nvPr/>
          </p:nvSpPr>
          <p:spPr>
            <a:xfrm>
              <a:off x="9736478" y="692798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t2393"/>
            <p:cNvSpPr/>
            <p:nvPr/>
          </p:nvSpPr>
          <p:spPr>
            <a:xfrm>
              <a:off x="9567959" y="698458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t2394"/>
            <p:cNvSpPr/>
            <p:nvPr/>
          </p:nvSpPr>
          <p:spPr>
            <a:xfrm>
              <a:off x="9567819" y="693056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t2395"/>
            <p:cNvSpPr/>
            <p:nvPr/>
          </p:nvSpPr>
          <p:spPr>
            <a:xfrm>
              <a:off x="9601848" y="728508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t2396"/>
            <p:cNvSpPr/>
            <p:nvPr/>
          </p:nvSpPr>
          <p:spPr>
            <a:xfrm>
              <a:off x="9912891" y="699478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t2397"/>
            <p:cNvSpPr/>
            <p:nvPr/>
          </p:nvSpPr>
          <p:spPr>
            <a:xfrm>
              <a:off x="9743022" y="6643776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t2398"/>
            <p:cNvSpPr/>
            <p:nvPr/>
          </p:nvSpPr>
          <p:spPr>
            <a:xfrm>
              <a:off x="9528547" y="693875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t2399"/>
            <p:cNvSpPr/>
            <p:nvPr/>
          </p:nvSpPr>
          <p:spPr>
            <a:xfrm>
              <a:off x="9924634" y="681883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t2400"/>
            <p:cNvSpPr/>
            <p:nvPr/>
          </p:nvSpPr>
          <p:spPr>
            <a:xfrm>
              <a:off x="10155221" y="6418300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t2401"/>
            <p:cNvSpPr/>
            <p:nvPr/>
          </p:nvSpPr>
          <p:spPr>
            <a:xfrm>
              <a:off x="9560537" y="694728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t2402"/>
            <p:cNvSpPr/>
            <p:nvPr/>
          </p:nvSpPr>
          <p:spPr>
            <a:xfrm>
              <a:off x="10252333" y="6572683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t2403"/>
            <p:cNvSpPr/>
            <p:nvPr/>
          </p:nvSpPr>
          <p:spPr>
            <a:xfrm>
              <a:off x="9622693" y="704713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t2404"/>
            <p:cNvSpPr/>
            <p:nvPr/>
          </p:nvSpPr>
          <p:spPr>
            <a:xfrm>
              <a:off x="9617170" y="716702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" name="pt2405"/>
            <p:cNvSpPr/>
            <p:nvPr/>
          </p:nvSpPr>
          <p:spPr>
            <a:xfrm>
              <a:off x="9533804" y="696849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pt2406"/>
            <p:cNvSpPr/>
            <p:nvPr/>
          </p:nvSpPr>
          <p:spPr>
            <a:xfrm>
              <a:off x="9767721" y="717597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t2407"/>
            <p:cNvSpPr/>
            <p:nvPr/>
          </p:nvSpPr>
          <p:spPr>
            <a:xfrm>
              <a:off x="9569098" y="6672481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t2408"/>
            <p:cNvSpPr/>
            <p:nvPr/>
          </p:nvSpPr>
          <p:spPr>
            <a:xfrm>
              <a:off x="9566850" y="694148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pt2409"/>
            <p:cNvSpPr/>
            <p:nvPr/>
          </p:nvSpPr>
          <p:spPr>
            <a:xfrm>
              <a:off x="9574477" y="697569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pt2410"/>
            <p:cNvSpPr/>
            <p:nvPr/>
          </p:nvSpPr>
          <p:spPr>
            <a:xfrm>
              <a:off x="10059443" y="716710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" name="pt2411"/>
            <p:cNvSpPr/>
            <p:nvPr/>
          </p:nvSpPr>
          <p:spPr>
            <a:xfrm>
              <a:off x="9491249" y="6754500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t2412"/>
            <p:cNvSpPr/>
            <p:nvPr/>
          </p:nvSpPr>
          <p:spPr>
            <a:xfrm>
              <a:off x="9591271" y="701161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t2413"/>
            <p:cNvSpPr/>
            <p:nvPr/>
          </p:nvSpPr>
          <p:spPr>
            <a:xfrm>
              <a:off x="9806579" y="691150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t2414"/>
            <p:cNvSpPr/>
            <p:nvPr/>
          </p:nvSpPr>
          <p:spPr>
            <a:xfrm>
              <a:off x="9616920" y="6573969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t2415"/>
            <p:cNvSpPr/>
            <p:nvPr/>
          </p:nvSpPr>
          <p:spPr>
            <a:xfrm>
              <a:off x="9548314" y="697001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t2416"/>
            <p:cNvSpPr/>
            <p:nvPr/>
          </p:nvSpPr>
          <p:spPr>
            <a:xfrm>
              <a:off x="9586264" y="5541877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t2417"/>
            <p:cNvSpPr/>
            <p:nvPr/>
          </p:nvSpPr>
          <p:spPr>
            <a:xfrm>
              <a:off x="9545307" y="701579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t2418"/>
            <p:cNvSpPr/>
            <p:nvPr/>
          </p:nvSpPr>
          <p:spPr>
            <a:xfrm>
              <a:off x="9590727" y="698883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t2419"/>
            <p:cNvSpPr/>
            <p:nvPr/>
          </p:nvSpPr>
          <p:spPr>
            <a:xfrm>
              <a:off x="9629792" y="708432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t2420"/>
            <p:cNvSpPr/>
            <p:nvPr/>
          </p:nvSpPr>
          <p:spPr>
            <a:xfrm>
              <a:off x="9590937" y="692185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t2421"/>
            <p:cNvSpPr/>
            <p:nvPr/>
          </p:nvSpPr>
          <p:spPr>
            <a:xfrm>
              <a:off x="9614777" y="720633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t2422"/>
            <p:cNvSpPr/>
            <p:nvPr/>
          </p:nvSpPr>
          <p:spPr>
            <a:xfrm>
              <a:off x="9582011" y="687472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t2423"/>
            <p:cNvSpPr/>
            <p:nvPr/>
          </p:nvSpPr>
          <p:spPr>
            <a:xfrm>
              <a:off x="9534615" y="702874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" name="pt2424"/>
            <p:cNvSpPr/>
            <p:nvPr/>
          </p:nvSpPr>
          <p:spPr>
            <a:xfrm>
              <a:off x="9869562" y="6685638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t2425"/>
            <p:cNvSpPr/>
            <p:nvPr/>
          </p:nvSpPr>
          <p:spPr>
            <a:xfrm>
              <a:off x="9614594" y="6515585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" name="pt2426"/>
            <p:cNvSpPr/>
            <p:nvPr/>
          </p:nvSpPr>
          <p:spPr>
            <a:xfrm>
              <a:off x="9661361" y="695963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t2427"/>
            <p:cNvSpPr/>
            <p:nvPr/>
          </p:nvSpPr>
          <p:spPr>
            <a:xfrm>
              <a:off x="9586985" y="719027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t2428"/>
            <p:cNvSpPr/>
            <p:nvPr/>
          </p:nvSpPr>
          <p:spPr>
            <a:xfrm>
              <a:off x="9558035" y="696436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t2429"/>
            <p:cNvSpPr/>
            <p:nvPr/>
          </p:nvSpPr>
          <p:spPr>
            <a:xfrm>
              <a:off x="9553817" y="700501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pt2430"/>
            <p:cNvSpPr/>
            <p:nvPr/>
          </p:nvSpPr>
          <p:spPr>
            <a:xfrm>
              <a:off x="9879848" y="742501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t2431"/>
            <p:cNvSpPr/>
            <p:nvPr/>
          </p:nvSpPr>
          <p:spPr>
            <a:xfrm>
              <a:off x="10049945" y="6653810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t2432"/>
            <p:cNvSpPr/>
            <p:nvPr/>
          </p:nvSpPr>
          <p:spPr>
            <a:xfrm>
              <a:off x="9604713" y="714391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t2433"/>
            <p:cNvSpPr/>
            <p:nvPr/>
          </p:nvSpPr>
          <p:spPr>
            <a:xfrm>
              <a:off x="9681528" y="690259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t2434"/>
            <p:cNvSpPr/>
            <p:nvPr/>
          </p:nvSpPr>
          <p:spPr>
            <a:xfrm>
              <a:off x="9562400" y="694773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t2435"/>
            <p:cNvSpPr/>
            <p:nvPr/>
          </p:nvSpPr>
          <p:spPr>
            <a:xfrm>
              <a:off x="9606318" y="689321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t2436"/>
            <p:cNvSpPr/>
            <p:nvPr/>
          </p:nvSpPr>
          <p:spPr>
            <a:xfrm>
              <a:off x="9560906" y="691587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t2437"/>
            <p:cNvSpPr/>
            <p:nvPr/>
          </p:nvSpPr>
          <p:spPr>
            <a:xfrm>
              <a:off x="10003345" y="6513463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t2438"/>
            <p:cNvSpPr/>
            <p:nvPr/>
          </p:nvSpPr>
          <p:spPr>
            <a:xfrm>
              <a:off x="9555587" y="6761651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t2439"/>
            <p:cNvSpPr/>
            <p:nvPr/>
          </p:nvSpPr>
          <p:spPr>
            <a:xfrm>
              <a:off x="9577851" y="698997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t2440"/>
            <p:cNvSpPr/>
            <p:nvPr/>
          </p:nvSpPr>
          <p:spPr>
            <a:xfrm>
              <a:off x="9562891" y="702303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t2441"/>
            <p:cNvSpPr/>
            <p:nvPr/>
          </p:nvSpPr>
          <p:spPr>
            <a:xfrm>
              <a:off x="9647598" y="685542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t2442"/>
            <p:cNvSpPr/>
            <p:nvPr/>
          </p:nvSpPr>
          <p:spPr>
            <a:xfrm>
              <a:off x="9598095" y="687649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t2443"/>
            <p:cNvSpPr/>
            <p:nvPr/>
          </p:nvSpPr>
          <p:spPr>
            <a:xfrm>
              <a:off x="9637787" y="699667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t2444"/>
            <p:cNvSpPr/>
            <p:nvPr/>
          </p:nvSpPr>
          <p:spPr>
            <a:xfrm>
              <a:off x="9796401" y="6720499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t2445"/>
            <p:cNvSpPr/>
            <p:nvPr/>
          </p:nvSpPr>
          <p:spPr>
            <a:xfrm>
              <a:off x="9677039" y="6610802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t2446"/>
            <p:cNvSpPr/>
            <p:nvPr/>
          </p:nvSpPr>
          <p:spPr>
            <a:xfrm>
              <a:off x="9600881" y="703301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t2447"/>
            <p:cNvSpPr/>
            <p:nvPr/>
          </p:nvSpPr>
          <p:spPr>
            <a:xfrm>
              <a:off x="9799389" y="5733003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t2448"/>
            <p:cNvSpPr/>
            <p:nvPr/>
          </p:nvSpPr>
          <p:spPr>
            <a:xfrm>
              <a:off x="9618533" y="703422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t2449"/>
            <p:cNvSpPr/>
            <p:nvPr/>
          </p:nvSpPr>
          <p:spPr>
            <a:xfrm>
              <a:off x="10345314" y="833901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t2450"/>
            <p:cNvSpPr/>
            <p:nvPr/>
          </p:nvSpPr>
          <p:spPr>
            <a:xfrm>
              <a:off x="9602609" y="6595157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t2451"/>
            <p:cNvSpPr/>
            <p:nvPr/>
          </p:nvSpPr>
          <p:spPr>
            <a:xfrm>
              <a:off x="9571588" y="704089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t2452"/>
            <p:cNvSpPr/>
            <p:nvPr/>
          </p:nvSpPr>
          <p:spPr>
            <a:xfrm>
              <a:off x="9665029" y="694851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t2453"/>
            <p:cNvSpPr/>
            <p:nvPr/>
          </p:nvSpPr>
          <p:spPr>
            <a:xfrm>
              <a:off x="9540337" y="699111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t2454"/>
            <p:cNvSpPr/>
            <p:nvPr/>
          </p:nvSpPr>
          <p:spPr>
            <a:xfrm>
              <a:off x="10218669" y="6529257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t2455"/>
            <p:cNvSpPr/>
            <p:nvPr/>
          </p:nvSpPr>
          <p:spPr>
            <a:xfrm>
              <a:off x="9541619" y="697608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t2456"/>
            <p:cNvSpPr/>
            <p:nvPr/>
          </p:nvSpPr>
          <p:spPr>
            <a:xfrm>
              <a:off x="9585143" y="704337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t2457"/>
            <p:cNvSpPr/>
            <p:nvPr/>
          </p:nvSpPr>
          <p:spPr>
            <a:xfrm>
              <a:off x="9655428" y="701867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t2458"/>
            <p:cNvSpPr/>
            <p:nvPr/>
          </p:nvSpPr>
          <p:spPr>
            <a:xfrm>
              <a:off x="9635806" y="707129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t2459"/>
            <p:cNvSpPr/>
            <p:nvPr/>
          </p:nvSpPr>
          <p:spPr>
            <a:xfrm>
              <a:off x="9677396" y="708814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t2460"/>
            <p:cNvSpPr/>
            <p:nvPr/>
          </p:nvSpPr>
          <p:spPr>
            <a:xfrm>
              <a:off x="9523340" y="701259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t2461"/>
            <p:cNvSpPr/>
            <p:nvPr/>
          </p:nvSpPr>
          <p:spPr>
            <a:xfrm>
              <a:off x="9548818" y="706897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t2462"/>
            <p:cNvSpPr/>
            <p:nvPr/>
          </p:nvSpPr>
          <p:spPr>
            <a:xfrm>
              <a:off x="9572461" y="704701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t2463"/>
            <p:cNvSpPr/>
            <p:nvPr/>
          </p:nvSpPr>
          <p:spPr>
            <a:xfrm>
              <a:off x="10086781" y="6558835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t2464"/>
            <p:cNvSpPr/>
            <p:nvPr/>
          </p:nvSpPr>
          <p:spPr>
            <a:xfrm>
              <a:off x="9614336" y="704117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t2465"/>
            <p:cNvSpPr/>
            <p:nvPr/>
          </p:nvSpPr>
          <p:spPr>
            <a:xfrm>
              <a:off x="9566577" y="705127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" name="pt2466"/>
            <p:cNvSpPr/>
            <p:nvPr/>
          </p:nvSpPr>
          <p:spPr>
            <a:xfrm>
              <a:off x="9851108" y="6804315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" name="pt2467"/>
            <p:cNvSpPr/>
            <p:nvPr/>
          </p:nvSpPr>
          <p:spPr>
            <a:xfrm>
              <a:off x="9657767" y="703258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t2468"/>
            <p:cNvSpPr/>
            <p:nvPr/>
          </p:nvSpPr>
          <p:spPr>
            <a:xfrm>
              <a:off x="9623935" y="702403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t2469"/>
            <p:cNvSpPr/>
            <p:nvPr/>
          </p:nvSpPr>
          <p:spPr>
            <a:xfrm>
              <a:off x="9526011" y="697644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" name="pt2470"/>
            <p:cNvSpPr/>
            <p:nvPr/>
          </p:nvSpPr>
          <p:spPr>
            <a:xfrm>
              <a:off x="9592944" y="699371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pt2471"/>
            <p:cNvSpPr/>
            <p:nvPr/>
          </p:nvSpPr>
          <p:spPr>
            <a:xfrm>
              <a:off x="10016107" y="6693447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" name="pt2472"/>
            <p:cNvSpPr/>
            <p:nvPr/>
          </p:nvSpPr>
          <p:spPr>
            <a:xfrm>
              <a:off x="9611879" y="716388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" name="pt2473"/>
            <p:cNvSpPr/>
            <p:nvPr/>
          </p:nvSpPr>
          <p:spPr>
            <a:xfrm>
              <a:off x="9561985" y="708053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" name="pt2474"/>
            <p:cNvSpPr/>
            <p:nvPr/>
          </p:nvSpPr>
          <p:spPr>
            <a:xfrm>
              <a:off x="9581607" y="695796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pt2475"/>
            <p:cNvSpPr/>
            <p:nvPr/>
          </p:nvSpPr>
          <p:spPr>
            <a:xfrm>
              <a:off x="9751183" y="733317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t2476"/>
            <p:cNvSpPr/>
            <p:nvPr/>
          </p:nvSpPr>
          <p:spPr>
            <a:xfrm>
              <a:off x="9700321" y="722229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t2477"/>
            <p:cNvSpPr/>
            <p:nvPr/>
          </p:nvSpPr>
          <p:spPr>
            <a:xfrm>
              <a:off x="9541193" y="705919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t2478"/>
            <p:cNvSpPr/>
            <p:nvPr/>
          </p:nvSpPr>
          <p:spPr>
            <a:xfrm>
              <a:off x="9717258" y="696854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t2479"/>
            <p:cNvSpPr/>
            <p:nvPr/>
          </p:nvSpPr>
          <p:spPr>
            <a:xfrm>
              <a:off x="9613804" y="690521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t2480"/>
            <p:cNvSpPr/>
            <p:nvPr/>
          </p:nvSpPr>
          <p:spPr>
            <a:xfrm>
              <a:off x="9946853" y="842750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t2481"/>
            <p:cNvSpPr/>
            <p:nvPr/>
          </p:nvSpPr>
          <p:spPr>
            <a:xfrm>
              <a:off x="9575221" y="681427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pt2482"/>
            <p:cNvSpPr/>
            <p:nvPr/>
          </p:nvSpPr>
          <p:spPr>
            <a:xfrm>
              <a:off x="9738522" y="708859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" name="pt2483"/>
            <p:cNvSpPr/>
            <p:nvPr/>
          </p:nvSpPr>
          <p:spPr>
            <a:xfrm>
              <a:off x="9552483" y="690425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" name="pt2484"/>
            <p:cNvSpPr/>
            <p:nvPr/>
          </p:nvSpPr>
          <p:spPr>
            <a:xfrm>
              <a:off x="9701255" y="716871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" name="pt2485"/>
            <p:cNvSpPr/>
            <p:nvPr/>
          </p:nvSpPr>
          <p:spPr>
            <a:xfrm>
              <a:off x="9649097" y="698119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" name="pt2486"/>
            <p:cNvSpPr/>
            <p:nvPr/>
          </p:nvSpPr>
          <p:spPr>
            <a:xfrm>
              <a:off x="9568300" y="703598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" name="pt2487"/>
            <p:cNvSpPr/>
            <p:nvPr/>
          </p:nvSpPr>
          <p:spPr>
            <a:xfrm>
              <a:off x="9708251" y="6707735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" name="pt2488"/>
            <p:cNvSpPr/>
            <p:nvPr/>
          </p:nvSpPr>
          <p:spPr>
            <a:xfrm>
              <a:off x="9586527" y="705558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" name="pt2489"/>
            <p:cNvSpPr/>
            <p:nvPr/>
          </p:nvSpPr>
          <p:spPr>
            <a:xfrm>
              <a:off x="9977014" y="6756068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" name="pt2490"/>
            <p:cNvSpPr/>
            <p:nvPr/>
          </p:nvSpPr>
          <p:spPr>
            <a:xfrm>
              <a:off x="9606296" y="695451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" name="pt2491"/>
            <p:cNvSpPr/>
            <p:nvPr/>
          </p:nvSpPr>
          <p:spPr>
            <a:xfrm>
              <a:off x="9576673" y="703106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" name="pt2492"/>
            <p:cNvSpPr/>
            <p:nvPr/>
          </p:nvSpPr>
          <p:spPr>
            <a:xfrm>
              <a:off x="9714417" y="681230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" name="pt2493"/>
            <p:cNvSpPr/>
            <p:nvPr/>
          </p:nvSpPr>
          <p:spPr>
            <a:xfrm>
              <a:off x="9596663" y="712353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" name="pt2494"/>
            <p:cNvSpPr/>
            <p:nvPr/>
          </p:nvSpPr>
          <p:spPr>
            <a:xfrm>
              <a:off x="9953916" y="731976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" name="pt2495"/>
            <p:cNvSpPr/>
            <p:nvPr/>
          </p:nvSpPr>
          <p:spPr>
            <a:xfrm>
              <a:off x="9688386" y="718970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" name="pt2496"/>
            <p:cNvSpPr/>
            <p:nvPr/>
          </p:nvSpPr>
          <p:spPr>
            <a:xfrm>
              <a:off x="9830539" y="704627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" name="pt2497"/>
            <p:cNvSpPr/>
            <p:nvPr/>
          </p:nvSpPr>
          <p:spPr>
            <a:xfrm>
              <a:off x="9565309" y="702802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" name="pt2498"/>
            <p:cNvSpPr/>
            <p:nvPr/>
          </p:nvSpPr>
          <p:spPr>
            <a:xfrm>
              <a:off x="9551547" y="728813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" name="pt2499"/>
            <p:cNvSpPr/>
            <p:nvPr/>
          </p:nvSpPr>
          <p:spPr>
            <a:xfrm>
              <a:off x="9569930" y="699179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" name="pt2500"/>
            <p:cNvSpPr/>
            <p:nvPr/>
          </p:nvSpPr>
          <p:spPr>
            <a:xfrm>
              <a:off x="9585887" y="686721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" name="pt2501"/>
            <p:cNvSpPr/>
            <p:nvPr/>
          </p:nvSpPr>
          <p:spPr>
            <a:xfrm>
              <a:off x="9601370" y="718343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" name="pt2502"/>
            <p:cNvSpPr/>
            <p:nvPr/>
          </p:nvSpPr>
          <p:spPr>
            <a:xfrm>
              <a:off x="9557231" y="697195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" name="pt2503"/>
            <p:cNvSpPr/>
            <p:nvPr/>
          </p:nvSpPr>
          <p:spPr>
            <a:xfrm>
              <a:off x="9580318" y="703894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" name="pt2504"/>
            <p:cNvSpPr/>
            <p:nvPr/>
          </p:nvSpPr>
          <p:spPr>
            <a:xfrm>
              <a:off x="9517781" y="695452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" name="pt2505"/>
            <p:cNvSpPr/>
            <p:nvPr/>
          </p:nvSpPr>
          <p:spPr>
            <a:xfrm>
              <a:off x="9678499" y="688821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" name="pt2506"/>
            <p:cNvSpPr/>
            <p:nvPr/>
          </p:nvSpPr>
          <p:spPr>
            <a:xfrm>
              <a:off x="9548260" y="708118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" name="pt2507"/>
            <p:cNvSpPr/>
            <p:nvPr/>
          </p:nvSpPr>
          <p:spPr>
            <a:xfrm>
              <a:off x="9612742" y="698380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" name="pt2508"/>
            <p:cNvSpPr/>
            <p:nvPr/>
          </p:nvSpPr>
          <p:spPr>
            <a:xfrm>
              <a:off x="9541311" y="705450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" name="pt2509"/>
            <p:cNvSpPr/>
            <p:nvPr/>
          </p:nvSpPr>
          <p:spPr>
            <a:xfrm>
              <a:off x="9573143" y="705177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" name="pt2510"/>
            <p:cNvSpPr/>
            <p:nvPr/>
          </p:nvSpPr>
          <p:spPr>
            <a:xfrm>
              <a:off x="9557973" y="689728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" name="pt2511"/>
            <p:cNvSpPr/>
            <p:nvPr/>
          </p:nvSpPr>
          <p:spPr>
            <a:xfrm>
              <a:off x="9537230" y="708076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" name="pt2512"/>
            <p:cNvSpPr/>
            <p:nvPr/>
          </p:nvSpPr>
          <p:spPr>
            <a:xfrm>
              <a:off x="9692075" y="6528861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" name="pt2513"/>
            <p:cNvSpPr/>
            <p:nvPr/>
          </p:nvSpPr>
          <p:spPr>
            <a:xfrm>
              <a:off x="9571136" y="693410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" name="pt2514"/>
            <p:cNvSpPr/>
            <p:nvPr/>
          </p:nvSpPr>
          <p:spPr>
            <a:xfrm>
              <a:off x="9566522" y="702320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" name="pt2515"/>
            <p:cNvSpPr/>
            <p:nvPr/>
          </p:nvSpPr>
          <p:spPr>
            <a:xfrm>
              <a:off x="9560879" y="701592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" name="pt2516"/>
            <p:cNvSpPr/>
            <p:nvPr/>
          </p:nvSpPr>
          <p:spPr>
            <a:xfrm>
              <a:off x="9669317" y="700739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" name="pt2517"/>
            <p:cNvSpPr/>
            <p:nvPr/>
          </p:nvSpPr>
          <p:spPr>
            <a:xfrm>
              <a:off x="9668998" y="6769725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" name="pt2518"/>
            <p:cNvSpPr/>
            <p:nvPr/>
          </p:nvSpPr>
          <p:spPr>
            <a:xfrm>
              <a:off x="9622762" y="715051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" name="pt2519"/>
            <p:cNvSpPr/>
            <p:nvPr/>
          </p:nvSpPr>
          <p:spPr>
            <a:xfrm>
              <a:off x="9545671" y="696318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" name="pl2520"/>
            <p:cNvSpPr/>
            <p:nvPr/>
          </p:nvSpPr>
          <p:spPr>
            <a:xfrm>
              <a:off x="9468163" y="6837131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" name="pg2521"/>
            <p:cNvSpPr/>
            <p:nvPr/>
          </p:nvSpPr>
          <p:spPr>
            <a:xfrm>
              <a:off x="9516075" y="6955895"/>
              <a:ext cx="958224" cy="60459"/>
            </a:xfrm>
            <a:custGeom>
              <a:avLst/>
              <a:pathLst>
                <a:path w="958224" h="60459">
                  <a:moveTo>
                    <a:pt x="0" y="215"/>
                  </a:moveTo>
                  <a:lnTo>
                    <a:pt x="12129" y="216"/>
                  </a:lnTo>
                  <a:lnTo>
                    <a:pt x="24258" y="217"/>
                  </a:lnTo>
                  <a:lnTo>
                    <a:pt x="36388" y="217"/>
                  </a:lnTo>
                  <a:lnTo>
                    <a:pt x="48517" y="218"/>
                  </a:lnTo>
                  <a:lnTo>
                    <a:pt x="60647" y="218"/>
                  </a:lnTo>
                  <a:lnTo>
                    <a:pt x="72776" y="219"/>
                  </a:lnTo>
                  <a:lnTo>
                    <a:pt x="84905" y="219"/>
                  </a:lnTo>
                  <a:lnTo>
                    <a:pt x="97035" y="219"/>
                  </a:lnTo>
                  <a:lnTo>
                    <a:pt x="109164" y="219"/>
                  </a:lnTo>
                  <a:lnTo>
                    <a:pt x="121294" y="219"/>
                  </a:lnTo>
                  <a:lnTo>
                    <a:pt x="133423" y="219"/>
                  </a:lnTo>
                  <a:lnTo>
                    <a:pt x="145553" y="218"/>
                  </a:lnTo>
                  <a:lnTo>
                    <a:pt x="157682" y="218"/>
                  </a:lnTo>
                  <a:lnTo>
                    <a:pt x="169811" y="217"/>
                  </a:lnTo>
                  <a:lnTo>
                    <a:pt x="181941" y="217"/>
                  </a:lnTo>
                  <a:lnTo>
                    <a:pt x="194070" y="216"/>
                  </a:lnTo>
                  <a:lnTo>
                    <a:pt x="206200" y="215"/>
                  </a:lnTo>
                  <a:lnTo>
                    <a:pt x="218329" y="214"/>
                  </a:lnTo>
                  <a:lnTo>
                    <a:pt x="230459" y="213"/>
                  </a:lnTo>
                  <a:lnTo>
                    <a:pt x="242588" y="212"/>
                  </a:lnTo>
                  <a:lnTo>
                    <a:pt x="254717" y="211"/>
                  </a:lnTo>
                  <a:lnTo>
                    <a:pt x="266847" y="209"/>
                  </a:lnTo>
                  <a:lnTo>
                    <a:pt x="278976" y="208"/>
                  </a:lnTo>
                  <a:lnTo>
                    <a:pt x="291106" y="206"/>
                  </a:lnTo>
                  <a:lnTo>
                    <a:pt x="303235" y="205"/>
                  </a:lnTo>
                  <a:lnTo>
                    <a:pt x="315365" y="203"/>
                  </a:lnTo>
                  <a:lnTo>
                    <a:pt x="327494" y="202"/>
                  </a:lnTo>
                  <a:lnTo>
                    <a:pt x="339623" y="200"/>
                  </a:lnTo>
                  <a:lnTo>
                    <a:pt x="351753" y="198"/>
                  </a:lnTo>
                  <a:lnTo>
                    <a:pt x="363882" y="196"/>
                  </a:lnTo>
                  <a:lnTo>
                    <a:pt x="376012" y="194"/>
                  </a:lnTo>
                  <a:lnTo>
                    <a:pt x="388141" y="192"/>
                  </a:lnTo>
                  <a:lnTo>
                    <a:pt x="400271" y="190"/>
                  </a:lnTo>
                  <a:lnTo>
                    <a:pt x="412400" y="187"/>
                  </a:lnTo>
                  <a:lnTo>
                    <a:pt x="424529" y="185"/>
                  </a:lnTo>
                  <a:lnTo>
                    <a:pt x="436659" y="183"/>
                  </a:lnTo>
                  <a:lnTo>
                    <a:pt x="448788" y="180"/>
                  </a:lnTo>
                  <a:lnTo>
                    <a:pt x="460918" y="178"/>
                  </a:lnTo>
                  <a:lnTo>
                    <a:pt x="473047" y="175"/>
                  </a:lnTo>
                  <a:lnTo>
                    <a:pt x="485177" y="173"/>
                  </a:lnTo>
                  <a:lnTo>
                    <a:pt x="497306" y="170"/>
                  </a:lnTo>
                  <a:lnTo>
                    <a:pt x="509435" y="167"/>
                  </a:lnTo>
                  <a:lnTo>
                    <a:pt x="521565" y="164"/>
                  </a:lnTo>
                  <a:lnTo>
                    <a:pt x="533694" y="161"/>
                  </a:lnTo>
                  <a:lnTo>
                    <a:pt x="545824" y="158"/>
                  </a:lnTo>
                  <a:lnTo>
                    <a:pt x="557953" y="155"/>
                  </a:lnTo>
                  <a:lnTo>
                    <a:pt x="570083" y="152"/>
                  </a:lnTo>
                  <a:lnTo>
                    <a:pt x="582212" y="149"/>
                  </a:lnTo>
                  <a:lnTo>
                    <a:pt x="594341" y="146"/>
                  </a:lnTo>
                  <a:lnTo>
                    <a:pt x="606471" y="142"/>
                  </a:lnTo>
                  <a:lnTo>
                    <a:pt x="618600" y="139"/>
                  </a:lnTo>
                  <a:lnTo>
                    <a:pt x="630730" y="135"/>
                  </a:lnTo>
                  <a:lnTo>
                    <a:pt x="642859" y="131"/>
                  </a:lnTo>
                  <a:lnTo>
                    <a:pt x="654989" y="128"/>
                  </a:lnTo>
                  <a:lnTo>
                    <a:pt x="667118" y="124"/>
                  </a:lnTo>
                  <a:lnTo>
                    <a:pt x="679247" y="120"/>
                  </a:lnTo>
                  <a:lnTo>
                    <a:pt x="691377" y="116"/>
                  </a:lnTo>
                  <a:lnTo>
                    <a:pt x="703506" y="112"/>
                  </a:lnTo>
                  <a:lnTo>
                    <a:pt x="715636" y="108"/>
                  </a:lnTo>
                  <a:lnTo>
                    <a:pt x="727765" y="103"/>
                  </a:lnTo>
                  <a:lnTo>
                    <a:pt x="739895" y="99"/>
                  </a:lnTo>
                  <a:lnTo>
                    <a:pt x="752024" y="94"/>
                  </a:lnTo>
                  <a:lnTo>
                    <a:pt x="764153" y="90"/>
                  </a:lnTo>
                  <a:lnTo>
                    <a:pt x="776283" y="85"/>
                  </a:lnTo>
                  <a:lnTo>
                    <a:pt x="788412" y="80"/>
                  </a:lnTo>
                  <a:lnTo>
                    <a:pt x="800542" y="75"/>
                  </a:lnTo>
                  <a:lnTo>
                    <a:pt x="812671" y="70"/>
                  </a:lnTo>
                  <a:lnTo>
                    <a:pt x="824801" y="65"/>
                  </a:lnTo>
                  <a:lnTo>
                    <a:pt x="836930" y="59"/>
                  </a:lnTo>
                  <a:lnTo>
                    <a:pt x="849059" y="54"/>
                  </a:lnTo>
                  <a:lnTo>
                    <a:pt x="861189" y="48"/>
                  </a:lnTo>
                  <a:lnTo>
                    <a:pt x="873318" y="43"/>
                  </a:lnTo>
                  <a:lnTo>
                    <a:pt x="885448" y="37"/>
                  </a:lnTo>
                  <a:lnTo>
                    <a:pt x="897577" y="31"/>
                  </a:lnTo>
                  <a:lnTo>
                    <a:pt x="909706" y="25"/>
                  </a:lnTo>
                  <a:lnTo>
                    <a:pt x="921836" y="19"/>
                  </a:lnTo>
                  <a:lnTo>
                    <a:pt x="933965" y="12"/>
                  </a:lnTo>
                  <a:lnTo>
                    <a:pt x="946095" y="6"/>
                  </a:lnTo>
                  <a:lnTo>
                    <a:pt x="958224" y="0"/>
                  </a:lnTo>
                  <a:lnTo>
                    <a:pt x="958224" y="60459"/>
                  </a:lnTo>
                  <a:lnTo>
                    <a:pt x="946095" y="60453"/>
                  </a:lnTo>
                  <a:lnTo>
                    <a:pt x="933965" y="60447"/>
                  </a:lnTo>
                  <a:lnTo>
                    <a:pt x="921836" y="60441"/>
                  </a:lnTo>
                  <a:lnTo>
                    <a:pt x="909706" y="60435"/>
                  </a:lnTo>
                  <a:lnTo>
                    <a:pt x="897577" y="60430"/>
                  </a:lnTo>
                  <a:lnTo>
                    <a:pt x="885448" y="60424"/>
                  </a:lnTo>
                  <a:lnTo>
                    <a:pt x="873318" y="60419"/>
                  </a:lnTo>
                  <a:lnTo>
                    <a:pt x="861189" y="60414"/>
                  </a:lnTo>
                  <a:lnTo>
                    <a:pt x="849059" y="60409"/>
                  </a:lnTo>
                  <a:lnTo>
                    <a:pt x="836930" y="60404"/>
                  </a:lnTo>
                  <a:lnTo>
                    <a:pt x="824801" y="60399"/>
                  </a:lnTo>
                  <a:lnTo>
                    <a:pt x="812671" y="60394"/>
                  </a:lnTo>
                  <a:lnTo>
                    <a:pt x="800542" y="60389"/>
                  </a:lnTo>
                  <a:lnTo>
                    <a:pt x="788412" y="60385"/>
                  </a:lnTo>
                  <a:lnTo>
                    <a:pt x="776283" y="60380"/>
                  </a:lnTo>
                  <a:lnTo>
                    <a:pt x="764153" y="60376"/>
                  </a:lnTo>
                  <a:lnTo>
                    <a:pt x="752024" y="60372"/>
                  </a:lnTo>
                  <a:lnTo>
                    <a:pt x="739895" y="60368"/>
                  </a:lnTo>
                  <a:lnTo>
                    <a:pt x="727765" y="60364"/>
                  </a:lnTo>
                  <a:lnTo>
                    <a:pt x="715636" y="60360"/>
                  </a:lnTo>
                  <a:lnTo>
                    <a:pt x="703506" y="60356"/>
                  </a:lnTo>
                  <a:lnTo>
                    <a:pt x="691377" y="60353"/>
                  </a:lnTo>
                  <a:lnTo>
                    <a:pt x="679247" y="60349"/>
                  </a:lnTo>
                  <a:lnTo>
                    <a:pt x="667118" y="60346"/>
                  </a:lnTo>
                  <a:lnTo>
                    <a:pt x="654989" y="60343"/>
                  </a:lnTo>
                  <a:lnTo>
                    <a:pt x="642859" y="60340"/>
                  </a:lnTo>
                  <a:lnTo>
                    <a:pt x="630730" y="60336"/>
                  </a:lnTo>
                  <a:lnTo>
                    <a:pt x="618600" y="60333"/>
                  </a:lnTo>
                  <a:lnTo>
                    <a:pt x="606471" y="60331"/>
                  </a:lnTo>
                  <a:lnTo>
                    <a:pt x="594341" y="60328"/>
                  </a:lnTo>
                  <a:lnTo>
                    <a:pt x="582212" y="60325"/>
                  </a:lnTo>
                  <a:lnTo>
                    <a:pt x="570083" y="60323"/>
                  </a:lnTo>
                  <a:lnTo>
                    <a:pt x="557953" y="60320"/>
                  </a:lnTo>
                  <a:lnTo>
                    <a:pt x="545824" y="60318"/>
                  </a:lnTo>
                  <a:lnTo>
                    <a:pt x="533694" y="60315"/>
                  </a:lnTo>
                  <a:lnTo>
                    <a:pt x="521565" y="60313"/>
                  </a:lnTo>
                  <a:lnTo>
                    <a:pt x="509435" y="60311"/>
                  </a:lnTo>
                  <a:lnTo>
                    <a:pt x="497306" y="60309"/>
                  </a:lnTo>
                  <a:lnTo>
                    <a:pt x="485177" y="60307"/>
                  </a:lnTo>
                  <a:lnTo>
                    <a:pt x="473047" y="60305"/>
                  </a:lnTo>
                  <a:lnTo>
                    <a:pt x="460918" y="60303"/>
                  </a:lnTo>
                  <a:lnTo>
                    <a:pt x="448788" y="60301"/>
                  </a:lnTo>
                  <a:lnTo>
                    <a:pt x="436659" y="60300"/>
                  </a:lnTo>
                  <a:lnTo>
                    <a:pt x="424529" y="60298"/>
                  </a:lnTo>
                  <a:lnTo>
                    <a:pt x="412400" y="60297"/>
                  </a:lnTo>
                  <a:lnTo>
                    <a:pt x="400271" y="60295"/>
                  </a:lnTo>
                  <a:lnTo>
                    <a:pt x="388141" y="60294"/>
                  </a:lnTo>
                  <a:lnTo>
                    <a:pt x="376012" y="60293"/>
                  </a:lnTo>
                  <a:lnTo>
                    <a:pt x="363882" y="60292"/>
                  </a:lnTo>
                  <a:lnTo>
                    <a:pt x="351753" y="60291"/>
                  </a:lnTo>
                  <a:lnTo>
                    <a:pt x="339623" y="60290"/>
                  </a:lnTo>
                  <a:lnTo>
                    <a:pt x="327494" y="60289"/>
                  </a:lnTo>
                  <a:lnTo>
                    <a:pt x="315365" y="60288"/>
                  </a:lnTo>
                  <a:lnTo>
                    <a:pt x="303235" y="60288"/>
                  </a:lnTo>
                  <a:lnTo>
                    <a:pt x="291106" y="60287"/>
                  </a:lnTo>
                  <a:lnTo>
                    <a:pt x="278976" y="60287"/>
                  </a:lnTo>
                  <a:lnTo>
                    <a:pt x="266847" y="60286"/>
                  </a:lnTo>
                  <a:lnTo>
                    <a:pt x="254717" y="60286"/>
                  </a:lnTo>
                  <a:lnTo>
                    <a:pt x="242588" y="60286"/>
                  </a:lnTo>
                  <a:lnTo>
                    <a:pt x="230459" y="60286"/>
                  </a:lnTo>
                  <a:lnTo>
                    <a:pt x="218329" y="60286"/>
                  </a:lnTo>
                  <a:lnTo>
                    <a:pt x="206200" y="60286"/>
                  </a:lnTo>
                  <a:lnTo>
                    <a:pt x="194070" y="60287"/>
                  </a:lnTo>
                  <a:lnTo>
                    <a:pt x="181941" y="60287"/>
                  </a:lnTo>
                  <a:lnTo>
                    <a:pt x="169811" y="60288"/>
                  </a:lnTo>
                  <a:lnTo>
                    <a:pt x="157682" y="60288"/>
                  </a:lnTo>
                  <a:lnTo>
                    <a:pt x="145553" y="60289"/>
                  </a:lnTo>
                  <a:lnTo>
                    <a:pt x="133423" y="60290"/>
                  </a:lnTo>
                  <a:lnTo>
                    <a:pt x="121294" y="60291"/>
                  </a:lnTo>
                  <a:lnTo>
                    <a:pt x="109164" y="60292"/>
                  </a:lnTo>
                  <a:lnTo>
                    <a:pt x="97035" y="60293"/>
                  </a:lnTo>
                  <a:lnTo>
                    <a:pt x="84905" y="60294"/>
                  </a:lnTo>
                  <a:lnTo>
                    <a:pt x="72776" y="60296"/>
                  </a:lnTo>
                  <a:lnTo>
                    <a:pt x="60647" y="60297"/>
                  </a:lnTo>
                  <a:lnTo>
                    <a:pt x="48517" y="60299"/>
                  </a:lnTo>
                  <a:lnTo>
                    <a:pt x="36388" y="60301"/>
                  </a:lnTo>
                  <a:lnTo>
                    <a:pt x="24258" y="60303"/>
                  </a:lnTo>
                  <a:lnTo>
                    <a:pt x="12129" y="60305"/>
                  </a:lnTo>
                  <a:lnTo>
                    <a:pt x="0" y="60307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22" name="pl2522"/>
            <p:cNvSpPr/>
            <p:nvPr/>
          </p:nvSpPr>
          <p:spPr>
            <a:xfrm>
              <a:off x="9516075" y="6955895"/>
              <a:ext cx="958224" cy="219"/>
            </a:xfrm>
            <a:custGeom>
              <a:avLst/>
              <a:pathLst>
                <a:path w="958224" h="219">
                  <a:moveTo>
                    <a:pt x="0" y="215"/>
                  </a:moveTo>
                  <a:lnTo>
                    <a:pt x="12129" y="216"/>
                  </a:lnTo>
                  <a:lnTo>
                    <a:pt x="24258" y="217"/>
                  </a:lnTo>
                  <a:lnTo>
                    <a:pt x="36388" y="217"/>
                  </a:lnTo>
                  <a:lnTo>
                    <a:pt x="48517" y="218"/>
                  </a:lnTo>
                  <a:lnTo>
                    <a:pt x="60647" y="218"/>
                  </a:lnTo>
                  <a:lnTo>
                    <a:pt x="72776" y="219"/>
                  </a:lnTo>
                  <a:lnTo>
                    <a:pt x="84905" y="219"/>
                  </a:lnTo>
                  <a:lnTo>
                    <a:pt x="97035" y="219"/>
                  </a:lnTo>
                  <a:lnTo>
                    <a:pt x="109164" y="219"/>
                  </a:lnTo>
                  <a:lnTo>
                    <a:pt x="121294" y="219"/>
                  </a:lnTo>
                  <a:lnTo>
                    <a:pt x="133423" y="219"/>
                  </a:lnTo>
                  <a:lnTo>
                    <a:pt x="145553" y="218"/>
                  </a:lnTo>
                  <a:lnTo>
                    <a:pt x="157682" y="218"/>
                  </a:lnTo>
                  <a:lnTo>
                    <a:pt x="169811" y="217"/>
                  </a:lnTo>
                  <a:lnTo>
                    <a:pt x="181941" y="217"/>
                  </a:lnTo>
                  <a:lnTo>
                    <a:pt x="194070" y="216"/>
                  </a:lnTo>
                  <a:lnTo>
                    <a:pt x="206200" y="215"/>
                  </a:lnTo>
                  <a:lnTo>
                    <a:pt x="218329" y="214"/>
                  </a:lnTo>
                  <a:lnTo>
                    <a:pt x="230459" y="213"/>
                  </a:lnTo>
                  <a:lnTo>
                    <a:pt x="242588" y="212"/>
                  </a:lnTo>
                  <a:lnTo>
                    <a:pt x="254717" y="211"/>
                  </a:lnTo>
                  <a:lnTo>
                    <a:pt x="266847" y="209"/>
                  </a:lnTo>
                  <a:lnTo>
                    <a:pt x="278976" y="208"/>
                  </a:lnTo>
                  <a:lnTo>
                    <a:pt x="291106" y="206"/>
                  </a:lnTo>
                  <a:lnTo>
                    <a:pt x="303235" y="205"/>
                  </a:lnTo>
                  <a:lnTo>
                    <a:pt x="315365" y="203"/>
                  </a:lnTo>
                  <a:lnTo>
                    <a:pt x="327494" y="202"/>
                  </a:lnTo>
                  <a:lnTo>
                    <a:pt x="339623" y="200"/>
                  </a:lnTo>
                  <a:lnTo>
                    <a:pt x="351753" y="198"/>
                  </a:lnTo>
                  <a:lnTo>
                    <a:pt x="363882" y="196"/>
                  </a:lnTo>
                  <a:lnTo>
                    <a:pt x="376012" y="194"/>
                  </a:lnTo>
                  <a:lnTo>
                    <a:pt x="388141" y="192"/>
                  </a:lnTo>
                  <a:lnTo>
                    <a:pt x="400271" y="190"/>
                  </a:lnTo>
                  <a:lnTo>
                    <a:pt x="412400" y="187"/>
                  </a:lnTo>
                  <a:lnTo>
                    <a:pt x="424529" y="185"/>
                  </a:lnTo>
                  <a:lnTo>
                    <a:pt x="436659" y="183"/>
                  </a:lnTo>
                  <a:lnTo>
                    <a:pt x="448788" y="180"/>
                  </a:lnTo>
                  <a:lnTo>
                    <a:pt x="460918" y="178"/>
                  </a:lnTo>
                  <a:lnTo>
                    <a:pt x="473047" y="175"/>
                  </a:lnTo>
                  <a:lnTo>
                    <a:pt x="485177" y="173"/>
                  </a:lnTo>
                  <a:lnTo>
                    <a:pt x="497306" y="170"/>
                  </a:lnTo>
                  <a:lnTo>
                    <a:pt x="509435" y="167"/>
                  </a:lnTo>
                  <a:lnTo>
                    <a:pt x="521565" y="164"/>
                  </a:lnTo>
                  <a:lnTo>
                    <a:pt x="533694" y="161"/>
                  </a:lnTo>
                  <a:lnTo>
                    <a:pt x="545824" y="158"/>
                  </a:lnTo>
                  <a:lnTo>
                    <a:pt x="557953" y="155"/>
                  </a:lnTo>
                  <a:lnTo>
                    <a:pt x="570083" y="152"/>
                  </a:lnTo>
                  <a:lnTo>
                    <a:pt x="582212" y="149"/>
                  </a:lnTo>
                  <a:lnTo>
                    <a:pt x="594341" y="146"/>
                  </a:lnTo>
                  <a:lnTo>
                    <a:pt x="606471" y="142"/>
                  </a:lnTo>
                  <a:lnTo>
                    <a:pt x="618600" y="139"/>
                  </a:lnTo>
                  <a:lnTo>
                    <a:pt x="630730" y="135"/>
                  </a:lnTo>
                  <a:lnTo>
                    <a:pt x="642859" y="131"/>
                  </a:lnTo>
                  <a:lnTo>
                    <a:pt x="654989" y="128"/>
                  </a:lnTo>
                  <a:lnTo>
                    <a:pt x="667118" y="124"/>
                  </a:lnTo>
                  <a:lnTo>
                    <a:pt x="679247" y="120"/>
                  </a:lnTo>
                  <a:lnTo>
                    <a:pt x="691377" y="116"/>
                  </a:lnTo>
                  <a:lnTo>
                    <a:pt x="703506" y="112"/>
                  </a:lnTo>
                  <a:lnTo>
                    <a:pt x="715636" y="108"/>
                  </a:lnTo>
                  <a:lnTo>
                    <a:pt x="727765" y="103"/>
                  </a:lnTo>
                  <a:lnTo>
                    <a:pt x="739895" y="99"/>
                  </a:lnTo>
                  <a:lnTo>
                    <a:pt x="752024" y="94"/>
                  </a:lnTo>
                  <a:lnTo>
                    <a:pt x="764153" y="90"/>
                  </a:lnTo>
                  <a:lnTo>
                    <a:pt x="776283" y="85"/>
                  </a:lnTo>
                  <a:lnTo>
                    <a:pt x="788412" y="80"/>
                  </a:lnTo>
                  <a:lnTo>
                    <a:pt x="800542" y="75"/>
                  </a:lnTo>
                  <a:lnTo>
                    <a:pt x="812671" y="70"/>
                  </a:lnTo>
                  <a:lnTo>
                    <a:pt x="824801" y="65"/>
                  </a:lnTo>
                  <a:lnTo>
                    <a:pt x="836930" y="59"/>
                  </a:lnTo>
                  <a:lnTo>
                    <a:pt x="849059" y="54"/>
                  </a:lnTo>
                  <a:lnTo>
                    <a:pt x="861189" y="48"/>
                  </a:lnTo>
                  <a:lnTo>
                    <a:pt x="873318" y="43"/>
                  </a:lnTo>
                  <a:lnTo>
                    <a:pt x="885448" y="37"/>
                  </a:lnTo>
                  <a:lnTo>
                    <a:pt x="897577" y="31"/>
                  </a:lnTo>
                  <a:lnTo>
                    <a:pt x="909706" y="25"/>
                  </a:lnTo>
                  <a:lnTo>
                    <a:pt x="921836" y="19"/>
                  </a:lnTo>
                  <a:lnTo>
                    <a:pt x="933965" y="12"/>
                  </a:lnTo>
                  <a:lnTo>
                    <a:pt x="946095" y="6"/>
                  </a:lnTo>
                  <a:lnTo>
                    <a:pt x="95822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23" name="pl2523"/>
            <p:cNvSpPr/>
            <p:nvPr/>
          </p:nvSpPr>
          <p:spPr>
            <a:xfrm>
              <a:off x="9516075" y="7016181"/>
              <a:ext cx="958224" cy="173"/>
            </a:xfrm>
            <a:custGeom>
              <a:avLst/>
              <a:pathLst>
                <a:path w="958224" h="173">
                  <a:moveTo>
                    <a:pt x="958224" y="173"/>
                  </a:moveTo>
                  <a:lnTo>
                    <a:pt x="946095" y="166"/>
                  </a:lnTo>
                  <a:lnTo>
                    <a:pt x="933965" y="160"/>
                  </a:lnTo>
                  <a:lnTo>
                    <a:pt x="921836" y="155"/>
                  </a:lnTo>
                  <a:lnTo>
                    <a:pt x="909706" y="149"/>
                  </a:lnTo>
                  <a:lnTo>
                    <a:pt x="897577" y="143"/>
                  </a:lnTo>
                  <a:lnTo>
                    <a:pt x="885448" y="138"/>
                  </a:lnTo>
                  <a:lnTo>
                    <a:pt x="873318" y="132"/>
                  </a:lnTo>
                  <a:lnTo>
                    <a:pt x="861189" y="127"/>
                  </a:lnTo>
                  <a:lnTo>
                    <a:pt x="849059" y="122"/>
                  </a:lnTo>
                  <a:lnTo>
                    <a:pt x="836930" y="117"/>
                  </a:lnTo>
                  <a:lnTo>
                    <a:pt x="824801" y="112"/>
                  </a:lnTo>
                  <a:lnTo>
                    <a:pt x="812671" y="107"/>
                  </a:lnTo>
                  <a:lnTo>
                    <a:pt x="800542" y="103"/>
                  </a:lnTo>
                  <a:lnTo>
                    <a:pt x="788412" y="98"/>
                  </a:lnTo>
                  <a:lnTo>
                    <a:pt x="776283" y="94"/>
                  </a:lnTo>
                  <a:lnTo>
                    <a:pt x="764153" y="89"/>
                  </a:lnTo>
                  <a:lnTo>
                    <a:pt x="752024" y="85"/>
                  </a:lnTo>
                  <a:lnTo>
                    <a:pt x="739895" y="81"/>
                  </a:lnTo>
                  <a:lnTo>
                    <a:pt x="727765" y="77"/>
                  </a:lnTo>
                  <a:lnTo>
                    <a:pt x="715636" y="74"/>
                  </a:lnTo>
                  <a:lnTo>
                    <a:pt x="703506" y="70"/>
                  </a:lnTo>
                  <a:lnTo>
                    <a:pt x="691377" y="66"/>
                  </a:lnTo>
                  <a:lnTo>
                    <a:pt x="679247" y="63"/>
                  </a:lnTo>
                  <a:lnTo>
                    <a:pt x="667118" y="59"/>
                  </a:lnTo>
                  <a:lnTo>
                    <a:pt x="654989" y="56"/>
                  </a:lnTo>
                  <a:lnTo>
                    <a:pt x="642859" y="53"/>
                  </a:lnTo>
                  <a:lnTo>
                    <a:pt x="630730" y="50"/>
                  </a:lnTo>
                  <a:lnTo>
                    <a:pt x="618600" y="47"/>
                  </a:lnTo>
                  <a:lnTo>
                    <a:pt x="606471" y="44"/>
                  </a:lnTo>
                  <a:lnTo>
                    <a:pt x="594341" y="41"/>
                  </a:lnTo>
                  <a:lnTo>
                    <a:pt x="582212" y="38"/>
                  </a:lnTo>
                  <a:lnTo>
                    <a:pt x="570083" y="36"/>
                  </a:lnTo>
                  <a:lnTo>
                    <a:pt x="557953" y="33"/>
                  </a:lnTo>
                  <a:lnTo>
                    <a:pt x="545824" y="31"/>
                  </a:lnTo>
                  <a:lnTo>
                    <a:pt x="533694" y="29"/>
                  </a:lnTo>
                  <a:lnTo>
                    <a:pt x="521565" y="26"/>
                  </a:lnTo>
                  <a:lnTo>
                    <a:pt x="509435" y="24"/>
                  </a:lnTo>
                  <a:lnTo>
                    <a:pt x="497306" y="22"/>
                  </a:lnTo>
                  <a:lnTo>
                    <a:pt x="485177" y="20"/>
                  </a:lnTo>
                  <a:lnTo>
                    <a:pt x="473047" y="18"/>
                  </a:lnTo>
                  <a:lnTo>
                    <a:pt x="460918" y="16"/>
                  </a:lnTo>
                  <a:lnTo>
                    <a:pt x="448788" y="15"/>
                  </a:lnTo>
                  <a:lnTo>
                    <a:pt x="436659" y="13"/>
                  </a:lnTo>
                  <a:lnTo>
                    <a:pt x="424529" y="12"/>
                  </a:lnTo>
                  <a:lnTo>
                    <a:pt x="412400" y="10"/>
                  </a:lnTo>
                  <a:lnTo>
                    <a:pt x="400271" y="9"/>
                  </a:lnTo>
                  <a:lnTo>
                    <a:pt x="388141" y="7"/>
                  </a:lnTo>
                  <a:lnTo>
                    <a:pt x="376012" y="6"/>
                  </a:lnTo>
                  <a:lnTo>
                    <a:pt x="363882" y="5"/>
                  </a:lnTo>
                  <a:lnTo>
                    <a:pt x="351753" y="4"/>
                  </a:lnTo>
                  <a:lnTo>
                    <a:pt x="339623" y="3"/>
                  </a:lnTo>
                  <a:lnTo>
                    <a:pt x="327494" y="2"/>
                  </a:lnTo>
                  <a:lnTo>
                    <a:pt x="315365" y="2"/>
                  </a:lnTo>
                  <a:lnTo>
                    <a:pt x="303235" y="1"/>
                  </a:lnTo>
                  <a:lnTo>
                    <a:pt x="291106" y="1"/>
                  </a:lnTo>
                  <a:lnTo>
                    <a:pt x="278976" y="0"/>
                  </a:lnTo>
                  <a:lnTo>
                    <a:pt x="266847" y="0"/>
                  </a:lnTo>
                  <a:lnTo>
                    <a:pt x="254717" y="0"/>
                  </a:lnTo>
                  <a:lnTo>
                    <a:pt x="242588" y="0"/>
                  </a:lnTo>
                  <a:lnTo>
                    <a:pt x="230459" y="0"/>
                  </a:lnTo>
                  <a:lnTo>
                    <a:pt x="218329" y="0"/>
                  </a:lnTo>
                  <a:lnTo>
                    <a:pt x="206200" y="0"/>
                  </a:lnTo>
                  <a:lnTo>
                    <a:pt x="194070" y="0"/>
                  </a:lnTo>
                  <a:lnTo>
                    <a:pt x="181941" y="0"/>
                  </a:lnTo>
                  <a:lnTo>
                    <a:pt x="169811" y="1"/>
                  </a:lnTo>
                  <a:lnTo>
                    <a:pt x="157682" y="2"/>
                  </a:lnTo>
                  <a:lnTo>
                    <a:pt x="145553" y="2"/>
                  </a:lnTo>
                  <a:lnTo>
                    <a:pt x="133423" y="3"/>
                  </a:lnTo>
                  <a:lnTo>
                    <a:pt x="121294" y="4"/>
                  </a:lnTo>
                  <a:lnTo>
                    <a:pt x="109164" y="5"/>
                  </a:lnTo>
                  <a:lnTo>
                    <a:pt x="97035" y="6"/>
                  </a:lnTo>
                  <a:lnTo>
                    <a:pt x="84905" y="8"/>
                  </a:lnTo>
                  <a:lnTo>
                    <a:pt x="72776" y="9"/>
                  </a:lnTo>
                  <a:lnTo>
                    <a:pt x="60647" y="11"/>
                  </a:lnTo>
                  <a:lnTo>
                    <a:pt x="48517" y="13"/>
                  </a:lnTo>
                  <a:lnTo>
                    <a:pt x="36388" y="14"/>
                  </a:lnTo>
                  <a:lnTo>
                    <a:pt x="24258" y="16"/>
                  </a:lnTo>
                  <a:lnTo>
                    <a:pt x="12129" y="18"/>
                  </a:lnTo>
                  <a:lnTo>
                    <a:pt x="0" y="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24" name="pl2524"/>
            <p:cNvSpPr/>
            <p:nvPr/>
          </p:nvSpPr>
          <p:spPr>
            <a:xfrm>
              <a:off x="9516075" y="6986125"/>
              <a:ext cx="958224" cy="31"/>
            </a:xfrm>
            <a:custGeom>
              <a:avLst/>
              <a:pathLst>
                <a:path w="958224" h="31">
                  <a:moveTo>
                    <a:pt x="0" y="31"/>
                  </a:moveTo>
                  <a:lnTo>
                    <a:pt x="12129" y="31"/>
                  </a:lnTo>
                  <a:lnTo>
                    <a:pt x="24258" y="30"/>
                  </a:lnTo>
                  <a:lnTo>
                    <a:pt x="36388" y="29"/>
                  </a:lnTo>
                  <a:lnTo>
                    <a:pt x="48517" y="29"/>
                  </a:lnTo>
                  <a:lnTo>
                    <a:pt x="60647" y="28"/>
                  </a:lnTo>
                  <a:lnTo>
                    <a:pt x="72776" y="28"/>
                  </a:lnTo>
                  <a:lnTo>
                    <a:pt x="84905" y="27"/>
                  </a:lnTo>
                  <a:lnTo>
                    <a:pt x="97035" y="26"/>
                  </a:lnTo>
                  <a:lnTo>
                    <a:pt x="109164" y="26"/>
                  </a:lnTo>
                  <a:lnTo>
                    <a:pt x="121294" y="25"/>
                  </a:lnTo>
                  <a:lnTo>
                    <a:pt x="133423" y="24"/>
                  </a:lnTo>
                  <a:lnTo>
                    <a:pt x="145553" y="24"/>
                  </a:lnTo>
                  <a:lnTo>
                    <a:pt x="157682" y="23"/>
                  </a:lnTo>
                  <a:lnTo>
                    <a:pt x="169811" y="23"/>
                  </a:lnTo>
                  <a:lnTo>
                    <a:pt x="181941" y="22"/>
                  </a:lnTo>
                  <a:lnTo>
                    <a:pt x="194070" y="21"/>
                  </a:lnTo>
                  <a:lnTo>
                    <a:pt x="206200" y="21"/>
                  </a:lnTo>
                  <a:lnTo>
                    <a:pt x="218329" y="20"/>
                  </a:lnTo>
                  <a:lnTo>
                    <a:pt x="230459" y="20"/>
                  </a:lnTo>
                  <a:lnTo>
                    <a:pt x="242588" y="19"/>
                  </a:lnTo>
                  <a:lnTo>
                    <a:pt x="254717" y="19"/>
                  </a:lnTo>
                  <a:lnTo>
                    <a:pt x="266847" y="18"/>
                  </a:lnTo>
                  <a:lnTo>
                    <a:pt x="278976" y="18"/>
                  </a:lnTo>
                  <a:lnTo>
                    <a:pt x="291106" y="17"/>
                  </a:lnTo>
                  <a:lnTo>
                    <a:pt x="303235" y="16"/>
                  </a:lnTo>
                  <a:lnTo>
                    <a:pt x="315365" y="16"/>
                  </a:lnTo>
                  <a:lnTo>
                    <a:pt x="327494" y="15"/>
                  </a:lnTo>
                  <a:lnTo>
                    <a:pt x="339623" y="15"/>
                  </a:lnTo>
                  <a:lnTo>
                    <a:pt x="351753" y="15"/>
                  </a:lnTo>
                  <a:lnTo>
                    <a:pt x="363882" y="14"/>
                  </a:lnTo>
                  <a:lnTo>
                    <a:pt x="376012" y="14"/>
                  </a:lnTo>
                  <a:lnTo>
                    <a:pt x="388141" y="13"/>
                  </a:lnTo>
                  <a:lnTo>
                    <a:pt x="400271" y="13"/>
                  </a:lnTo>
                  <a:lnTo>
                    <a:pt x="412400" y="12"/>
                  </a:lnTo>
                  <a:lnTo>
                    <a:pt x="424529" y="12"/>
                  </a:lnTo>
                  <a:lnTo>
                    <a:pt x="436659" y="11"/>
                  </a:lnTo>
                  <a:lnTo>
                    <a:pt x="448788" y="11"/>
                  </a:lnTo>
                  <a:lnTo>
                    <a:pt x="460918" y="11"/>
                  </a:lnTo>
                  <a:lnTo>
                    <a:pt x="473047" y="10"/>
                  </a:lnTo>
                  <a:lnTo>
                    <a:pt x="485177" y="10"/>
                  </a:lnTo>
                  <a:lnTo>
                    <a:pt x="497306" y="9"/>
                  </a:lnTo>
                  <a:lnTo>
                    <a:pt x="509435" y="9"/>
                  </a:lnTo>
                  <a:lnTo>
                    <a:pt x="521565" y="9"/>
                  </a:lnTo>
                  <a:lnTo>
                    <a:pt x="533694" y="8"/>
                  </a:lnTo>
                  <a:lnTo>
                    <a:pt x="545824" y="8"/>
                  </a:lnTo>
                  <a:lnTo>
                    <a:pt x="557953" y="8"/>
                  </a:lnTo>
                  <a:lnTo>
                    <a:pt x="570083" y="7"/>
                  </a:lnTo>
                  <a:lnTo>
                    <a:pt x="582212" y="7"/>
                  </a:lnTo>
                  <a:lnTo>
                    <a:pt x="594341" y="7"/>
                  </a:lnTo>
                  <a:lnTo>
                    <a:pt x="606471" y="7"/>
                  </a:lnTo>
                  <a:lnTo>
                    <a:pt x="618600" y="6"/>
                  </a:lnTo>
                  <a:lnTo>
                    <a:pt x="630730" y="6"/>
                  </a:lnTo>
                  <a:lnTo>
                    <a:pt x="642859" y="6"/>
                  </a:lnTo>
                  <a:lnTo>
                    <a:pt x="654989" y="5"/>
                  </a:lnTo>
                  <a:lnTo>
                    <a:pt x="667118" y="5"/>
                  </a:lnTo>
                  <a:lnTo>
                    <a:pt x="679247" y="5"/>
                  </a:lnTo>
                  <a:lnTo>
                    <a:pt x="691377" y="5"/>
                  </a:lnTo>
                  <a:lnTo>
                    <a:pt x="703506" y="4"/>
                  </a:lnTo>
                  <a:lnTo>
                    <a:pt x="715636" y="4"/>
                  </a:lnTo>
                  <a:lnTo>
                    <a:pt x="727765" y="4"/>
                  </a:lnTo>
                  <a:lnTo>
                    <a:pt x="739895" y="4"/>
                  </a:lnTo>
                  <a:lnTo>
                    <a:pt x="752024" y="3"/>
                  </a:lnTo>
                  <a:lnTo>
                    <a:pt x="764153" y="3"/>
                  </a:lnTo>
                  <a:lnTo>
                    <a:pt x="776283" y="3"/>
                  </a:lnTo>
                  <a:lnTo>
                    <a:pt x="788412" y="3"/>
                  </a:lnTo>
                  <a:lnTo>
                    <a:pt x="800542" y="2"/>
                  </a:lnTo>
                  <a:lnTo>
                    <a:pt x="812671" y="2"/>
                  </a:lnTo>
                  <a:lnTo>
                    <a:pt x="824801" y="2"/>
                  </a:lnTo>
                  <a:lnTo>
                    <a:pt x="836930" y="2"/>
                  </a:lnTo>
                  <a:lnTo>
                    <a:pt x="849059" y="1"/>
                  </a:lnTo>
                  <a:lnTo>
                    <a:pt x="861189" y="1"/>
                  </a:lnTo>
                  <a:lnTo>
                    <a:pt x="873318" y="1"/>
                  </a:lnTo>
                  <a:lnTo>
                    <a:pt x="885448" y="1"/>
                  </a:lnTo>
                  <a:lnTo>
                    <a:pt x="897577" y="1"/>
                  </a:lnTo>
                  <a:lnTo>
                    <a:pt x="909706" y="0"/>
                  </a:lnTo>
                  <a:lnTo>
                    <a:pt x="921836" y="0"/>
                  </a:lnTo>
                  <a:lnTo>
                    <a:pt x="933965" y="0"/>
                  </a:lnTo>
                  <a:lnTo>
                    <a:pt x="946095" y="0"/>
                  </a:lnTo>
                  <a:lnTo>
                    <a:pt x="958224" y="0"/>
                  </a:lnTo>
                </a:path>
              </a:pathLst>
            </a:custGeom>
            <a:ln w="27101" cap="flat">
              <a:solidFill>
                <a:srgbClr val="FFD7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" name="pl2525"/>
            <p:cNvSpPr/>
            <p:nvPr/>
          </p:nvSpPr>
          <p:spPr>
            <a:xfrm>
              <a:off x="9640743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26" name="rc2526"/>
            <p:cNvSpPr/>
            <p:nvPr/>
          </p:nvSpPr>
          <p:spPr>
            <a:xfrm>
              <a:off x="9468163" y="5418670"/>
              <a:ext cx="1054047" cy="3178122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" name="tx2527"/>
            <p:cNvSpPr/>
            <p:nvPr/>
          </p:nvSpPr>
          <p:spPr>
            <a:xfrm>
              <a:off x="9306161" y="8059243"/>
              <a:ext cx="99372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-2</a:t>
              </a:r>
            </a:p>
          </p:txBody>
        </p:sp>
        <p:sp>
          <p:nvSpPr>
            <p:cNvPr id="2528" name="tx2528"/>
            <p:cNvSpPr/>
            <p:nvPr/>
          </p:nvSpPr>
          <p:spPr>
            <a:xfrm>
              <a:off x="9306161" y="7535446"/>
              <a:ext cx="99372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-1</a:t>
              </a:r>
            </a:p>
          </p:txBody>
        </p:sp>
        <p:sp>
          <p:nvSpPr>
            <p:cNvPr id="2529" name="tx2529"/>
            <p:cNvSpPr/>
            <p:nvPr/>
          </p:nvSpPr>
          <p:spPr>
            <a:xfrm>
              <a:off x="9343378" y="7010284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530" name="tx2530"/>
            <p:cNvSpPr/>
            <p:nvPr/>
          </p:nvSpPr>
          <p:spPr>
            <a:xfrm>
              <a:off x="9343378" y="6487851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531" name="tx2531"/>
            <p:cNvSpPr/>
            <p:nvPr/>
          </p:nvSpPr>
          <p:spPr>
            <a:xfrm>
              <a:off x="9343378" y="5964053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2532" name="tx2532"/>
            <p:cNvSpPr/>
            <p:nvPr/>
          </p:nvSpPr>
          <p:spPr>
            <a:xfrm>
              <a:off x="9343378" y="5438837"/>
              <a:ext cx="62155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2533" name="pl2533"/>
            <p:cNvSpPr/>
            <p:nvPr/>
          </p:nvSpPr>
          <p:spPr>
            <a:xfrm>
              <a:off x="9433369" y="809957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" name="pl2534"/>
            <p:cNvSpPr/>
            <p:nvPr/>
          </p:nvSpPr>
          <p:spPr>
            <a:xfrm>
              <a:off x="9433369" y="757577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" name="pl2535"/>
            <p:cNvSpPr/>
            <p:nvPr/>
          </p:nvSpPr>
          <p:spPr>
            <a:xfrm>
              <a:off x="9433369" y="705197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" name="pl2536"/>
            <p:cNvSpPr/>
            <p:nvPr/>
          </p:nvSpPr>
          <p:spPr>
            <a:xfrm>
              <a:off x="9433369" y="652817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" name="pl2537"/>
            <p:cNvSpPr/>
            <p:nvPr/>
          </p:nvSpPr>
          <p:spPr>
            <a:xfrm>
              <a:off x="9433369" y="600438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" name="pl2538"/>
            <p:cNvSpPr/>
            <p:nvPr/>
          </p:nvSpPr>
          <p:spPr>
            <a:xfrm>
              <a:off x="9433369" y="548058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" name="pl2539"/>
            <p:cNvSpPr/>
            <p:nvPr/>
          </p:nvSpPr>
          <p:spPr>
            <a:xfrm>
              <a:off x="9613951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" name="pl2540"/>
            <p:cNvSpPr/>
            <p:nvPr/>
          </p:nvSpPr>
          <p:spPr>
            <a:xfrm>
              <a:off x="9931992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" name="pl2541"/>
            <p:cNvSpPr/>
            <p:nvPr/>
          </p:nvSpPr>
          <p:spPr>
            <a:xfrm>
              <a:off x="10250033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" name="tx2542"/>
            <p:cNvSpPr/>
            <p:nvPr/>
          </p:nvSpPr>
          <p:spPr>
            <a:xfrm>
              <a:off x="9582873" y="8657731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543" name="tx2543"/>
            <p:cNvSpPr/>
            <p:nvPr/>
          </p:nvSpPr>
          <p:spPr>
            <a:xfrm>
              <a:off x="9900914" y="8659149"/>
              <a:ext cx="62155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2544" name="tx2544"/>
            <p:cNvSpPr/>
            <p:nvPr/>
          </p:nvSpPr>
          <p:spPr>
            <a:xfrm>
              <a:off x="10187877" y="865773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2545" name="tx2545"/>
            <p:cNvSpPr/>
            <p:nvPr/>
          </p:nvSpPr>
          <p:spPr>
            <a:xfrm>
              <a:off x="9187580" y="8778708"/>
              <a:ext cx="1615213" cy="1298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plasmapTau181_jucker_Z</a:t>
              </a:r>
            </a:p>
          </p:txBody>
        </p:sp>
        <p:sp>
          <p:nvSpPr>
            <p:cNvPr id="2546" name="tx2546"/>
            <p:cNvSpPr/>
            <p:nvPr/>
          </p:nvSpPr>
          <p:spPr>
            <a:xfrm rot="-5400000">
              <a:off x="8225348" y="6942997"/>
              <a:ext cx="1894613" cy="1294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RofC_plasmapT181_Jucker_Z</a:t>
              </a:r>
            </a:p>
          </p:txBody>
        </p:sp>
        <p:sp>
          <p:nvSpPr>
            <p:cNvPr id="2547" name="rc2547"/>
            <p:cNvSpPr/>
            <p:nvPr/>
          </p:nvSpPr>
          <p:spPr>
            <a:xfrm>
              <a:off x="10591800" y="5349081"/>
              <a:ext cx="1523999" cy="18288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" name="rc2548"/>
            <p:cNvSpPr/>
            <p:nvPr/>
          </p:nvSpPr>
          <p:spPr>
            <a:xfrm>
              <a:off x="11020738" y="5418670"/>
              <a:ext cx="1025472" cy="134932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49" name="pl2549"/>
            <p:cNvSpPr/>
            <p:nvPr/>
          </p:nvSpPr>
          <p:spPr>
            <a:xfrm>
              <a:off x="11020738" y="6734239"/>
              <a:ext cx="1025472" cy="0"/>
            </a:xfrm>
            <a:custGeom>
              <a:avLst/>
              <a:pathLst>
                <a:path w="1025472" h="0">
                  <a:moveTo>
                    <a:pt x="0" y="0"/>
                  </a:moveTo>
                  <a:lnTo>
                    <a:pt x="1025472" y="0"/>
                  </a:lnTo>
                  <a:lnTo>
                    <a:pt x="10254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" name="pl2550"/>
            <p:cNvSpPr/>
            <p:nvPr/>
          </p:nvSpPr>
          <p:spPr>
            <a:xfrm>
              <a:off x="11020738" y="6400146"/>
              <a:ext cx="1025472" cy="0"/>
            </a:xfrm>
            <a:custGeom>
              <a:avLst/>
              <a:pathLst>
                <a:path w="1025472" h="0">
                  <a:moveTo>
                    <a:pt x="0" y="0"/>
                  </a:moveTo>
                  <a:lnTo>
                    <a:pt x="1025472" y="0"/>
                  </a:lnTo>
                  <a:lnTo>
                    <a:pt x="10254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" name="pl2551"/>
            <p:cNvSpPr/>
            <p:nvPr/>
          </p:nvSpPr>
          <p:spPr>
            <a:xfrm>
              <a:off x="11020738" y="6066052"/>
              <a:ext cx="1025472" cy="0"/>
            </a:xfrm>
            <a:custGeom>
              <a:avLst/>
              <a:pathLst>
                <a:path w="1025472" h="0">
                  <a:moveTo>
                    <a:pt x="0" y="0"/>
                  </a:moveTo>
                  <a:lnTo>
                    <a:pt x="1025472" y="0"/>
                  </a:lnTo>
                  <a:lnTo>
                    <a:pt x="10254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" name="pl2552"/>
            <p:cNvSpPr/>
            <p:nvPr/>
          </p:nvSpPr>
          <p:spPr>
            <a:xfrm>
              <a:off x="11020738" y="5731959"/>
              <a:ext cx="1025472" cy="0"/>
            </a:xfrm>
            <a:custGeom>
              <a:avLst/>
              <a:pathLst>
                <a:path w="1025472" h="0">
                  <a:moveTo>
                    <a:pt x="0" y="0"/>
                  </a:moveTo>
                  <a:lnTo>
                    <a:pt x="1025472" y="0"/>
                  </a:lnTo>
                  <a:lnTo>
                    <a:pt x="10254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" name="pl2553"/>
            <p:cNvSpPr/>
            <p:nvPr/>
          </p:nvSpPr>
          <p:spPr>
            <a:xfrm>
              <a:off x="11232659" y="54186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" name="pl2554"/>
            <p:cNvSpPr/>
            <p:nvPr/>
          </p:nvSpPr>
          <p:spPr>
            <a:xfrm>
              <a:off x="11563275" y="54186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" name="pl2555"/>
            <p:cNvSpPr/>
            <p:nvPr/>
          </p:nvSpPr>
          <p:spPr>
            <a:xfrm>
              <a:off x="11893891" y="54186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" name="pl2556"/>
            <p:cNvSpPr/>
            <p:nvPr/>
          </p:nvSpPr>
          <p:spPr>
            <a:xfrm>
              <a:off x="11020738" y="6567193"/>
              <a:ext cx="1025472" cy="0"/>
            </a:xfrm>
            <a:custGeom>
              <a:avLst/>
              <a:pathLst>
                <a:path w="1025472" h="0">
                  <a:moveTo>
                    <a:pt x="0" y="0"/>
                  </a:moveTo>
                  <a:lnTo>
                    <a:pt x="1025472" y="0"/>
                  </a:lnTo>
                  <a:lnTo>
                    <a:pt x="10254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" name="pl2557"/>
            <p:cNvSpPr/>
            <p:nvPr/>
          </p:nvSpPr>
          <p:spPr>
            <a:xfrm>
              <a:off x="11020738" y="6233099"/>
              <a:ext cx="1025472" cy="0"/>
            </a:xfrm>
            <a:custGeom>
              <a:avLst/>
              <a:pathLst>
                <a:path w="1025472" h="0">
                  <a:moveTo>
                    <a:pt x="0" y="0"/>
                  </a:moveTo>
                  <a:lnTo>
                    <a:pt x="1025472" y="0"/>
                  </a:lnTo>
                  <a:lnTo>
                    <a:pt x="10254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" name="pl2558"/>
            <p:cNvSpPr/>
            <p:nvPr/>
          </p:nvSpPr>
          <p:spPr>
            <a:xfrm>
              <a:off x="11020738" y="5899006"/>
              <a:ext cx="1025472" cy="0"/>
            </a:xfrm>
            <a:custGeom>
              <a:avLst/>
              <a:pathLst>
                <a:path w="1025472" h="0">
                  <a:moveTo>
                    <a:pt x="0" y="0"/>
                  </a:moveTo>
                  <a:lnTo>
                    <a:pt x="1025472" y="0"/>
                  </a:lnTo>
                  <a:lnTo>
                    <a:pt x="10254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" name="pl2559"/>
            <p:cNvSpPr/>
            <p:nvPr/>
          </p:nvSpPr>
          <p:spPr>
            <a:xfrm>
              <a:off x="11020738" y="5564912"/>
              <a:ext cx="1025472" cy="0"/>
            </a:xfrm>
            <a:custGeom>
              <a:avLst/>
              <a:pathLst>
                <a:path w="1025472" h="0">
                  <a:moveTo>
                    <a:pt x="0" y="0"/>
                  </a:moveTo>
                  <a:lnTo>
                    <a:pt x="1025472" y="0"/>
                  </a:lnTo>
                  <a:lnTo>
                    <a:pt x="10254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" name="pl2560"/>
            <p:cNvSpPr/>
            <p:nvPr/>
          </p:nvSpPr>
          <p:spPr>
            <a:xfrm>
              <a:off x="11067351" y="54186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" name="pl2561"/>
            <p:cNvSpPr/>
            <p:nvPr/>
          </p:nvSpPr>
          <p:spPr>
            <a:xfrm>
              <a:off x="11397967" y="54186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" name="pl2562"/>
            <p:cNvSpPr/>
            <p:nvPr/>
          </p:nvSpPr>
          <p:spPr>
            <a:xfrm>
              <a:off x="11728583" y="54186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" name="pt2563"/>
            <p:cNvSpPr/>
            <p:nvPr/>
          </p:nvSpPr>
          <p:spPr>
            <a:xfrm>
              <a:off x="11042525" y="65450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" name="pt2564"/>
            <p:cNvSpPr/>
            <p:nvPr/>
          </p:nvSpPr>
          <p:spPr>
            <a:xfrm>
              <a:off x="11219880" y="65636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" name="pt2565"/>
            <p:cNvSpPr/>
            <p:nvPr/>
          </p:nvSpPr>
          <p:spPr>
            <a:xfrm>
              <a:off x="11252851" y="64721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" name="pt2566"/>
            <p:cNvSpPr/>
            <p:nvPr/>
          </p:nvSpPr>
          <p:spPr>
            <a:xfrm>
              <a:off x="11042525" y="65660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" name="pt2567"/>
            <p:cNvSpPr/>
            <p:nvPr/>
          </p:nvSpPr>
          <p:spPr>
            <a:xfrm>
              <a:off x="11042525" y="64964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" name="pt2568"/>
            <p:cNvSpPr/>
            <p:nvPr/>
          </p:nvSpPr>
          <p:spPr>
            <a:xfrm>
              <a:off x="11240170" y="64534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" name="pt2569"/>
            <p:cNvSpPr/>
            <p:nvPr/>
          </p:nvSpPr>
          <p:spPr>
            <a:xfrm>
              <a:off x="11042525" y="65866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" name="pt2570"/>
            <p:cNvSpPr/>
            <p:nvPr/>
          </p:nvSpPr>
          <p:spPr>
            <a:xfrm>
              <a:off x="11258286" y="65917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" name="pt2571"/>
            <p:cNvSpPr/>
            <p:nvPr/>
          </p:nvSpPr>
          <p:spPr>
            <a:xfrm>
              <a:off x="11042525" y="65487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" name="pt2572"/>
            <p:cNvSpPr/>
            <p:nvPr/>
          </p:nvSpPr>
          <p:spPr>
            <a:xfrm>
              <a:off x="11376221" y="65551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" name="pt2573"/>
            <p:cNvSpPr/>
            <p:nvPr/>
          </p:nvSpPr>
          <p:spPr>
            <a:xfrm>
              <a:off x="11557380" y="65375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" name="pt2574"/>
            <p:cNvSpPr/>
            <p:nvPr/>
          </p:nvSpPr>
          <p:spPr>
            <a:xfrm>
              <a:off x="11643612" y="65634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" name="pt2575"/>
            <p:cNvSpPr/>
            <p:nvPr/>
          </p:nvSpPr>
          <p:spPr>
            <a:xfrm>
              <a:off x="11042525" y="65828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" name="pt2576"/>
            <p:cNvSpPr/>
            <p:nvPr/>
          </p:nvSpPr>
          <p:spPr>
            <a:xfrm>
              <a:off x="11110850" y="66130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" name="pt2577"/>
            <p:cNvSpPr/>
            <p:nvPr/>
          </p:nvSpPr>
          <p:spPr>
            <a:xfrm>
              <a:off x="11183105" y="65919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" name="pt2578"/>
            <p:cNvSpPr/>
            <p:nvPr/>
          </p:nvSpPr>
          <p:spPr>
            <a:xfrm>
              <a:off x="11042525" y="65378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" name="pt2579"/>
            <p:cNvSpPr/>
            <p:nvPr/>
          </p:nvSpPr>
          <p:spPr>
            <a:xfrm>
              <a:off x="11221057" y="64946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" name="pt2580"/>
            <p:cNvSpPr/>
            <p:nvPr/>
          </p:nvSpPr>
          <p:spPr>
            <a:xfrm>
              <a:off x="11307199" y="65075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" name="pt2581"/>
            <p:cNvSpPr/>
            <p:nvPr/>
          </p:nvSpPr>
          <p:spPr>
            <a:xfrm>
              <a:off x="11441619" y="64946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" name="pt2582"/>
            <p:cNvSpPr/>
            <p:nvPr/>
          </p:nvSpPr>
          <p:spPr>
            <a:xfrm>
              <a:off x="11042525" y="65592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" name="pt2583"/>
            <p:cNvSpPr/>
            <p:nvPr/>
          </p:nvSpPr>
          <p:spPr>
            <a:xfrm>
              <a:off x="11184295" y="65526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" name="pt2584"/>
            <p:cNvSpPr/>
            <p:nvPr/>
          </p:nvSpPr>
          <p:spPr>
            <a:xfrm>
              <a:off x="11042525" y="65484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" name="pt2585"/>
            <p:cNvSpPr/>
            <p:nvPr/>
          </p:nvSpPr>
          <p:spPr>
            <a:xfrm>
              <a:off x="11170171" y="65652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" name="pt2586"/>
            <p:cNvSpPr/>
            <p:nvPr/>
          </p:nvSpPr>
          <p:spPr>
            <a:xfrm>
              <a:off x="11042525" y="64557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" name="pt2587"/>
            <p:cNvSpPr/>
            <p:nvPr/>
          </p:nvSpPr>
          <p:spPr>
            <a:xfrm>
              <a:off x="11317525" y="64504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" name="pt2588"/>
            <p:cNvSpPr/>
            <p:nvPr/>
          </p:nvSpPr>
          <p:spPr>
            <a:xfrm>
              <a:off x="11042525" y="64990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" name="pt2589"/>
            <p:cNvSpPr/>
            <p:nvPr/>
          </p:nvSpPr>
          <p:spPr>
            <a:xfrm>
              <a:off x="11183286" y="65406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" name="pt2590"/>
            <p:cNvSpPr/>
            <p:nvPr/>
          </p:nvSpPr>
          <p:spPr>
            <a:xfrm>
              <a:off x="11042525" y="65734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" name="pt2591"/>
            <p:cNvSpPr/>
            <p:nvPr/>
          </p:nvSpPr>
          <p:spPr>
            <a:xfrm>
              <a:off x="11116442" y="65673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" name="pt2592"/>
            <p:cNvSpPr/>
            <p:nvPr/>
          </p:nvSpPr>
          <p:spPr>
            <a:xfrm>
              <a:off x="11182022" y="66056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" name="pt2593"/>
            <p:cNvSpPr/>
            <p:nvPr/>
          </p:nvSpPr>
          <p:spPr>
            <a:xfrm>
              <a:off x="11042525" y="65320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" name="pt2594"/>
            <p:cNvSpPr/>
            <p:nvPr/>
          </p:nvSpPr>
          <p:spPr>
            <a:xfrm>
              <a:off x="11042525" y="65744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" name="pt2595"/>
            <p:cNvSpPr/>
            <p:nvPr/>
          </p:nvSpPr>
          <p:spPr>
            <a:xfrm>
              <a:off x="11042525" y="65815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" name="pt2596"/>
            <p:cNvSpPr/>
            <p:nvPr/>
          </p:nvSpPr>
          <p:spPr>
            <a:xfrm>
              <a:off x="11042525" y="65362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" name="pt2597"/>
            <p:cNvSpPr/>
            <p:nvPr/>
          </p:nvSpPr>
          <p:spPr>
            <a:xfrm>
              <a:off x="11042525" y="65836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" name="pt2598"/>
            <p:cNvSpPr/>
            <p:nvPr/>
          </p:nvSpPr>
          <p:spPr>
            <a:xfrm>
              <a:off x="11241893" y="66108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" name="pt2599"/>
            <p:cNvSpPr/>
            <p:nvPr/>
          </p:nvSpPr>
          <p:spPr>
            <a:xfrm>
              <a:off x="11509096" y="66126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" name="pt2600"/>
            <p:cNvSpPr/>
            <p:nvPr/>
          </p:nvSpPr>
          <p:spPr>
            <a:xfrm>
              <a:off x="11042525" y="65824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" name="pt2601"/>
            <p:cNvSpPr/>
            <p:nvPr/>
          </p:nvSpPr>
          <p:spPr>
            <a:xfrm>
              <a:off x="11042525" y="65259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" name="pt2602"/>
            <p:cNvSpPr/>
            <p:nvPr/>
          </p:nvSpPr>
          <p:spPr>
            <a:xfrm>
              <a:off x="11042525" y="65659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" name="pt2603"/>
            <p:cNvSpPr/>
            <p:nvPr/>
          </p:nvSpPr>
          <p:spPr>
            <a:xfrm>
              <a:off x="11123684" y="65445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" name="pt2604"/>
            <p:cNvSpPr/>
            <p:nvPr/>
          </p:nvSpPr>
          <p:spPr>
            <a:xfrm>
              <a:off x="11042525" y="65907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" name="pt2605"/>
            <p:cNvSpPr/>
            <p:nvPr/>
          </p:nvSpPr>
          <p:spPr>
            <a:xfrm>
              <a:off x="11042525" y="65869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" name="pt2606"/>
            <p:cNvSpPr/>
            <p:nvPr/>
          </p:nvSpPr>
          <p:spPr>
            <a:xfrm>
              <a:off x="11282380" y="65588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" name="pt2607"/>
            <p:cNvSpPr/>
            <p:nvPr/>
          </p:nvSpPr>
          <p:spPr>
            <a:xfrm>
              <a:off x="11458105" y="64861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" name="pt2608"/>
            <p:cNvSpPr/>
            <p:nvPr/>
          </p:nvSpPr>
          <p:spPr>
            <a:xfrm>
              <a:off x="11042525" y="64439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" name="pt2609"/>
            <p:cNvSpPr/>
            <p:nvPr/>
          </p:nvSpPr>
          <p:spPr>
            <a:xfrm>
              <a:off x="11118570" y="64729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" name="pt2610"/>
            <p:cNvSpPr/>
            <p:nvPr/>
          </p:nvSpPr>
          <p:spPr>
            <a:xfrm>
              <a:off x="11042525" y="65917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" name="pt2611"/>
            <p:cNvSpPr/>
            <p:nvPr/>
          </p:nvSpPr>
          <p:spPr>
            <a:xfrm>
              <a:off x="11266076" y="65411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" name="pt2612"/>
            <p:cNvSpPr/>
            <p:nvPr/>
          </p:nvSpPr>
          <p:spPr>
            <a:xfrm>
              <a:off x="11042525" y="64489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" name="pt2613"/>
            <p:cNvSpPr/>
            <p:nvPr/>
          </p:nvSpPr>
          <p:spPr>
            <a:xfrm>
              <a:off x="11042525" y="64847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" name="pt2614"/>
            <p:cNvSpPr/>
            <p:nvPr/>
          </p:nvSpPr>
          <p:spPr>
            <a:xfrm>
              <a:off x="11202007" y="64894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" name="pt2615"/>
            <p:cNvSpPr/>
            <p:nvPr/>
          </p:nvSpPr>
          <p:spPr>
            <a:xfrm>
              <a:off x="11042525" y="65998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" name="pt2616"/>
            <p:cNvSpPr/>
            <p:nvPr/>
          </p:nvSpPr>
          <p:spPr>
            <a:xfrm>
              <a:off x="11202670" y="66050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" name="pt2617"/>
            <p:cNvSpPr/>
            <p:nvPr/>
          </p:nvSpPr>
          <p:spPr>
            <a:xfrm>
              <a:off x="11042525" y="65485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" name="pt2618"/>
            <p:cNvSpPr/>
            <p:nvPr/>
          </p:nvSpPr>
          <p:spPr>
            <a:xfrm>
              <a:off x="11259373" y="65182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" name="pt2619"/>
            <p:cNvSpPr/>
            <p:nvPr/>
          </p:nvSpPr>
          <p:spPr>
            <a:xfrm>
              <a:off x="11042525" y="66431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" name="pt2620"/>
            <p:cNvSpPr/>
            <p:nvPr/>
          </p:nvSpPr>
          <p:spPr>
            <a:xfrm>
              <a:off x="11042525" y="65590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" name="pt2621"/>
            <p:cNvSpPr/>
            <p:nvPr/>
          </p:nvSpPr>
          <p:spPr>
            <a:xfrm>
              <a:off x="11114626" y="65485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" name="pt2622"/>
            <p:cNvSpPr/>
            <p:nvPr/>
          </p:nvSpPr>
          <p:spPr>
            <a:xfrm>
              <a:off x="11242830" y="65323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" name="pt2623"/>
            <p:cNvSpPr/>
            <p:nvPr/>
          </p:nvSpPr>
          <p:spPr>
            <a:xfrm>
              <a:off x="11378395" y="65264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" name="pt2624"/>
            <p:cNvSpPr/>
            <p:nvPr/>
          </p:nvSpPr>
          <p:spPr>
            <a:xfrm>
              <a:off x="11042525" y="65358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" name="pt2625"/>
            <p:cNvSpPr/>
            <p:nvPr/>
          </p:nvSpPr>
          <p:spPr>
            <a:xfrm>
              <a:off x="11241863" y="65695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" name="pt2626"/>
            <p:cNvSpPr/>
            <p:nvPr/>
          </p:nvSpPr>
          <p:spPr>
            <a:xfrm>
              <a:off x="11374834" y="65254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" name="pt2627"/>
            <p:cNvSpPr/>
            <p:nvPr/>
          </p:nvSpPr>
          <p:spPr>
            <a:xfrm>
              <a:off x="11505450" y="64185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" name="pt2628"/>
            <p:cNvSpPr/>
            <p:nvPr/>
          </p:nvSpPr>
          <p:spPr>
            <a:xfrm>
              <a:off x="11042525" y="65519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" name="pt2629"/>
            <p:cNvSpPr/>
            <p:nvPr/>
          </p:nvSpPr>
          <p:spPr>
            <a:xfrm>
              <a:off x="11178938" y="65177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" name="pt2630"/>
            <p:cNvSpPr/>
            <p:nvPr/>
          </p:nvSpPr>
          <p:spPr>
            <a:xfrm>
              <a:off x="11042525" y="65920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" name="pt2631"/>
            <p:cNvSpPr/>
            <p:nvPr/>
          </p:nvSpPr>
          <p:spPr>
            <a:xfrm>
              <a:off x="11188721" y="65904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" name="pt2632"/>
            <p:cNvSpPr/>
            <p:nvPr/>
          </p:nvSpPr>
          <p:spPr>
            <a:xfrm>
              <a:off x="11315895" y="65760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" name="pt2633"/>
            <p:cNvSpPr/>
            <p:nvPr/>
          </p:nvSpPr>
          <p:spPr>
            <a:xfrm>
              <a:off x="11446511" y="65986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" name="pt2634"/>
            <p:cNvSpPr/>
            <p:nvPr/>
          </p:nvSpPr>
          <p:spPr>
            <a:xfrm>
              <a:off x="11573866" y="65736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" name="pt2635"/>
            <p:cNvSpPr/>
            <p:nvPr/>
          </p:nvSpPr>
          <p:spPr>
            <a:xfrm>
              <a:off x="11042525" y="65704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" name="pt2636"/>
            <p:cNvSpPr/>
            <p:nvPr/>
          </p:nvSpPr>
          <p:spPr>
            <a:xfrm>
              <a:off x="11042525" y="65925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" name="pt2637"/>
            <p:cNvSpPr/>
            <p:nvPr/>
          </p:nvSpPr>
          <p:spPr>
            <a:xfrm>
              <a:off x="11112208" y="66146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" name="pt2638"/>
            <p:cNvSpPr/>
            <p:nvPr/>
          </p:nvSpPr>
          <p:spPr>
            <a:xfrm>
              <a:off x="11187027" y="65873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" name="pt2639"/>
            <p:cNvSpPr/>
            <p:nvPr/>
          </p:nvSpPr>
          <p:spPr>
            <a:xfrm>
              <a:off x="11042525" y="66077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" name="pt2640"/>
            <p:cNvSpPr/>
            <p:nvPr/>
          </p:nvSpPr>
          <p:spPr>
            <a:xfrm>
              <a:off x="11112177" y="66067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" name="pt2641"/>
            <p:cNvSpPr/>
            <p:nvPr/>
          </p:nvSpPr>
          <p:spPr>
            <a:xfrm>
              <a:off x="11183467" y="66073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" name="pt2642"/>
            <p:cNvSpPr/>
            <p:nvPr/>
          </p:nvSpPr>
          <p:spPr>
            <a:xfrm>
              <a:off x="11275677" y="66327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" name="pt2643"/>
            <p:cNvSpPr/>
            <p:nvPr/>
          </p:nvSpPr>
          <p:spPr>
            <a:xfrm>
              <a:off x="11371070" y="66294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" name="pt2644"/>
            <p:cNvSpPr/>
            <p:nvPr/>
          </p:nvSpPr>
          <p:spPr>
            <a:xfrm>
              <a:off x="11505388" y="65891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" name="pt2645"/>
            <p:cNvSpPr/>
            <p:nvPr/>
          </p:nvSpPr>
          <p:spPr>
            <a:xfrm>
              <a:off x="11042525" y="66128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" name="pt2646"/>
            <p:cNvSpPr/>
            <p:nvPr/>
          </p:nvSpPr>
          <p:spPr>
            <a:xfrm>
              <a:off x="11195800" y="65654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" name="pt2647"/>
            <p:cNvSpPr/>
            <p:nvPr/>
          </p:nvSpPr>
          <p:spPr>
            <a:xfrm>
              <a:off x="11273503" y="65577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" name="pt2648"/>
            <p:cNvSpPr/>
            <p:nvPr/>
          </p:nvSpPr>
          <p:spPr>
            <a:xfrm>
              <a:off x="11379844" y="65985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" name="pt2649"/>
            <p:cNvSpPr/>
            <p:nvPr/>
          </p:nvSpPr>
          <p:spPr>
            <a:xfrm>
              <a:off x="11519156" y="65922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" name="pt2650"/>
            <p:cNvSpPr/>
            <p:nvPr/>
          </p:nvSpPr>
          <p:spPr>
            <a:xfrm>
              <a:off x="11644699" y="66078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" name="pt2651"/>
            <p:cNvSpPr/>
            <p:nvPr/>
          </p:nvSpPr>
          <p:spPr>
            <a:xfrm>
              <a:off x="11042525" y="65275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" name="pt2652"/>
            <p:cNvSpPr/>
            <p:nvPr/>
          </p:nvSpPr>
          <p:spPr>
            <a:xfrm>
              <a:off x="11042525" y="66266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" name="pt2653"/>
            <p:cNvSpPr/>
            <p:nvPr/>
          </p:nvSpPr>
          <p:spPr>
            <a:xfrm>
              <a:off x="11042525" y="65731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" name="pt2654"/>
            <p:cNvSpPr/>
            <p:nvPr/>
          </p:nvSpPr>
          <p:spPr>
            <a:xfrm>
              <a:off x="11252851" y="66044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" name="pt2655"/>
            <p:cNvSpPr/>
            <p:nvPr/>
          </p:nvSpPr>
          <p:spPr>
            <a:xfrm>
              <a:off x="11378164" y="65543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" name="pt2656"/>
            <p:cNvSpPr/>
            <p:nvPr/>
          </p:nvSpPr>
          <p:spPr>
            <a:xfrm>
              <a:off x="11042525" y="64817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" name="pt2657"/>
            <p:cNvSpPr/>
            <p:nvPr/>
          </p:nvSpPr>
          <p:spPr>
            <a:xfrm>
              <a:off x="11184430" y="64975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" name="pt2658"/>
            <p:cNvSpPr/>
            <p:nvPr/>
          </p:nvSpPr>
          <p:spPr>
            <a:xfrm>
              <a:off x="11042525" y="65676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" name="pt2659"/>
            <p:cNvSpPr/>
            <p:nvPr/>
          </p:nvSpPr>
          <p:spPr>
            <a:xfrm>
              <a:off x="11182001" y="65775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" name="pt2660"/>
            <p:cNvSpPr/>
            <p:nvPr/>
          </p:nvSpPr>
          <p:spPr>
            <a:xfrm>
              <a:off x="11042525" y="65341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" name="pt2661"/>
            <p:cNvSpPr/>
            <p:nvPr/>
          </p:nvSpPr>
          <p:spPr>
            <a:xfrm>
              <a:off x="11112271" y="64803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" name="pt2662"/>
            <p:cNvSpPr/>
            <p:nvPr/>
          </p:nvSpPr>
          <p:spPr>
            <a:xfrm>
              <a:off x="11245424" y="64753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" name="pt2663"/>
            <p:cNvSpPr/>
            <p:nvPr/>
          </p:nvSpPr>
          <p:spPr>
            <a:xfrm>
              <a:off x="11381112" y="65310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" name="pt2664"/>
            <p:cNvSpPr/>
            <p:nvPr/>
          </p:nvSpPr>
          <p:spPr>
            <a:xfrm>
              <a:off x="11512815" y="65442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" name="pt2665"/>
            <p:cNvSpPr/>
            <p:nvPr/>
          </p:nvSpPr>
          <p:spPr>
            <a:xfrm>
              <a:off x="11646330" y="65160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" name="pt2666"/>
            <p:cNvSpPr/>
            <p:nvPr/>
          </p:nvSpPr>
          <p:spPr>
            <a:xfrm>
              <a:off x="11042525" y="65897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" name="pt2667"/>
            <p:cNvSpPr/>
            <p:nvPr/>
          </p:nvSpPr>
          <p:spPr>
            <a:xfrm>
              <a:off x="11042525" y="65648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" name="pt2668"/>
            <p:cNvSpPr/>
            <p:nvPr/>
          </p:nvSpPr>
          <p:spPr>
            <a:xfrm>
              <a:off x="11273141" y="65732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" name="pt2669"/>
            <p:cNvSpPr/>
            <p:nvPr/>
          </p:nvSpPr>
          <p:spPr>
            <a:xfrm>
              <a:off x="11042525" y="65018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" name="pt2670"/>
            <p:cNvSpPr/>
            <p:nvPr/>
          </p:nvSpPr>
          <p:spPr>
            <a:xfrm>
              <a:off x="11245242" y="64982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" name="pt2671"/>
            <p:cNvSpPr/>
            <p:nvPr/>
          </p:nvSpPr>
          <p:spPr>
            <a:xfrm>
              <a:off x="11373285" y="65182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" name="pt2672"/>
            <p:cNvSpPr/>
            <p:nvPr/>
          </p:nvSpPr>
          <p:spPr>
            <a:xfrm>
              <a:off x="11505025" y="64869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" name="pt2673"/>
            <p:cNvSpPr/>
            <p:nvPr/>
          </p:nvSpPr>
          <p:spPr>
            <a:xfrm>
              <a:off x="11042525" y="65621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" name="pt2674"/>
            <p:cNvSpPr/>
            <p:nvPr/>
          </p:nvSpPr>
          <p:spPr>
            <a:xfrm>
              <a:off x="11187227" y="65618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" name="pt2675"/>
            <p:cNvSpPr/>
            <p:nvPr/>
          </p:nvSpPr>
          <p:spPr>
            <a:xfrm>
              <a:off x="11042525" y="65704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" name="pt2676"/>
            <p:cNvSpPr/>
            <p:nvPr/>
          </p:nvSpPr>
          <p:spPr>
            <a:xfrm>
              <a:off x="11254300" y="64920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" name="pt2677"/>
            <p:cNvSpPr/>
            <p:nvPr/>
          </p:nvSpPr>
          <p:spPr>
            <a:xfrm>
              <a:off x="11042525" y="65881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" name="pt2678"/>
            <p:cNvSpPr/>
            <p:nvPr/>
          </p:nvSpPr>
          <p:spPr>
            <a:xfrm>
              <a:off x="11042525" y="65260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" name="pt2679"/>
            <p:cNvSpPr/>
            <p:nvPr/>
          </p:nvSpPr>
          <p:spPr>
            <a:xfrm>
              <a:off x="11252980" y="65122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" name="pt2680"/>
            <p:cNvSpPr/>
            <p:nvPr/>
          </p:nvSpPr>
          <p:spPr>
            <a:xfrm>
              <a:off x="11042525" y="65450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" name="pt2681"/>
            <p:cNvSpPr/>
            <p:nvPr/>
          </p:nvSpPr>
          <p:spPr>
            <a:xfrm>
              <a:off x="11042525" y="65397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" name="pt2682"/>
            <p:cNvSpPr/>
            <p:nvPr/>
          </p:nvSpPr>
          <p:spPr>
            <a:xfrm>
              <a:off x="11042525" y="66063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" name="pt2683"/>
            <p:cNvSpPr/>
            <p:nvPr/>
          </p:nvSpPr>
          <p:spPr>
            <a:xfrm>
              <a:off x="11254059" y="65908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" name="pt2684"/>
            <p:cNvSpPr/>
            <p:nvPr/>
          </p:nvSpPr>
          <p:spPr>
            <a:xfrm>
              <a:off x="11042525" y="65898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" name="pt2685"/>
            <p:cNvSpPr/>
            <p:nvPr/>
          </p:nvSpPr>
          <p:spPr>
            <a:xfrm>
              <a:off x="11241532" y="65957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" name="pt2686"/>
            <p:cNvSpPr/>
            <p:nvPr/>
          </p:nvSpPr>
          <p:spPr>
            <a:xfrm>
              <a:off x="11259192" y="65280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" name="pt2687"/>
            <p:cNvSpPr/>
            <p:nvPr/>
          </p:nvSpPr>
          <p:spPr>
            <a:xfrm>
              <a:off x="11457675" y="64897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" name="pt2688"/>
            <p:cNvSpPr/>
            <p:nvPr/>
          </p:nvSpPr>
          <p:spPr>
            <a:xfrm>
              <a:off x="11582380" y="64936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" name="pt2689"/>
            <p:cNvSpPr/>
            <p:nvPr/>
          </p:nvSpPr>
          <p:spPr>
            <a:xfrm>
              <a:off x="11042525" y="65779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" name="pt2690"/>
            <p:cNvSpPr/>
            <p:nvPr/>
          </p:nvSpPr>
          <p:spPr>
            <a:xfrm>
              <a:off x="11310992" y="62388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" name="pt2691"/>
            <p:cNvSpPr/>
            <p:nvPr/>
          </p:nvSpPr>
          <p:spPr>
            <a:xfrm>
              <a:off x="11454166" y="65850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" name="pt2692"/>
            <p:cNvSpPr/>
            <p:nvPr/>
          </p:nvSpPr>
          <p:spPr>
            <a:xfrm>
              <a:off x="11042525" y="66259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" name="pt2693"/>
            <p:cNvSpPr/>
            <p:nvPr/>
          </p:nvSpPr>
          <p:spPr>
            <a:xfrm>
              <a:off x="11187067" y="65710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" name="pt2694"/>
            <p:cNvSpPr/>
            <p:nvPr/>
          </p:nvSpPr>
          <p:spPr>
            <a:xfrm>
              <a:off x="11042525" y="65233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" name="pt2695"/>
            <p:cNvSpPr/>
            <p:nvPr/>
          </p:nvSpPr>
          <p:spPr>
            <a:xfrm>
              <a:off x="11254844" y="64468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" name="pt2696"/>
            <p:cNvSpPr/>
            <p:nvPr/>
          </p:nvSpPr>
          <p:spPr>
            <a:xfrm>
              <a:off x="11042525" y="65731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" name="pt2697"/>
            <p:cNvSpPr/>
            <p:nvPr/>
          </p:nvSpPr>
          <p:spPr>
            <a:xfrm>
              <a:off x="11245685" y="65835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" name="pt2698"/>
            <p:cNvSpPr/>
            <p:nvPr/>
          </p:nvSpPr>
          <p:spPr>
            <a:xfrm>
              <a:off x="11376120" y="65483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" name="pt2699"/>
            <p:cNvSpPr/>
            <p:nvPr/>
          </p:nvSpPr>
          <p:spPr>
            <a:xfrm>
              <a:off x="11513076" y="65324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" name="pt2700"/>
            <p:cNvSpPr/>
            <p:nvPr/>
          </p:nvSpPr>
          <p:spPr>
            <a:xfrm>
              <a:off x="11042525" y="65861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" name="pt2701"/>
            <p:cNvSpPr/>
            <p:nvPr/>
          </p:nvSpPr>
          <p:spPr>
            <a:xfrm>
              <a:off x="11180500" y="65717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" name="pt2702"/>
            <p:cNvSpPr/>
            <p:nvPr/>
          </p:nvSpPr>
          <p:spPr>
            <a:xfrm>
              <a:off x="11042525" y="65562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" name="pt2703"/>
            <p:cNvSpPr/>
            <p:nvPr/>
          </p:nvSpPr>
          <p:spPr>
            <a:xfrm>
              <a:off x="11115988" y="65420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" name="pt2704"/>
            <p:cNvSpPr/>
            <p:nvPr/>
          </p:nvSpPr>
          <p:spPr>
            <a:xfrm>
              <a:off x="11042525" y="65420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" name="pt2705"/>
            <p:cNvSpPr/>
            <p:nvPr/>
          </p:nvSpPr>
          <p:spPr>
            <a:xfrm>
              <a:off x="11042525" y="65592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" name="pt2706"/>
            <p:cNvSpPr/>
            <p:nvPr/>
          </p:nvSpPr>
          <p:spPr>
            <a:xfrm>
              <a:off x="11177194" y="65318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" name="pt2707"/>
            <p:cNvSpPr/>
            <p:nvPr/>
          </p:nvSpPr>
          <p:spPr>
            <a:xfrm>
              <a:off x="11299771" y="65479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" name="pt2708"/>
            <p:cNvSpPr/>
            <p:nvPr/>
          </p:nvSpPr>
          <p:spPr>
            <a:xfrm>
              <a:off x="11042525" y="66111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" name="pt2709"/>
            <p:cNvSpPr/>
            <p:nvPr/>
          </p:nvSpPr>
          <p:spPr>
            <a:xfrm>
              <a:off x="11384735" y="66042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" name="pt2710"/>
            <p:cNvSpPr/>
            <p:nvPr/>
          </p:nvSpPr>
          <p:spPr>
            <a:xfrm>
              <a:off x="11514627" y="66019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" name="pt2711"/>
            <p:cNvSpPr/>
            <p:nvPr/>
          </p:nvSpPr>
          <p:spPr>
            <a:xfrm>
              <a:off x="11042525" y="65445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" name="pt2712"/>
            <p:cNvSpPr/>
            <p:nvPr/>
          </p:nvSpPr>
          <p:spPr>
            <a:xfrm>
              <a:off x="11042525" y="66139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" name="pt2713"/>
            <p:cNvSpPr/>
            <p:nvPr/>
          </p:nvSpPr>
          <p:spPr>
            <a:xfrm>
              <a:off x="11042525" y="65886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" name="pt2714"/>
            <p:cNvSpPr/>
            <p:nvPr/>
          </p:nvSpPr>
          <p:spPr>
            <a:xfrm>
              <a:off x="11241438" y="66026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" name="pt2715"/>
            <p:cNvSpPr/>
            <p:nvPr/>
          </p:nvSpPr>
          <p:spPr>
            <a:xfrm>
              <a:off x="11042525" y="65955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" name="pt2716"/>
            <p:cNvSpPr/>
            <p:nvPr/>
          </p:nvSpPr>
          <p:spPr>
            <a:xfrm>
              <a:off x="11241598" y="63978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" name="pt2717"/>
            <p:cNvSpPr/>
            <p:nvPr/>
          </p:nvSpPr>
          <p:spPr>
            <a:xfrm>
              <a:off x="11373301" y="65810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" name="pt2718"/>
            <p:cNvSpPr/>
            <p:nvPr/>
          </p:nvSpPr>
          <p:spPr>
            <a:xfrm>
              <a:off x="11505185" y="65732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" name="pt2719"/>
            <p:cNvSpPr/>
            <p:nvPr/>
          </p:nvSpPr>
          <p:spPr>
            <a:xfrm>
              <a:off x="11042525" y="65465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" name="pt2720"/>
            <p:cNvSpPr/>
            <p:nvPr/>
          </p:nvSpPr>
          <p:spPr>
            <a:xfrm>
              <a:off x="11116076" y="65537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" name="pt2721"/>
            <p:cNvSpPr/>
            <p:nvPr/>
          </p:nvSpPr>
          <p:spPr>
            <a:xfrm>
              <a:off x="11251583" y="64996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" name="pt2722"/>
            <p:cNvSpPr/>
            <p:nvPr/>
          </p:nvSpPr>
          <p:spPr>
            <a:xfrm>
              <a:off x="11445451" y="63688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" name="pt2723"/>
            <p:cNvSpPr/>
            <p:nvPr/>
          </p:nvSpPr>
          <p:spPr>
            <a:xfrm>
              <a:off x="11042525" y="65878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" name="pt2724"/>
            <p:cNvSpPr/>
            <p:nvPr/>
          </p:nvSpPr>
          <p:spPr>
            <a:xfrm>
              <a:off x="11372054" y="65206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" name="pt2725"/>
            <p:cNvSpPr/>
            <p:nvPr/>
          </p:nvSpPr>
          <p:spPr>
            <a:xfrm>
              <a:off x="11042525" y="65362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" name="pt2726"/>
            <p:cNvSpPr/>
            <p:nvPr/>
          </p:nvSpPr>
          <p:spPr>
            <a:xfrm>
              <a:off x="11448308" y="65015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" name="pt2727"/>
            <p:cNvSpPr/>
            <p:nvPr/>
          </p:nvSpPr>
          <p:spPr>
            <a:xfrm>
              <a:off x="11042525" y="65498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" name="pt2728"/>
            <p:cNvSpPr/>
            <p:nvPr/>
          </p:nvSpPr>
          <p:spPr>
            <a:xfrm>
              <a:off x="11152670" y="65306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" name="pt2729"/>
            <p:cNvSpPr/>
            <p:nvPr/>
          </p:nvSpPr>
          <p:spPr>
            <a:xfrm>
              <a:off x="11278213" y="65513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" name="pt2730"/>
            <p:cNvSpPr/>
            <p:nvPr/>
          </p:nvSpPr>
          <p:spPr>
            <a:xfrm>
              <a:off x="11042525" y="65926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" name="pt2731"/>
            <p:cNvSpPr/>
            <p:nvPr/>
          </p:nvSpPr>
          <p:spPr>
            <a:xfrm>
              <a:off x="11170592" y="65379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" name="pt2732"/>
            <p:cNvSpPr/>
            <p:nvPr/>
          </p:nvSpPr>
          <p:spPr>
            <a:xfrm>
              <a:off x="11042525" y="64520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" name="pt2733"/>
            <p:cNvSpPr/>
            <p:nvPr/>
          </p:nvSpPr>
          <p:spPr>
            <a:xfrm>
              <a:off x="11189540" y="64284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" name="pt2734"/>
            <p:cNvSpPr/>
            <p:nvPr/>
          </p:nvSpPr>
          <p:spPr>
            <a:xfrm>
              <a:off x="11042525" y="66081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" name="pt2735"/>
            <p:cNvSpPr/>
            <p:nvPr/>
          </p:nvSpPr>
          <p:spPr>
            <a:xfrm>
              <a:off x="11042525" y="65376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" name="pt2736"/>
            <p:cNvSpPr/>
            <p:nvPr/>
          </p:nvSpPr>
          <p:spPr>
            <a:xfrm>
              <a:off x="11299771" y="65600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" name="pt2737"/>
            <p:cNvSpPr/>
            <p:nvPr/>
          </p:nvSpPr>
          <p:spPr>
            <a:xfrm>
              <a:off x="11042525" y="65378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" name="pt2738"/>
            <p:cNvSpPr/>
            <p:nvPr/>
          </p:nvSpPr>
          <p:spPr>
            <a:xfrm>
              <a:off x="11252489" y="65277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" name="pt2739"/>
            <p:cNvSpPr/>
            <p:nvPr/>
          </p:nvSpPr>
          <p:spPr>
            <a:xfrm>
              <a:off x="11574409" y="65432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" name="pt2740"/>
            <p:cNvSpPr/>
            <p:nvPr/>
          </p:nvSpPr>
          <p:spPr>
            <a:xfrm>
              <a:off x="11042525" y="65546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" name="pt2741"/>
            <p:cNvSpPr/>
            <p:nvPr/>
          </p:nvSpPr>
          <p:spPr>
            <a:xfrm>
              <a:off x="11042525" y="65423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" name="pt2742"/>
            <p:cNvSpPr/>
            <p:nvPr/>
          </p:nvSpPr>
          <p:spPr>
            <a:xfrm>
              <a:off x="11109417" y="65455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" name="pt2743"/>
            <p:cNvSpPr/>
            <p:nvPr/>
          </p:nvSpPr>
          <p:spPr>
            <a:xfrm>
              <a:off x="11042525" y="65084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" name="pt2744"/>
            <p:cNvSpPr/>
            <p:nvPr/>
          </p:nvSpPr>
          <p:spPr>
            <a:xfrm>
              <a:off x="11241575" y="64679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" name="pt2745"/>
            <p:cNvSpPr/>
            <p:nvPr/>
          </p:nvSpPr>
          <p:spPr>
            <a:xfrm>
              <a:off x="11379256" y="64470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" name="pt2746"/>
            <p:cNvSpPr/>
            <p:nvPr/>
          </p:nvSpPr>
          <p:spPr>
            <a:xfrm>
              <a:off x="11511140" y="64818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" name="pt2747"/>
            <p:cNvSpPr/>
            <p:nvPr/>
          </p:nvSpPr>
          <p:spPr>
            <a:xfrm>
              <a:off x="11042525" y="64977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" name="pt2748"/>
            <p:cNvSpPr/>
            <p:nvPr/>
          </p:nvSpPr>
          <p:spPr>
            <a:xfrm>
              <a:off x="11120102" y="65130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" name="pt2749"/>
            <p:cNvSpPr/>
            <p:nvPr/>
          </p:nvSpPr>
          <p:spPr>
            <a:xfrm>
              <a:off x="11190713" y="65241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" name="pt2750"/>
            <p:cNvSpPr/>
            <p:nvPr/>
          </p:nvSpPr>
          <p:spPr>
            <a:xfrm>
              <a:off x="11257924" y="65309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" name="pt2751"/>
            <p:cNvSpPr/>
            <p:nvPr/>
          </p:nvSpPr>
          <p:spPr>
            <a:xfrm>
              <a:off x="11042525" y="64759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" name="pt2752"/>
            <p:cNvSpPr/>
            <p:nvPr/>
          </p:nvSpPr>
          <p:spPr>
            <a:xfrm>
              <a:off x="11179558" y="63729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" name="pt2753"/>
            <p:cNvSpPr/>
            <p:nvPr/>
          </p:nvSpPr>
          <p:spPr>
            <a:xfrm>
              <a:off x="11042525" y="65815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" name="pt2754"/>
            <p:cNvSpPr/>
            <p:nvPr/>
          </p:nvSpPr>
          <p:spPr>
            <a:xfrm>
              <a:off x="11042525" y="65744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" name="pt2755"/>
            <p:cNvSpPr/>
            <p:nvPr/>
          </p:nvSpPr>
          <p:spPr>
            <a:xfrm>
              <a:off x="11181006" y="66011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" name="pt2756"/>
            <p:cNvSpPr/>
            <p:nvPr/>
          </p:nvSpPr>
          <p:spPr>
            <a:xfrm>
              <a:off x="11042525" y="65113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" name="pt2757"/>
            <p:cNvSpPr/>
            <p:nvPr/>
          </p:nvSpPr>
          <p:spPr>
            <a:xfrm>
              <a:off x="11042525" y="65747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" name="pt2758"/>
            <p:cNvSpPr/>
            <p:nvPr/>
          </p:nvSpPr>
          <p:spPr>
            <a:xfrm>
              <a:off x="11042525" y="65583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" name="pt2759"/>
            <p:cNvSpPr/>
            <p:nvPr/>
          </p:nvSpPr>
          <p:spPr>
            <a:xfrm>
              <a:off x="11042525" y="64584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" name="pt2760"/>
            <p:cNvSpPr/>
            <p:nvPr/>
          </p:nvSpPr>
          <p:spPr>
            <a:xfrm>
              <a:off x="11042525" y="64701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" name="pt2761"/>
            <p:cNvSpPr/>
            <p:nvPr/>
          </p:nvSpPr>
          <p:spPr>
            <a:xfrm>
              <a:off x="11042525" y="65271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" name="pt2762"/>
            <p:cNvSpPr/>
            <p:nvPr/>
          </p:nvSpPr>
          <p:spPr>
            <a:xfrm>
              <a:off x="11108342" y="65364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" name="pt2763"/>
            <p:cNvSpPr/>
            <p:nvPr/>
          </p:nvSpPr>
          <p:spPr>
            <a:xfrm>
              <a:off x="11176764" y="65159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" name="pt2764"/>
            <p:cNvSpPr/>
            <p:nvPr/>
          </p:nvSpPr>
          <p:spPr>
            <a:xfrm>
              <a:off x="11240532" y="65052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" name="pt2765"/>
            <p:cNvSpPr/>
            <p:nvPr/>
          </p:nvSpPr>
          <p:spPr>
            <a:xfrm>
              <a:off x="11379700" y="65121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" name="pt2766"/>
            <p:cNvSpPr/>
            <p:nvPr/>
          </p:nvSpPr>
          <p:spPr>
            <a:xfrm>
              <a:off x="11511366" y="65189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" name="pt2767"/>
            <p:cNvSpPr/>
            <p:nvPr/>
          </p:nvSpPr>
          <p:spPr>
            <a:xfrm>
              <a:off x="11042525" y="65151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" name="pt2768"/>
            <p:cNvSpPr/>
            <p:nvPr/>
          </p:nvSpPr>
          <p:spPr>
            <a:xfrm>
              <a:off x="11350409" y="63359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" name="pt2769"/>
            <p:cNvSpPr/>
            <p:nvPr/>
          </p:nvSpPr>
          <p:spPr>
            <a:xfrm>
              <a:off x="11042525" y="65632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" name="pt2770"/>
            <p:cNvSpPr/>
            <p:nvPr/>
          </p:nvSpPr>
          <p:spPr>
            <a:xfrm>
              <a:off x="11123535" y="65183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" name="pt2771"/>
            <p:cNvSpPr/>
            <p:nvPr/>
          </p:nvSpPr>
          <p:spPr>
            <a:xfrm>
              <a:off x="11191981" y="65655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" name="pt2772"/>
            <p:cNvSpPr/>
            <p:nvPr/>
          </p:nvSpPr>
          <p:spPr>
            <a:xfrm>
              <a:off x="11260641" y="65411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" name="pt2773"/>
            <p:cNvSpPr/>
            <p:nvPr/>
          </p:nvSpPr>
          <p:spPr>
            <a:xfrm>
              <a:off x="11377188" y="65444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" name="pt2774"/>
            <p:cNvSpPr/>
            <p:nvPr/>
          </p:nvSpPr>
          <p:spPr>
            <a:xfrm>
              <a:off x="11574953" y="64817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" name="pt2775"/>
            <p:cNvSpPr/>
            <p:nvPr/>
          </p:nvSpPr>
          <p:spPr>
            <a:xfrm>
              <a:off x="11042525" y="65273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" name="pt2776"/>
            <p:cNvSpPr/>
            <p:nvPr/>
          </p:nvSpPr>
          <p:spPr>
            <a:xfrm>
              <a:off x="11132380" y="64846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" name="pt2777"/>
            <p:cNvSpPr/>
            <p:nvPr/>
          </p:nvSpPr>
          <p:spPr>
            <a:xfrm>
              <a:off x="11042525" y="65848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" name="pt2778"/>
            <p:cNvSpPr/>
            <p:nvPr/>
          </p:nvSpPr>
          <p:spPr>
            <a:xfrm>
              <a:off x="11042525" y="65402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" name="pt2779"/>
            <p:cNvSpPr/>
            <p:nvPr/>
          </p:nvSpPr>
          <p:spPr>
            <a:xfrm>
              <a:off x="11198332" y="65827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" name="pt2780"/>
            <p:cNvSpPr/>
            <p:nvPr/>
          </p:nvSpPr>
          <p:spPr>
            <a:xfrm>
              <a:off x="11316257" y="65950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" name="pt2781"/>
            <p:cNvSpPr/>
            <p:nvPr/>
          </p:nvSpPr>
          <p:spPr>
            <a:xfrm>
              <a:off x="11042525" y="65105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" name="pt2782"/>
            <p:cNvSpPr/>
            <p:nvPr/>
          </p:nvSpPr>
          <p:spPr>
            <a:xfrm>
              <a:off x="11131268" y="65606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" name="pt2783"/>
            <p:cNvSpPr/>
            <p:nvPr/>
          </p:nvSpPr>
          <p:spPr>
            <a:xfrm>
              <a:off x="11181854" y="65650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" name="pt2784"/>
            <p:cNvSpPr/>
            <p:nvPr/>
          </p:nvSpPr>
          <p:spPr>
            <a:xfrm>
              <a:off x="11247779" y="65471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" name="pt2785"/>
            <p:cNvSpPr/>
            <p:nvPr/>
          </p:nvSpPr>
          <p:spPr>
            <a:xfrm>
              <a:off x="11314989" y="65486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" name="pt2786"/>
            <p:cNvSpPr/>
            <p:nvPr/>
          </p:nvSpPr>
          <p:spPr>
            <a:xfrm>
              <a:off x="11436772" y="64843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" name="pt2787"/>
            <p:cNvSpPr/>
            <p:nvPr/>
          </p:nvSpPr>
          <p:spPr>
            <a:xfrm>
              <a:off x="11572598" y="64749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" name="pt2788"/>
            <p:cNvSpPr/>
            <p:nvPr/>
          </p:nvSpPr>
          <p:spPr>
            <a:xfrm>
              <a:off x="11042525" y="65635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" name="pt2789"/>
            <p:cNvSpPr/>
            <p:nvPr/>
          </p:nvSpPr>
          <p:spPr>
            <a:xfrm>
              <a:off x="11042525" y="65687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" name="pt2790"/>
            <p:cNvSpPr/>
            <p:nvPr/>
          </p:nvSpPr>
          <p:spPr>
            <a:xfrm>
              <a:off x="11042525" y="64985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" name="pt2791"/>
            <p:cNvSpPr/>
            <p:nvPr/>
          </p:nvSpPr>
          <p:spPr>
            <a:xfrm>
              <a:off x="11197960" y="64766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" name="pt2792"/>
            <p:cNvSpPr/>
            <p:nvPr/>
          </p:nvSpPr>
          <p:spPr>
            <a:xfrm>
              <a:off x="11042525" y="65176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" name="pt2793"/>
            <p:cNvSpPr/>
            <p:nvPr/>
          </p:nvSpPr>
          <p:spPr>
            <a:xfrm>
              <a:off x="11108689" y="64762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" name="pt2794"/>
            <p:cNvSpPr/>
            <p:nvPr/>
          </p:nvSpPr>
          <p:spPr>
            <a:xfrm>
              <a:off x="11176764" y="65050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" name="pt2795"/>
            <p:cNvSpPr/>
            <p:nvPr/>
          </p:nvSpPr>
          <p:spPr>
            <a:xfrm>
              <a:off x="11374447" y="64235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" name="pt2796"/>
            <p:cNvSpPr/>
            <p:nvPr/>
          </p:nvSpPr>
          <p:spPr>
            <a:xfrm>
              <a:off x="11437815" y="64561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" name="pt2797"/>
            <p:cNvSpPr/>
            <p:nvPr/>
          </p:nvSpPr>
          <p:spPr>
            <a:xfrm>
              <a:off x="11499953" y="63980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" name="pt2798"/>
            <p:cNvSpPr/>
            <p:nvPr/>
          </p:nvSpPr>
          <p:spPr>
            <a:xfrm>
              <a:off x="11570967" y="65165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" name="pt2799"/>
            <p:cNvSpPr/>
            <p:nvPr/>
          </p:nvSpPr>
          <p:spPr>
            <a:xfrm>
              <a:off x="11042525" y="65393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" name="pt2800"/>
            <p:cNvSpPr/>
            <p:nvPr/>
          </p:nvSpPr>
          <p:spPr>
            <a:xfrm>
              <a:off x="11042525" y="65926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" name="pt2801"/>
            <p:cNvSpPr/>
            <p:nvPr/>
          </p:nvSpPr>
          <p:spPr>
            <a:xfrm>
              <a:off x="11175496" y="65915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" name="pt2802"/>
            <p:cNvSpPr/>
            <p:nvPr/>
          </p:nvSpPr>
          <p:spPr>
            <a:xfrm>
              <a:off x="11042525" y="64706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" name="pt2803"/>
            <p:cNvSpPr/>
            <p:nvPr/>
          </p:nvSpPr>
          <p:spPr>
            <a:xfrm>
              <a:off x="11252489" y="64304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" name="pt2804"/>
            <p:cNvSpPr/>
            <p:nvPr/>
          </p:nvSpPr>
          <p:spPr>
            <a:xfrm>
              <a:off x="11042525" y="65372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" name="pt2805"/>
            <p:cNvSpPr/>
            <p:nvPr/>
          </p:nvSpPr>
          <p:spPr>
            <a:xfrm>
              <a:off x="11042525" y="65976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" name="pt2806"/>
            <p:cNvSpPr/>
            <p:nvPr/>
          </p:nvSpPr>
          <p:spPr>
            <a:xfrm>
              <a:off x="11122405" y="65917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" name="pt2807"/>
            <p:cNvSpPr/>
            <p:nvPr/>
          </p:nvSpPr>
          <p:spPr>
            <a:xfrm>
              <a:off x="11042525" y="65798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" name="pt2808"/>
            <p:cNvSpPr/>
            <p:nvPr/>
          </p:nvSpPr>
          <p:spPr>
            <a:xfrm>
              <a:off x="11242706" y="65368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" name="pt2809"/>
            <p:cNvSpPr/>
            <p:nvPr/>
          </p:nvSpPr>
          <p:spPr>
            <a:xfrm>
              <a:off x="11463253" y="64997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" name="pt2810"/>
            <p:cNvSpPr/>
            <p:nvPr/>
          </p:nvSpPr>
          <p:spPr>
            <a:xfrm>
              <a:off x="11042525" y="64954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" name="pt2811"/>
            <p:cNvSpPr/>
            <p:nvPr/>
          </p:nvSpPr>
          <p:spPr>
            <a:xfrm>
              <a:off x="11124952" y="64983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" name="pt2812"/>
            <p:cNvSpPr/>
            <p:nvPr/>
          </p:nvSpPr>
          <p:spPr>
            <a:xfrm>
              <a:off x="11042525" y="65719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" name="pt2813"/>
            <p:cNvSpPr/>
            <p:nvPr/>
          </p:nvSpPr>
          <p:spPr>
            <a:xfrm>
              <a:off x="11186755" y="65281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" name="pt2814"/>
            <p:cNvSpPr/>
            <p:nvPr/>
          </p:nvSpPr>
          <p:spPr>
            <a:xfrm>
              <a:off x="11314626" y="65741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" name="pt2815"/>
            <p:cNvSpPr/>
            <p:nvPr/>
          </p:nvSpPr>
          <p:spPr>
            <a:xfrm>
              <a:off x="11042525" y="65477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" name="pt2816"/>
            <p:cNvSpPr/>
            <p:nvPr/>
          </p:nvSpPr>
          <p:spPr>
            <a:xfrm>
              <a:off x="11042525" y="65975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" name="pt2817"/>
            <p:cNvSpPr/>
            <p:nvPr/>
          </p:nvSpPr>
          <p:spPr>
            <a:xfrm>
              <a:off x="11042525" y="65879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" name="pt2818"/>
            <p:cNvSpPr/>
            <p:nvPr/>
          </p:nvSpPr>
          <p:spPr>
            <a:xfrm>
              <a:off x="11042525" y="65625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" name="pt2819"/>
            <p:cNvSpPr/>
            <p:nvPr/>
          </p:nvSpPr>
          <p:spPr>
            <a:xfrm>
              <a:off x="11376221" y="65313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" name="pt2820"/>
            <p:cNvSpPr/>
            <p:nvPr/>
          </p:nvSpPr>
          <p:spPr>
            <a:xfrm>
              <a:off x="11511728" y="65660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" name="pt2821"/>
            <p:cNvSpPr/>
            <p:nvPr/>
          </p:nvSpPr>
          <p:spPr>
            <a:xfrm>
              <a:off x="11660098" y="65104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" name="pt2822"/>
            <p:cNvSpPr/>
            <p:nvPr/>
          </p:nvSpPr>
          <p:spPr>
            <a:xfrm>
              <a:off x="11042525" y="65820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" name="pt2823"/>
            <p:cNvSpPr/>
            <p:nvPr/>
          </p:nvSpPr>
          <p:spPr>
            <a:xfrm>
              <a:off x="11042525" y="65682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" name="pt2824"/>
            <p:cNvSpPr/>
            <p:nvPr/>
          </p:nvSpPr>
          <p:spPr>
            <a:xfrm>
              <a:off x="11042525" y="66239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" name="pt2825"/>
            <p:cNvSpPr/>
            <p:nvPr/>
          </p:nvSpPr>
          <p:spPr>
            <a:xfrm>
              <a:off x="11259192" y="66044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" name="pt2826"/>
            <p:cNvSpPr/>
            <p:nvPr/>
          </p:nvSpPr>
          <p:spPr>
            <a:xfrm>
              <a:off x="11042525" y="65860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" name="pt2827"/>
            <p:cNvSpPr/>
            <p:nvPr/>
          </p:nvSpPr>
          <p:spPr>
            <a:xfrm>
              <a:off x="11110097" y="65761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" name="pt2828"/>
            <p:cNvSpPr/>
            <p:nvPr/>
          </p:nvSpPr>
          <p:spPr>
            <a:xfrm>
              <a:off x="11042525" y="65098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" name="pt2829"/>
            <p:cNvSpPr/>
            <p:nvPr/>
          </p:nvSpPr>
          <p:spPr>
            <a:xfrm>
              <a:off x="11042525" y="65887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" name="pt2830"/>
            <p:cNvSpPr/>
            <p:nvPr/>
          </p:nvSpPr>
          <p:spPr>
            <a:xfrm>
              <a:off x="11174228" y="65873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" name="pt2831"/>
            <p:cNvSpPr/>
            <p:nvPr/>
          </p:nvSpPr>
          <p:spPr>
            <a:xfrm>
              <a:off x="11306112" y="65840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" name="pt2832"/>
            <p:cNvSpPr/>
            <p:nvPr/>
          </p:nvSpPr>
          <p:spPr>
            <a:xfrm>
              <a:off x="11042525" y="64945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" name="pt2833"/>
            <p:cNvSpPr/>
            <p:nvPr/>
          </p:nvSpPr>
          <p:spPr>
            <a:xfrm>
              <a:off x="11175587" y="64806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" name="pt2834"/>
            <p:cNvSpPr/>
            <p:nvPr/>
          </p:nvSpPr>
          <p:spPr>
            <a:xfrm>
              <a:off x="11042525" y="65309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" name="pt2835"/>
            <p:cNvSpPr/>
            <p:nvPr/>
          </p:nvSpPr>
          <p:spPr>
            <a:xfrm>
              <a:off x="11042525" y="65799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" name="pt2836"/>
            <p:cNvSpPr/>
            <p:nvPr/>
          </p:nvSpPr>
          <p:spPr>
            <a:xfrm>
              <a:off x="11042525" y="65513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" name="pt2837"/>
            <p:cNvSpPr/>
            <p:nvPr/>
          </p:nvSpPr>
          <p:spPr>
            <a:xfrm>
              <a:off x="11265351" y="65978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" name="pt2838"/>
            <p:cNvSpPr/>
            <p:nvPr/>
          </p:nvSpPr>
          <p:spPr>
            <a:xfrm>
              <a:off x="11432894" y="65443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" name="pt2839"/>
            <p:cNvSpPr/>
            <p:nvPr/>
          </p:nvSpPr>
          <p:spPr>
            <a:xfrm>
              <a:off x="11042525" y="65484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" name="pt2840"/>
            <p:cNvSpPr/>
            <p:nvPr/>
          </p:nvSpPr>
          <p:spPr>
            <a:xfrm>
              <a:off x="11186728" y="65714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" name="pt2841"/>
            <p:cNvSpPr/>
            <p:nvPr/>
          </p:nvSpPr>
          <p:spPr>
            <a:xfrm>
              <a:off x="11313902" y="65477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" name="pt2842"/>
            <p:cNvSpPr/>
            <p:nvPr/>
          </p:nvSpPr>
          <p:spPr>
            <a:xfrm>
              <a:off x="11042525" y="65395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" name="pt2843"/>
            <p:cNvSpPr/>
            <p:nvPr/>
          </p:nvSpPr>
          <p:spPr>
            <a:xfrm>
              <a:off x="11042525" y="65186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" name="pt2844"/>
            <p:cNvSpPr/>
            <p:nvPr/>
          </p:nvSpPr>
          <p:spPr>
            <a:xfrm>
              <a:off x="11042525" y="65667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" name="pt2845"/>
            <p:cNvSpPr/>
            <p:nvPr/>
          </p:nvSpPr>
          <p:spPr>
            <a:xfrm>
              <a:off x="11249047" y="65625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" name="pt2846"/>
            <p:cNvSpPr/>
            <p:nvPr/>
          </p:nvSpPr>
          <p:spPr>
            <a:xfrm>
              <a:off x="11647417" y="64761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" name="pt2847"/>
            <p:cNvSpPr/>
            <p:nvPr/>
          </p:nvSpPr>
          <p:spPr>
            <a:xfrm>
              <a:off x="11042525" y="65537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" name="pt2848"/>
            <p:cNvSpPr/>
            <p:nvPr/>
          </p:nvSpPr>
          <p:spPr>
            <a:xfrm>
              <a:off x="11042525" y="65322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" name="pt2849"/>
            <p:cNvSpPr/>
            <p:nvPr/>
          </p:nvSpPr>
          <p:spPr>
            <a:xfrm>
              <a:off x="11313540" y="65954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" name="pt2850"/>
            <p:cNvSpPr/>
            <p:nvPr/>
          </p:nvSpPr>
          <p:spPr>
            <a:xfrm>
              <a:off x="11042525" y="65506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" name="pt2851"/>
            <p:cNvSpPr/>
            <p:nvPr/>
          </p:nvSpPr>
          <p:spPr>
            <a:xfrm>
              <a:off x="11183286" y="65203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" name="pt2852"/>
            <p:cNvSpPr/>
            <p:nvPr/>
          </p:nvSpPr>
          <p:spPr>
            <a:xfrm>
              <a:off x="11042525" y="64451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" name="pt2853"/>
            <p:cNvSpPr/>
            <p:nvPr/>
          </p:nvSpPr>
          <p:spPr>
            <a:xfrm>
              <a:off x="11113508" y="64574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" name="pt2854"/>
            <p:cNvSpPr/>
            <p:nvPr/>
          </p:nvSpPr>
          <p:spPr>
            <a:xfrm>
              <a:off x="11181986" y="64681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" name="pt2855"/>
            <p:cNvSpPr/>
            <p:nvPr/>
          </p:nvSpPr>
          <p:spPr>
            <a:xfrm>
              <a:off x="11308644" y="64615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" name="pt2856"/>
            <p:cNvSpPr/>
            <p:nvPr/>
          </p:nvSpPr>
          <p:spPr>
            <a:xfrm>
              <a:off x="11364595" y="64720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" name="pt2857"/>
            <p:cNvSpPr/>
            <p:nvPr/>
          </p:nvSpPr>
          <p:spPr>
            <a:xfrm>
              <a:off x="11466044" y="64519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" name="pt2858"/>
            <p:cNvSpPr/>
            <p:nvPr/>
          </p:nvSpPr>
          <p:spPr>
            <a:xfrm>
              <a:off x="11042525" y="65563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" name="pt2859"/>
            <p:cNvSpPr/>
            <p:nvPr/>
          </p:nvSpPr>
          <p:spPr>
            <a:xfrm>
              <a:off x="11042525" y="65605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" name="pt2860"/>
            <p:cNvSpPr/>
            <p:nvPr/>
          </p:nvSpPr>
          <p:spPr>
            <a:xfrm>
              <a:off x="11115935" y="65578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" name="pt2861"/>
            <p:cNvSpPr/>
            <p:nvPr/>
          </p:nvSpPr>
          <p:spPr>
            <a:xfrm>
              <a:off x="11042525" y="65640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" name="pt2862"/>
            <p:cNvSpPr/>
            <p:nvPr/>
          </p:nvSpPr>
          <p:spPr>
            <a:xfrm>
              <a:off x="11042525" y="64850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" name="pt2863"/>
            <p:cNvSpPr/>
            <p:nvPr/>
          </p:nvSpPr>
          <p:spPr>
            <a:xfrm>
              <a:off x="11241619" y="64728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" name="pt2864"/>
            <p:cNvSpPr/>
            <p:nvPr/>
          </p:nvSpPr>
          <p:spPr>
            <a:xfrm>
              <a:off x="11042525" y="65931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" name="pt2865"/>
            <p:cNvSpPr/>
            <p:nvPr/>
          </p:nvSpPr>
          <p:spPr>
            <a:xfrm>
              <a:off x="11242039" y="65683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" name="pt2866"/>
            <p:cNvSpPr/>
            <p:nvPr/>
          </p:nvSpPr>
          <p:spPr>
            <a:xfrm>
              <a:off x="11435641" y="65797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" name="pt2867"/>
            <p:cNvSpPr/>
            <p:nvPr/>
          </p:nvSpPr>
          <p:spPr>
            <a:xfrm>
              <a:off x="11570062" y="65779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" name="pt2868"/>
            <p:cNvSpPr/>
            <p:nvPr/>
          </p:nvSpPr>
          <p:spPr>
            <a:xfrm>
              <a:off x="11704301" y="64217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" name="pt2869"/>
            <p:cNvSpPr/>
            <p:nvPr/>
          </p:nvSpPr>
          <p:spPr>
            <a:xfrm>
              <a:off x="11042525" y="65201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" name="pt2870"/>
            <p:cNvSpPr/>
            <p:nvPr/>
          </p:nvSpPr>
          <p:spPr>
            <a:xfrm>
              <a:off x="11109154" y="65280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" name="pt2871"/>
            <p:cNvSpPr/>
            <p:nvPr/>
          </p:nvSpPr>
          <p:spPr>
            <a:xfrm>
              <a:off x="11256655" y="65595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" name="pt2872"/>
            <p:cNvSpPr/>
            <p:nvPr/>
          </p:nvSpPr>
          <p:spPr>
            <a:xfrm>
              <a:off x="11424772" y="65604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" name="pt2873"/>
            <p:cNvSpPr/>
            <p:nvPr/>
          </p:nvSpPr>
          <p:spPr>
            <a:xfrm>
              <a:off x="11572235" y="65573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" name="pt2874"/>
            <p:cNvSpPr/>
            <p:nvPr/>
          </p:nvSpPr>
          <p:spPr>
            <a:xfrm>
              <a:off x="11042525" y="65318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" name="pt2875"/>
            <p:cNvSpPr/>
            <p:nvPr/>
          </p:nvSpPr>
          <p:spPr>
            <a:xfrm>
              <a:off x="11249047" y="65542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" name="pt2876"/>
            <p:cNvSpPr/>
            <p:nvPr/>
          </p:nvSpPr>
          <p:spPr>
            <a:xfrm>
              <a:off x="11377851" y="65791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" name="pt2877"/>
            <p:cNvSpPr/>
            <p:nvPr/>
          </p:nvSpPr>
          <p:spPr>
            <a:xfrm>
              <a:off x="11042525" y="65618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" name="pt2878"/>
            <p:cNvSpPr/>
            <p:nvPr/>
          </p:nvSpPr>
          <p:spPr>
            <a:xfrm>
              <a:off x="11202489" y="65381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" name="pt2879"/>
            <p:cNvSpPr/>
            <p:nvPr/>
          </p:nvSpPr>
          <p:spPr>
            <a:xfrm>
              <a:off x="11316438" y="65318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" name="pt2880"/>
            <p:cNvSpPr/>
            <p:nvPr/>
          </p:nvSpPr>
          <p:spPr>
            <a:xfrm>
              <a:off x="11042525" y="65875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" name="pt2881"/>
            <p:cNvSpPr/>
            <p:nvPr/>
          </p:nvSpPr>
          <p:spPr>
            <a:xfrm>
              <a:off x="11042525" y="64978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" name="pt2882"/>
            <p:cNvSpPr/>
            <p:nvPr/>
          </p:nvSpPr>
          <p:spPr>
            <a:xfrm>
              <a:off x="11042525" y="65521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" name="pt2883"/>
            <p:cNvSpPr/>
            <p:nvPr/>
          </p:nvSpPr>
          <p:spPr>
            <a:xfrm>
              <a:off x="11042525" y="65545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" name="pt2884"/>
            <p:cNvSpPr/>
            <p:nvPr/>
          </p:nvSpPr>
          <p:spPr>
            <a:xfrm>
              <a:off x="11042525" y="65120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" name="pt2885"/>
            <p:cNvSpPr/>
            <p:nvPr/>
          </p:nvSpPr>
          <p:spPr>
            <a:xfrm>
              <a:off x="11119922" y="65030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" name="pt2886"/>
            <p:cNvSpPr/>
            <p:nvPr/>
          </p:nvSpPr>
          <p:spPr>
            <a:xfrm>
              <a:off x="11042525" y="65389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" name="pt2887"/>
            <p:cNvSpPr/>
            <p:nvPr/>
          </p:nvSpPr>
          <p:spPr>
            <a:xfrm>
              <a:off x="11236366" y="61603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" name="pt2888"/>
            <p:cNvSpPr/>
            <p:nvPr/>
          </p:nvSpPr>
          <p:spPr>
            <a:xfrm>
              <a:off x="11379588" y="65554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" name="pt2889"/>
            <p:cNvSpPr/>
            <p:nvPr/>
          </p:nvSpPr>
          <p:spPr>
            <a:xfrm>
              <a:off x="11577308" y="65774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" name="pt2890"/>
            <p:cNvSpPr/>
            <p:nvPr/>
          </p:nvSpPr>
          <p:spPr>
            <a:xfrm>
              <a:off x="11042525" y="65647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" name="pt2891"/>
            <p:cNvSpPr/>
            <p:nvPr/>
          </p:nvSpPr>
          <p:spPr>
            <a:xfrm>
              <a:off x="11042525" y="65221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" name="pt2892"/>
            <p:cNvSpPr/>
            <p:nvPr/>
          </p:nvSpPr>
          <p:spPr>
            <a:xfrm>
              <a:off x="11253576" y="65362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" name="pt2893"/>
            <p:cNvSpPr/>
            <p:nvPr/>
          </p:nvSpPr>
          <p:spPr>
            <a:xfrm>
              <a:off x="11455696" y="65704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" name="pt2894"/>
            <p:cNvSpPr/>
            <p:nvPr/>
          </p:nvSpPr>
          <p:spPr>
            <a:xfrm>
              <a:off x="11577308" y="65864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" name="pt2895"/>
            <p:cNvSpPr/>
            <p:nvPr/>
          </p:nvSpPr>
          <p:spPr>
            <a:xfrm>
              <a:off x="11042525" y="65516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" name="pt2896"/>
            <p:cNvSpPr/>
            <p:nvPr/>
          </p:nvSpPr>
          <p:spPr>
            <a:xfrm>
              <a:off x="11042525" y="65481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" name="pt2897"/>
            <p:cNvSpPr/>
            <p:nvPr/>
          </p:nvSpPr>
          <p:spPr>
            <a:xfrm>
              <a:off x="11042525" y="64945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" name="pt2898"/>
            <p:cNvSpPr/>
            <p:nvPr/>
          </p:nvSpPr>
          <p:spPr>
            <a:xfrm>
              <a:off x="11175790" y="65285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" name="pt2899"/>
            <p:cNvSpPr/>
            <p:nvPr/>
          </p:nvSpPr>
          <p:spPr>
            <a:xfrm>
              <a:off x="11176773" y="65493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" name="pt2900"/>
            <p:cNvSpPr/>
            <p:nvPr/>
          </p:nvSpPr>
          <p:spPr>
            <a:xfrm>
              <a:off x="11042525" y="65224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" name="pt2901"/>
            <p:cNvSpPr/>
            <p:nvPr/>
          </p:nvSpPr>
          <p:spPr>
            <a:xfrm>
              <a:off x="11110009" y="65741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" name="pt2902"/>
            <p:cNvSpPr/>
            <p:nvPr/>
          </p:nvSpPr>
          <p:spPr>
            <a:xfrm>
              <a:off x="11181836" y="65715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" name="pt2903"/>
            <p:cNvSpPr/>
            <p:nvPr/>
          </p:nvSpPr>
          <p:spPr>
            <a:xfrm>
              <a:off x="11042525" y="65819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" name="pt2904"/>
            <p:cNvSpPr/>
            <p:nvPr/>
          </p:nvSpPr>
          <p:spPr>
            <a:xfrm>
              <a:off x="11188539" y="65953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" name="pt2905"/>
            <p:cNvSpPr/>
            <p:nvPr/>
          </p:nvSpPr>
          <p:spPr>
            <a:xfrm>
              <a:off x="11314083" y="65869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" name="pt2906"/>
            <p:cNvSpPr/>
            <p:nvPr/>
          </p:nvSpPr>
          <p:spPr>
            <a:xfrm>
              <a:off x="11042525" y="64758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" name="pt2907"/>
            <p:cNvSpPr/>
            <p:nvPr/>
          </p:nvSpPr>
          <p:spPr>
            <a:xfrm>
              <a:off x="11111003" y="63502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" name="pt2908"/>
            <p:cNvSpPr/>
            <p:nvPr/>
          </p:nvSpPr>
          <p:spPr>
            <a:xfrm>
              <a:off x="11178463" y="63312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" name="pt2909"/>
            <p:cNvSpPr/>
            <p:nvPr/>
          </p:nvSpPr>
          <p:spPr>
            <a:xfrm>
              <a:off x="11244337" y="64506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" name="pt2910"/>
            <p:cNvSpPr/>
            <p:nvPr/>
          </p:nvSpPr>
          <p:spPr>
            <a:xfrm>
              <a:off x="11330569" y="63581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" name="pt2911"/>
            <p:cNvSpPr/>
            <p:nvPr/>
          </p:nvSpPr>
          <p:spPr>
            <a:xfrm>
              <a:off x="11042525" y="65518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" name="pt2912"/>
            <p:cNvSpPr/>
            <p:nvPr/>
          </p:nvSpPr>
          <p:spPr>
            <a:xfrm>
              <a:off x="11241076" y="65561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" name="pt2913"/>
            <p:cNvSpPr/>
            <p:nvPr/>
          </p:nvSpPr>
          <p:spPr>
            <a:xfrm>
              <a:off x="11373986" y="65615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" name="pt2914"/>
            <p:cNvSpPr/>
            <p:nvPr/>
          </p:nvSpPr>
          <p:spPr>
            <a:xfrm>
              <a:off x="11507199" y="65685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" name="pt2915"/>
            <p:cNvSpPr/>
            <p:nvPr/>
          </p:nvSpPr>
          <p:spPr>
            <a:xfrm>
              <a:off x="11042525" y="65811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" name="pt2916"/>
            <p:cNvSpPr/>
            <p:nvPr/>
          </p:nvSpPr>
          <p:spPr>
            <a:xfrm>
              <a:off x="11198411" y="65467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" name="pt2917"/>
            <p:cNvSpPr/>
            <p:nvPr/>
          </p:nvSpPr>
          <p:spPr>
            <a:xfrm>
              <a:off x="11042525" y="65316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" name="pt2918"/>
            <p:cNvSpPr/>
            <p:nvPr/>
          </p:nvSpPr>
          <p:spPr>
            <a:xfrm>
              <a:off x="11114296" y="65224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" name="pt2919"/>
            <p:cNvSpPr/>
            <p:nvPr/>
          </p:nvSpPr>
          <p:spPr>
            <a:xfrm>
              <a:off x="11171692" y="65280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" name="pt2920"/>
            <p:cNvSpPr/>
            <p:nvPr/>
          </p:nvSpPr>
          <p:spPr>
            <a:xfrm>
              <a:off x="11042525" y="64658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" name="pt2921"/>
            <p:cNvSpPr/>
            <p:nvPr/>
          </p:nvSpPr>
          <p:spPr>
            <a:xfrm>
              <a:off x="11042525" y="65919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" name="pt2922"/>
            <p:cNvSpPr/>
            <p:nvPr/>
          </p:nvSpPr>
          <p:spPr>
            <a:xfrm>
              <a:off x="11178676" y="66073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" name="pt2923"/>
            <p:cNvSpPr/>
            <p:nvPr/>
          </p:nvSpPr>
          <p:spPr>
            <a:xfrm>
              <a:off x="11042525" y="65590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" name="pt2924"/>
            <p:cNvSpPr/>
            <p:nvPr/>
          </p:nvSpPr>
          <p:spPr>
            <a:xfrm>
              <a:off x="11266076" y="65782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" name="pt2925"/>
            <p:cNvSpPr/>
            <p:nvPr/>
          </p:nvSpPr>
          <p:spPr>
            <a:xfrm>
              <a:off x="11042525" y="65273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" name="pt2926"/>
            <p:cNvSpPr/>
            <p:nvPr/>
          </p:nvSpPr>
          <p:spPr>
            <a:xfrm>
              <a:off x="11330513" y="64451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" name="pt2927"/>
            <p:cNvSpPr/>
            <p:nvPr/>
          </p:nvSpPr>
          <p:spPr>
            <a:xfrm>
              <a:off x="11042525" y="66192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" name="pt2928"/>
            <p:cNvSpPr/>
            <p:nvPr/>
          </p:nvSpPr>
          <p:spPr>
            <a:xfrm>
              <a:off x="11185709" y="65558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" name="pt2929"/>
            <p:cNvSpPr/>
            <p:nvPr/>
          </p:nvSpPr>
          <p:spPr>
            <a:xfrm>
              <a:off x="11311547" y="66023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" name="pt2930"/>
            <p:cNvSpPr/>
            <p:nvPr/>
          </p:nvSpPr>
          <p:spPr>
            <a:xfrm>
              <a:off x="11042525" y="64902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" name="pt2931"/>
            <p:cNvSpPr/>
            <p:nvPr/>
          </p:nvSpPr>
          <p:spPr>
            <a:xfrm>
              <a:off x="11190725" y="64969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" name="pt2932"/>
            <p:cNvSpPr/>
            <p:nvPr/>
          </p:nvSpPr>
          <p:spPr>
            <a:xfrm>
              <a:off x="11042525" y="65953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" name="pt2933"/>
            <p:cNvSpPr/>
            <p:nvPr/>
          </p:nvSpPr>
          <p:spPr>
            <a:xfrm>
              <a:off x="11042525" y="65098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" name="pt2934"/>
            <p:cNvSpPr/>
            <p:nvPr/>
          </p:nvSpPr>
          <p:spPr>
            <a:xfrm>
              <a:off x="11042525" y="65214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" name="pt2935"/>
            <p:cNvSpPr/>
            <p:nvPr/>
          </p:nvSpPr>
          <p:spPr>
            <a:xfrm>
              <a:off x="11185741" y="64556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" name="pt2936"/>
            <p:cNvSpPr/>
            <p:nvPr/>
          </p:nvSpPr>
          <p:spPr>
            <a:xfrm>
              <a:off x="11042525" y="65871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" name="pt2937"/>
            <p:cNvSpPr/>
            <p:nvPr/>
          </p:nvSpPr>
          <p:spPr>
            <a:xfrm>
              <a:off x="11120061" y="65673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" name="pt2938"/>
            <p:cNvSpPr/>
            <p:nvPr/>
          </p:nvSpPr>
          <p:spPr>
            <a:xfrm>
              <a:off x="11188612" y="65564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" name="pt2939"/>
            <p:cNvSpPr/>
            <p:nvPr/>
          </p:nvSpPr>
          <p:spPr>
            <a:xfrm>
              <a:off x="11277308" y="65688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" name="pt2940"/>
            <p:cNvSpPr/>
            <p:nvPr/>
          </p:nvSpPr>
          <p:spPr>
            <a:xfrm>
              <a:off x="11042525" y="66143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" name="pt2941"/>
            <p:cNvSpPr/>
            <p:nvPr/>
          </p:nvSpPr>
          <p:spPr>
            <a:xfrm>
              <a:off x="11109682" y="66070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" name="pt2942"/>
            <p:cNvSpPr/>
            <p:nvPr/>
          </p:nvSpPr>
          <p:spPr>
            <a:xfrm>
              <a:off x="11042525" y="65693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" name="pt2943"/>
            <p:cNvSpPr/>
            <p:nvPr/>
          </p:nvSpPr>
          <p:spPr>
            <a:xfrm>
              <a:off x="11042525" y="65727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" name="pt2944"/>
            <p:cNvSpPr/>
            <p:nvPr/>
          </p:nvSpPr>
          <p:spPr>
            <a:xfrm>
              <a:off x="11322555" y="65837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" name="pt2945"/>
            <p:cNvSpPr/>
            <p:nvPr/>
          </p:nvSpPr>
          <p:spPr>
            <a:xfrm>
              <a:off x="11445184" y="65615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" name="pt2946"/>
            <p:cNvSpPr/>
            <p:nvPr/>
          </p:nvSpPr>
          <p:spPr>
            <a:xfrm>
              <a:off x="11042525" y="64692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" name="pt2947"/>
            <p:cNvSpPr/>
            <p:nvPr/>
          </p:nvSpPr>
          <p:spPr>
            <a:xfrm>
              <a:off x="11042525" y="65720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" name="pt2948"/>
            <p:cNvSpPr/>
            <p:nvPr/>
          </p:nvSpPr>
          <p:spPr>
            <a:xfrm>
              <a:off x="11120605" y="64486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" name="pt2949"/>
            <p:cNvSpPr/>
            <p:nvPr/>
          </p:nvSpPr>
          <p:spPr>
            <a:xfrm>
              <a:off x="11183763" y="64803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" name="pt2950"/>
            <p:cNvSpPr/>
            <p:nvPr/>
          </p:nvSpPr>
          <p:spPr>
            <a:xfrm>
              <a:off x="11249771" y="64036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" name="pt2951"/>
            <p:cNvSpPr/>
            <p:nvPr/>
          </p:nvSpPr>
          <p:spPr>
            <a:xfrm>
              <a:off x="11395424" y="63346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" name="pt2952"/>
            <p:cNvSpPr/>
            <p:nvPr/>
          </p:nvSpPr>
          <p:spPr>
            <a:xfrm>
              <a:off x="11514446" y="63349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" name="pt2953"/>
            <p:cNvSpPr/>
            <p:nvPr/>
          </p:nvSpPr>
          <p:spPr>
            <a:xfrm>
              <a:off x="11042525" y="65316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" name="pt2954"/>
            <p:cNvSpPr/>
            <p:nvPr/>
          </p:nvSpPr>
          <p:spPr>
            <a:xfrm>
              <a:off x="11337634" y="65523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" name="pt2955"/>
            <p:cNvSpPr/>
            <p:nvPr/>
          </p:nvSpPr>
          <p:spPr>
            <a:xfrm>
              <a:off x="11455569" y="65437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" name="pt2956"/>
            <p:cNvSpPr/>
            <p:nvPr/>
          </p:nvSpPr>
          <p:spPr>
            <a:xfrm>
              <a:off x="11042525" y="66161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" name="pt2957"/>
            <p:cNvSpPr/>
            <p:nvPr/>
          </p:nvSpPr>
          <p:spPr>
            <a:xfrm>
              <a:off x="11042525" y="65446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" name="pt2958"/>
            <p:cNvSpPr/>
            <p:nvPr/>
          </p:nvSpPr>
          <p:spPr>
            <a:xfrm>
              <a:off x="11042525" y="64935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" name="pt2959"/>
            <p:cNvSpPr/>
            <p:nvPr/>
          </p:nvSpPr>
          <p:spPr>
            <a:xfrm>
              <a:off x="11252489" y="65309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" name="pt2960"/>
            <p:cNvSpPr/>
            <p:nvPr/>
          </p:nvSpPr>
          <p:spPr>
            <a:xfrm>
              <a:off x="11042525" y="65123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" name="pt2961"/>
            <p:cNvSpPr/>
            <p:nvPr/>
          </p:nvSpPr>
          <p:spPr>
            <a:xfrm>
              <a:off x="11122390" y="64640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" name="pt2962"/>
            <p:cNvSpPr/>
            <p:nvPr/>
          </p:nvSpPr>
          <p:spPr>
            <a:xfrm>
              <a:off x="11042525" y="65240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" name="pt2963"/>
            <p:cNvSpPr/>
            <p:nvPr/>
          </p:nvSpPr>
          <p:spPr>
            <a:xfrm>
              <a:off x="11119757" y="65196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" name="pt2964"/>
            <p:cNvSpPr/>
            <p:nvPr/>
          </p:nvSpPr>
          <p:spPr>
            <a:xfrm>
              <a:off x="11181836" y="65038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" name="pt2965"/>
            <p:cNvSpPr/>
            <p:nvPr/>
          </p:nvSpPr>
          <p:spPr>
            <a:xfrm>
              <a:off x="11042525" y="65862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" name="pt2966"/>
            <p:cNvSpPr/>
            <p:nvPr/>
          </p:nvSpPr>
          <p:spPr>
            <a:xfrm>
              <a:off x="11190725" y="65387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" name="pt2967"/>
            <p:cNvSpPr/>
            <p:nvPr/>
          </p:nvSpPr>
          <p:spPr>
            <a:xfrm>
              <a:off x="11042525" y="65175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" name="pt2968"/>
            <p:cNvSpPr/>
            <p:nvPr/>
          </p:nvSpPr>
          <p:spPr>
            <a:xfrm>
              <a:off x="11176221" y="66264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" name="pt2969"/>
            <p:cNvSpPr/>
            <p:nvPr/>
          </p:nvSpPr>
          <p:spPr>
            <a:xfrm>
              <a:off x="11312090" y="65579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" name="pt2970"/>
            <p:cNvSpPr/>
            <p:nvPr/>
          </p:nvSpPr>
          <p:spPr>
            <a:xfrm>
              <a:off x="11042525" y="65095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" name="pt2971"/>
            <p:cNvSpPr/>
            <p:nvPr/>
          </p:nvSpPr>
          <p:spPr>
            <a:xfrm>
              <a:off x="11042525" y="65682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" name="pt2972"/>
            <p:cNvSpPr/>
            <p:nvPr/>
          </p:nvSpPr>
          <p:spPr>
            <a:xfrm>
              <a:off x="11244155" y="65321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" name="pt2973"/>
            <p:cNvSpPr/>
            <p:nvPr/>
          </p:nvSpPr>
          <p:spPr>
            <a:xfrm>
              <a:off x="11042525" y="65657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" name="pt2974"/>
            <p:cNvSpPr/>
            <p:nvPr/>
          </p:nvSpPr>
          <p:spPr>
            <a:xfrm>
              <a:off x="11042525" y="65948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" name="pt2975"/>
            <p:cNvSpPr/>
            <p:nvPr/>
          </p:nvSpPr>
          <p:spPr>
            <a:xfrm>
              <a:off x="11185666" y="65640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" name="pt2976"/>
            <p:cNvSpPr/>
            <p:nvPr/>
          </p:nvSpPr>
          <p:spPr>
            <a:xfrm>
              <a:off x="11042525" y="64939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" name="pt2977"/>
            <p:cNvSpPr/>
            <p:nvPr/>
          </p:nvSpPr>
          <p:spPr>
            <a:xfrm>
              <a:off x="11241881" y="65610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" name="pt2978"/>
            <p:cNvSpPr/>
            <p:nvPr/>
          </p:nvSpPr>
          <p:spPr>
            <a:xfrm>
              <a:off x="11392605" y="65570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" name="pt2979"/>
            <p:cNvSpPr/>
            <p:nvPr/>
          </p:nvSpPr>
          <p:spPr>
            <a:xfrm>
              <a:off x="11504200" y="65564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" name="pt2980"/>
            <p:cNvSpPr/>
            <p:nvPr/>
          </p:nvSpPr>
          <p:spPr>
            <a:xfrm>
              <a:off x="11042525" y="65011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" name="pt2981"/>
            <p:cNvSpPr/>
            <p:nvPr/>
          </p:nvSpPr>
          <p:spPr>
            <a:xfrm>
              <a:off x="11185641" y="65269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" name="pt2982"/>
            <p:cNvSpPr/>
            <p:nvPr/>
          </p:nvSpPr>
          <p:spPr>
            <a:xfrm>
              <a:off x="11250858" y="65505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" name="pt2983"/>
            <p:cNvSpPr/>
            <p:nvPr/>
          </p:nvSpPr>
          <p:spPr>
            <a:xfrm>
              <a:off x="11382199" y="65732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" name="pt2984"/>
            <p:cNvSpPr/>
            <p:nvPr/>
          </p:nvSpPr>
          <p:spPr>
            <a:xfrm>
              <a:off x="11501402" y="65509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" name="pt2985"/>
            <p:cNvSpPr/>
            <p:nvPr/>
          </p:nvSpPr>
          <p:spPr>
            <a:xfrm>
              <a:off x="11042525" y="66248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" name="pt2986"/>
            <p:cNvSpPr/>
            <p:nvPr/>
          </p:nvSpPr>
          <p:spPr>
            <a:xfrm>
              <a:off x="11170558" y="65525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" name="pt2987"/>
            <p:cNvSpPr/>
            <p:nvPr/>
          </p:nvSpPr>
          <p:spPr>
            <a:xfrm>
              <a:off x="11042525" y="65887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" name="pt2988"/>
            <p:cNvSpPr/>
            <p:nvPr/>
          </p:nvSpPr>
          <p:spPr>
            <a:xfrm>
              <a:off x="11042525" y="65327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" name="pt2989"/>
            <p:cNvSpPr/>
            <p:nvPr/>
          </p:nvSpPr>
          <p:spPr>
            <a:xfrm>
              <a:off x="11042525" y="65676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" name="pt2990"/>
            <p:cNvSpPr/>
            <p:nvPr/>
          </p:nvSpPr>
          <p:spPr>
            <a:xfrm>
              <a:off x="11187008" y="65445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" name="pt2991"/>
            <p:cNvSpPr/>
            <p:nvPr/>
          </p:nvSpPr>
          <p:spPr>
            <a:xfrm>
              <a:off x="11042525" y="65882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" name="pt2992"/>
            <p:cNvSpPr/>
            <p:nvPr/>
          </p:nvSpPr>
          <p:spPr>
            <a:xfrm>
              <a:off x="11179291" y="66152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" name="pt2993"/>
            <p:cNvSpPr/>
            <p:nvPr/>
          </p:nvSpPr>
          <p:spPr>
            <a:xfrm>
              <a:off x="11042525" y="65918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" name="pt2994"/>
            <p:cNvSpPr/>
            <p:nvPr/>
          </p:nvSpPr>
          <p:spPr>
            <a:xfrm>
              <a:off x="11409790" y="65772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" name="pt2995"/>
            <p:cNvSpPr/>
            <p:nvPr/>
          </p:nvSpPr>
          <p:spPr>
            <a:xfrm>
              <a:off x="11042525" y="65537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" name="pt2996"/>
            <p:cNvSpPr/>
            <p:nvPr/>
          </p:nvSpPr>
          <p:spPr>
            <a:xfrm>
              <a:off x="11042525" y="65257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" name="pt2997"/>
            <p:cNvSpPr/>
            <p:nvPr/>
          </p:nvSpPr>
          <p:spPr>
            <a:xfrm>
              <a:off x="11042525" y="66229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" name="pt2998"/>
            <p:cNvSpPr/>
            <p:nvPr/>
          </p:nvSpPr>
          <p:spPr>
            <a:xfrm>
              <a:off x="11042525" y="65948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" name="pt2999"/>
            <p:cNvSpPr/>
            <p:nvPr/>
          </p:nvSpPr>
          <p:spPr>
            <a:xfrm>
              <a:off x="11042525" y="65195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" name="pt3000"/>
            <p:cNvSpPr/>
            <p:nvPr/>
          </p:nvSpPr>
          <p:spPr>
            <a:xfrm>
              <a:off x="11042525" y="65591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" name="pt3001"/>
            <p:cNvSpPr/>
            <p:nvPr/>
          </p:nvSpPr>
          <p:spPr>
            <a:xfrm>
              <a:off x="11042525" y="65256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" name="pt3002"/>
            <p:cNvSpPr/>
            <p:nvPr/>
          </p:nvSpPr>
          <p:spPr>
            <a:xfrm>
              <a:off x="11042525" y="66121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" name="pt3003"/>
            <p:cNvSpPr/>
            <p:nvPr/>
          </p:nvSpPr>
          <p:spPr>
            <a:xfrm>
              <a:off x="11254119" y="66350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" name="pt3004"/>
            <p:cNvSpPr/>
            <p:nvPr/>
          </p:nvSpPr>
          <p:spPr>
            <a:xfrm>
              <a:off x="11548141" y="66223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" name="pt3005"/>
            <p:cNvSpPr/>
            <p:nvPr/>
          </p:nvSpPr>
          <p:spPr>
            <a:xfrm>
              <a:off x="11042525" y="65339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" name="pt3006"/>
            <p:cNvSpPr/>
            <p:nvPr/>
          </p:nvSpPr>
          <p:spPr>
            <a:xfrm>
              <a:off x="11042525" y="64910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" name="pt3007"/>
            <p:cNvSpPr/>
            <p:nvPr/>
          </p:nvSpPr>
          <p:spPr>
            <a:xfrm>
              <a:off x="11119872" y="64493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" name="pt3008"/>
            <p:cNvSpPr/>
            <p:nvPr/>
          </p:nvSpPr>
          <p:spPr>
            <a:xfrm>
              <a:off x="11042525" y="65831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" name="pt3009"/>
            <p:cNvSpPr/>
            <p:nvPr/>
          </p:nvSpPr>
          <p:spPr>
            <a:xfrm>
              <a:off x="11241893" y="65843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" name="pt3010"/>
            <p:cNvSpPr/>
            <p:nvPr/>
          </p:nvSpPr>
          <p:spPr>
            <a:xfrm>
              <a:off x="11509096" y="65889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" name="pt3011"/>
            <p:cNvSpPr/>
            <p:nvPr/>
          </p:nvSpPr>
          <p:spPr>
            <a:xfrm>
              <a:off x="11042525" y="65179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" name="pt3012"/>
            <p:cNvSpPr/>
            <p:nvPr/>
          </p:nvSpPr>
          <p:spPr>
            <a:xfrm>
              <a:off x="11171692" y="65352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" name="pt3013"/>
            <p:cNvSpPr/>
            <p:nvPr/>
          </p:nvSpPr>
          <p:spPr>
            <a:xfrm>
              <a:off x="11042525" y="65249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" name="pt3014"/>
            <p:cNvSpPr/>
            <p:nvPr/>
          </p:nvSpPr>
          <p:spPr>
            <a:xfrm>
              <a:off x="11042525" y="64506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" name="pt3015"/>
            <p:cNvSpPr/>
            <p:nvPr/>
          </p:nvSpPr>
          <p:spPr>
            <a:xfrm>
              <a:off x="11181043" y="63779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" name="pt3016"/>
            <p:cNvSpPr/>
            <p:nvPr/>
          </p:nvSpPr>
          <p:spPr>
            <a:xfrm>
              <a:off x="11319155" y="64233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" name="pt3017"/>
            <p:cNvSpPr/>
            <p:nvPr/>
          </p:nvSpPr>
          <p:spPr>
            <a:xfrm>
              <a:off x="11042525" y="65457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" name="pt3018"/>
            <p:cNvSpPr/>
            <p:nvPr/>
          </p:nvSpPr>
          <p:spPr>
            <a:xfrm>
              <a:off x="11246578" y="65668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" name="pt3019"/>
            <p:cNvSpPr/>
            <p:nvPr/>
          </p:nvSpPr>
          <p:spPr>
            <a:xfrm>
              <a:off x="11378281" y="65801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" name="pt3020"/>
            <p:cNvSpPr/>
            <p:nvPr/>
          </p:nvSpPr>
          <p:spPr>
            <a:xfrm>
              <a:off x="11510165" y="65566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" name="pt3021"/>
            <p:cNvSpPr/>
            <p:nvPr/>
          </p:nvSpPr>
          <p:spPr>
            <a:xfrm>
              <a:off x="11042525" y="65047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" name="pt3022"/>
            <p:cNvSpPr/>
            <p:nvPr/>
          </p:nvSpPr>
          <p:spPr>
            <a:xfrm>
              <a:off x="11245323" y="65224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" name="pt3023"/>
            <p:cNvSpPr/>
            <p:nvPr/>
          </p:nvSpPr>
          <p:spPr>
            <a:xfrm>
              <a:off x="11382098" y="65020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" name="pt3024"/>
            <p:cNvSpPr/>
            <p:nvPr/>
          </p:nvSpPr>
          <p:spPr>
            <a:xfrm>
              <a:off x="11505105" y="64888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" name="pt3025"/>
            <p:cNvSpPr/>
            <p:nvPr/>
          </p:nvSpPr>
          <p:spPr>
            <a:xfrm>
              <a:off x="11042525" y="65294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" name="pt3026"/>
            <p:cNvSpPr/>
            <p:nvPr/>
          </p:nvSpPr>
          <p:spPr>
            <a:xfrm>
              <a:off x="11042525" y="65608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" name="pt3027"/>
            <p:cNvSpPr/>
            <p:nvPr/>
          </p:nvSpPr>
          <p:spPr>
            <a:xfrm>
              <a:off x="11181112" y="65641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" name="pt3028"/>
            <p:cNvSpPr/>
            <p:nvPr/>
          </p:nvSpPr>
          <p:spPr>
            <a:xfrm>
              <a:off x="11042525" y="65196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" name="pt3029"/>
            <p:cNvSpPr/>
            <p:nvPr/>
          </p:nvSpPr>
          <p:spPr>
            <a:xfrm>
              <a:off x="11042525" y="64603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" name="pt3030"/>
            <p:cNvSpPr/>
            <p:nvPr/>
          </p:nvSpPr>
          <p:spPr>
            <a:xfrm>
              <a:off x="11175571" y="64978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" name="pt3031"/>
            <p:cNvSpPr/>
            <p:nvPr/>
          </p:nvSpPr>
          <p:spPr>
            <a:xfrm>
              <a:off x="11042525" y="64814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" name="pt3032"/>
            <p:cNvSpPr/>
            <p:nvPr/>
          </p:nvSpPr>
          <p:spPr>
            <a:xfrm>
              <a:off x="11244518" y="64544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" name="pt3033"/>
            <p:cNvSpPr/>
            <p:nvPr/>
          </p:nvSpPr>
          <p:spPr>
            <a:xfrm>
              <a:off x="11445035" y="64279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" name="pt3034"/>
            <p:cNvSpPr/>
            <p:nvPr/>
          </p:nvSpPr>
          <p:spPr>
            <a:xfrm>
              <a:off x="11042525" y="65422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" name="pt3035"/>
            <p:cNvSpPr/>
            <p:nvPr/>
          </p:nvSpPr>
          <p:spPr>
            <a:xfrm>
              <a:off x="11307561" y="65611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" name="pt3036"/>
            <p:cNvSpPr/>
            <p:nvPr/>
          </p:nvSpPr>
          <p:spPr>
            <a:xfrm>
              <a:off x="11042525" y="65812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" name="pt3037"/>
            <p:cNvSpPr/>
            <p:nvPr/>
          </p:nvSpPr>
          <p:spPr>
            <a:xfrm>
              <a:off x="11236440" y="65746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" name="pt3038"/>
            <p:cNvSpPr/>
            <p:nvPr/>
          </p:nvSpPr>
          <p:spPr>
            <a:xfrm>
              <a:off x="11368143" y="65354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" name="pt3039"/>
            <p:cNvSpPr/>
            <p:nvPr/>
          </p:nvSpPr>
          <p:spPr>
            <a:xfrm>
              <a:off x="11501295" y="65309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" name="pt3040"/>
            <p:cNvSpPr/>
            <p:nvPr/>
          </p:nvSpPr>
          <p:spPr>
            <a:xfrm>
              <a:off x="11042525" y="65630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" name="pt3041"/>
            <p:cNvSpPr/>
            <p:nvPr/>
          </p:nvSpPr>
          <p:spPr>
            <a:xfrm>
              <a:off x="11182923" y="65570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" name="pt3042"/>
            <p:cNvSpPr/>
            <p:nvPr/>
          </p:nvSpPr>
          <p:spPr>
            <a:xfrm>
              <a:off x="11042525" y="65494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" name="pt3043"/>
            <p:cNvSpPr/>
            <p:nvPr/>
          </p:nvSpPr>
          <p:spPr>
            <a:xfrm>
              <a:off x="11042525" y="65463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" name="pt3044"/>
            <p:cNvSpPr/>
            <p:nvPr/>
          </p:nvSpPr>
          <p:spPr>
            <a:xfrm>
              <a:off x="11303395" y="65237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" name="pt3045"/>
            <p:cNvSpPr/>
            <p:nvPr/>
          </p:nvSpPr>
          <p:spPr>
            <a:xfrm>
              <a:off x="11450677" y="62580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" name="pt3046"/>
            <p:cNvSpPr/>
            <p:nvPr/>
          </p:nvSpPr>
          <p:spPr>
            <a:xfrm>
              <a:off x="11579663" y="60787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" name="pt3047"/>
            <p:cNvSpPr/>
            <p:nvPr/>
          </p:nvSpPr>
          <p:spPr>
            <a:xfrm>
              <a:off x="11042525" y="65459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" name="pt3048"/>
            <p:cNvSpPr/>
            <p:nvPr/>
          </p:nvSpPr>
          <p:spPr>
            <a:xfrm>
              <a:off x="11042525" y="65535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" name="pt3049"/>
            <p:cNvSpPr/>
            <p:nvPr/>
          </p:nvSpPr>
          <p:spPr>
            <a:xfrm>
              <a:off x="11251402" y="65357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" name="pt3050"/>
            <p:cNvSpPr/>
            <p:nvPr/>
          </p:nvSpPr>
          <p:spPr>
            <a:xfrm>
              <a:off x="11465895" y="64421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" name="pt3051"/>
            <p:cNvSpPr/>
            <p:nvPr/>
          </p:nvSpPr>
          <p:spPr>
            <a:xfrm>
              <a:off x="11042525" y="65256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" name="pt3052"/>
            <p:cNvSpPr/>
            <p:nvPr/>
          </p:nvSpPr>
          <p:spPr>
            <a:xfrm>
              <a:off x="11042525" y="66017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" name="pt3053"/>
            <p:cNvSpPr/>
            <p:nvPr/>
          </p:nvSpPr>
          <p:spPr>
            <a:xfrm>
              <a:off x="11042525" y="65759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" name="pt3054"/>
            <p:cNvSpPr/>
            <p:nvPr/>
          </p:nvSpPr>
          <p:spPr>
            <a:xfrm>
              <a:off x="11242525" y="65836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" name="pt3055"/>
            <p:cNvSpPr/>
            <p:nvPr/>
          </p:nvSpPr>
          <p:spPr>
            <a:xfrm>
              <a:off x="11381902" y="65633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" name="pt3056"/>
            <p:cNvSpPr/>
            <p:nvPr/>
          </p:nvSpPr>
          <p:spPr>
            <a:xfrm>
              <a:off x="11516257" y="65861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" name="pt3057"/>
            <p:cNvSpPr/>
            <p:nvPr/>
          </p:nvSpPr>
          <p:spPr>
            <a:xfrm>
              <a:off x="11042525" y="65419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" name="pt3058"/>
            <p:cNvSpPr/>
            <p:nvPr/>
          </p:nvSpPr>
          <p:spPr>
            <a:xfrm>
              <a:off x="11195967" y="65223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" name="pt3059"/>
            <p:cNvSpPr/>
            <p:nvPr/>
          </p:nvSpPr>
          <p:spPr>
            <a:xfrm>
              <a:off x="11311184" y="65284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" name="pt3060"/>
            <p:cNvSpPr/>
            <p:nvPr/>
          </p:nvSpPr>
          <p:spPr>
            <a:xfrm>
              <a:off x="11042525" y="65613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" name="pt3061"/>
            <p:cNvSpPr/>
            <p:nvPr/>
          </p:nvSpPr>
          <p:spPr>
            <a:xfrm>
              <a:off x="11042525" y="65864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" name="pt3062"/>
            <p:cNvSpPr/>
            <p:nvPr/>
          </p:nvSpPr>
          <p:spPr>
            <a:xfrm>
              <a:off x="11242806" y="65585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" name="pt3063"/>
            <p:cNvSpPr/>
            <p:nvPr/>
          </p:nvSpPr>
          <p:spPr>
            <a:xfrm>
              <a:off x="11042525" y="65788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" name="pt3064"/>
            <p:cNvSpPr/>
            <p:nvPr/>
          </p:nvSpPr>
          <p:spPr>
            <a:xfrm>
              <a:off x="11241503" y="65492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" name="pt3065"/>
            <p:cNvSpPr/>
            <p:nvPr/>
          </p:nvSpPr>
          <p:spPr>
            <a:xfrm>
              <a:off x="11042525" y="64635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" name="pt3066"/>
            <p:cNvSpPr/>
            <p:nvPr/>
          </p:nvSpPr>
          <p:spPr>
            <a:xfrm>
              <a:off x="11101123" y="65266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" name="pt3067"/>
            <p:cNvSpPr/>
            <p:nvPr/>
          </p:nvSpPr>
          <p:spPr>
            <a:xfrm>
              <a:off x="11190978" y="65177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" name="pt3068"/>
            <p:cNvSpPr/>
            <p:nvPr/>
          </p:nvSpPr>
          <p:spPr>
            <a:xfrm>
              <a:off x="11388804" y="64350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" name="pt3069"/>
            <p:cNvSpPr/>
            <p:nvPr/>
          </p:nvSpPr>
          <p:spPr>
            <a:xfrm>
              <a:off x="11517971" y="63946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" name="pt3070"/>
            <p:cNvSpPr/>
            <p:nvPr/>
          </p:nvSpPr>
          <p:spPr>
            <a:xfrm>
              <a:off x="11042525" y="65946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" name="pt3071"/>
            <p:cNvSpPr/>
            <p:nvPr/>
          </p:nvSpPr>
          <p:spPr>
            <a:xfrm>
              <a:off x="11042525" y="65027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" name="pt3072"/>
            <p:cNvSpPr/>
            <p:nvPr/>
          </p:nvSpPr>
          <p:spPr>
            <a:xfrm>
              <a:off x="11122416" y="64950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" name="pt3073"/>
            <p:cNvSpPr/>
            <p:nvPr/>
          </p:nvSpPr>
          <p:spPr>
            <a:xfrm>
              <a:off x="11432005" y="66089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" name="pt3074"/>
            <p:cNvSpPr/>
            <p:nvPr/>
          </p:nvSpPr>
          <p:spPr>
            <a:xfrm>
              <a:off x="11042525" y="65024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" name="pt3075"/>
            <p:cNvSpPr/>
            <p:nvPr/>
          </p:nvSpPr>
          <p:spPr>
            <a:xfrm>
              <a:off x="11042525" y="65664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" name="pt3076"/>
            <p:cNvSpPr/>
            <p:nvPr/>
          </p:nvSpPr>
          <p:spPr>
            <a:xfrm>
              <a:off x="11042525" y="64957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" name="pt3077"/>
            <p:cNvSpPr/>
            <p:nvPr/>
          </p:nvSpPr>
          <p:spPr>
            <a:xfrm>
              <a:off x="11437996" y="64992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" name="pt3078"/>
            <p:cNvSpPr/>
            <p:nvPr/>
          </p:nvSpPr>
          <p:spPr>
            <a:xfrm>
              <a:off x="11042525" y="65806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" name="pt3079"/>
            <p:cNvSpPr/>
            <p:nvPr/>
          </p:nvSpPr>
          <p:spPr>
            <a:xfrm>
              <a:off x="11268068" y="65530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" name="pt3080"/>
            <p:cNvSpPr/>
            <p:nvPr/>
          </p:nvSpPr>
          <p:spPr>
            <a:xfrm>
              <a:off x="11042525" y="65683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" name="pt3081"/>
            <p:cNvSpPr/>
            <p:nvPr/>
          </p:nvSpPr>
          <p:spPr>
            <a:xfrm>
              <a:off x="11113902" y="65457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" name="pt3082"/>
            <p:cNvSpPr/>
            <p:nvPr/>
          </p:nvSpPr>
          <p:spPr>
            <a:xfrm>
              <a:off x="11242525" y="65757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" name="pt3083"/>
            <p:cNvSpPr/>
            <p:nvPr/>
          </p:nvSpPr>
          <p:spPr>
            <a:xfrm>
              <a:off x="11042525" y="65097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" name="pt3084"/>
            <p:cNvSpPr/>
            <p:nvPr/>
          </p:nvSpPr>
          <p:spPr>
            <a:xfrm>
              <a:off x="11042525" y="64895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" name="pt3085"/>
            <p:cNvSpPr/>
            <p:nvPr/>
          </p:nvSpPr>
          <p:spPr>
            <a:xfrm>
              <a:off x="11252883" y="64411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" name="pt3086"/>
            <p:cNvSpPr/>
            <p:nvPr/>
          </p:nvSpPr>
          <p:spPr>
            <a:xfrm>
              <a:off x="11042525" y="65595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" name="pt3087"/>
            <p:cNvSpPr/>
            <p:nvPr/>
          </p:nvSpPr>
          <p:spPr>
            <a:xfrm>
              <a:off x="11175762" y="65515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" name="pt3088"/>
            <p:cNvSpPr/>
            <p:nvPr/>
          </p:nvSpPr>
          <p:spPr>
            <a:xfrm>
              <a:off x="11042525" y="65333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" name="pt3089"/>
            <p:cNvSpPr/>
            <p:nvPr/>
          </p:nvSpPr>
          <p:spPr>
            <a:xfrm>
              <a:off x="11204780" y="64976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" name="pt3090"/>
            <p:cNvSpPr/>
            <p:nvPr/>
          </p:nvSpPr>
          <p:spPr>
            <a:xfrm>
              <a:off x="11322598" y="65525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" name="pt3091"/>
            <p:cNvSpPr/>
            <p:nvPr/>
          </p:nvSpPr>
          <p:spPr>
            <a:xfrm>
              <a:off x="11042525" y="65201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" name="pt3092"/>
            <p:cNvSpPr/>
            <p:nvPr/>
          </p:nvSpPr>
          <p:spPr>
            <a:xfrm>
              <a:off x="11179434" y="65391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" name="pt3093"/>
            <p:cNvSpPr/>
            <p:nvPr/>
          </p:nvSpPr>
          <p:spPr>
            <a:xfrm>
              <a:off x="11042525" y="65879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" name="pt3094"/>
            <p:cNvSpPr/>
            <p:nvPr/>
          </p:nvSpPr>
          <p:spPr>
            <a:xfrm>
              <a:off x="11121329" y="65663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" name="pt3095"/>
            <p:cNvSpPr/>
            <p:nvPr/>
          </p:nvSpPr>
          <p:spPr>
            <a:xfrm>
              <a:off x="11278442" y="65676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" name="pt3096"/>
            <p:cNvSpPr/>
            <p:nvPr/>
          </p:nvSpPr>
          <p:spPr>
            <a:xfrm>
              <a:off x="11042525" y="65262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" name="pt3097"/>
            <p:cNvSpPr/>
            <p:nvPr/>
          </p:nvSpPr>
          <p:spPr>
            <a:xfrm>
              <a:off x="11118608" y="65421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" name="pt3098"/>
            <p:cNvSpPr/>
            <p:nvPr/>
          </p:nvSpPr>
          <p:spPr>
            <a:xfrm>
              <a:off x="11204844" y="65289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" name="pt3099"/>
            <p:cNvSpPr/>
            <p:nvPr/>
          </p:nvSpPr>
          <p:spPr>
            <a:xfrm>
              <a:off x="11318793" y="65516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" name="pt3100"/>
            <p:cNvSpPr/>
            <p:nvPr/>
          </p:nvSpPr>
          <p:spPr>
            <a:xfrm>
              <a:off x="11450677" y="65761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" name="pt3101"/>
            <p:cNvSpPr/>
            <p:nvPr/>
          </p:nvSpPr>
          <p:spPr>
            <a:xfrm>
              <a:off x="11631294" y="65872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" name="pt3102"/>
            <p:cNvSpPr/>
            <p:nvPr/>
          </p:nvSpPr>
          <p:spPr>
            <a:xfrm>
              <a:off x="11042525" y="64429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" name="pt3103"/>
            <p:cNvSpPr/>
            <p:nvPr/>
          </p:nvSpPr>
          <p:spPr>
            <a:xfrm>
              <a:off x="11335641" y="63484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" name="pt3104"/>
            <p:cNvSpPr/>
            <p:nvPr/>
          </p:nvSpPr>
          <p:spPr>
            <a:xfrm>
              <a:off x="11042525" y="65753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" name="pt3105"/>
            <p:cNvSpPr/>
            <p:nvPr/>
          </p:nvSpPr>
          <p:spPr>
            <a:xfrm>
              <a:off x="11285641" y="65775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" name="pt3106"/>
            <p:cNvSpPr/>
            <p:nvPr/>
          </p:nvSpPr>
          <p:spPr>
            <a:xfrm>
              <a:off x="11042525" y="64494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" name="pt3107"/>
            <p:cNvSpPr/>
            <p:nvPr/>
          </p:nvSpPr>
          <p:spPr>
            <a:xfrm>
              <a:off x="11042525" y="65713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" name="pt3108"/>
            <p:cNvSpPr/>
            <p:nvPr/>
          </p:nvSpPr>
          <p:spPr>
            <a:xfrm>
              <a:off x="11042525" y="65899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" name="pt3109"/>
            <p:cNvSpPr/>
            <p:nvPr/>
          </p:nvSpPr>
          <p:spPr>
            <a:xfrm>
              <a:off x="11258123" y="65780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" name="pt3110"/>
            <p:cNvSpPr/>
            <p:nvPr/>
          </p:nvSpPr>
          <p:spPr>
            <a:xfrm>
              <a:off x="11378956" y="65769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" name="pt3111"/>
            <p:cNvSpPr/>
            <p:nvPr/>
          </p:nvSpPr>
          <p:spPr>
            <a:xfrm>
              <a:off x="11515188" y="65903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" name="pt3112"/>
            <p:cNvSpPr/>
            <p:nvPr/>
          </p:nvSpPr>
          <p:spPr>
            <a:xfrm>
              <a:off x="11042525" y="65604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" name="pt3113"/>
            <p:cNvSpPr/>
            <p:nvPr/>
          </p:nvSpPr>
          <p:spPr>
            <a:xfrm>
              <a:off x="11042525" y="64489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" name="pt3114"/>
            <p:cNvSpPr/>
            <p:nvPr/>
          </p:nvSpPr>
          <p:spPr>
            <a:xfrm>
              <a:off x="11042525" y="65552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" name="pt3115"/>
            <p:cNvSpPr/>
            <p:nvPr/>
          </p:nvSpPr>
          <p:spPr>
            <a:xfrm>
              <a:off x="11265895" y="65087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" name="pt3116"/>
            <p:cNvSpPr/>
            <p:nvPr/>
          </p:nvSpPr>
          <p:spPr>
            <a:xfrm>
              <a:off x="11042525" y="64880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" name="pt3117"/>
            <p:cNvSpPr/>
            <p:nvPr/>
          </p:nvSpPr>
          <p:spPr>
            <a:xfrm>
              <a:off x="11245424" y="65046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" name="pt3118"/>
            <p:cNvSpPr/>
            <p:nvPr/>
          </p:nvSpPr>
          <p:spPr>
            <a:xfrm>
              <a:off x="11042525" y="65434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" name="pt3119"/>
            <p:cNvSpPr/>
            <p:nvPr/>
          </p:nvSpPr>
          <p:spPr>
            <a:xfrm>
              <a:off x="11042525" y="65750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" name="pt3120"/>
            <p:cNvSpPr/>
            <p:nvPr/>
          </p:nvSpPr>
          <p:spPr>
            <a:xfrm>
              <a:off x="11178213" y="65661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" name="pt3121"/>
            <p:cNvSpPr/>
            <p:nvPr/>
          </p:nvSpPr>
          <p:spPr>
            <a:xfrm>
              <a:off x="11042525" y="66092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" name="pt3122"/>
            <p:cNvSpPr/>
            <p:nvPr/>
          </p:nvSpPr>
          <p:spPr>
            <a:xfrm>
              <a:off x="11193401" y="66134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" name="pt3123"/>
            <p:cNvSpPr/>
            <p:nvPr/>
          </p:nvSpPr>
          <p:spPr>
            <a:xfrm>
              <a:off x="11307380" y="66074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" name="pt3124"/>
            <p:cNvSpPr/>
            <p:nvPr/>
          </p:nvSpPr>
          <p:spPr>
            <a:xfrm>
              <a:off x="11440532" y="65985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" name="pt3125"/>
            <p:cNvSpPr/>
            <p:nvPr/>
          </p:nvSpPr>
          <p:spPr>
            <a:xfrm>
              <a:off x="11042525" y="65730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" name="pt3126"/>
            <p:cNvSpPr/>
            <p:nvPr/>
          </p:nvSpPr>
          <p:spPr>
            <a:xfrm>
              <a:off x="11042525" y="65650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" name="pt3127"/>
            <p:cNvSpPr/>
            <p:nvPr/>
          </p:nvSpPr>
          <p:spPr>
            <a:xfrm>
              <a:off x="11042525" y="65194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" name="pt3128"/>
            <p:cNvSpPr/>
            <p:nvPr/>
          </p:nvSpPr>
          <p:spPr>
            <a:xfrm>
              <a:off x="11221238" y="64991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" name="pt3129"/>
            <p:cNvSpPr/>
            <p:nvPr/>
          </p:nvSpPr>
          <p:spPr>
            <a:xfrm>
              <a:off x="11309916" y="65126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" name="pt3130"/>
            <p:cNvSpPr/>
            <p:nvPr/>
          </p:nvSpPr>
          <p:spPr>
            <a:xfrm>
              <a:off x="11441801" y="64481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" name="pt3131"/>
            <p:cNvSpPr/>
            <p:nvPr/>
          </p:nvSpPr>
          <p:spPr>
            <a:xfrm>
              <a:off x="11042525" y="65324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" name="pt3132"/>
            <p:cNvSpPr/>
            <p:nvPr/>
          </p:nvSpPr>
          <p:spPr>
            <a:xfrm>
              <a:off x="11042525" y="66011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" name="pt3133"/>
            <p:cNvSpPr/>
            <p:nvPr/>
          </p:nvSpPr>
          <p:spPr>
            <a:xfrm>
              <a:off x="11258957" y="65869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" name="pt3134"/>
            <p:cNvSpPr/>
            <p:nvPr/>
          </p:nvSpPr>
          <p:spPr>
            <a:xfrm>
              <a:off x="11042525" y="65293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" name="pt3135"/>
            <p:cNvSpPr/>
            <p:nvPr/>
          </p:nvSpPr>
          <p:spPr>
            <a:xfrm>
              <a:off x="11042525" y="64948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" name="pt3136"/>
            <p:cNvSpPr/>
            <p:nvPr/>
          </p:nvSpPr>
          <p:spPr>
            <a:xfrm>
              <a:off x="11042525" y="64585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" name="pt3137"/>
            <p:cNvSpPr/>
            <p:nvPr/>
          </p:nvSpPr>
          <p:spPr>
            <a:xfrm>
              <a:off x="11176821" y="65172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" name="pt3138"/>
            <p:cNvSpPr/>
            <p:nvPr/>
          </p:nvSpPr>
          <p:spPr>
            <a:xfrm>
              <a:off x="11042525" y="65720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" name="pt3139"/>
            <p:cNvSpPr/>
            <p:nvPr/>
          </p:nvSpPr>
          <p:spPr>
            <a:xfrm>
              <a:off x="11241800" y="65674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" name="pt3140"/>
            <p:cNvSpPr/>
            <p:nvPr/>
          </p:nvSpPr>
          <p:spPr>
            <a:xfrm>
              <a:off x="11373557" y="65445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" name="pt3141"/>
            <p:cNvSpPr/>
            <p:nvPr/>
          </p:nvSpPr>
          <p:spPr>
            <a:xfrm>
              <a:off x="11506656" y="64982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" name="pt3142"/>
            <p:cNvSpPr/>
            <p:nvPr/>
          </p:nvSpPr>
          <p:spPr>
            <a:xfrm>
              <a:off x="11042525" y="65189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" name="pt3143"/>
            <p:cNvSpPr/>
            <p:nvPr/>
          </p:nvSpPr>
          <p:spPr>
            <a:xfrm>
              <a:off x="11254119" y="65323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" name="pt3144"/>
            <p:cNvSpPr/>
            <p:nvPr/>
          </p:nvSpPr>
          <p:spPr>
            <a:xfrm>
              <a:off x="11042525" y="65289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" name="pt3145"/>
            <p:cNvSpPr/>
            <p:nvPr/>
          </p:nvSpPr>
          <p:spPr>
            <a:xfrm>
              <a:off x="11184340" y="65260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" name="pt3146"/>
            <p:cNvSpPr/>
            <p:nvPr/>
          </p:nvSpPr>
          <p:spPr>
            <a:xfrm>
              <a:off x="11312271" y="64815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" name="pt3147"/>
            <p:cNvSpPr/>
            <p:nvPr/>
          </p:nvSpPr>
          <p:spPr>
            <a:xfrm>
              <a:off x="11042525" y="65646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" name="pt3148"/>
            <p:cNvSpPr/>
            <p:nvPr/>
          </p:nvSpPr>
          <p:spPr>
            <a:xfrm>
              <a:off x="11265532" y="65462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" name="pt3149"/>
            <p:cNvSpPr/>
            <p:nvPr/>
          </p:nvSpPr>
          <p:spPr>
            <a:xfrm>
              <a:off x="11042525" y="65647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" name="pt3150"/>
            <p:cNvSpPr/>
            <p:nvPr/>
          </p:nvSpPr>
          <p:spPr>
            <a:xfrm>
              <a:off x="11182923" y="65385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" name="pt3151"/>
            <p:cNvSpPr/>
            <p:nvPr/>
          </p:nvSpPr>
          <p:spPr>
            <a:xfrm>
              <a:off x="11042525" y="65290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" name="pt3152"/>
            <p:cNvSpPr/>
            <p:nvPr/>
          </p:nvSpPr>
          <p:spPr>
            <a:xfrm>
              <a:off x="11192163" y="66034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" name="pt3153"/>
            <p:cNvSpPr/>
            <p:nvPr/>
          </p:nvSpPr>
          <p:spPr>
            <a:xfrm>
              <a:off x="11042525" y="66060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" name="pt3154"/>
            <p:cNvSpPr/>
            <p:nvPr/>
          </p:nvSpPr>
          <p:spPr>
            <a:xfrm>
              <a:off x="11241438" y="65720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" name="pt3155"/>
            <p:cNvSpPr/>
            <p:nvPr/>
          </p:nvSpPr>
          <p:spPr>
            <a:xfrm>
              <a:off x="11042525" y="65133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" name="pt3156"/>
            <p:cNvSpPr/>
            <p:nvPr/>
          </p:nvSpPr>
          <p:spPr>
            <a:xfrm>
              <a:off x="11042525" y="65723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" name="pt3157"/>
            <p:cNvSpPr/>
            <p:nvPr/>
          </p:nvSpPr>
          <p:spPr>
            <a:xfrm>
              <a:off x="11115532" y="64614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" name="pt3158"/>
            <p:cNvSpPr/>
            <p:nvPr/>
          </p:nvSpPr>
          <p:spPr>
            <a:xfrm>
              <a:off x="11174409" y="65311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" name="pt3159"/>
            <p:cNvSpPr/>
            <p:nvPr/>
          </p:nvSpPr>
          <p:spPr>
            <a:xfrm>
              <a:off x="11253576" y="65162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" name="pt3160"/>
            <p:cNvSpPr/>
            <p:nvPr/>
          </p:nvSpPr>
          <p:spPr>
            <a:xfrm>
              <a:off x="11317344" y="65148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" name="pt3161"/>
            <p:cNvSpPr/>
            <p:nvPr/>
          </p:nvSpPr>
          <p:spPr>
            <a:xfrm>
              <a:off x="11506125" y="64659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" name="pt3162"/>
            <p:cNvSpPr/>
            <p:nvPr/>
          </p:nvSpPr>
          <p:spPr>
            <a:xfrm>
              <a:off x="11633105" y="64431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" name="pt3163"/>
            <p:cNvSpPr/>
            <p:nvPr/>
          </p:nvSpPr>
          <p:spPr>
            <a:xfrm>
              <a:off x="11042525" y="65071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" name="pt3164"/>
            <p:cNvSpPr/>
            <p:nvPr/>
          </p:nvSpPr>
          <p:spPr>
            <a:xfrm>
              <a:off x="11247416" y="65150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" name="pt3165"/>
            <p:cNvSpPr/>
            <p:nvPr/>
          </p:nvSpPr>
          <p:spPr>
            <a:xfrm>
              <a:off x="11042525" y="65129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" name="pt3166"/>
            <p:cNvSpPr/>
            <p:nvPr/>
          </p:nvSpPr>
          <p:spPr>
            <a:xfrm>
              <a:off x="11129984" y="65365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" name="pt3167"/>
            <p:cNvSpPr/>
            <p:nvPr/>
          </p:nvSpPr>
          <p:spPr>
            <a:xfrm>
              <a:off x="11042525" y="66004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" name="pt3168"/>
            <p:cNvSpPr/>
            <p:nvPr/>
          </p:nvSpPr>
          <p:spPr>
            <a:xfrm>
              <a:off x="11111849" y="66099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" name="pt3169"/>
            <p:cNvSpPr/>
            <p:nvPr/>
          </p:nvSpPr>
          <p:spPr>
            <a:xfrm>
              <a:off x="11182923" y="66096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" name="pt3170"/>
            <p:cNvSpPr/>
            <p:nvPr/>
          </p:nvSpPr>
          <p:spPr>
            <a:xfrm>
              <a:off x="11251583" y="65740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" name="pt3171"/>
            <p:cNvSpPr/>
            <p:nvPr/>
          </p:nvSpPr>
          <p:spPr>
            <a:xfrm>
              <a:off x="11042525" y="65634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" name="pt3172"/>
            <p:cNvSpPr/>
            <p:nvPr/>
          </p:nvSpPr>
          <p:spPr>
            <a:xfrm>
              <a:off x="11114166" y="65143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" name="pt3173"/>
            <p:cNvSpPr/>
            <p:nvPr/>
          </p:nvSpPr>
          <p:spPr>
            <a:xfrm>
              <a:off x="11042525" y="65657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" name="pt3174"/>
            <p:cNvSpPr/>
            <p:nvPr/>
          </p:nvSpPr>
          <p:spPr>
            <a:xfrm>
              <a:off x="11193401" y="65585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" name="pt3175"/>
            <p:cNvSpPr/>
            <p:nvPr/>
          </p:nvSpPr>
          <p:spPr>
            <a:xfrm>
              <a:off x="11297235" y="65356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" name="pt3176"/>
            <p:cNvSpPr/>
            <p:nvPr/>
          </p:nvSpPr>
          <p:spPr>
            <a:xfrm>
              <a:off x="11440532" y="65012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" name="pt3177"/>
            <p:cNvSpPr/>
            <p:nvPr/>
          </p:nvSpPr>
          <p:spPr>
            <a:xfrm>
              <a:off x="11042525" y="65577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" name="pt3178"/>
            <p:cNvSpPr/>
            <p:nvPr/>
          </p:nvSpPr>
          <p:spPr>
            <a:xfrm>
              <a:off x="11242743" y="65276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" name="pt3179"/>
            <p:cNvSpPr/>
            <p:nvPr/>
          </p:nvSpPr>
          <p:spPr>
            <a:xfrm>
              <a:off x="11365388" y="65504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" name="pt3180"/>
            <p:cNvSpPr/>
            <p:nvPr/>
          </p:nvSpPr>
          <p:spPr>
            <a:xfrm>
              <a:off x="11511221" y="65006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" name="pt3181"/>
            <p:cNvSpPr/>
            <p:nvPr/>
          </p:nvSpPr>
          <p:spPr>
            <a:xfrm>
              <a:off x="11042525" y="65227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" name="pt3182"/>
            <p:cNvSpPr/>
            <p:nvPr/>
          </p:nvSpPr>
          <p:spPr>
            <a:xfrm>
              <a:off x="11042525" y="65277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" name="pt3183"/>
            <p:cNvSpPr/>
            <p:nvPr/>
          </p:nvSpPr>
          <p:spPr>
            <a:xfrm>
              <a:off x="11042525" y="66451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" name="pt3184"/>
            <p:cNvSpPr/>
            <p:nvPr/>
          </p:nvSpPr>
          <p:spPr>
            <a:xfrm>
              <a:off x="11121148" y="66038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" name="pt3185"/>
            <p:cNvSpPr/>
            <p:nvPr/>
          </p:nvSpPr>
          <p:spPr>
            <a:xfrm>
              <a:off x="11042525" y="65401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" name="pt3186"/>
            <p:cNvSpPr/>
            <p:nvPr/>
          </p:nvSpPr>
          <p:spPr>
            <a:xfrm>
              <a:off x="11341794" y="64555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" name="pt3187"/>
            <p:cNvSpPr/>
            <p:nvPr/>
          </p:nvSpPr>
          <p:spPr>
            <a:xfrm>
              <a:off x="11445424" y="65572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" name="pt3188"/>
            <p:cNvSpPr/>
            <p:nvPr/>
          </p:nvSpPr>
          <p:spPr>
            <a:xfrm>
              <a:off x="11042525" y="65131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" name="pt3189"/>
            <p:cNvSpPr/>
            <p:nvPr/>
          </p:nvSpPr>
          <p:spPr>
            <a:xfrm>
              <a:off x="11170150" y="64015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" name="pt3190"/>
            <p:cNvSpPr/>
            <p:nvPr/>
          </p:nvSpPr>
          <p:spPr>
            <a:xfrm>
              <a:off x="11042525" y="65644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" name="pt3191"/>
            <p:cNvSpPr/>
            <p:nvPr/>
          </p:nvSpPr>
          <p:spPr>
            <a:xfrm>
              <a:off x="11042525" y="65852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" name="pt3192"/>
            <p:cNvSpPr/>
            <p:nvPr/>
          </p:nvSpPr>
          <p:spPr>
            <a:xfrm>
              <a:off x="11174305" y="65707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" name="pt3193"/>
            <p:cNvSpPr/>
            <p:nvPr/>
          </p:nvSpPr>
          <p:spPr>
            <a:xfrm>
              <a:off x="11042525" y="65453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" name="pt3194"/>
            <p:cNvSpPr/>
            <p:nvPr/>
          </p:nvSpPr>
          <p:spPr>
            <a:xfrm>
              <a:off x="11205931" y="60771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" name="pt3195"/>
            <p:cNvSpPr/>
            <p:nvPr/>
          </p:nvSpPr>
          <p:spPr>
            <a:xfrm>
              <a:off x="11042525" y="65883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" name="pt3196"/>
            <p:cNvSpPr/>
            <p:nvPr/>
          </p:nvSpPr>
          <p:spPr>
            <a:xfrm>
              <a:off x="11246148" y="65761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" name="pt3197"/>
            <p:cNvSpPr/>
            <p:nvPr/>
          </p:nvSpPr>
          <p:spPr>
            <a:xfrm>
              <a:off x="11379482" y="66005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" name="pt3198"/>
            <p:cNvSpPr/>
            <p:nvPr/>
          </p:nvSpPr>
          <p:spPr>
            <a:xfrm>
              <a:off x="11505388" y="65789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" name="pt3199"/>
            <p:cNvSpPr/>
            <p:nvPr/>
          </p:nvSpPr>
          <p:spPr>
            <a:xfrm>
              <a:off x="11639265" y="65704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" name="pt3200"/>
            <p:cNvSpPr/>
            <p:nvPr/>
          </p:nvSpPr>
          <p:spPr>
            <a:xfrm>
              <a:off x="11042525" y="65406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" name="pt3201"/>
            <p:cNvSpPr/>
            <p:nvPr/>
          </p:nvSpPr>
          <p:spPr>
            <a:xfrm>
              <a:off x="11252851" y="65251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" name="pt3202"/>
            <p:cNvSpPr/>
            <p:nvPr/>
          </p:nvSpPr>
          <p:spPr>
            <a:xfrm>
              <a:off x="11042525" y="64996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" name="pt3203"/>
            <p:cNvSpPr/>
            <p:nvPr/>
          </p:nvSpPr>
          <p:spPr>
            <a:xfrm>
              <a:off x="11400134" y="65390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" name="pt3204"/>
            <p:cNvSpPr/>
            <p:nvPr/>
          </p:nvSpPr>
          <p:spPr>
            <a:xfrm>
              <a:off x="11042525" y="65404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" name="pt3205"/>
            <p:cNvSpPr/>
            <p:nvPr/>
          </p:nvSpPr>
          <p:spPr>
            <a:xfrm>
              <a:off x="11241438" y="65000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" name="pt3206"/>
            <p:cNvSpPr/>
            <p:nvPr/>
          </p:nvSpPr>
          <p:spPr>
            <a:xfrm>
              <a:off x="11042525" y="64762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" name="pt3207"/>
            <p:cNvSpPr/>
            <p:nvPr/>
          </p:nvSpPr>
          <p:spPr>
            <a:xfrm>
              <a:off x="11042525" y="65154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" name="pt3208"/>
            <p:cNvSpPr/>
            <p:nvPr/>
          </p:nvSpPr>
          <p:spPr>
            <a:xfrm>
              <a:off x="11170171" y="65595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" name="pt3209"/>
            <p:cNvSpPr/>
            <p:nvPr/>
          </p:nvSpPr>
          <p:spPr>
            <a:xfrm>
              <a:off x="11042525" y="65736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" name="pt3210"/>
            <p:cNvSpPr/>
            <p:nvPr/>
          </p:nvSpPr>
          <p:spPr>
            <a:xfrm>
              <a:off x="11042525" y="65498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" name="pt3211"/>
            <p:cNvSpPr/>
            <p:nvPr/>
          </p:nvSpPr>
          <p:spPr>
            <a:xfrm>
              <a:off x="11252851" y="64879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" name="pt3212"/>
            <p:cNvSpPr/>
            <p:nvPr/>
          </p:nvSpPr>
          <p:spPr>
            <a:xfrm>
              <a:off x="11042525" y="65256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" name="pt3213"/>
            <p:cNvSpPr/>
            <p:nvPr/>
          </p:nvSpPr>
          <p:spPr>
            <a:xfrm>
              <a:off x="11042525" y="65996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" name="pt3214"/>
            <p:cNvSpPr/>
            <p:nvPr/>
          </p:nvSpPr>
          <p:spPr>
            <a:xfrm>
              <a:off x="11205931" y="66156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" name="pt3215"/>
            <p:cNvSpPr/>
            <p:nvPr/>
          </p:nvSpPr>
          <p:spPr>
            <a:xfrm>
              <a:off x="11318793" y="65984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" name="pt3216"/>
            <p:cNvSpPr/>
            <p:nvPr/>
          </p:nvSpPr>
          <p:spPr>
            <a:xfrm>
              <a:off x="11042525" y="65751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" name="pt3217"/>
            <p:cNvSpPr/>
            <p:nvPr/>
          </p:nvSpPr>
          <p:spPr>
            <a:xfrm>
              <a:off x="11042525" y="65156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" name="pt3218"/>
            <p:cNvSpPr/>
            <p:nvPr/>
          </p:nvSpPr>
          <p:spPr>
            <a:xfrm>
              <a:off x="11111135" y="64478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" name="pt3219"/>
            <p:cNvSpPr/>
            <p:nvPr/>
          </p:nvSpPr>
          <p:spPr>
            <a:xfrm>
              <a:off x="11042525" y="65823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" name="pt3220"/>
            <p:cNvSpPr/>
            <p:nvPr/>
          </p:nvSpPr>
          <p:spPr>
            <a:xfrm>
              <a:off x="11042525" y="64664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" name="pt3221"/>
            <p:cNvSpPr/>
            <p:nvPr/>
          </p:nvSpPr>
          <p:spPr>
            <a:xfrm>
              <a:off x="11120242" y="64197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" name="pt3222"/>
            <p:cNvSpPr/>
            <p:nvPr/>
          </p:nvSpPr>
          <p:spPr>
            <a:xfrm>
              <a:off x="11195967" y="64151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" name="pt3223"/>
            <p:cNvSpPr/>
            <p:nvPr/>
          </p:nvSpPr>
          <p:spPr>
            <a:xfrm>
              <a:off x="11249123" y="64034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" name="pt3224"/>
            <p:cNvSpPr/>
            <p:nvPr/>
          </p:nvSpPr>
          <p:spPr>
            <a:xfrm>
              <a:off x="11320061" y="64320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" name="pt3225"/>
            <p:cNvSpPr/>
            <p:nvPr/>
          </p:nvSpPr>
          <p:spPr>
            <a:xfrm>
              <a:off x="11042525" y="65446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" name="pt3226"/>
            <p:cNvSpPr/>
            <p:nvPr/>
          </p:nvSpPr>
          <p:spPr>
            <a:xfrm>
              <a:off x="11241335" y="66071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" name="pt3227"/>
            <p:cNvSpPr/>
            <p:nvPr/>
          </p:nvSpPr>
          <p:spPr>
            <a:xfrm>
              <a:off x="11042525" y="65750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" name="pt3228"/>
            <p:cNvSpPr/>
            <p:nvPr/>
          </p:nvSpPr>
          <p:spPr>
            <a:xfrm>
              <a:off x="11255568" y="65697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" name="pt3229"/>
            <p:cNvSpPr/>
            <p:nvPr/>
          </p:nvSpPr>
          <p:spPr>
            <a:xfrm>
              <a:off x="11379585" y="65717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" name="pt3230"/>
            <p:cNvSpPr/>
            <p:nvPr/>
          </p:nvSpPr>
          <p:spPr>
            <a:xfrm>
              <a:off x="11509011" y="65078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" name="pt3231"/>
            <p:cNvSpPr/>
            <p:nvPr/>
          </p:nvSpPr>
          <p:spPr>
            <a:xfrm>
              <a:off x="11042525" y="65794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" name="pt3232"/>
            <p:cNvSpPr/>
            <p:nvPr/>
          </p:nvSpPr>
          <p:spPr>
            <a:xfrm>
              <a:off x="11168250" y="65664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" name="pt3233"/>
            <p:cNvSpPr/>
            <p:nvPr/>
          </p:nvSpPr>
          <p:spPr>
            <a:xfrm>
              <a:off x="11310279" y="65606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" name="pt3234"/>
            <p:cNvSpPr/>
            <p:nvPr/>
          </p:nvSpPr>
          <p:spPr>
            <a:xfrm>
              <a:off x="11441801" y="65621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" name="pt3235"/>
            <p:cNvSpPr/>
            <p:nvPr/>
          </p:nvSpPr>
          <p:spPr>
            <a:xfrm>
              <a:off x="11282199" y="65259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" name="pt3236"/>
            <p:cNvSpPr/>
            <p:nvPr/>
          </p:nvSpPr>
          <p:spPr>
            <a:xfrm>
              <a:off x="11415841" y="65560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" name="pt3237"/>
            <p:cNvSpPr/>
            <p:nvPr/>
          </p:nvSpPr>
          <p:spPr>
            <a:xfrm>
              <a:off x="11042525" y="64453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" name="pt3238"/>
            <p:cNvSpPr/>
            <p:nvPr/>
          </p:nvSpPr>
          <p:spPr>
            <a:xfrm>
              <a:off x="11102628" y="64230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" name="pt3239"/>
            <p:cNvSpPr/>
            <p:nvPr/>
          </p:nvSpPr>
          <p:spPr>
            <a:xfrm>
              <a:off x="11185236" y="64102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" name="pt3240"/>
            <p:cNvSpPr/>
            <p:nvPr/>
          </p:nvSpPr>
          <p:spPr>
            <a:xfrm>
              <a:off x="11042525" y="65704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" name="pt3241"/>
            <p:cNvSpPr/>
            <p:nvPr/>
          </p:nvSpPr>
          <p:spPr>
            <a:xfrm>
              <a:off x="11114807" y="66039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" name="pt3242"/>
            <p:cNvSpPr/>
            <p:nvPr/>
          </p:nvSpPr>
          <p:spPr>
            <a:xfrm>
              <a:off x="11188909" y="65916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" name="pt3243"/>
            <p:cNvSpPr/>
            <p:nvPr/>
          </p:nvSpPr>
          <p:spPr>
            <a:xfrm>
              <a:off x="11247597" y="65232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" name="pt3244"/>
            <p:cNvSpPr/>
            <p:nvPr/>
          </p:nvSpPr>
          <p:spPr>
            <a:xfrm>
              <a:off x="11314445" y="65248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" name="pt3245"/>
            <p:cNvSpPr/>
            <p:nvPr/>
          </p:nvSpPr>
          <p:spPr>
            <a:xfrm>
              <a:off x="11444911" y="64994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" name="pt3246"/>
            <p:cNvSpPr/>
            <p:nvPr/>
          </p:nvSpPr>
          <p:spPr>
            <a:xfrm>
              <a:off x="11622417" y="65187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" name="pt3247"/>
            <p:cNvSpPr/>
            <p:nvPr/>
          </p:nvSpPr>
          <p:spPr>
            <a:xfrm>
              <a:off x="11042525" y="65450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" name="pt3248"/>
            <p:cNvSpPr/>
            <p:nvPr/>
          </p:nvSpPr>
          <p:spPr>
            <a:xfrm>
              <a:off x="11042525" y="65243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" name="pt3249"/>
            <p:cNvSpPr/>
            <p:nvPr/>
          </p:nvSpPr>
          <p:spPr>
            <a:xfrm>
              <a:off x="11243793" y="64723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" name="pt3250"/>
            <p:cNvSpPr/>
            <p:nvPr/>
          </p:nvSpPr>
          <p:spPr>
            <a:xfrm>
              <a:off x="11042525" y="65720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" name="pt3251"/>
            <p:cNvSpPr/>
            <p:nvPr/>
          </p:nvSpPr>
          <p:spPr>
            <a:xfrm>
              <a:off x="11116076" y="65516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" name="pt3252"/>
            <p:cNvSpPr/>
            <p:nvPr/>
          </p:nvSpPr>
          <p:spPr>
            <a:xfrm>
              <a:off x="11529119" y="64658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" name="pt3253"/>
            <p:cNvSpPr/>
            <p:nvPr/>
          </p:nvSpPr>
          <p:spPr>
            <a:xfrm>
              <a:off x="11042525" y="65029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" name="pt3254"/>
            <p:cNvSpPr/>
            <p:nvPr/>
          </p:nvSpPr>
          <p:spPr>
            <a:xfrm>
              <a:off x="11042525" y="65775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" name="pt3255"/>
            <p:cNvSpPr/>
            <p:nvPr/>
          </p:nvSpPr>
          <p:spPr>
            <a:xfrm>
              <a:off x="11182824" y="65057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" name="pt3256"/>
            <p:cNvSpPr/>
            <p:nvPr/>
          </p:nvSpPr>
          <p:spPr>
            <a:xfrm>
              <a:off x="11042525" y="65505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" name="pt3257"/>
            <p:cNvSpPr/>
            <p:nvPr/>
          </p:nvSpPr>
          <p:spPr>
            <a:xfrm>
              <a:off x="11042525" y="65530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" name="pt3258"/>
            <p:cNvSpPr/>
            <p:nvPr/>
          </p:nvSpPr>
          <p:spPr>
            <a:xfrm>
              <a:off x="11042525" y="65818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" name="pt3259"/>
            <p:cNvSpPr/>
            <p:nvPr/>
          </p:nvSpPr>
          <p:spPr>
            <a:xfrm>
              <a:off x="11042525" y="65542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" name="pt3260"/>
            <p:cNvSpPr/>
            <p:nvPr/>
          </p:nvSpPr>
          <p:spPr>
            <a:xfrm>
              <a:off x="11444880" y="65291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" name="pt3261"/>
            <p:cNvSpPr/>
            <p:nvPr/>
          </p:nvSpPr>
          <p:spPr>
            <a:xfrm>
              <a:off x="11516438" y="65179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" name="pt3262"/>
            <p:cNvSpPr/>
            <p:nvPr/>
          </p:nvSpPr>
          <p:spPr>
            <a:xfrm>
              <a:off x="11042525" y="65699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" name="pt3263"/>
            <p:cNvSpPr/>
            <p:nvPr/>
          </p:nvSpPr>
          <p:spPr>
            <a:xfrm>
              <a:off x="11190783" y="65645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" name="pt3264"/>
            <p:cNvSpPr/>
            <p:nvPr/>
          </p:nvSpPr>
          <p:spPr>
            <a:xfrm>
              <a:off x="11245242" y="65826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" name="pt3265"/>
            <p:cNvSpPr/>
            <p:nvPr/>
          </p:nvSpPr>
          <p:spPr>
            <a:xfrm>
              <a:off x="11320424" y="65831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" name="pt3266"/>
            <p:cNvSpPr/>
            <p:nvPr/>
          </p:nvSpPr>
          <p:spPr>
            <a:xfrm>
              <a:off x="11435403" y="65596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" name="pt3267"/>
            <p:cNvSpPr/>
            <p:nvPr/>
          </p:nvSpPr>
          <p:spPr>
            <a:xfrm>
              <a:off x="11042525" y="64809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" name="pt3268"/>
            <p:cNvSpPr/>
            <p:nvPr/>
          </p:nvSpPr>
          <p:spPr>
            <a:xfrm>
              <a:off x="11241619" y="64149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" name="pt3269"/>
            <p:cNvSpPr/>
            <p:nvPr/>
          </p:nvSpPr>
          <p:spPr>
            <a:xfrm>
              <a:off x="11042525" y="65549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" name="pt3270"/>
            <p:cNvSpPr/>
            <p:nvPr/>
          </p:nvSpPr>
          <p:spPr>
            <a:xfrm>
              <a:off x="11042525" y="65329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" name="pt3271"/>
            <p:cNvSpPr/>
            <p:nvPr/>
          </p:nvSpPr>
          <p:spPr>
            <a:xfrm>
              <a:off x="11117344" y="65481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" name="pt3272"/>
            <p:cNvSpPr/>
            <p:nvPr/>
          </p:nvSpPr>
          <p:spPr>
            <a:xfrm>
              <a:off x="11239502" y="64811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" name="pt3273"/>
            <p:cNvSpPr/>
            <p:nvPr/>
          </p:nvSpPr>
          <p:spPr>
            <a:xfrm>
              <a:off x="11042525" y="64912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" name="pt3274"/>
            <p:cNvSpPr/>
            <p:nvPr/>
          </p:nvSpPr>
          <p:spPr>
            <a:xfrm>
              <a:off x="11249047" y="65154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" name="pt3275"/>
            <p:cNvSpPr/>
            <p:nvPr/>
          </p:nvSpPr>
          <p:spPr>
            <a:xfrm>
              <a:off x="11399953" y="64991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" name="pt3276"/>
            <p:cNvSpPr/>
            <p:nvPr/>
          </p:nvSpPr>
          <p:spPr>
            <a:xfrm>
              <a:off x="11576583" y="64601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" name="pt3277"/>
            <p:cNvSpPr/>
            <p:nvPr/>
          </p:nvSpPr>
          <p:spPr>
            <a:xfrm>
              <a:off x="11042525" y="64500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" name="pt3278"/>
            <p:cNvSpPr/>
            <p:nvPr/>
          </p:nvSpPr>
          <p:spPr>
            <a:xfrm>
              <a:off x="11274590" y="62636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" name="pt3279"/>
            <p:cNvSpPr/>
            <p:nvPr/>
          </p:nvSpPr>
          <p:spPr>
            <a:xfrm>
              <a:off x="11042525" y="65300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" name="pt3280"/>
            <p:cNvSpPr/>
            <p:nvPr/>
          </p:nvSpPr>
          <p:spPr>
            <a:xfrm>
              <a:off x="11251039" y="65094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" name="pt3281"/>
            <p:cNvSpPr/>
            <p:nvPr/>
          </p:nvSpPr>
          <p:spPr>
            <a:xfrm>
              <a:off x="11373342" y="65464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" name="pt3282"/>
            <p:cNvSpPr/>
            <p:nvPr/>
          </p:nvSpPr>
          <p:spPr>
            <a:xfrm>
              <a:off x="11503938" y="65258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" name="pt3283"/>
            <p:cNvSpPr/>
            <p:nvPr/>
          </p:nvSpPr>
          <p:spPr>
            <a:xfrm>
              <a:off x="11042525" y="65114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" name="pt3284"/>
            <p:cNvSpPr/>
            <p:nvPr/>
          </p:nvSpPr>
          <p:spPr>
            <a:xfrm>
              <a:off x="11108729" y="65432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" name="pt3285"/>
            <p:cNvSpPr/>
            <p:nvPr/>
          </p:nvSpPr>
          <p:spPr>
            <a:xfrm>
              <a:off x="11178757" y="65139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" name="pt3286"/>
            <p:cNvSpPr/>
            <p:nvPr/>
          </p:nvSpPr>
          <p:spPr>
            <a:xfrm>
              <a:off x="11042525" y="65516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" name="pt3287"/>
            <p:cNvSpPr/>
            <p:nvPr/>
          </p:nvSpPr>
          <p:spPr>
            <a:xfrm>
              <a:off x="11042525" y="65506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" name="pt3288"/>
            <p:cNvSpPr/>
            <p:nvPr/>
          </p:nvSpPr>
          <p:spPr>
            <a:xfrm>
              <a:off x="11042525" y="65282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" name="pt3289"/>
            <p:cNvSpPr/>
            <p:nvPr/>
          </p:nvSpPr>
          <p:spPr>
            <a:xfrm>
              <a:off x="11197072" y="63994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" name="pt3290"/>
            <p:cNvSpPr/>
            <p:nvPr/>
          </p:nvSpPr>
          <p:spPr>
            <a:xfrm>
              <a:off x="11042525" y="65218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" name="pt3291"/>
            <p:cNvSpPr/>
            <p:nvPr/>
          </p:nvSpPr>
          <p:spPr>
            <a:xfrm>
              <a:off x="11042525" y="65429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" name="pt3292"/>
            <p:cNvSpPr/>
            <p:nvPr/>
          </p:nvSpPr>
          <p:spPr>
            <a:xfrm>
              <a:off x="11245242" y="65161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" name="pt3293"/>
            <p:cNvSpPr/>
            <p:nvPr/>
          </p:nvSpPr>
          <p:spPr>
            <a:xfrm>
              <a:off x="11042525" y="65607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" name="pt3294"/>
            <p:cNvSpPr/>
            <p:nvPr/>
          </p:nvSpPr>
          <p:spPr>
            <a:xfrm>
              <a:off x="11250875" y="65272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" name="pt3295"/>
            <p:cNvSpPr/>
            <p:nvPr/>
          </p:nvSpPr>
          <p:spPr>
            <a:xfrm>
              <a:off x="11459000" y="65892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" name="pt3296"/>
            <p:cNvSpPr/>
            <p:nvPr/>
          </p:nvSpPr>
          <p:spPr>
            <a:xfrm>
              <a:off x="11570605" y="65701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" name="pt3297"/>
            <p:cNvSpPr/>
            <p:nvPr/>
          </p:nvSpPr>
          <p:spPr>
            <a:xfrm>
              <a:off x="11709554" y="65579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" name="pt3298"/>
            <p:cNvSpPr/>
            <p:nvPr/>
          </p:nvSpPr>
          <p:spPr>
            <a:xfrm>
              <a:off x="11042525" y="65868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" name="pt3299"/>
            <p:cNvSpPr/>
            <p:nvPr/>
          </p:nvSpPr>
          <p:spPr>
            <a:xfrm>
              <a:off x="11042525" y="64626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" name="pt3300"/>
            <p:cNvSpPr/>
            <p:nvPr/>
          </p:nvSpPr>
          <p:spPr>
            <a:xfrm>
              <a:off x="11117010" y="64859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" name="pt3301"/>
            <p:cNvSpPr/>
            <p:nvPr/>
          </p:nvSpPr>
          <p:spPr>
            <a:xfrm>
              <a:off x="11182952" y="64398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" name="pt3302"/>
            <p:cNvSpPr/>
            <p:nvPr/>
          </p:nvSpPr>
          <p:spPr>
            <a:xfrm>
              <a:off x="11042525" y="65936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" name="pt3303"/>
            <p:cNvSpPr/>
            <p:nvPr/>
          </p:nvSpPr>
          <p:spPr>
            <a:xfrm>
              <a:off x="11188177" y="65834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" name="pt3304"/>
            <p:cNvSpPr/>
            <p:nvPr/>
          </p:nvSpPr>
          <p:spPr>
            <a:xfrm>
              <a:off x="11042525" y="65922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" name="pt3305"/>
            <p:cNvSpPr/>
            <p:nvPr/>
          </p:nvSpPr>
          <p:spPr>
            <a:xfrm>
              <a:off x="11174374" y="65743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" name="pt3306"/>
            <p:cNvSpPr/>
            <p:nvPr/>
          </p:nvSpPr>
          <p:spPr>
            <a:xfrm>
              <a:off x="11241438" y="65738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" name="pt3307"/>
            <p:cNvSpPr/>
            <p:nvPr/>
          </p:nvSpPr>
          <p:spPr>
            <a:xfrm>
              <a:off x="11042525" y="65465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" name="pt3308"/>
            <p:cNvSpPr/>
            <p:nvPr/>
          </p:nvSpPr>
          <p:spPr>
            <a:xfrm>
              <a:off x="11184378" y="65509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" name="pt3309"/>
            <p:cNvSpPr/>
            <p:nvPr/>
          </p:nvSpPr>
          <p:spPr>
            <a:xfrm>
              <a:off x="11042525" y="64727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" name="pt3310"/>
            <p:cNvSpPr/>
            <p:nvPr/>
          </p:nvSpPr>
          <p:spPr>
            <a:xfrm>
              <a:off x="11247825" y="65011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" name="pt3311"/>
            <p:cNvSpPr/>
            <p:nvPr/>
          </p:nvSpPr>
          <p:spPr>
            <a:xfrm>
              <a:off x="11366847" y="65228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" name="pt3312"/>
            <p:cNvSpPr/>
            <p:nvPr/>
          </p:nvSpPr>
          <p:spPr>
            <a:xfrm>
              <a:off x="11502536" y="64514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" name="pt3313"/>
            <p:cNvSpPr/>
            <p:nvPr/>
          </p:nvSpPr>
          <p:spPr>
            <a:xfrm>
              <a:off x="11042525" y="64933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" name="pt3314"/>
            <p:cNvSpPr/>
            <p:nvPr/>
          </p:nvSpPr>
          <p:spPr>
            <a:xfrm>
              <a:off x="11245242" y="66049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" name="pt3315"/>
            <p:cNvSpPr/>
            <p:nvPr/>
          </p:nvSpPr>
          <p:spPr>
            <a:xfrm>
              <a:off x="11388211" y="65696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" name="pt3316"/>
            <p:cNvSpPr/>
            <p:nvPr/>
          </p:nvSpPr>
          <p:spPr>
            <a:xfrm>
              <a:off x="11505388" y="65345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" name="pt3317"/>
            <p:cNvSpPr/>
            <p:nvPr/>
          </p:nvSpPr>
          <p:spPr>
            <a:xfrm>
              <a:off x="11042525" y="64496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" name="pt3318"/>
            <p:cNvSpPr/>
            <p:nvPr/>
          </p:nvSpPr>
          <p:spPr>
            <a:xfrm>
              <a:off x="11120911" y="64743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" name="pt3319"/>
            <p:cNvSpPr/>
            <p:nvPr/>
          </p:nvSpPr>
          <p:spPr>
            <a:xfrm>
              <a:off x="11195967" y="64283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" name="pt3320"/>
            <p:cNvSpPr/>
            <p:nvPr/>
          </p:nvSpPr>
          <p:spPr>
            <a:xfrm>
              <a:off x="11324047" y="64942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" name="pt3321"/>
            <p:cNvSpPr/>
            <p:nvPr/>
          </p:nvSpPr>
          <p:spPr>
            <a:xfrm>
              <a:off x="11042525" y="66114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" name="pt3322"/>
            <p:cNvSpPr/>
            <p:nvPr/>
          </p:nvSpPr>
          <p:spPr>
            <a:xfrm>
              <a:off x="11192439" y="66338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" name="pt3323"/>
            <p:cNvSpPr/>
            <p:nvPr/>
          </p:nvSpPr>
          <p:spPr>
            <a:xfrm>
              <a:off x="11306474" y="66015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" name="pt3324"/>
            <p:cNvSpPr/>
            <p:nvPr/>
          </p:nvSpPr>
          <p:spPr>
            <a:xfrm>
              <a:off x="11042525" y="65791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" name="pt3325"/>
            <p:cNvSpPr/>
            <p:nvPr/>
          </p:nvSpPr>
          <p:spPr>
            <a:xfrm>
              <a:off x="11042525" y="65847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" name="pt3326"/>
            <p:cNvSpPr/>
            <p:nvPr/>
          </p:nvSpPr>
          <p:spPr>
            <a:xfrm>
              <a:off x="11351561" y="66096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" name="pt3327"/>
            <p:cNvSpPr/>
            <p:nvPr/>
          </p:nvSpPr>
          <p:spPr>
            <a:xfrm>
              <a:off x="11042525" y="65127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" name="pt3328"/>
            <p:cNvSpPr/>
            <p:nvPr/>
          </p:nvSpPr>
          <p:spPr>
            <a:xfrm>
              <a:off x="11042525" y="64569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" name="pt3329"/>
            <p:cNvSpPr/>
            <p:nvPr/>
          </p:nvSpPr>
          <p:spPr>
            <a:xfrm>
              <a:off x="11042525" y="65598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" name="pt3330"/>
            <p:cNvSpPr/>
            <p:nvPr/>
          </p:nvSpPr>
          <p:spPr>
            <a:xfrm>
              <a:off x="11188539" y="65654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" name="pt3331"/>
            <p:cNvSpPr/>
            <p:nvPr/>
          </p:nvSpPr>
          <p:spPr>
            <a:xfrm>
              <a:off x="11042525" y="65158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" name="pt3332"/>
            <p:cNvSpPr/>
            <p:nvPr/>
          </p:nvSpPr>
          <p:spPr>
            <a:xfrm>
              <a:off x="11180793" y="65476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" name="pt3333"/>
            <p:cNvSpPr/>
            <p:nvPr/>
          </p:nvSpPr>
          <p:spPr>
            <a:xfrm>
              <a:off x="11316076" y="65230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" name="pt3334"/>
            <p:cNvSpPr/>
            <p:nvPr/>
          </p:nvSpPr>
          <p:spPr>
            <a:xfrm>
              <a:off x="11042525" y="65660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" name="pt3335"/>
            <p:cNvSpPr/>
            <p:nvPr/>
          </p:nvSpPr>
          <p:spPr>
            <a:xfrm>
              <a:off x="11277308" y="65769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" name="pt3336"/>
            <p:cNvSpPr/>
            <p:nvPr/>
          </p:nvSpPr>
          <p:spPr>
            <a:xfrm>
              <a:off x="11042525" y="64557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" name="pt3337"/>
            <p:cNvSpPr/>
            <p:nvPr/>
          </p:nvSpPr>
          <p:spPr>
            <a:xfrm>
              <a:off x="11042525" y="64702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" name="pt3338"/>
            <p:cNvSpPr/>
            <p:nvPr/>
          </p:nvSpPr>
          <p:spPr>
            <a:xfrm>
              <a:off x="11208574" y="64925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" name="pt3339"/>
            <p:cNvSpPr/>
            <p:nvPr/>
          </p:nvSpPr>
          <p:spPr>
            <a:xfrm>
              <a:off x="11307380" y="64692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" name="pt3340"/>
            <p:cNvSpPr/>
            <p:nvPr/>
          </p:nvSpPr>
          <p:spPr>
            <a:xfrm>
              <a:off x="11042525" y="65603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" name="pt3341"/>
            <p:cNvSpPr/>
            <p:nvPr/>
          </p:nvSpPr>
          <p:spPr>
            <a:xfrm>
              <a:off x="11042525" y="65058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" name="pt3342"/>
            <p:cNvSpPr/>
            <p:nvPr/>
          </p:nvSpPr>
          <p:spPr>
            <a:xfrm>
              <a:off x="11209554" y="64972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" name="pt3343"/>
            <p:cNvSpPr/>
            <p:nvPr/>
          </p:nvSpPr>
          <p:spPr>
            <a:xfrm>
              <a:off x="11318793" y="65052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" name="pt3344"/>
            <p:cNvSpPr/>
            <p:nvPr/>
          </p:nvSpPr>
          <p:spPr>
            <a:xfrm>
              <a:off x="11042525" y="66086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" name="pt3345"/>
            <p:cNvSpPr/>
            <p:nvPr/>
          </p:nvSpPr>
          <p:spPr>
            <a:xfrm>
              <a:off x="11188358" y="65944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" name="pt3346"/>
            <p:cNvSpPr/>
            <p:nvPr/>
          </p:nvSpPr>
          <p:spPr>
            <a:xfrm>
              <a:off x="11042525" y="65383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" name="pt3347"/>
            <p:cNvSpPr/>
            <p:nvPr/>
          </p:nvSpPr>
          <p:spPr>
            <a:xfrm>
              <a:off x="11388532" y="65160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" name="pt3348"/>
            <p:cNvSpPr/>
            <p:nvPr/>
          </p:nvSpPr>
          <p:spPr>
            <a:xfrm>
              <a:off x="11042525" y="66021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" name="pt3349"/>
            <p:cNvSpPr/>
            <p:nvPr/>
          </p:nvSpPr>
          <p:spPr>
            <a:xfrm>
              <a:off x="11042525" y="65184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" name="pt3350"/>
            <p:cNvSpPr/>
            <p:nvPr/>
          </p:nvSpPr>
          <p:spPr>
            <a:xfrm>
              <a:off x="11240688" y="65707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" name="pt3351"/>
            <p:cNvSpPr/>
            <p:nvPr/>
          </p:nvSpPr>
          <p:spPr>
            <a:xfrm>
              <a:off x="11042525" y="65708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" name="pt3352"/>
            <p:cNvSpPr/>
            <p:nvPr/>
          </p:nvSpPr>
          <p:spPr>
            <a:xfrm>
              <a:off x="11179316" y="65849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" name="pt3353"/>
            <p:cNvSpPr/>
            <p:nvPr/>
          </p:nvSpPr>
          <p:spPr>
            <a:xfrm>
              <a:off x="11042525" y="65677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" name="pt3354"/>
            <p:cNvSpPr/>
            <p:nvPr/>
          </p:nvSpPr>
          <p:spPr>
            <a:xfrm>
              <a:off x="11042525" y="65502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" name="pt3355"/>
            <p:cNvSpPr/>
            <p:nvPr/>
          </p:nvSpPr>
          <p:spPr>
            <a:xfrm>
              <a:off x="11109700" y="65412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" name="pt3356"/>
            <p:cNvSpPr/>
            <p:nvPr/>
          </p:nvSpPr>
          <p:spPr>
            <a:xfrm>
              <a:off x="11042525" y="65927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" name="pt3357"/>
            <p:cNvSpPr/>
            <p:nvPr/>
          </p:nvSpPr>
          <p:spPr>
            <a:xfrm>
              <a:off x="11175473" y="66009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" name="pt3358"/>
            <p:cNvSpPr/>
            <p:nvPr/>
          </p:nvSpPr>
          <p:spPr>
            <a:xfrm>
              <a:off x="11042525" y="65164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" name="pt3359"/>
            <p:cNvSpPr/>
            <p:nvPr/>
          </p:nvSpPr>
          <p:spPr>
            <a:xfrm>
              <a:off x="11167986" y="64869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" name="pt3360"/>
            <p:cNvSpPr/>
            <p:nvPr/>
          </p:nvSpPr>
          <p:spPr>
            <a:xfrm>
              <a:off x="11042525" y="65569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" name="pt3361"/>
            <p:cNvSpPr/>
            <p:nvPr/>
          </p:nvSpPr>
          <p:spPr>
            <a:xfrm>
              <a:off x="11116551" y="65240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" name="pt3362"/>
            <p:cNvSpPr/>
            <p:nvPr/>
          </p:nvSpPr>
          <p:spPr>
            <a:xfrm>
              <a:off x="11185641" y="64982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" name="pt3363"/>
            <p:cNvSpPr/>
            <p:nvPr/>
          </p:nvSpPr>
          <p:spPr>
            <a:xfrm>
              <a:off x="11042525" y="64661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" name="pt3364"/>
            <p:cNvSpPr/>
            <p:nvPr/>
          </p:nvSpPr>
          <p:spPr>
            <a:xfrm>
              <a:off x="11042525" y="65253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" name="pt3365"/>
            <p:cNvSpPr/>
            <p:nvPr/>
          </p:nvSpPr>
          <p:spPr>
            <a:xfrm>
              <a:off x="11042525" y="65808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" name="pt3366"/>
            <p:cNvSpPr/>
            <p:nvPr/>
          </p:nvSpPr>
          <p:spPr>
            <a:xfrm>
              <a:off x="11512996" y="64693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" name="pt3367"/>
            <p:cNvSpPr/>
            <p:nvPr/>
          </p:nvSpPr>
          <p:spPr>
            <a:xfrm>
              <a:off x="11042525" y="64793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" name="pt3368"/>
            <p:cNvSpPr/>
            <p:nvPr/>
          </p:nvSpPr>
          <p:spPr>
            <a:xfrm>
              <a:off x="11256655" y="64603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" name="pt3369"/>
            <p:cNvSpPr/>
            <p:nvPr/>
          </p:nvSpPr>
          <p:spPr>
            <a:xfrm>
              <a:off x="11042525" y="65559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" name="pt3370"/>
            <p:cNvSpPr/>
            <p:nvPr/>
          </p:nvSpPr>
          <p:spPr>
            <a:xfrm>
              <a:off x="11042525" y="65566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" name="pt3371"/>
            <p:cNvSpPr/>
            <p:nvPr/>
          </p:nvSpPr>
          <p:spPr>
            <a:xfrm>
              <a:off x="11042525" y="65642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" name="pt3372"/>
            <p:cNvSpPr/>
            <p:nvPr/>
          </p:nvSpPr>
          <p:spPr>
            <a:xfrm>
              <a:off x="11242163" y="65626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" name="pt3373"/>
            <p:cNvSpPr/>
            <p:nvPr/>
          </p:nvSpPr>
          <p:spPr>
            <a:xfrm>
              <a:off x="11378395" y="65588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" name="pt3374"/>
            <p:cNvSpPr/>
            <p:nvPr/>
          </p:nvSpPr>
          <p:spPr>
            <a:xfrm>
              <a:off x="11509011" y="65669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" name="pt3375"/>
            <p:cNvSpPr/>
            <p:nvPr/>
          </p:nvSpPr>
          <p:spPr>
            <a:xfrm>
              <a:off x="11639627" y="65756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" name="pt3376"/>
            <p:cNvSpPr/>
            <p:nvPr/>
          </p:nvSpPr>
          <p:spPr>
            <a:xfrm>
              <a:off x="11175629" y="65008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" name="pt3377"/>
            <p:cNvSpPr/>
            <p:nvPr/>
          </p:nvSpPr>
          <p:spPr>
            <a:xfrm>
              <a:off x="11042525" y="65450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" name="pt3378"/>
            <p:cNvSpPr/>
            <p:nvPr/>
          </p:nvSpPr>
          <p:spPr>
            <a:xfrm>
              <a:off x="11257924" y="65776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" name="pt3379"/>
            <p:cNvSpPr/>
            <p:nvPr/>
          </p:nvSpPr>
          <p:spPr>
            <a:xfrm>
              <a:off x="11383379" y="65666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" name="pt3380"/>
            <p:cNvSpPr/>
            <p:nvPr/>
          </p:nvSpPr>
          <p:spPr>
            <a:xfrm>
              <a:off x="11506475" y="65733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" name="pt3381"/>
            <p:cNvSpPr/>
            <p:nvPr/>
          </p:nvSpPr>
          <p:spPr>
            <a:xfrm>
              <a:off x="11042525" y="65243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" name="pt3382"/>
            <p:cNvSpPr/>
            <p:nvPr/>
          </p:nvSpPr>
          <p:spPr>
            <a:xfrm>
              <a:off x="11124952" y="65079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" name="pt3383"/>
            <p:cNvSpPr/>
            <p:nvPr/>
          </p:nvSpPr>
          <p:spPr>
            <a:xfrm>
              <a:off x="11426764" y="64689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" name="pt3384"/>
            <p:cNvSpPr/>
            <p:nvPr/>
          </p:nvSpPr>
          <p:spPr>
            <a:xfrm>
              <a:off x="11042525" y="65554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" name="pt3385"/>
            <p:cNvSpPr/>
            <p:nvPr/>
          </p:nvSpPr>
          <p:spPr>
            <a:xfrm>
              <a:off x="11227605" y="65299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" name="pt3386"/>
            <p:cNvSpPr/>
            <p:nvPr/>
          </p:nvSpPr>
          <p:spPr>
            <a:xfrm>
              <a:off x="11373322" y="65601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" name="pt3387"/>
            <p:cNvSpPr/>
            <p:nvPr/>
          </p:nvSpPr>
          <p:spPr>
            <a:xfrm>
              <a:off x="11042525" y="65344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" name="pt3388"/>
            <p:cNvSpPr/>
            <p:nvPr/>
          </p:nvSpPr>
          <p:spPr>
            <a:xfrm>
              <a:off x="11255206" y="66079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" name="pt3389"/>
            <p:cNvSpPr/>
            <p:nvPr/>
          </p:nvSpPr>
          <p:spPr>
            <a:xfrm>
              <a:off x="11427821" y="66036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" name="pt3390"/>
            <p:cNvSpPr/>
            <p:nvPr/>
          </p:nvSpPr>
          <p:spPr>
            <a:xfrm>
              <a:off x="11042525" y="64819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" name="pt3391"/>
            <p:cNvSpPr/>
            <p:nvPr/>
          </p:nvSpPr>
          <p:spPr>
            <a:xfrm>
              <a:off x="11042525" y="65673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" name="pt3392"/>
            <p:cNvSpPr/>
            <p:nvPr/>
          </p:nvSpPr>
          <p:spPr>
            <a:xfrm>
              <a:off x="11179300" y="65970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" name="pt3393"/>
            <p:cNvSpPr/>
            <p:nvPr/>
          </p:nvSpPr>
          <p:spPr>
            <a:xfrm>
              <a:off x="11308648" y="65672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" name="pt3394"/>
            <p:cNvSpPr/>
            <p:nvPr/>
          </p:nvSpPr>
          <p:spPr>
            <a:xfrm>
              <a:off x="11371873" y="65540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" name="pt3395"/>
            <p:cNvSpPr/>
            <p:nvPr/>
          </p:nvSpPr>
          <p:spPr>
            <a:xfrm>
              <a:off x="11042525" y="65818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" name="pt3396"/>
            <p:cNvSpPr/>
            <p:nvPr/>
          </p:nvSpPr>
          <p:spPr>
            <a:xfrm>
              <a:off x="11241124" y="66818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" name="pt3397"/>
            <p:cNvSpPr/>
            <p:nvPr/>
          </p:nvSpPr>
          <p:spPr>
            <a:xfrm>
              <a:off x="11042525" y="65625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" name="pt3398"/>
            <p:cNvSpPr/>
            <p:nvPr/>
          </p:nvSpPr>
          <p:spPr>
            <a:xfrm>
              <a:off x="11239041" y="65491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" name="pt3399"/>
            <p:cNvSpPr/>
            <p:nvPr/>
          </p:nvSpPr>
          <p:spPr>
            <a:xfrm>
              <a:off x="11042525" y="65747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" name="pt3400"/>
            <p:cNvSpPr/>
            <p:nvPr/>
          </p:nvSpPr>
          <p:spPr>
            <a:xfrm>
              <a:off x="11042525" y="65856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" name="pt3401"/>
            <p:cNvSpPr/>
            <p:nvPr/>
          </p:nvSpPr>
          <p:spPr>
            <a:xfrm>
              <a:off x="11042525" y="65457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" name="pt3402"/>
            <p:cNvSpPr/>
            <p:nvPr/>
          </p:nvSpPr>
          <p:spPr>
            <a:xfrm>
              <a:off x="11177194" y="64690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" name="pt3403"/>
            <p:cNvSpPr/>
            <p:nvPr/>
          </p:nvSpPr>
          <p:spPr>
            <a:xfrm>
              <a:off x="11299771" y="64675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" name="pt3404"/>
            <p:cNvSpPr/>
            <p:nvPr/>
          </p:nvSpPr>
          <p:spPr>
            <a:xfrm>
              <a:off x="11042525" y="65295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" name="pt3405"/>
            <p:cNvSpPr/>
            <p:nvPr/>
          </p:nvSpPr>
          <p:spPr>
            <a:xfrm>
              <a:off x="11244120" y="65902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" name="pt3406"/>
            <p:cNvSpPr/>
            <p:nvPr/>
          </p:nvSpPr>
          <p:spPr>
            <a:xfrm>
              <a:off x="11042525" y="65691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" name="pt3407"/>
            <p:cNvSpPr/>
            <p:nvPr/>
          </p:nvSpPr>
          <p:spPr>
            <a:xfrm>
              <a:off x="11042525" y="65758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" name="pt3408"/>
            <p:cNvSpPr/>
            <p:nvPr/>
          </p:nvSpPr>
          <p:spPr>
            <a:xfrm>
              <a:off x="11257380" y="65551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" name="pt3409"/>
            <p:cNvSpPr/>
            <p:nvPr/>
          </p:nvSpPr>
          <p:spPr>
            <a:xfrm>
              <a:off x="11461728" y="65311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" name="pt3410"/>
            <p:cNvSpPr/>
            <p:nvPr/>
          </p:nvSpPr>
          <p:spPr>
            <a:xfrm>
              <a:off x="11042525" y="65507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" name="pt3411"/>
            <p:cNvSpPr/>
            <p:nvPr/>
          </p:nvSpPr>
          <p:spPr>
            <a:xfrm>
              <a:off x="11042525" y="65516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" name="pt3412"/>
            <p:cNvSpPr/>
            <p:nvPr/>
          </p:nvSpPr>
          <p:spPr>
            <a:xfrm>
              <a:off x="11187047" y="65549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" name="pt3413"/>
            <p:cNvSpPr/>
            <p:nvPr/>
          </p:nvSpPr>
          <p:spPr>
            <a:xfrm>
              <a:off x="11042525" y="65735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" name="pt3414"/>
            <p:cNvSpPr/>
            <p:nvPr/>
          </p:nvSpPr>
          <p:spPr>
            <a:xfrm>
              <a:off x="11042525" y="66173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" name="pt3415"/>
            <p:cNvSpPr/>
            <p:nvPr/>
          </p:nvSpPr>
          <p:spPr>
            <a:xfrm>
              <a:off x="11182923" y="65976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" name="pt3416"/>
            <p:cNvSpPr/>
            <p:nvPr/>
          </p:nvSpPr>
          <p:spPr>
            <a:xfrm>
              <a:off x="11042525" y="64484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" name="pt3417"/>
            <p:cNvSpPr/>
            <p:nvPr/>
          </p:nvSpPr>
          <p:spPr>
            <a:xfrm>
              <a:off x="11181112" y="64113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" name="pt3418"/>
            <p:cNvSpPr/>
            <p:nvPr/>
          </p:nvSpPr>
          <p:spPr>
            <a:xfrm>
              <a:off x="11042525" y="65852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" name="pt3419"/>
            <p:cNvSpPr/>
            <p:nvPr/>
          </p:nvSpPr>
          <p:spPr>
            <a:xfrm>
              <a:off x="11180692" y="65996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" name="pt3420"/>
            <p:cNvSpPr/>
            <p:nvPr/>
          </p:nvSpPr>
          <p:spPr>
            <a:xfrm>
              <a:off x="11042525" y="65177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" name="pt3421"/>
            <p:cNvSpPr/>
            <p:nvPr/>
          </p:nvSpPr>
          <p:spPr>
            <a:xfrm>
              <a:off x="11042525" y="65175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" name="pt3422"/>
            <p:cNvSpPr/>
            <p:nvPr/>
          </p:nvSpPr>
          <p:spPr>
            <a:xfrm>
              <a:off x="11195496" y="65047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" name="pt3423"/>
            <p:cNvSpPr/>
            <p:nvPr/>
          </p:nvSpPr>
          <p:spPr>
            <a:xfrm>
              <a:off x="11175383" y="65925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" name="pt3424"/>
            <p:cNvSpPr/>
            <p:nvPr/>
          </p:nvSpPr>
          <p:spPr>
            <a:xfrm>
              <a:off x="11313358" y="65998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" name="pt3425"/>
            <p:cNvSpPr/>
            <p:nvPr/>
          </p:nvSpPr>
          <p:spPr>
            <a:xfrm>
              <a:off x="11042525" y="65591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" name="pt3426"/>
            <p:cNvSpPr/>
            <p:nvPr/>
          </p:nvSpPr>
          <p:spPr>
            <a:xfrm>
              <a:off x="11175571" y="65654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" name="pt3427"/>
            <p:cNvSpPr/>
            <p:nvPr/>
          </p:nvSpPr>
          <p:spPr>
            <a:xfrm>
              <a:off x="11042525" y="65794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" name="pt3428"/>
            <p:cNvSpPr/>
            <p:nvPr/>
          </p:nvSpPr>
          <p:spPr>
            <a:xfrm>
              <a:off x="11042525" y="65750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" name="pt3429"/>
            <p:cNvSpPr/>
            <p:nvPr/>
          </p:nvSpPr>
          <p:spPr>
            <a:xfrm>
              <a:off x="11239041" y="65698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" name="pt3430"/>
            <p:cNvSpPr/>
            <p:nvPr/>
          </p:nvSpPr>
          <p:spPr>
            <a:xfrm>
              <a:off x="11374911" y="65682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" name="pt3431"/>
            <p:cNvSpPr/>
            <p:nvPr/>
          </p:nvSpPr>
          <p:spPr>
            <a:xfrm>
              <a:off x="11506795" y="64395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" name="pt3432"/>
            <p:cNvSpPr/>
            <p:nvPr/>
          </p:nvSpPr>
          <p:spPr>
            <a:xfrm>
              <a:off x="11042525" y="65968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" name="pt3433"/>
            <p:cNvSpPr/>
            <p:nvPr/>
          </p:nvSpPr>
          <p:spPr>
            <a:xfrm>
              <a:off x="11185641" y="66116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" name="pt3434"/>
            <p:cNvSpPr/>
            <p:nvPr/>
          </p:nvSpPr>
          <p:spPr>
            <a:xfrm>
              <a:off x="11042525" y="65612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" name="pt3435"/>
            <p:cNvSpPr/>
            <p:nvPr/>
          </p:nvSpPr>
          <p:spPr>
            <a:xfrm>
              <a:off x="11188539" y="65569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" name="pt3436"/>
            <p:cNvSpPr/>
            <p:nvPr/>
          </p:nvSpPr>
          <p:spPr>
            <a:xfrm>
              <a:off x="11320061" y="65106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" name="pt3437"/>
            <p:cNvSpPr/>
            <p:nvPr/>
          </p:nvSpPr>
          <p:spPr>
            <a:xfrm>
              <a:off x="11042525" y="65661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" name="pt3438"/>
            <p:cNvSpPr/>
            <p:nvPr/>
          </p:nvSpPr>
          <p:spPr>
            <a:xfrm>
              <a:off x="11245786" y="65824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" name="pt3439"/>
            <p:cNvSpPr/>
            <p:nvPr/>
          </p:nvSpPr>
          <p:spPr>
            <a:xfrm>
              <a:off x="11384574" y="65536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" name="pt3440"/>
            <p:cNvSpPr/>
            <p:nvPr/>
          </p:nvSpPr>
          <p:spPr>
            <a:xfrm>
              <a:off x="11498685" y="65711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" name="pt3441"/>
            <p:cNvSpPr/>
            <p:nvPr/>
          </p:nvSpPr>
          <p:spPr>
            <a:xfrm>
              <a:off x="11042525" y="65720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" name="pt3442"/>
            <p:cNvSpPr/>
            <p:nvPr/>
          </p:nvSpPr>
          <p:spPr>
            <a:xfrm>
              <a:off x="11093746" y="65644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" name="pt3443"/>
            <p:cNvSpPr/>
            <p:nvPr/>
          </p:nvSpPr>
          <p:spPr>
            <a:xfrm>
              <a:off x="11253032" y="65604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" name="pt3444"/>
            <p:cNvSpPr/>
            <p:nvPr/>
          </p:nvSpPr>
          <p:spPr>
            <a:xfrm>
              <a:off x="11382267" y="65517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" name="pt3445"/>
            <p:cNvSpPr/>
            <p:nvPr/>
          </p:nvSpPr>
          <p:spPr>
            <a:xfrm>
              <a:off x="11502670" y="65644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" name="pt3446"/>
            <p:cNvSpPr/>
            <p:nvPr/>
          </p:nvSpPr>
          <p:spPr>
            <a:xfrm>
              <a:off x="11042525" y="64581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" name="pt3447"/>
            <p:cNvSpPr/>
            <p:nvPr/>
          </p:nvSpPr>
          <p:spPr>
            <a:xfrm>
              <a:off x="11251583" y="64501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" name="pt3448"/>
            <p:cNvSpPr/>
            <p:nvPr/>
          </p:nvSpPr>
          <p:spPr>
            <a:xfrm>
              <a:off x="11042525" y="64584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" name="pt3449"/>
            <p:cNvSpPr/>
            <p:nvPr/>
          </p:nvSpPr>
          <p:spPr>
            <a:xfrm>
              <a:off x="11107151" y="64435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" name="pt3450"/>
            <p:cNvSpPr/>
            <p:nvPr/>
          </p:nvSpPr>
          <p:spPr>
            <a:xfrm>
              <a:off x="11180702" y="64245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" name="pt3451"/>
            <p:cNvSpPr/>
            <p:nvPr/>
          </p:nvSpPr>
          <p:spPr>
            <a:xfrm>
              <a:off x="11262213" y="63456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" name="pt3452"/>
            <p:cNvSpPr/>
            <p:nvPr/>
          </p:nvSpPr>
          <p:spPr>
            <a:xfrm>
              <a:off x="11042525" y="65070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" name="pt3453"/>
            <p:cNvSpPr/>
            <p:nvPr/>
          </p:nvSpPr>
          <p:spPr>
            <a:xfrm>
              <a:off x="11309916" y="66106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" name="pt3454"/>
            <p:cNvSpPr/>
            <p:nvPr/>
          </p:nvSpPr>
          <p:spPr>
            <a:xfrm>
              <a:off x="11442887" y="65922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" name="pt3455"/>
            <p:cNvSpPr/>
            <p:nvPr/>
          </p:nvSpPr>
          <p:spPr>
            <a:xfrm>
              <a:off x="11042525" y="65753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" name="pt3456"/>
            <p:cNvSpPr/>
            <p:nvPr/>
          </p:nvSpPr>
          <p:spPr>
            <a:xfrm>
              <a:off x="11042525" y="65398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" name="pt3457"/>
            <p:cNvSpPr/>
            <p:nvPr/>
          </p:nvSpPr>
          <p:spPr>
            <a:xfrm>
              <a:off x="11042525" y="65726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" name="pt3458"/>
            <p:cNvSpPr/>
            <p:nvPr/>
          </p:nvSpPr>
          <p:spPr>
            <a:xfrm>
              <a:off x="11042525" y="65880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" name="pt3459"/>
            <p:cNvSpPr/>
            <p:nvPr/>
          </p:nvSpPr>
          <p:spPr>
            <a:xfrm>
              <a:off x="11187064" y="65172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" name="pt3460"/>
            <p:cNvSpPr/>
            <p:nvPr/>
          </p:nvSpPr>
          <p:spPr>
            <a:xfrm>
              <a:off x="11312815" y="65571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" name="pt3461"/>
            <p:cNvSpPr/>
            <p:nvPr/>
          </p:nvSpPr>
          <p:spPr>
            <a:xfrm>
              <a:off x="11042525" y="65207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" name="pt3462"/>
            <p:cNvSpPr/>
            <p:nvPr/>
          </p:nvSpPr>
          <p:spPr>
            <a:xfrm>
              <a:off x="11042525" y="65696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" name="pl3463"/>
            <p:cNvSpPr/>
            <p:nvPr/>
          </p:nvSpPr>
          <p:spPr>
            <a:xfrm>
              <a:off x="11067351" y="6569870"/>
              <a:ext cx="177355" cy="18640"/>
            </a:xfrm>
            <a:custGeom>
              <a:avLst/>
              <a:pathLst>
                <a:path w="177355" h="18640">
                  <a:moveTo>
                    <a:pt x="0" y="0"/>
                  </a:moveTo>
                  <a:lnTo>
                    <a:pt x="177355" y="1864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" name="pl3464"/>
            <p:cNvSpPr/>
            <p:nvPr/>
          </p:nvSpPr>
          <p:spPr>
            <a:xfrm>
              <a:off x="11067351" y="6478281"/>
              <a:ext cx="197645" cy="43006"/>
            </a:xfrm>
            <a:custGeom>
              <a:avLst/>
              <a:pathLst>
                <a:path w="197645" h="43006">
                  <a:moveTo>
                    <a:pt x="0" y="43006"/>
                  </a:moveTo>
                  <a:lnTo>
                    <a:pt x="19764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" name="pl3465"/>
            <p:cNvSpPr/>
            <p:nvPr/>
          </p:nvSpPr>
          <p:spPr>
            <a:xfrm>
              <a:off x="11067351" y="6611498"/>
              <a:ext cx="215761" cy="5101"/>
            </a:xfrm>
            <a:custGeom>
              <a:avLst/>
              <a:pathLst>
                <a:path w="215761" h="5101">
                  <a:moveTo>
                    <a:pt x="0" y="0"/>
                  </a:moveTo>
                  <a:lnTo>
                    <a:pt x="215761" y="510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" name="pl3466"/>
            <p:cNvSpPr/>
            <p:nvPr/>
          </p:nvSpPr>
          <p:spPr>
            <a:xfrm>
              <a:off x="11067351" y="6562327"/>
              <a:ext cx="601087" cy="25975"/>
            </a:xfrm>
            <a:custGeom>
              <a:avLst/>
              <a:pathLst>
                <a:path w="601087" h="25975">
                  <a:moveTo>
                    <a:pt x="0" y="11297"/>
                  </a:moveTo>
                  <a:lnTo>
                    <a:pt x="333696" y="17679"/>
                  </a:lnTo>
                  <a:lnTo>
                    <a:pt x="514855" y="0"/>
                  </a:lnTo>
                  <a:lnTo>
                    <a:pt x="601087" y="2597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" name="pl3467"/>
            <p:cNvSpPr/>
            <p:nvPr/>
          </p:nvSpPr>
          <p:spPr>
            <a:xfrm>
              <a:off x="11067351" y="6607713"/>
              <a:ext cx="140579" cy="30179"/>
            </a:xfrm>
            <a:custGeom>
              <a:avLst/>
              <a:pathLst>
                <a:path w="140579" h="30179">
                  <a:moveTo>
                    <a:pt x="0" y="0"/>
                  </a:moveTo>
                  <a:lnTo>
                    <a:pt x="68325" y="30179"/>
                  </a:lnTo>
                  <a:lnTo>
                    <a:pt x="140579" y="904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" name="pl3468"/>
            <p:cNvSpPr/>
            <p:nvPr/>
          </p:nvSpPr>
          <p:spPr>
            <a:xfrm>
              <a:off x="11067351" y="6519444"/>
              <a:ext cx="399094" cy="43229"/>
            </a:xfrm>
            <a:custGeom>
              <a:avLst/>
              <a:pathLst>
                <a:path w="399094" h="43229">
                  <a:moveTo>
                    <a:pt x="0" y="43229"/>
                  </a:moveTo>
                  <a:lnTo>
                    <a:pt x="178531" y="70"/>
                  </a:lnTo>
                  <a:lnTo>
                    <a:pt x="264674" y="12881"/>
                  </a:lnTo>
                  <a:lnTo>
                    <a:pt x="39909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" name="pl3469"/>
            <p:cNvSpPr/>
            <p:nvPr/>
          </p:nvSpPr>
          <p:spPr>
            <a:xfrm>
              <a:off x="11067351" y="6577486"/>
              <a:ext cx="141769" cy="6619"/>
            </a:xfrm>
            <a:custGeom>
              <a:avLst/>
              <a:pathLst>
                <a:path w="141769" h="6619">
                  <a:moveTo>
                    <a:pt x="0" y="6619"/>
                  </a:moveTo>
                  <a:lnTo>
                    <a:pt x="14176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" name="pl3470"/>
            <p:cNvSpPr/>
            <p:nvPr/>
          </p:nvSpPr>
          <p:spPr>
            <a:xfrm>
              <a:off x="11067351" y="6573279"/>
              <a:ext cx="127646" cy="16811"/>
            </a:xfrm>
            <a:custGeom>
              <a:avLst/>
              <a:pathLst>
                <a:path w="127646" h="16811">
                  <a:moveTo>
                    <a:pt x="0" y="0"/>
                  </a:moveTo>
                  <a:lnTo>
                    <a:pt x="127646" y="1681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" name="pl3471"/>
            <p:cNvSpPr/>
            <p:nvPr/>
          </p:nvSpPr>
          <p:spPr>
            <a:xfrm>
              <a:off x="11067351" y="6475321"/>
              <a:ext cx="275000" cy="5237"/>
            </a:xfrm>
            <a:custGeom>
              <a:avLst/>
              <a:pathLst>
                <a:path w="275000" h="5237">
                  <a:moveTo>
                    <a:pt x="0" y="5237"/>
                  </a:moveTo>
                  <a:lnTo>
                    <a:pt x="27500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" name="pl3472"/>
            <p:cNvSpPr/>
            <p:nvPr/>
          </p:nvSpPr>
          <p:spPr>
            <a:xfrm>
              <a:off x="11067351" y="6523853"/>
              <a:ext cx="140761" cy="41576"/>
            </a:xfrm>
            <a:custGeom>
              <a:avLst/>
              <a:pathLst>
                <a:path w="140761" h="41576">
                  <a:moveTo>
                    <a:pt x="0" y="0"/>
                  </a:moveTo>
                  <a:lnTo>
                    <a:pt x="140761" y="4157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" name="pl3473"/>
            <p:cNvSpPr/>
            <p:nvPr/>
          </p:nvSpPr>
          <p:spPr>
            <a:xfrm>
              <a:off x="11067351" y="6592132"/>
              <a:ext cx="139496" cy="38392"/>
            </a:xfrm>
            <a:custGeom>
              <a:avLst/>
              <a:pathLst>
                <a:path w="139496" h="38392">
                  <a:moveTo>
                    <a:pt x="0" y="6105"/>
                  </a:moveTo>
                  <a:lnTo>
                    <a:pt x="73917" y="0"/>
                  </a:lnTo>
                  <a:lnTo>
                    <a:pt x="139496" y="3839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" name="pl3474"/>
            <p:cNvSpPr/>
            <p:nvPr/>
          </p:nvSpPr>
          <p:spPr>
            <a:xfrm>
              <a:off x="11067351" y="6608503"/>
              <a:ext cx="466571" cy="28990"/>
            </a:xfrm>
            <a:custGeom>
              <a:avLst/>
              <a:pathLst>
                <a:path w="466571" h="28990">
                  <a:moveTo>
                    <a:pt x="0" y="0"/>
                  </a:moveTo>
                  <a:lnTo>
                    <a:pt x="199368" y="27160"/>
                  </a:lnTo>
                  <a:lnTo>
                    <a:pt x="466571" y="2899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" name="pl3475"/>
            <p:cNvSpPr/>
            <p:nvPr/>
          </p:nvSpPr>
          <p:spPr>
            <a:xfrm>
              <a:off x="11067351" y="6569385"/>
              <a:ext cx="81159" cy="21373"/>
            </a:xfrm>
            <a:custGeom>
              <a:avLst/>
              <a:pathLst>
                <a:path w="81159" h="21373">
                  <a:moveTo>
                    <a:pt x="0" y="21373"/>
                  </a:moveTo>
                  <a:lnTo>
                    <a:pt x="8115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" name="pl3476"/>
            <p:cNvSpPr/>
            <p:nvPr/>
          </p:nvSpPr>
          <p:spPr>
            <a:xfrm>
              <a:off x="11067351" y="6510993"/>
              <a:ext cx="415580" cy="100777"/>
            </a:xfrm>
            <a:custGeom>
              <a:avLst/>
              <a:pathLst>
                <a:path w="415580" h="100777">
                  <a:moveTo>
                    <a:pt x="0" y="100777"/>
                  </a:moveTo>
                  <a:lnTo>
                    <a:pt x="239855" y="72648"/>
                  </a:lnTo>
                  <a:lnTo>
                    <a:pt x="41558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" name="pl3477"/>
            <p:cNvSpPr/>
            <p:nvPr/>
          </p:nvSpPr>
          <p:spPr>
            <a:xfrm>
              <a:off x="11067351" y="6468779"/>
              <a:ext cx="76044" cy="28949"/>
            </a:xfrm>
            <a:custGeom>
              <a:avLst/>
              <a:pathLst>
                <a:path w="76044" h="28949">
                  <a:moveTo>
                    <a:pt x="0" y="0"/>
                  </a:moveTo>
                  <a:lnTo>
                    <a:pt x="76044" y="2894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" name="pl3478"/>
            <p:cNvSpPr/>
            <p:nvPr/>
          </p:nvSpPr>
          <p:spPr>
            <a:xfrm>
              <a:off x="11067351" y="6565939"/>
              <a:ext cx="223550" cy="50597"/>
            </a:xfrm>
            <a:custGeom>
              <a:avLst/>
              <a:pathLst>
                <a:path w="223550" h="50597">
                  <a:moveTo>
                    <a:pt x="0" y="50597"/>
                  </a:moveTo>
                  <a:lnTo>
                    <a:pt x="22355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" name="pl3479"/>
            <p:cNvSpPr/>
            <p:nvPr/>
          </p:nvSpPr>
          <p:spPr>
            <a:xfrm>
              <a:off x="11067351" y="6509541"/>
              <a:ext cx="159481" cy="4717"/>
            </a:xfrm>
            <a:custGeom>
              <a:avLst/>
              <a:pathLst>
                <a:path w="159481" h="4717">
                  <a:moveTo>
                    <a:pt x="0" y="0"/>
                  </a:moveTo>
                  <a:lnTo>
                    <a:pt x="159481" y="471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" name="pl3480"/>
            <p:cNvSpPr/>
            <p:nvPr/>
          </p:nvSpPr>
          <p:spPr>
            <a:xfrm>
              <a:off x="11067351" y="6624637"/>
              <a:ext cx="160145" cy="5259"/>
            </a:xfrm>
            <a:custGeom>
              <a:avLst/>
              <a:pathLst>
                <a:path w="160145" h="5259">
                  <a:moveTo>
                    <a:pt x="0" y="0"/>
                  </a:moveTo>
                  <a:lnTo>
                    <a:pt x="160145" y="525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" name="pl3481"/>
            <p:cNvSpPr/>
            <p:nvPr/>
          </p:nvSpPr>
          <p:spPr>
            <a:xfrm>
              <a:off x="11067351" y="6543080"/>
              <a:ext cx="216848" cy="30318"/>
            </a:xfrm>
            <a:custGeom>
              <a:avLst/>
              <a:pathLst>
                <a:path w="216848" h="30318">
                  <a:moveTo>
                    <a:pt x="0" y="30318"/>
                  </a:moveTo>
                  <a:lnTo>
                    <a:pt x="21684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" name="pl3482"/>
            <p:cNvSpPr/>
            <p:nvPr/>
          </p:nvSpPr>
          <p:spPr>
            <a:xfrm>
              <a:off x="11067351" y="6551319"/>
              <a:ext cx="335869" cy="32557"/>
            </a:xfrm>
            <a:custGeom>
              <a:avLst/>
              <a:pathLst>
                <a:path w="335869" h="32557">
                  <a:moveTo>
                    <a:pt x="0" y="32557"/>
                  </a:moveTo>
                  <a:lnTo>
                    <a:pt x="72101" y="22076"/>
                  </a:lnTo>
                  <a:lnTo>
                    <a:pt x="200305" y="5843"/>
                  </a:lnTo>
                  <a:lnTo>
                    <a:pt x="33586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" name="pl3483"/>
            <p:cNvSpPr/>
            <p:nvPr/>
          </p:nvSpPr>
          <p:spPr>
            <a:xfrm>
              <a:off x="11067351" y="6443394"/>
              <a:ext cx="462925" cy="150959"/>
            </a:xfrm>
            <a:custGeom>
              <a:avLst/>
              <a:pathLst>
                <a:path w="462925" h="150959">
                  <a:moveTo>
                    <a:pt x="0" y="117233"/>
                  </a:moveTo>
                  <a:lnTo>
                    <a:pt x="199338" y="150959"/>
                  </a:lnTo>
                  <a:lnTo>
                    <a:pt x="332309" y="106869"/>
                  </a:lnTo>
                  <a:lnTo>
                    <a:pt x="46292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" name="pl3484"/>
            <p:cNvSpPr/>
            <p:nvPr/>
          </p:nvSpPr>
          <p:spPr>
            <a:xfrm>
              <a:off x="11067351" y="6542592"/>
              <a:ext cx="136413" cy="34180"/>
            </a:xfrm>
            <a:custGeom>
              <a:avLst/>
              <a:pathLst>
                <a:path w="136413" h="34180">
                  <a:moveTo>
                    <a:pt x="0" y="34180"/>
                  </a:moveTo>
                  <a:lnTo>
                    <a:pt x="13641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" name="pl3485"/>
            <p:cNvSpPr/>
            <p:nvPr/>
          </p:nvSpPr>
          <p:spPr>
            <a:xfrm>
              <a:off x="11067351" y="6598486"/>
              <a:ext cx="531341" cy="24960"/>
            </a:xfrm>
            <a:custGeom>
              <a:avLst/>
              <a:pathLst>
                <a:path w="531341" h="24960">
                  <a:moveTo>
                    <a:pt x="0" y="18426"/>
                  </a:moveTo>
                  <a:lnTo>
                    <a:pt x="146195" y="16799"/>
                  </a:lnTo>
                  <a:lnTo>
                    <a:pt x="273369" y="2436"/>
                  </a:lnTo>
                  <a:lnTo>
                    <a:pt x="403985" y="24960"/>
                  </a:lnTo>
                  <a:lnTo>
                    <a:pt x="53134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" name="pl3486"/>
            <p:cNvSpPr/>
            <p:nvPr/>
          </p:nvSpPr>
          <p:spPr>
            <a:xfrm>
              <a:off x="11067351" y="6612210"/>
              <a:ext cx="144502" cy="27225"/>
            </a:xfrm>
            <a:custGeom>
              <a:avLst/>
              <a:pathLst>
                <a:path w="144502" h="27225">
                  <a:moveTo>
                    <a:pt x="0" y="5182"/>
                  </a:moveTo>
                  <a:lnTo>
                    <a:pt x="69683" y="27225"/>
                  </a:lnTo>
                  <a:lnTo>
                    <a:pt x="14450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" name="pl3487"/>
            <p:cNvSpPr/>
            <p:nvPr/>
          </p:nvSpPr>
          <p:spPr>
            <a:xfrm>
              <a:off x="11067351" y="6613944"/>
              <a:ext cx="462862" cy="43636"/>
            </a:xfrm>
            <a:custGeom>
              <a:avLst/>
              <a:pathLst>
                <a:path w="462862" h="43636">
                  <a:moveTo>
                    <a:pt x="0" y="18679"/>
                  </a:moveTo>
                  <a:lnTo>
                    <a:pt x="69652" y="17606"/>
                  </a:lnTo>
                  <a:lnTo>
                    <a:pt x="140942" y="18201"/>
                  </a:lnTo>
                  <a:lnTo>
                    <a:pt x="233152" y="43636"/>
                  </a:lnTo>
                  <a:lnTo>
                    <a:pt x="328544" y="40297"/>
                  </a:lnTo>
                  <a:lnTo>
                    <a:pt x="46286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" name="pl3488"/>
            <p:cNvSpPr/>
            <p:nvPr/>
          </p:nvSpPr>
          <p:spPr>
            <a:xfrm>
              <a:off x="11067351" y="6582556"/>
              <a:ext cx="602174" cy="55139"/>
            </a:xfrm>
            <a:custGeom>
              <a:avLst/>
              <a:pathLst>
                <a:path w="602174" h="55139">
                  <a:moveTo>
                    <a:pt x="0" y="55139"/>
                  </a:moveTo>
                  <a:lnTo>
                    <a:pt x="153275" y="7735"/>
                  </a:lnTo>
                  <a:lnTo>
                    <a:pt x="230978" y="0"/>
                  </a:lnTo>
                  <a:lnTo>
                    <a:pt x="337319" y="40797"/>
                  </a:lnTo>
                  <a:lnTo>
                    <a:pt x="476630" y="34556"/>
                  </a:lnTo>
                  <a:lnTo>
                    <a:pt x="602174" y="5016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" name="pl3489"/>
            <p:cNvSpPr/>
            <p:nvPr/>
          </p:nvSpPr>
          <p:spPr>
            <a:xfrm>
              <a:off x="11067351" y="6579183"/>
              <a:ext cx="335638" cy="50082"/>
            </a:xfrm>
            <a:custGeom>
              <a:avLst/>
              <a:pathLst>
                <a:path w="335638" h="50082">
                  <a:moveTo>
                    <a:pt x="0" y="18776"/>
                  </a:moveTo>
                  <a:lnTo>
                    <a:pt x="210326" y="50082"/>
                  </a:lnTo>
                  <a:lnTo>
                    <a:pt x="33563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" name="pl3490"/>
            <p:cNvSpPr/>
            <p:nvPr/>
          </p:nvSpPr>
          <p:spPr>
            <a:xfrm>
              <a:off x="11067351" y="6506582"/>
              <a:ext cx="141904" cy="15829"/>
            </a:xfrm>
            <a:custGeom>
              <a:avLst/>
              <a:pathLst>
                <a:path w="141904" h="15829">
                  <a:moveTo>
                    <a:pt x="0" y="0"/>
                  </a:moveTo>
                  <a:lnTo>
                    <a:pt x="141904" y="1582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" name="pl3491"/>
            <p:cNvSpPr/>
            <p:nvPr/>
          </p:nvSpPr>
          <p:spPr>
            <a:xfrm>
              <a:off x="11067351" y="6592507"/>
              <a:ext cx="139476" cy="9867"/>
            </a:xfrm>
            <a:custGeom>
              <a:avLst/>
              <a:pathLst>
                <a:path w="139476" h="9867">
                  <a:moveTo>
                    <a:pt x="0" y="0"/>
                  </a:moveTo>
                  <a:lnTo>
                    <a:pt x="139476" y="986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" name="pl3492"/>
            <p:cNvSpPr/>
            <p:nvPr/>
          </p:nvSpPr>
          <p:spPr>
            <a:xfrm>
              <a:off x="11067351" y="6500193"/>
              <a:ext cx="603805" cy="68900"/>
            </a:xfrm>
            <a:custGeom>
              <a:avLst/>
              <a:pathLst>
                <a:path w="603805" h="68900">
                  <a:moveTo>
                    <a:pt x="0" y="58744"/>
                  </a:moveTo>
                  <a:lnTo>
                    <a:pt x="69746" y="4950"/>
                  </a:lnTo>
                  <a:lnTo>
                    <a:pt x="202898" y="0"/>
                  </a:lnTo>
                  <a:lnTo>
                    <a:pt x="338587" y="55728"/>
                  </a:lnTo>
                  <a:lnTo>
                    <a:pt x="470290" y="68900"/>
                  </a:lnTo>
                  <a:lnTo>
                    <a:pt x="603805" y="4072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" name="pl3493"/>
            <p:cNvSpPr/>
            <p:nvPr/>
          </p:nvSpPr>
          <p:spPr>
            <a:xfrm>
              <a:off x="11067351" y="6589690"/>
              <a:ext cx="230616" cy="8393"/>
            </a:xfrm>
            <a:custGeom>
              <a:avLst/>
              <a:pathLst>
                <a:path w="230616" h="8393">
                  <a:moveTo>
                    <a:pt x="0" y="0"/>
                  </a:moveTo>
                  <a:lnTo>
                    <a:pt x="230616" y="839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" name="pl3494"/>
            <p:cNvSpPr/>
            <p:nvPr/>
          </p:nvSpPr>
          <p:spPr>
            <a:xfrm>
              <a:off x="11067351" y="6511804"/>
              <a:ext cx="462500" cy="31235"/>
            </a:xfrm>
            <a:custGeom>
              <a:avLst/>
              <a:pathLst>
                <a:path w="462500" h="31235">
                  <a:moveTo>
                    <a:pt x="0" y="14921"/>
                  </a:moveTo>
                  <a:lnTo>
                    <a:pt x="202717" y="11258"/>
                  </a:lnTo>
                  <a:lnTo>
                    <a:pt x="330760" y="31235"/>
                  </a:lnTo>
                  <a:lnTo>
                    <a:pt x="46250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" name="pl3495"/>
            <p:cNvSpPr/>
            <p:nvPr/>
          </p:nvSpPr>
          <p:spPr>
            <a:xfrm>
              <a:off x="11067351" y="6586666"/>
              <a:ext cx="144701" cy="331"/>
            </a:xfrm>
            <a:custGeom>
              <a:avLst/>
              <a:pathLst>
                <a:path w="144701" h="331">
                  <a:moveTo>
                    <a:pt x="0" y="331"/>
                  </a:moveTo>
                  <a:lnTo>
                    <a:pt x="14470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" name="pl3496"/>
            <p:cNvSpPr/>
            <p:nvPr/>
          </p:nvSpPr>
          <p:spPr>
            <a:xfrm>
              <a:off x="11067351" y="6516852"/>
              <a:ext cx="211775" cy="78468"/>
            </a:xfrm>
            <a:custGeom>
              <a:avLst/>
              <a:pathLst>
                <a:path w="211775" h="78468">
                  <a:moveTo>
                    <a:pt x="0" y="78468"/>
                  </a:moveTo>
                  <a:lnTo>
                    <a:pt x="21177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" name="pl3497"/>
            <p:cNvSpPr/>
            <p:nvPr/>
          </p:nvSpPr>
          <p:spPr>
            <a:xfrm>
              <a:off x="11067351" y="6615668"/>
              <a:ext cx="211534" cy="15506"/>
            </a:xfrm>
            <a:custGeom>
              <a:avLst/>
              <a:pathLst>
                <a:path w="211534" h="15506">
                  <a:moveTo>
                    <a:pt x="0" y="15506"/>
                  </a:moveTo>
                  <a:lnTo>
                    <a:pt x="21153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" name="pl3498"/>
            <p:cNvSpPr/>
            <p:nvPr/>
          </p:nvSpPr>
          <p:spPr>
            <a:xfrm>
              <a:off x="11067351" y="6614643"/>
              <a:ext cx="199007" cy="5900"/>
            </a:xfrm>
            <a:custGeom>
              <a:avLst/>
              <a:pathLst>
                <a:path w="199007" h="5900">
                  <a:moveTo>
                    <a:pt x="0" y="0"/>
                  </a:moveTo>
                  <a:lnTo>
                    <a:pt x="199007" y="590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" name="pl3499"/>
            <p:cNvSpPr/>
            <p:nvPr/>
          </p:nvSpPr>
          <p:spPr>
            <a:xfrm>
              <a:off x="11284018" y="6514613"/>
              <a:ext cx="323188" cy="38268"/>
            </a:xfrm>
            <a:custGeom>
              <a:avLst/>
              <a:pathLst>
                <a:path w="323188" h="38268">
                  <a:moveTo>
                    <a:pt x="0" y="38268"/>
                  </a:moveTo>
                  <a:lnTo>
                    <a:pt x="198483" y="0"/>
                  </a:lnTo>
                  <a:lnTo>
                    <a:pt x="323188" y="383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" name="pl3500"/>
            <p:cNvSpPr/>
            <p:nvPr/>
          </p:nvSpPr>
          <p:spPr>
            <a:xfrm>
              <a:off x="11067351" y="6263702"/>
              <a:ext cx="411641" cy="346216"/>
            </a:xfrm>
            <a:custGeom>
              <a:avLst/>
              <a:pathLst>
                <a:path w="411641" h="346216">
                  <a:moveTo>
                    <a:pt x="0" y="339026"/>
                  </a:moveTo>
                  <a:lnTo>
                    <a:pt x="268467" y="0"/>
                  </a:lnTo>
                  <a:lnTo>
                    <a:pt x="411641" y="34621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" name="pl3501"/>
            <p:cNvSpPr/>
            <p:nvPr/>
          </p:nvSpPr>
          <p:spPr>
            <a:xfrm>
              <a:off x="11067351" y="6595855"/>
              <a:ext cx="144542" cy="54889"/>
            </a:xfrm>
            <a:custGeom>
              <a:avLst/>
              <a:pathLst>
                <a:path w="144542" h="54889">
                  <a:moveTo>
                    <a:pt x="0" y="54889"/>
                  </a:moveTo>
                  <a:lnTo>
                    <a:pt x="14454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" name="pl3502"/>
            <p:cNvSpPr/>
            <p:nvPr/>
          </p:nvSpPr>
          <p:spPr>
            <a:xfrm>
              <a:off x="11067351" y="6471630"/>
              <a:ext cx="212319" cy="76533"/>
            </a:xfrm>
            <a:custGeom>
              <a:avLst/>
              <a:pathLst>
                <a:path w="212319" h="76533">
                  <a:moveTo>
                    <a:pt x="0" y="76533"/>
                  </a:moveTo>
                  <a:lnTo>
                    <a:pt x="21231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" name="pl3503"/>
            <p:cNvSpPr/>
            <p:nvPr/>
          </p:nvSpPr>
          <p:spPr>
            <a:xfrm>
              <a:off x="11067351" y="6557267"/>
              <a:ext cx="470551" cy="51154"/>
            </a:xfrm>
            <a:custGeom>
              <a:avLst/>
              <a:pathLst>
                <a:path w="470551" h="51154">
                  <a:moveTo>
                    <a:pt x="0" y="40719"/>
                  </a:moveTo>
                  <a:lnTo>
                    <a:pt x="203160" y="51154"/>
                  </a:lnTo>
                  <a:lnTo>
                    <a:pt x="333595" y="15938"/>
                  </a:lnTo>
                  <a:lnTo>
                    <a:pt x="47055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" name="pl3504"/>
            <p:cNvSpPr/>
            <p:nvPr/>
          </p:nvSpPr>
          <p:spPr>
            <a:xfrm>
              <a:off x="11067351" y="6596559"/>
              <a:ext cx="137975" cy="14384"/>
            </a:xfrm>
            <a:custGeom>
              <a:avLst/>
              <a:pathLst>
                <a:path w="137975" h="14384">
                  <a:moveTo>
                    <a:pt x="0" y="14384"/>
                  </a:moveTo>
                  <a:lnTo>
                    <a:pt x="13797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" name="pl3505"/>
            <p:cNvSpPr/>
            <p:nvPr/>
          </p:nvSpPr>
          <p:spPr>
            <a:xfrm>
              <a:off x="11067351" y="6566845"/>
              <a:ext cx="73463" cy="14197"/>
            </a:xfrm>
            <a:custGeom>
              <a:avLst/>
              <a:pathLst>
                <a:path w="73463" h="14197">
                  <a:moveTo>
                    <a:pt x="0" y="14197"/>
                  </a:moveTo>
                  <a:lnTo>
                    <a:pt x="7346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" name="pl3506"/>
            <p:cNvSpPr/>
            <p:nvPr/>
          </p:nvSpPr>
          <p:spPr>
            <a:xfrm>
              <a:off x="11067351" y="6556630"/>
              <a:ext cx="257246" cy="27478"/>
            </a:xfrm>
            <a:custGeom>
              <a:avLst/>
              <a:pathLst>
                <a:path w="257246" h="27478">
                  <a:moveTo>
                    <a:pt x="0" y="27478"/>
                  </a:moveTo>
                  <a:lnTo>
                    <a:pt x="134669" y="0"/>
                  </a:lnTo>
                  <a:lnTo>
                    <a:pt x="257246" y="1617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" name="pl3507"/>
            <p:cNvSpPr/>
            <p:nvPr/>
          </p:nvSpPr>
          <p:spPr>
            <a:xfrm>
              <a:off x="11067351" y="6626785"/>
              <a:ext cx="472101" cy="9142"/>
            </a:xfrm>
            <a:custGeom>
              <a:avLst/>
              <a:pathLst>
                <a:path w="472101" h="9142">
                  <a:moveTo>
                    <a:pt x="0" y="9142"/>
                  </a:moveTo>
                  <a:lnTo>
                    <a:pt x="342210" y="2305"/>
                  </a:lnTo>
                  <a:lnTo>
                    <a:pt x="47210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" name="pl3508"/>
            <p:cNvSpPr/>
            <p:nvPr/>
          </p:nvSpPr>
          <p:spPr>
            <a:xfrm>
              <a:off x="11067351" y="6613491"/>
              <a:ext cx="198913" cy="13969"/>
            </a:xfrm>
            <a:custGeom>
              <a:avLst/>
              <a:pathLst>
                <a:path w="198913" h="13969">
                  <a:moveTo>
                    <a:pt x="0" y="0"/>
                  </a:moveTo>
                  <a:lnTo>
                    <a:pt x="198913" y="1396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" name="pl3509"/>
            <p:cNvSpPr/>
            <p:nvPr/>
          </p:nvSpPr>
          <p:spPr>
            <a:xfrm>
              <a:off x="11067351" y="6422655"/>
              <a:ext cx="462660" cy="197704"/>
            </a:xfrm>
            <a:custGeom>
              <a:avLst/>
              <a:pathLst>
                <a:path w="462660" h="197704">
                  <a:moveTo>
                    <a:pt x="0" y="197704"/>
                  </a:moveTo>
                  <a:lnTo>
                    <a:pt x="199073" y="0"/>
                  </a:lnTo>
                  <a:lnTo>
                    <a:pt x="330776" y="183253"/>
                  </a:lnTo>
                  <a:lnTo>
                    <a:pt x="462660" y="17544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" name="pl3510"/>
            <p:cNvSpPr/>
            <p:nvPr/>
          </p:nvSpPr>
          <p:spPr>
            <a:xfrm>
              <a:off x="11067351" y="6393724"/>
              <a:ext cx="402926" cy="184802"/>
            </a:xfrm>
            <a:custGeom>
              <a:avLst/>
              <a:pathLst>
                <a:path w="402926" h="184802">
                  <a:moveTo>
                    <a:pt x="0" y="177646"/>
                  </a:moveTo>
                  <a:lnTo>
                    <a:pt x="73550" y="184802"/>
                  </a:lnTo>
                  <a:lnTo>
                    <a:pt x="209058" y="130788"/>
                  </a:lnTo>
                  <a:lnTo>
                    <a:pt x="40292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" name="pl3511"/>
            <p:cNvSpPr/>
            <p:nvPr/>
          </p:nvSpPr>
          <p:spPr>
            <a:xfrm>
              <a:off x="11067351" y="6545482"/>
              <a:ext cx="329529" cy="67163"/>
            </a:xfrm>
            <a:custGeom>
              <a:avLst/>
              <a:pathLst>
                <a:path w="329529" h="67163">
                  <a:moveTo>
                    <a:pt x="0" y="67163"/>
                  </a:moveTo>
                  <a:lnTo>
                    <a:pt x="32952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" name="pl3512"/>
            <p:cNvSpPr/>
            <p:nvPr/>
          </p:nvSpPr>
          <p:spPr>
            <a:xfrm>
              <a:off x="11067351" y="6526411"/>
              <a:ext cx="405783" cy="34672"/>
            </a:xfrm>
            <a:custGeom>
              <a:avLst/>
              <a:pathLst>
                <a:path w="405783" h="34672">
                  <a:moveTo>
                    <a:pt x="0" y="34672"/>
                  </a:moveTo>
                  <a:lnTo>
                    <a:pt x="40578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" name="pl3513"/>
            <p:cNvSpPr/>
            <p:nvPr/>
          </p:nvSpPr>
          <p:spPr>
            <a:xfrm>
              <a:off x="11067351" y="6555487"/>
              <a:ext cx="235688" cy="20689"/>
            </a:xfrm>
            <a:custGeom>
              <a:avLst/>
              <a:pathLst>
                <a:path w="235688" h="20689">
                  <a:moveTo>
                    <a:pt x="0" y="19229"/>
                  </a:moveTo>
                  <a:lnTo>
                    <a:pt x="110145" y="0"/>
                  </a:lnTo>
                  <a:lnTo>
                    <a:pt x="235688" y="2068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" name="pl3514"/>
            <p:cNvSpPr/>
            <p:nvPr/>
          </p:nvSpPr>
          <p:spPr>
            <a:xfrm>
              <a:off x="11067351" y="6562752"/>
              <a:ext cx="128067" cy="54753"/>
            </a:xfrm>
            <a:custGeom>
              <a:avLst/>
              <a:pathLst>
                <a:path w="128067" h="54753">
                  <a:moveTo>
                    <a:pt x="0" y="54753"/>
                  </a:moveTo>
                  <a:lnTo>
                    <a:pt x="12806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" name="pl3515"/>
            <p:cNvSpPr/>
            <p:nvPr/>
          </p:nvSpPr>
          <p:spPr>
            <a:xfrm>
              <a:off x="11067351" y="6453284"/>
              <a:ext cx="147015" cy="23578"/>
            </a:xfrm>
            <a:custGeom>
              <a:avLst/>
              <a:pathLst>
                <a:path w="147015" h="23578">
                  <a:moveTo>
                    <a:pt x="0" y="23578"/>
                  </a:moveTo>
                  <a:lnTo>
                    <a:pt x="14701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" name="pl3516"/>
            <p:cNvSpPr/>
            <p:nvPr/>
          </p:nvSpPr>
          <p:spPr>
            <a:xfrm>
              <a:off x="11067351" y="6552535"/>
              <a:ext cx="531884" cy="15577"/>
            </a:xfrm>
            <a:custGeom>
              <a:avLst/>
              <a:pathLst>
                <a:path w="531884" h="15577">
                  <a:moveTo>
                    <a:pt x="0" y="10129"/>
                  </a:moveTo>
                  <a:lnTo>
                    <a:pt x="209964" y="0"/>
                  </a:lnTo>
                  <a:lnTo>
                    <a:pt x="531884" y="1557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" name="pl3517"/>
            <p:cNvSpPr/>
            <p:nvPr/>
          </p:nvSpPr>
          <p:spPr>
            <a:xfrm>
              <a:off x="11067351" y="6567161"/>
              <a:ext cx="66892" cy="3226"/>
            </a:xfrm>
            <a:custGeom>
              <a:avLst/>
              <a:pathLst>
                <a:path w="66892" h="3226">
                  <a:moveTo>
                    <a:pt x="0" y="0"/>
                  </a:moveTo>
                  <a:lnTo>
                    <a:pt x="66892" y="322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" name="pl3518"/>
            <p:cNvSpPr/>
            <p:nvPr/>
          </p:nvSpPr>
          <p:spPr>
            <a:xfrm>
              <a:off x="11067351" y="6471853"/>
              <a:ext cx="468615" cy="61373"/>
            </a:xfrm>
            <a:custGeom>
              <a:avLst/>
              <a:pathLst>
                <a:path w="468615" h="61373">
                  <a:moveTo>
                    <a:pt x="0" y="61373"/>
                  </a:moveTo>
                  <a:lnTo>
                    <a:pt x="199049" y="20899"/>
                  </a:lnTo>
                  <a:lnTo>
                    <a:pt x="336731" y="0"/>
                  </a:lnTo>
                  <a:lnTo>
                    <a:pt x="468615" y="3484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" name="pl3519"/>
            <p:cNvSpPr/>
            <p:nvPr/>
          </p:nvSpPr>
          <p:spPr>
            <a:xfrm>
              <a:off x="11067351" y="6522552"/>
              <a:ext cx="215398" cy="33174"/>
            </a:xfrm>
            <a:custGeom>
              <a:avLst/>
              <a:pathLst>
                <a:path w="215398" h="33174">
                  <a:moveTo>
                    <a:pt x="0" y="0"/>
                  </a:moveTo>
                  <a:lnTo>
                    <a:pt x="77577" y="15274"/>
                  </a:lnTo>
                  <a:lnTo>
                    <a:pt x="148188" y="26415"/>
                  </a:lnTo>
                  <a:lnTo>
                    <a:pt x="215398" y="3317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" name="pl3520"/>
            <p:cNvSpPr/>
            <p:nvPr/>
          </p:nvSpPr>
          <p:spPr>
            <a:xfrm>
              <a:off x="11067351" y="6397752"/>
              <a:ext cx="137032" cy="102987"/>
            </a:xfrm>
            <a:custGeom>
              <a:avLst/>
              <a:pathLst>
                <a:path w="137032" h="102987">
                  <a:moveTo>
                    <a:pt x="0" y="102987"/>
                  </a:moveTo>
                  <a:lnTo>
                    <a:pt x="13703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" name="pl3521"/>
            <p:cNvSpPr/>
            <p:nvPr/>
          </p:nvSpPr>
          <p:spPr>
            <a:xfrm>
              <a:off x="11067351" y="6599270"/>
              <a:ext cx="138481" cy="26672"/>
            </a:xfrm>
            <a:custGeom>
              <a:avLst/>
              <a:pathLst>
                <a:path w="138481" h="26672">
                  <a:moveTo>
                    <a:pt x="0" y="0"/>
                  </a:moveTo>
                  <a:lnTo>
                    <a:pt x="138481" y="2667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" name="pl3522"/>
            <p:cNvSpPr/>
            <p:nvPr/>
          </p:nvSpPr>
          <p:spPr>
            <a:xfrm>
              <a:off x="11067351" y="6530089"/>
              <a:ext cx="468841" cy="31160"/>
            </a:xfrm>
            <a:custGeom>
              <a:avLst/>
              <a:pathLst>
                <a:path w="468841" h="31160">
                  <a:moveTo>
                    <a:pt x="0" y="21904"/>
                  </a:moveTo>
                  <a:lnTo>
                    <a:pt x="65816" y="31160"/>
                  </a:lnTo>
                  <a:lnTo>
                    <a:pt x="134239" y="10667"/>
                  </a:lnTo>
                  <a:lnTo>
                    <a:pt x="198007" y="0"/>
                  </a:lnTo>
                  <a:lnTo>
                    <a:pt x="337175" y="6891"/>
                  </a:lnTo>
                  <a:lnTo>
                    <a:pt x="468841" y="1364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" name="pl3523"/>
            <p:cNvSpPr/>
            <p:nvPr/>
          </p:nvSpPr>
          <p:spPr>
            <a:xfrm>
              <a:off x="11067351" y="6360818"/>
              <a:ext cx="307884" cy="179111"/>
            </a:xfrm>
            <a:custGeom>
              <a:avLst/>
              <a:pathLst>
                <a:path w="307884" h="179111">
                  <a:moveTo>
                    <a:pt x="0" y="179111"/>
                  </a:moveTo>
                  <a:lnTo>
                    <a:pt x="30788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" name="pl3524"/>
            <p:cNvSpPr/>
            <p:nvPr/>
          </p:nvSpPr>
          <p:spPr>
            <a:xfrm>
              <a:off x="11067351" y="6506564"/>
              <a:ext cx="532428" cy="83797"/>
            </a:xfrm>
            <a:custGeom>
              <a:avLst/>
              <a:pathLst>
                <a:path w="532428" h="83797">
                  <a:moveTo>
                    <a:pt x="0" y="81533"/>
                  </a:moveTo>
                  <a:lnTo>
                    <a:pt x="81010" y="36641"/>
                  </a:lnTo>
                  <a:lnTo>
                    <a:pt x="149456" y="83797"/>
                  </a:lnTo>
                  <a:lnTo>
                    <a:pt x="218116" y="59411"/>
                  </a:lnTo>
                  <a:lnTo>
                    <a:pt x="334663" y="62662"/>
                  </a:lnTo>
                  <a:lnTo>
                    <a:pt x="53242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" name="pl3525"/>
            <p:cNvSpPr/>
            <p:nvPr/>
          </p:nvSpPr>
          <p:spPr>
            <a:xfrm>
              <a:off x="11067351" y="6509485"/>
              <a:ext cx="89855" cy="42697"/>
            </a:xfrm>
            <a:custGeom>
              <a:avLst/>
              <a:pathLst>
                <a:path w="89855" h="42697">
                  <a:moveTo>
                    <a:pt x="0" y="42697"/>
                  </a:moveTo>
                  <a:lnTo>
                    <a:pt x="8985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" name="pl3526"/>
            <p:cNvSpPr/>
            <p:nvPr/>
          </p:nvSpPr>
          <p:spPr>
            <a:xfrm>
              <a:off x="11067351" y="6565090"/>
              <a:ext cx="273732" cy="54740"/>
            </a:xfrm>
            <a:custGeom>
              <a:avLst/>
              <a:pathLst>
                <a:path w="273732" h="54740">
                  <a:moveTo>
                    <a:pt x="0" y="0"/>
                  </a:moveTo>
                  <a:lnTo>
                    <a:pt x="155807" y="42484"/>
                  </a:lnTo>
                  <a:lnTo>
                    <a:pt x="273732" y="5474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" name="pl3527"/>
            <p:cNvSpPr/>
            <p:nvPr/>
          </p:nvSpPr>
          <p:spPr>
            <a:xfrm>
              <a:off x="11067351" y="6499823"/>
              <a:ext cx="530073" cy="90067"/>
            </a:xfrm>
            <a:custGeom>
              <a:avLst/>
              <a:pathLst>
                <a:path w="530073" h="90067">
                  <a:moveTo>
                    <a:pt x="0" y="35600"/>
                  </a:moveTo>
                  <a:lnTo>
                    <a:pt x="88743" y="85643"/>
                  </a:lnTo>
                  <a:lnTo>
                    <a:pt x="139329" y="90067"/>
                  </a:lnTo>
                  <a:lnTo>
                    <a:pt x="205253" y="72132"/>
                  </a:lnTo>
                  <a:lnTo>
                    <a:pt x="272464" y="73624"/>
                  </a:lnTo>
                  <a:lnTo>
                    <a:pt x="394247" y="9389"/>
                  </a:lnTo>
                  <a:lnTo>
                    <a:pt x="53007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" name="pl3528"/>
            <p:cNvSpPr/>
            <p:nvPr/>
          </p:nvSpPr>
          <p:spPr>
            <a:xfrm>
              <a:off x="11067351" y="6501444"/>
              <a:ext cx="155434" cy="21928"/>
            </a:xfrm>
            <a:custGeom>
              <a:avLst/>
              <a:pathLst>
                <a:path w="155434" h="21928">
                  <a:moveTo>
                    <a:pt x="0" y="21928"/>
                  </a:moveTo>
                  <a:lnTo>
                    <a:pt x="15543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" name="pl3529"/>
            <p:cNvSpPr/>
            <p:nvPr/>
          </p:nvSpPr>
          <p:spPr>
            <a:xfrm>
              <a:off x="11067351" y="6422873"/>
              <a:ext cx="528442" cy="119616"/>
            </a:xfrm>
            <a:custGeom>
              <a:avLst/>
              <a:pathLst>
                <a:path w="528442" h="119616">
                  <a:moveTo>
                    <a:pt x="0" y="119616"/>
                  </a:moveTo>
                  <a:lnTo>
                    <a:pt x="66164" y="78157"/>
                  </a:lnTo>
                  <a:lnTo>
                    <a:pt x="134239" y="106984"/>
                  </a:lnTo>
                  <a:lnTo>
                    <a:pt x="331922" y="25547"/>
                  </a:lnTo>
                  <a:lnTo>
                    <a:pt x="395290" y="58061"/>
                  </a:lnTo>
                  <a:lnTo>
                    <a:pt x="457428" y="0"/>
                  </a:lnTo>
                  <a:lnTo>
                    <a:pt x="528442" y="11852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" name="pl3530"/>
            <p:cNvSpPr/>
            <p:nvPr/>
          </p:nvSpPr>
          <p:spPr>
            <a:xfrm>
              <a:off x="11067351" y="6616388"/>
              <a:ext cx="132971" cy="1133"/>
            </a:xfrm>
            <a:custGeom>
              <a:avLst/>
              <a:pathLst>
                <a:path w="132971" h="1133">
                  <a:moveTo>
                    <a:pt x="0" y="1133"/>
                  </a:moveTo>
                  <a:lnTo>
                    <a:pt x="13297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" name="pl3531"/>
            <p:cNvSpPr/>
            <p:nvPr/>
          </p:nvSpPr>
          <p:spPr>
            <a:xfrm>
              <a:off x="11067351" y="6455262"/>
              <a:ext cx="209964" cy="40245"/>
            </a:xfrm>
            <a:custGeom>
              <a:avLst/>
              <a:pathLst>
                <a:path w="209964" h="40245">
                  <a:moveTo>
                    <a:pt x="0" y="40245"/>
                  </a:moveTo>
                  <a:lnTo>
                    <a:pt x="20996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" name="pl3532"/>
            <p:cNvSpPr/>
            <p:nvPr/>
          </p:nvSpPr>
          <p:spPr>
            <a:xfrm>
              <a:off x="11067351" y="6616581"/>
              <a:ext cx="79880" cy="5894"/>
            </a:xfrm>
            <a:custGeom>
              <a:avLst/>
              <a:pathLst>
                <a:path w="79880" h="5894">
                  <a:moveTo>
                    <a:pt x="0" y="5894"/>
                  </a:moveTo>
                  <a:lnTo>
                    <a:pt x="7988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" name="pl3533"/>
            <p:cNvSpPr/>
            <p:nvPr/>
          </p:nvSpPr>
          <p:spPr>
            <a:xfrm>
              <a:off x="11067351" y="6524588"/>
              <a:ext cx="420728" cy="80112"/>
            </a:xfrm>
            <a:custGeom>
              <a:avLst/>
              <a:pathLst>
                <a:path w="420728" h="80112">
                  <a:moveTo>
                    <a:pt x="0" y="80112"/>
                  </a:moveTo>
                  <a:lnTo>
                    <a:pt x="200181" y="37137"/>
                  </a:lnTo>
                  <a:lnTo>
                    <a:pt x="42072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" name="pl3534"/>
            <p:cNvSpPr/>
            <p:nvPr/>
          </p:nvSpPr>
          <p:spPr>
            <a:xfrm>
              <a:off x="11067351" y="6520254"/>
              <a:ext cx="82427" cy="2873"/>
            </a:xfrm>
            <a:custGeom>
              <a:avLst/>
              <a:pathLst>
                <a:path w="82427" h="2873">
                  <a:moveTo>
                    <a:pt x="0" y="0"/>
                  </a:moveTo>
                  <a:lnTo>
                    <a:pt x="82427" y="287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" name="pl3535"/>
            <p:cNvSpPr/>
            <p:nvPr/>
          </p:nvSpPr>
          <p:spPr>
            <a:xfrm>
              <a:off x="11067351" y="6552968"/>
              <a:ext cx="272101" cy="46038"/>
            </a:xfrm>
            <a:custGeom>
              <a:avLst/>
              <a:pathLst>
                <a:path w="272101" h="46038">
                  <a:moveTo>
                    <a:pt x="0" y="43818"/>
                  </a:moveTo>
                  <a:lnTo>
                    <a:pt x="144229" y="0"/>
                  </a:lnTo>
                  <a:lnTo>
                    <a:pt x="272101" y="4603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" name="pl3536"/>
            <p:cNvSpPr/>
            <p:nvPr/>
          </p:nvSpPr>
          <p:spPr>
            <a:xfrm>
              <a:off x="11067351" y="6535276"/>
              <a:ext cx="617573" cy="55605"/>
            </a:xfrm>
            <a:custGeom>
              <a:avLst/>
              <a:pathLst>
                <a:path w="617573" h="55605">
                  <a:moveTo>
                    <a:pt x="0" y="52095"/>
                  </a:moveTo>
                  <a:lnTo>
                    <a:pt x="333696" y="20902"/>
                  </a:lnTo>
                  <a:lnTo>
                    <a:pt x="469203" y="55605"/>
                  </a:lnTo>
                  <a:lnTo>
                    <a:pt x="61757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" name="pl3537"/>
            <p:cNvSpPr/>
            <p:nvPr/>
          </p:nvSpPr>
          <p:spPr>
            <a:xfrm>
              <a:off x="11067351" y="6629286"/>
              <a:ext cx="216666" cy="19494"/>
            </a:xfrm>
            <a:custGeom>
              <a:avLst/>
              <a:pathLst>
                <a:path w="216666" h="19494">
                  <a:moveTo>
                    <a:pt x="0" y="19494"/>
                  </a:moveTo>
                  <a:lnTo>
                    <a:pt x="21666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" name="pl3538"/>
            <p:cNvSpPr/>
            <p:nvPr/>
          </p:nvSpPr>
          <p:spPr>
            <a:xfrm>
              <a:off x="11067351" y="6600981"/>
              <a:ext cx="67572" cy="9923"/>
            </a:xfrm>
            <a:custGeom>
              <a:avLst/>
              <a:pathLst>
                <a:path w="67572" h="9923">
                  <a:moveTo>
                    <a:pt x="0" y="9923"/>
                  </a:moveTo>
                  <a:lnTo>
                    <a:pt x="6757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" name="pl3539"/>
            <p:cNvSpPr/>
            <p:nvPr/>
          </p:nvSpPr>
          <p:spPr>
            <a:xfrm>
              <a:off x="11067351" y="6608864"/>
              <a:ext cx="263587" cy="4695"/>
            </a:xfrm>
            <a:custGeom>
              <a:avLst/>
              <a:pathLst>
                <a:path w="263587" h="4695">
                  <a:moveTo>
                    <a:pt x="0" y="4695"/>
                  </a:moveTo>
                  <a:lnTo>
                    <a:pt x="131703" y="3360"/>
                  </a:lnTo>
                  <a:lnTo>
                    <a:pt x="26358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" name="pl3540"/>
            <p:cNvSpPr/>
            <p:nvPr/>
          </p:nvSpPr>
          <p:spPr>
            <a:xfrm>
              <a:off x="11067351" y="6505495"/>
              <a:ext cx="133062" cy="13856"/>
            </a:xfrm>
            <a:custGeom>
              <a:avLst/>
              <a:pathLst>
                <a:path w="133062" h="13856">
                  <a:moveTo>
                    <a:pt x="0" y="13856"/>
                  </a:moveTo>
                  <a:lnTo>
                    <a:pt x="13306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" name="pl3541"/>
            <p:cNvSpPr/>
            <p:nvPr/>
          </p:nvSpPr>
          <p:spPr>
            <a:xfrm>
              <a:off x="11067351" y="6569162"/>
              <a:ext cx="390368" cy="53465"/>
            </a:xfrm>
            <a:custGeom>
              <a:avLst/>
              <a:pathLst>
                <a:path w="390368" h="53465">
                  <a:moveTo>
                    <a:pt x="0" y="6993"/>
                  </a:moveTo>
                  <a:lnTo>
                    <a:pt x="222826" y="53465"/>
                  </a:lnTo>
                  <a:lnTo>
                    <a:pt x="39036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" name="pl3542"/>
            <p:cNvSpPr/>
            <p:nvPr/>
          </p:nvSpPr>
          <p:spPr>
            <a:xfrm>
              <a:off x="11067351" y="6572624"/>
              <a:ext cx="271377" cy="23631"/>
            </a:xfrm>
            <a:custGeom>
              <a:avLst/>
              <a:pathLst>
                <a:path w="271377" h="23631">
                  <a:moveTo>
                    <a:pt x="0" y="632"/>
                  </a:moveTo>
                  <a:lnTo>
                    <a:pt x="144203" y="23631"/>
                  </a:lnTo>
                  <a:lnTo>
                    <a:pt x="27137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" name="pl3543"/>
            <p:cNvSpPr/>
            <p:nvPr/>
          </p:nvSpPr>
          <p:spPr>
            <a:xfrm>
              <a:off x="11067351" y="6500929"/>
              <a:ext cx="604891" cy="90644"/>
            </a:xfrm>
            <a:custGeom>
              <a:avLst/>
              <a:pathLst>
                <a:path w="604891" h="90644">
                  <a:moveTo>
                    <a:pt x="0" y="90644"/>
                  </a:moveTo>
                  <a:lnTo>
                    <a:pt x="206521" y="86483"/>
                  </a:lnTo>
                  <a:lnTo>
                    <a:pt x="60489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" name="pl3544"/>
            <p:cNvSpPr/>
            <p:nvPr/>
          </p:nvSpPr>
          <p:spPr>
            <a:xfrm>
              <a:off x="11067351" y="6557072"/>
              <a:ext cx="271014" cy="63180"/>
            </a:xfrm>
            <a:custGeom>
              <a:avLst/>
              <a:pathLst>
                <a:path w="271014" h="63180">
                  <a:moveTo>
                    <a:pt x="0" y="0"/>
                  </a:moveTo>
                  <a:lnTo>
                    <a:pt x="271014" y="6318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" name="pl3545"/>
            <p:cNvSpPr/>
            <p:nvPr/>
          </p:nvSpPr>
          <p:spPr>
            <a:xfrm>
              <a:off x="11067351" y="6545177"/>
              <a:ext cx="140761" cy="30249"/>
            </a:xfrm>
            <a:custGeom>
              <a:avLst/>
              <a:pathLst>
                <a:path w="140761" h="30249">
                  <a:moveTo>
                    <a:pt x="0" y="30249"/>
                  </a:moveTo>
                  <a:lnTo>
                    <a:pt x="14076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" name="pl3546"/>
            <p:cNvSpPr/>
            <p:nvPr/>
          </p:nvSpPr>
          <p:spPr>
            <a:xfrm>
              <a:off x="11067351" y="6470019"/>
              <a:ext cx="423519" cy="26827"/>
            </a:xfrm>
            <a:custGeom>
              <a:avLst/>
              <a:pathLst>
                <a:path w="423519" h="26827">
                  <a:moveTo>
                    <a:pt x="0" y="0"/>
                  </a:moveTo>
                  <a:lnTo>
                    <a:pt x="70982" y="12281"/>
                  </a:lnTo>
                  <a:lnTo>
                    <a:pt x="139461" y="22957"/>
                  </a:lnTo>
                  <a:lnTo>
                    <a:pt x="266119" y="16325"/>
                  </a:lnTo>
                  <a:lnTo>
                    <a:pt x="322070" y="26827"/>
                  </a:lnTo>
                  <a:lnTo>
                    <a:pt x="423519" y="679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" name="pl3547"/>
            <p:cNvSpPr/>
            <p:nvPr/>
          </p:nvSpPr>
          <p:spPr>
            <a:xfrm>
              <a:off x="11067351" y="6582655"/>
              <a:ext cx="73410" cy="2678"/>
            </a:xfrm>
            <a:custGeom>
              <a:avLst/>
              <a:pathLst>
                <a:path w="73410" h="2678">
                  <a:moveTo>
                    <a:pt x="0" y="2678"/>
                  </a:moveTo>
                  <a:lnTo>
                    <a:pt x="7341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" name="pl3548"/>
            <p:cNvSpPr/>
            <p:nvPr/>
          </p:nvSpPr>
          <p:spPr>
            <a:xfrm>
              <a:off x="11067351" y="6497644"/>
              <a:ext cx="199094" cy="12268"/>
            </a:xfrm>
            <a:custGeom>
              <a:avLst/>
              <a:pathLst>
                <a:path w="199094" h="12268">
                  <a:moveTo>
                    <a:pt x="0" y="12268"/>
                  </a:moveTo>
                  <a:lnTo>
                    <a:pt x="19909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" name="pl3549"/>
            <p:cNvSpPr/>
            <p:nvPr/>
          </p:nvSpPr>
          <p:spPr>
            <a:xfrm>
              <a:off x="11067351" y="6446552"/>
              <a:ext cx="661776" cy="171409"/>
            </a:xfrm>
            <a:custGeom>
              <a:avLst/>
              <a:pathLst>
                <a:path w="661776" h="171409">
                  <a:moveTo>
                    <a:pt x="0" y="171409"/>
                  </a:moveTo>
                  <a:lnTo>
                    <a:pt x="199514" y="146619"/>
                  </a:lnTo>
                  <a:lnTo>
                    <a:pt x="393116" y="158036"/>
                  </a:lnTo>
                  <a:lnTo>
                    <a:pt x="527536" y="156267"/>
                  </a:lnTo>
                  <a:lnTo>
                    <a:pt x="66177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" name="pl3550"/>
            <p:cNvSpPr/>
            <p:nvPr/>
          </p:nvSpPr>
          <p:spPr>
            <a:xfrm>
              <a:off x="11281481" y="6582194"/>
              <a:ext cx="315580" cy="3043"/>
            </a:xfrm>
            <a:custGeom>
              <a:avLst/>
              <a:pathLst>
                <a:path w="315580" h="3043">
                  <a:moveTo>
                    <a:pt x="0" y="2200"/>
                  </a:moveTo>
                  <a:lnTo>
                    <a:pt x="168116" y="3043"/>
                  </a:lnTo>
                  <a:lnTo>
                    <a:pt x="31558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" name="pl3551"/>
            <p:cNvSpPr/>
            <p:nvPr/>
          </p:nvSpPr>
          <p:spPr>
            <a:xfrm>
              <a:off x="11067351" y="6556715"/>
              <a:ext cx="335326" cy="47221"/>
            </a:xfrm>
            <a:custGeom>
              <a:avLst/>
              <a:pathLst>
                <a:path w="335326" h="47221">
                  <a:moveTo>
                    <a:pt x="0" y="0"/>
                  </a:moveTo>
                  <a:lnTo>
                    <a:pt x="206521" y="22340"/>
                  </a:lnTo>
                  <a:lnTo>
                    <a:pt x="335326" y="4722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" name="pl3552"/>
            <p:cNvSpPr/>
            <p:nvPr/>
          </p:nvSpPr>
          <p:spPr>
            <a:xfrm>
              <a:off x="11067351" y="6556627"/>
              <a:ext cx="273913" cy="30033"/>
            </a:xfrm>
            <a:custGeom>
              <a:avLst/>
              <a:pathLst>
                <a:path w="273913" h="30033">
                  <a:moveTo>
                    <a:pt x="0" y="30033"/>
                  </a:moveTo>
                  <a:lnTo>
                    <a:pt x="159963" y="6314"/>
                  </a:lnTo>
                  <a:lnTo>
                    <a:pt x="27391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" name="pl3553"/>
            <p:cNvSpPr/>
            <p:nvPr/>
          </p:nvSpPr>
          <p:spPr>
            <a:xfrm>
              <a:off x="11067351" y="6527879"/>
              <a:ext cx="77397" cy="8957"/>
            </a:xfrm>
            <a:custGeom>
              <a:avLst/>
              <a:pathLst>
                <a:path w="77397" h="8957">
                  <a:moveTo>
                    <a:pt x="0" y="8957"/>
                  </a:moveTo>
                  <a:lnTo>
                    <a:pt x="7739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" name="pl3554"/>
            <p:cNvSpPr/>
            <p:nvPr/>
          </p:nvSpPr>
          <p:spPr>
            <a:xfrm>
              <a:off x="11067351" y="6185163"/>
              <a:ext cx="534783" cy="417156"/>
            </a:xfrm>
            <a:custGeom>
              <a:avLst/>
              <a:pathLst>
                <a:path w="534783" h="417156">
                  <a:moveTo>
                    <a:pt x="0" y="378598"/>
                  </a:moveTo>
                  <a:lnTo>
                    <a:pt x="193840" y="0"/>
                  </a:lnTo>
                  <a:lnTo>
                    <a:pt x="337062" y="395079"/>
                  </a:lnTo>
                  <a:lnTo>
                    <a:pt x="534783" y="41715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" name="pl3555"/>
            <p:cNvSpPr/>
            <p:nvPr/>
          </p:nvSpPr>
          <p:spPr>
            <a:xfrm>
              <a:off x="11067351" y="6546986"/>
              <a:ext cx="534783" cy="64251"/>
            </a:xfrm>
            <a:custGeom>
              <a:avLst/>
              <a:pathLst>
                <a:path w="534783" h="64251">
                  <a:moveTo>
                    <a:pt x="0" y="0"/>
                  </a:moveTo>
                  <a:lnTo>
                    <a:pt x="211050" y="14055"/>
                  </a:lnTo>
                  <a:lnTo>
                    <a:pt x="413171" y="48280"/>
                  </a:lnTo>
                  <a:lnTo>
                    <a:pt x="534783" y="6425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" name="pl3556"/>
            <p:cNvSpPr/>
            <p:nvPr/>
          </p:nvSpPr>
          <p:spPr>
            <a:xfrm>
              <a:off x="11067351" y="6519341"/>
              <a:ext cx="133265" cy="34069"/>
            </a:xfrm>
            <a:custGeom>
              <a:avLst/>
              <a:pathLst>
                <a:path w="133265" h="34069">
                  <a:moveTo>
                    <a:pt x="0" y="0"/>
                  </a:moveTo>
                  <a:lnTo>
                    <a:pt x="133265" y="3406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" name="pl3557"/>
            <p:cNvSpPr/>
            <p:nvPr/>
          </p:nvSpPr>
          <p:spPr>
            <a:xfrm>
              <a:off x="11067351" y="6547322"/>
              <a:ext cx="139311" cy="51690"/>
            </a:xfrm>
            <a:custGeom>
              <a:avLst/>
              <a:pathLst>
                <a:path w="139311" h="51690">
                  <a:moveTo>
                    <a:pt x="0" y="0"/>
                  </a:moveTo>
                  <a:lnTo>
                    <a:pt x="67484" y="51690"/>
                  </a:lnTo>
                  <a:lnTo>
                    <a:pt x="139311" y="4904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" name="pl3558"/>
            <p:cNvSpPr/>
            <p:nvPr/>
          </p:nvSpPr>
          <p:spPr>
            <a:xfrm>
              <a:off x="11067351" y="6606787"/>
              <a:ext cx="271558" cy="13390"/>
            </a:xfrm>
            <a:custGeom>
              <a:avLst/>
              <a:pathLst>
                <a:path w="271558" h="13390">
                  <a:moveTo>
                    <a:pt x="0" y="0"/>
                  </a:moveTo>
                  <a:lnTo>
                    <a:pt x="146014" y="13390"/>
                  </a:lnTo>
                  <a:lnTo>
                    <a:pt x="271558" y="503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" name="pl3559"/>
            <p:cNvSpPr/>
            <p:nvPr/>
          </p:nvSpPr>
          <p:spPr>
            <a:xfrm>
              <a:off x="11067351" y="6356114"/>
              <a:ext cx="288043" cy="144602"/>
            </a:xfrm>
            <a:custGeom>
              <a:avLst/>
              <a:pathLst>
                <a:path w="288043" h="144602">
                  <a:moveTo>
                    <a:pt x="0" y="144602"/>
                  </a:moveTo>
                  <a:lnTo>
                    <a:pt x="68478" y="18996"/>
                  </a:lnTo>
                  <a:lnTo>
                    <a:pt x="135938" y="0"/>
                  </a:lnTo>
                  <a:lnTo>
                    <a:pt x="201811" y="119402"/>
                  </a:lnTo>
                  <a:lnTo>
                    <a:pt x="288043" y="2683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" name="pl3560"/>
            <p:cNvSpPr/>
            <p:nvPr/>
          </p:nvSpPr>
          <p:spPr>
            <a:xfrm>
              <a:off x="11067351" y="6576632"/>
              <a:ext cx="464674" cy="16771"/>
            </a:xfrm>
            <a:custGeom>
              <a:avLst/>
              <a:pathLst>
                <a:path w="464674" h="16771">
                  <a:moveTo>
                    <a:pt x="0" y="0"/>
                  </a:moveTo>
                  <a:lnTo>
                    <a:pt x="198550" y="4362"/>
                  </a:lnTo>
                  <a:lnTo>
                    <a:pt x="331461" y="9758"/>
                  </a:lnTo>
                  <a:lnTo>
                    <a:pt x="464674" y="1677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" name="pl3561"/>
            <p:cNvSpPr/>
            <p:nvPr/>
          </p:nvSpPr>
          <p:spPr>
            <a:xfrm>
              <a:off x="11067351" y="6571530"/>
              <a:ext cx="155886" cy="34457"/>
            </a:xfrm>
            <a:custGeom>
              <a:avLst/>
              <a:pathLst>
                <a:path w="155886" h="34457">
                  <a:moveTo>
                    <a:pt x="0" y="34457"/>
                  </a:moveTo>
                  <a:lnTo>
                    <a:pt x="15588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" name="pl3562"/>
            <p:cNvSpPr/>
            <p:nvPr/>
          </p:nvSpPr>
          <p:spPr>
            <a:xfrm>
              <a:off x="11067351" y="6547235"/>
              <a:ext cx="129166" cy="9289"/>
            </a:xfrm>
            <a:custGeom>
              <a:avLst/>
              <a:pathLst>
                <a:path w="129166" h="9289">
                  <a:moveTo>
                    <a:pt x="0" y="9289"/>
                  </a:moveTo>
                  <a:lnTo>
                    <a:pt x="71770" y="0"/>
                  </a:lnTo>
                  <a:lnTo>
                    <a:pt x="129166" y="559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" name="pl3563"/>
            <p:cNvSpPr/>
            <p:nvPr/>
          </p:nvSpPr>
          <p:spPr>
            <a:xfrm>
              <a:off x="11067351" y="6616812"/>
              <a:ext cx="136151" cy="15369"/>
            </a:xfrm>
            <a:custGeom>
              <a:avLst/>
              <a:pathLst>
                <a:path w="136151" h="15369">
                  <a:moveTo>
                    <a:pt x="0" y="0"/>
                  </a:moveTo>
                  <a:lnTo>
                    <a:pt x="136151" y="1536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" name="pl3564"/>
            <p:cNvSpPr/>
            <p:nvPr/>
          </p:nvSpPr>
          <p:spPr>
            <a:xfrm>
              <a:off x="11067351" y="6583917"/>
              <a:ext cx="223550" cy="19165"/>
            </a:xfrm>
            <a:custGeom>
              <a:avLst/>
              <a:pathLst>
                <a:path w="223550" h="19165">
                  <a:moveTo>
                    <a:pt x="0" y="0"/>
                  </a:moveTo>
                  <a:lnTo>
                    <a:pt x="223550" y="1916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" name="pl3565"/>
            <p:cNvSpPr/>
            <p:nvPr/>
          </p:nvSpPr>
          <p:spPr>
            <a:xfrm>
              <a:off x="11067351" y="6580658"/>
              <a:ext cx="269022" cy="63380"/>
            </a:xfrm>
            <a:custGeom>
              <a:avLst/>
              <a:pathLst>
                <a:path w="269022" h="63380">
                  <a:moveTo>
                    <a:pt x="0" y="63380"/>
                  </a:moveTo>
                  <a:lnTo>
                    <a:pt x="143184" y="0"/>
                  </a:lnTo>
                  <a:lnTo>
                    <a:pt x="269022" y="4653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" name="pl3566"/>
            <p:cNvSpPr/>
            <p:nvPr/>
          </p:nvSpPr>
          <p:spPr>
            <a:xfrm>
              <a:off x="11067351" y="6515121"/>
              <a:ext cx="148200" cy="6638"/>
            </a:xfrm>
            <a:custGeom>
              <a:avLst/>
              <a:pathLst>
                <a:path w="148200" h="6638">
                  <a:moveTo>
                    <a:pt x="0" y="0"/>
                  </a:moveTo>
                  <a:lnTo>
                    <a:pt x="148200" y="663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" name="pl3567"/>
            <p:cNvSpPr/>
            <p:nvPr/>
          </p:nvSpPr>
          <p:spPr>
            <a:xfrm>
              <a:off x="11067351" y="6480474"/>
              <a:ext cx="143216" cy="65838"/>
            </a:xfrm>
            <a:custGeom>
              <a:avLst/>
              <a:pathLst>
                <a:path w="143216" h="65838">
                  <a:moveTo>
                    <a:pt x="0" y="65838"/>
                  </a:moveTo>
                  <a:lnTo>
                    <a:pt x="14321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" name="pl3568"/>
            <p:cNvSpPr/>
            <p:nvPr/>
          </p:nvSpPr>
          <p:spPr>
            <a:xfrm>
              <a:off x="11067351" y="6581274"/>
              <a:ext cx="234782" cy="30681"/>
            </a:xfrm>
            <a:custGeom>
              <a:avLst/>
              <a:pathLst>
                <a:path w="234782" h="30681">
                  <a:moveTo>
                    <a:pt x="0" y="30681"/>
                  </a:moveTo>
                  <a:lnTo>
                    <a:pt x="77536" y="10921"/>
                  </a:lnTo>
                  <a:lnTo>
                    <a:pt x="146086" y="0"/>
                  </a:lnTo>
                  <a:lnTo>
                    <a:pt x="234782" y="1243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" name="pl3569"/>
            <p:cNvSpPr/>
            <p:nvPr/>
          </p:nvSpPr>
          <p:spPr>
            <a:xfrm>
              <a:off x="11067351" y="6631883"/>
              <a:ext cx="67157" cy="7325"/>
            </a:xfrm>
            <a:custGeom>
              <a:avLst/>
              <a:pathLst>
                <a:path w="67157" h="7325">
                  <a:moveTo>
                    <a:pt x="0" y="7325"/>
                  </a:moveTo>
                  <a:lnTo>
                    <a:pt x="6715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" name="pl3570"/>
            <p:cNvSpPr/>
            <p:nvPr/>
          </p:nvSpPr>
          <p:spPr>
            <a:xfrm>
              <a:off x="11067351" y="6586403"/>
              <a:ext cx="402659" cy="22166"/>
            </a:xfrm>
            <a:custGeom>
              <a:avLst/>
              <a:pathLst>
                <a:path w="402659" h="22166">
                  <a:moveTo>
                    <a:pt x="0" y="11182"/>
                  </a:moveTo>
                  <a:lnTo>
                    <a:pt x="280030" y="22166"/>
                  </a:lnTo>
                  <a:lnTo>
                    <a:pt x="40265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" name="pl3571"/>
            <p:cNvSpPr/>
            <p:nvPr/>
          </p:nvSpPr>
          <p:spPr>
            <a:xfrm>
              <a:off x="11145430" y="6359495"/>
              <a:ext cx="393841" cy="145681"/>
            </a:xfrm>
            <a:custGeom>
              <a:avLst/>
              <a:pathLst>
                <a:path w="393841" h="145681">
                  <a:moveTo>
                    <a:pt x="0" y="113975"/>
                  </a:moveTo>
                  <a:lnTo>
                    <a:pt x="63158" y="145681"/>
                  </a:lnTo>
                  <a:lnTo>
                    <a:pt x="129166" y="68989"/>
                  </a:lnTo>
                  <a:lnTo>
                    <a:pt x="274819" y="0"/>
                  </a:lnTo>
                  <a:lnTo>
                    <a:pt x="393841" y="25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" name="pl3572"/>
            <p:cNvSpPr/>
            <p:nvPr/>
          </p:nvSpPr>
          <p:spPr>
            <a:xfrm>
              <a:off x="11067351" y="6556522"/>
              <a:ext cx="413043" cy="20653"/>
            </a:xfrm>
            <a:custGeom>
              <a:avLst/>
              <a:pathLst>
                <a:path w="413043" h="20653">
                  <a:moveTo>
                    <a:pt x="0" y="0"/>
                  </a:moveTo>
                  <a:lnTo>
                    <a:pt x="295109" y="20653"/>
                  </a:lnTo>
                  <a:lnTo>
                    <a:pt x="413043" y="1202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" name="pl3573"/>
            <p:cNvSpPr/>
            <p:nvPr/>
          </p:nvSpPr>
          <p:spPr>
            <a:xfrm>
              <a:off x="11067351" y="6518379"/>
              <a:ext cx="209964" cy="37359"/>
            </a:xfrm>
            <a:custGeom>
              <a:avLst/>
              <a:pathLst>
                <a:path w="209964" h="37359">
                  <a:moveTo>
                    <a:pt x="0" y="0"/>
                  </a:moveTo>
                  <a:lnTo>
                    <a:pt x="209964" y="3735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" name="pl3574"/>
            <p:cNvSpPr/>
            <p:nvPr/>
          </p:nvSpPr>
          <p:spPr>
            <a:xfrm>
              <a:off x="11067351" y="6488916"/>
              <a:ext cx="79865" cy="48246"/>
            </a:xfrm>
            <a:custGeom>
              <a:avLst/>
              <a:pathLst>
                <a:path w="79865" h="48246">
                  <a:moveTo>
                    <a:pt x="0" y="48246"/>
                  </a:moveTo>
                  <a:lnTo>
                    <a:pt x="7986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" name="pl3575"/>
            <p:cNvSpPr/>
            <p:nvPr/>
          </p:nvSpPr>
          <p:spPr>
            <a:xfrm>
              <a:off x="11067351" y="6528663"/>
              <a:ext cx="139311" cy="20175"/>
            </a:xfrm>
            <a:custGeom>
              <a:avLst/>
              <a:pathLst>
                <a:path w="139311" h="20175">
                  <a:moveTo>
                    <a:pt x="0" y="20175"/>
                  </a:moveTo>
                  <a:lnTo>
                    <a:pt x="77232" y="15849"/>
                  </a:lnTo>
                  <a:lnTo>
                    <a:pt x="13931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" name="pl3576"/>
            <p:cNvSpPr/>
            <p:nvPr/>
          </p:nvSpPr>
          <p:spPr>
            <a:xfrm>
              <a:off x="11067351" y="6563528"/>
              <a:ext cx="148200" cy="47504"/>
            </a:xfrm>
            <a:custGeom>
              <a:avLst/>
              <a:pathLst>
                <a:path w="148200" h="47504">
                  <a:moveTo>
                    <a:pt x="0" y="47504"/>
                  </a:moveTo>
                  <a:lnTo>
                    <a:pt x="14820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" name="pl3577"/>
            <p:cNvSpPr/>
            <p:nvPr/>
          </p:nvSpPr>
          <p:spPr>
            <a:xfrm>
              <a:off x="11067351" y="6542402"/>
              <a:ext cx="269565" cy="108874"/>
            </a:xfrm>
            <a:custGeom>
              <a:avLst/>
              <a:pathLst>
                <a:path w="269565" h="108874">
                  <a:moveTo>
                    <a:pt x="0" y="0"/>
                  </a:moveTo>
                  <a:lnTo>
                    <a:pt x="133695" y="108874"/>
                  </a:lnTo>
                  <a:lnTo>
                    <a:pt x="269565" y="4041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" name="pl3578"/>
            <p:cNvSpPr/>
            <p:nvPr/>
          </p:nvSpPr>
          <p:spPr>
            <a:xfrm>
              <a:off x="11067351" y="6557005"/>
              <a:ext cx="201630" cy="36027"/>
            </a:xfrm>
            <a:custGeom>
              <a:avLst/>
              <a:pathLst>
                <a:path w="201630" h="36027">
                  <a:moveTo>
                    <a:pt x="0" y="36027"/>
                  </a:moveTo>
                  <a:lnTo>
                    <a:pt x="20163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" name="pl3579"/>
            <p:cNvSpPr/>
            <p:nvPr/>
          </p:nvSpPr>
          <p:spPr>
            <a:xfrm>
              <a:off x="11067351" y="6588925"/>
              <a:ext cx="143140" cy="30747"/>
            </a:xfrm>
            <a:custGeom>
              <a:avLst/>
              <a:pathLst>
                <a:path w="143140" h="30747">
                  <a:moveTo>
                    <a:pt x="0" y="30747"/>
                  </a:moveTo>
                  <a:lnTo>
                    <a:pt x="14314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" name="pl3580"/>
            <p:cNvSpPr/>
            <p:nvPr/>
          </p:nvSpPr>
          <p:spPr>
            <a:xfrm>
              <a:off x="11067351" y="6518788"/>
              <a:ext cx="461674" cy="67132"/>
            </a:xfrm>
            <a:custGeom>
              <a:avLst/>
              <a:pathLst>
                <a:path w="461674" h="67132">
                  <a:moveTo>
                    <a:pt x="0" y="0"/>
                  </a:moveTo>
                  <a:lnTo>
                    <a:pt x="199355" y="67132"/>
                  </a:lnTo>
                  <a:lnTo>
                    <a:pt x="350080" y="63065"/>
                  </a:lnTo>
                  <a:lnTo>
                    <a:pt x="461674" y="6247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" name="pl3581"/>
            <p:cNvSpPr/>
            <p:nvPr/>
          </p:nvSpPr>
          <p:spPr>
            <a:xfrm>
              <a:off x="11067351" y="6525983"/>
              <a:ext cx="458877" cy="72124"/>
            </a:xfrm>
            <a:custGeom>
              <a:avLst/>
              <a:pathLst>
                <a:path w="458877" h="72124">
                  <a:moveTo>
                    <a:pt x="0" y="0"/>
                  </a:moveTo>
                  <a:lnTo>
                    <a:pt x="143116" y="25742"/>
                  </a:lnTo>
                  <a:lnTo>
                    <a:pt x="208333" y="49351"/>
                  </a:lnTo>
                  <a:lnTo>
                    <a:pt x="339674" y="72124"/>
                  </a:lnTo>
                  <a:lnTo>
                    <a:pt x="458877" y="4977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" name="pl3582"/>
            <p:cNvSpPr/>
            <p:nvPr/>
          </p:nvSpPr>
          <p:spPr>
            <a:xfrm>
              <a:off x="11067351" y="6577349"/>
              <a:ext cx="128032" cy="72354"/>
            </a:xfrm>
            <a:custGeom>
              <a:avLst/>
              <a:pathLst>
                <a:path w="128032" h="72354">
                  <a:moveTo>
                    <a:pt x="0" y="72354"/>
                  </a:moveTo>
                  <a:lnTo>
                    <a:pt x="12803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" name="pl3583"/>
            <p:cNvSpPr/>
            <p:nvPr/>
          </p:nvSpPr>
          <p:spPr>
            <a:xfrm>
              <a:off x="11067351" y="6569362"/>
              <a:ext cx="144483" cy="23095"/>
            </a:xfrm>
            <a:custGeom>
              <a:avLst/>
              <a:pathLst>
                <a:path w="144483" h="23095">
                  <a:moveTo>
                    <a:pt x="0" y="23095"/>
                  </a:moveTo>
                  <a:lnTo>
                    <a:pt x="14448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" name="pl3584"/>
            <p:cNvSpPr/>
            <p:nvPr/>
          </p:nvSpPr>
          <p:spPr>
            <a:xfrm>
              <a:off x="11067351" y="6613071"/>
              <a:ext cx="136766" cy="27029"/>
            </a:xfrm>
            <a:custGeom>
              <a:avLst/>
              <a:pathLst>
                <a:path w="136766" h="27029">
                  <a:moveTo>
                    <a:pt x="0" y="0"/>
                  </a:moveTo>
                  <a:lnTo>
                    <a:pt x="136766" y="2702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" name="pl3585"/>
            <p:cNvSpPr/>
            <p:nvPr/>
          </p:nvSpPr>
          <p:spPr>
            <a:xfrm>
              <a:off x="11067351" y="6602068"/>
              <a:ext cx="367265" cy="14607"/>
            </a:xfrm>
            <a:custGeom>
              <a:avLst/>
              <a:pathLst>
                <a:path w="367265" h="14607">
                  <a:moveTo>
                    <a:pt x="0" y="14607"/>
                  </a:moveTo>
                  <a:lnTo>
                    <a:pt x="36726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" name="pl3586"/>
            <p:cNvSpPr/>
            <p:nvPr/>
          </p:nvSpPr>
          <p:spPr>
            <a:xfrm>
              <a:off x="11067351" y="6636948"/>
              <a:ext cx="505616" cy="22902"/>
            </a:xfrm>
            <a:custGeom>
              <a:avLst/>
              <a:pathLst>
                <a:path w="505616" h="22902">
                  <a:moveTo>
                    <a:pt x="0" y="0"/>
                  </a:moveTo>
                  <a:lnTo>
                    <a:pt x="211594" y="22902"/>
                  </a:lnTo>
                  <a:lnTo>
                    <a:pt x="505616" y="1020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" name="pl3587"/>
            <p:cNvSpPr/>
            <p:nvPr/>
          </p:nvSpPr>
          <p:spPr>
            <a:xfrm>
              <a:off x="11067351" y="6474126"/>
              <a:ext cx="77347" cy="41780"/>
            </a:xfrm>
            <a:custGeom>
              <a:avLst/>
              <a:pathLst>
                <a:path w="77347" h="41780">
                  <a:moveTo>
                    <a:pt x="0" y="41780"/>
                  </a:moveTo>
                  <a:lnTo>
                    <a:pt x="7734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" name="pl3588"/>
            <p:cNvSpPr/>
            <p:nvPr/>
          </p:nvSpPr>
          <p:spPr>
            <a:xfrm>
              <a:off x="11067351" y="6607967"/>
              <a:ext cx="466571" cy="5813"/>
            </a:xfrm>
            <a:custGeom>
              <a:avLst/>
              <a:pathLst>
                <a:path w="466571" h="5813">
                  <a:moveTo>
                    <a:pt x="0" y="0"/>
                  </a:moveTo>
                  <a:lnTo>
                    <a:pt x="199368" y="1233"/>
                  </a:lnTo>
                  <a:lnTo>
                    <a:pt x="466571" y="581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" name="pl3589"/>
            <p:cNvSpPr/>
            <p:nvPr/>
          </p:nvSpPr>
          <p:spPr>
            <a:xfrm>
              <a:off x="11067351" y="6542816"/>
              <a:ext cx="129166" cy="17301"/>
            </a:xfrm>
            <a:custGeom>
              <a:avLst/>
              <a:pathLst>
                <a:path w="129166" h="17301">
                  <a:moveTo>
                    <a:pt x="0" y="0"/>
                  </a:moveTo>
                  <a:lnTo>
                    <a:pt x="129166" y="1730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" name="pl3590"/>
            <p:cNvSpPr/>
            <p:nvPr/>
          </p:nvSpPr>
          <p:spPr>
            <a:xfrm>
              <a:off x="11067351" y="6402755"/>
              <a:ext cx="276630" cy="72730"/>
            </a:xfrm>
            <a:custGeom>
              <a:avLst/>
              <a:pathLst>
                <a:path w="276630" h="72730">
                  <a:moveTo>
                    <a:pt x="0" y="72730"/>
                  </a:moveTo>
                  <a:lnTo>
                    <a:pt x="138518" y="0"/>
                  </a:lnTo>
                  <a:lnTo>
                    <a:pt x="276630" y="4537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" name="pl3591"/>
            <p:cNvSpPr/>
            <p:nvPr/>
          </p:nvSpPr>
          <p:spPr>
            <a:xfrm>
              <a:off x="11067351" y="6570620"/>
              <a:ext cx="467640" cy="34379"/>
            </a:xfrm>
            <a:custGeom>
              <a:avLst/>
              <a:pathLst>
                <a:path w="467640" h="34379">
                  <a:moveTo>
                    <a:pt x="0" y="0"/>
                  </a:moveTo>
                  <a:lnTo>
                    <a:pt x="204053" y="21070"/>
                  </a:lnTo>
                  <a:lnTo>
                    <a:pt x="335756" y="34379"/>
                  </a:lnTo>
                  <a:lnTo>
                    <a:pt x="467640" y="1086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" name="pl3592"/>
            <p:cNvSpPr/>
            <p:nvPr/>
          </p:nvSpPr>
          <p:spPr>
            <a:xfrm>
              <a:off x="11067351" y="6513676"/>
              <a:ext cx="462580" cy="33628"/>
            </a:xfrm>
            <a:custGeom>
              <a:avLst/>
              <a:pathLst>
                <a:path w="462580" h="33628">
                  <a:moveTo>
                    <a:pt x="0" y="15940"/>
                  </a:moveTo>
                  <a:lnTo>
                    <a:pt x="202797" y="33628"/>
                  </a:lnTo>
                  <a:lnTo>
                    <a:pt x="339573" y="13218"/>
                  </a:lnTo>
                  <a:lnTo>
                    <a:pt x="46258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" name="pl3593"/>
            <p:cNvSpPr/>
            <p:nvPr/>
          </p:nvSpPr>
          <p:spPr>
            <a:xfrm>
              <a:off x="11067351" y="6485157"/>
              <a:ext cx="133046" cy="37563"/>
            </a:xfrm>
            <a:custGeom>
              <a:avLst/>
              <a:pathLst>
                <a:path w="133046" h="37563">
                  <a:moveTo>
                    <a:pt x="0" y="0"/>
                  </a:moveTo>
                  <a:lnTo>
                    <a:pt x="133046" y="3756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" name="pl3594"/>
            <p:cNvSpPr/>
            <p:nvPr/>
          </p:nvSpPr>
          <p:spPr>
            <a:xfrm>
              <a:off x="11067351" y="6452785"/>
              <a:ext cx="402510" cy="53497"/>
            </a:xfrm>
            <a:custGeom>
              <a:avLst/>
              <a:pathLst>
                <a:path w="402510" h="53497">
                  <a:moveTo>
                    <a:pt x="0" y="53497"/>
                  </a:moveTo>
                  <a:lnTo>
                    <a:pt x="201992" y="26483"/>
                  </a:lnTo>
                  <a:lnTo>
                    <a:pt x="40251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" name="pl3595"/>
            <p:cNvSpPr/>
            <p:nvPr/>
          </p:nvSpPr>
          <p:spPr>
            <a:xfrm>
              <a:off x="11067351" y="6567113"/>
              <a:ext cx="265036" cy="18816"/>
            </a:xfrm>
            <a:custGeom>
              <a:avLst/>
              <a:pathLst>
                <a:path w="265036" h="18816">
                  <a:moveTo>
                    <a:pt x="0" y="0"/>
                  </a:moveTo>
                  <a:lnTo>
                    <a:pt x="265036" y="1881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" name="pl3596"/>
            <p:cNvSpPr/>
            <p:nvPr/>
          </p:nvSpPr>
          <p:spPr>
            <a:xfrm>
              <a:off x="11067351" y="6555819"/>
              <a:ext cx="458770" cy="50256"/>
            </a:xfrm>
            <a:custGeom>
              <a:avLst/>
              <a:pathLst>
                <a:path w="458770" h="50256">
                  <a:moveTo>
                    <a:pt x="0" y="50256"/>
                  </a:moveTo>
                  <a:lnTo>
                    <a:pt x="193915" y="43679"/>
                  </a:lnTo>
                  <a:lnTo>
                    <a:pt x="325618" y="4485"/>
                  </a:lnTo>
                  <a:lnTo>
                    <a:pt x="45877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" name="pl3597"/>
            <p:cNvSpPr/>
            <p:nvPr/>
          </p:nvSpPr>
          <p:spPr>
            <a:xfrm>
              <a:off x="11067351" y="6581840"/>
              <a:ext cx="140398" cy="6028"/>
            </a:xfrm>
            <a:custGeom>
              <a:avLst/>
              <a:pathLst>
                <a:path w="140398" h="6028">
                  <a:moveTo>
                    <a:pt x="0" y="6028"/>
                  </a:moveTo>
                  <a:lnTo>
                    <a:pt x="14039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" name="pl3598"/>
            <p:cNvSpPr/>
            <p:nvPr/>
          </p:nvSpPr>
          <p:spPr>
            <a:xfrm>
              <a:off x="11067351" y="6103549"/>
              <a:ext cx="537138" cy="467604"/>
            </a:xfrm>
            <a:custGeom>
              <a:avLst/>
              <a:pathLst>
                <a:path w="537138" h="467604">
                  <a:moveTo>
                    <a:pt x="0" y="467604"/>
                  </a:moveTo>
                  <a:lnTo>
                    <a:pt x="260869" y="445054"/>
                  </a:lnTo>
                  <a:lnTo>
                    <a:pt x="408152" y="179304"/>
                  </a:lnTo>
                  <a:lnTo>
                    <a:pt x="53713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" name="pl3599"/>
            <p:cNvSpPr/>
            <p:nvPr/>
          </p:nvSpPr>
          <p:spPr>
            <a:xfrm>
              <a:off x="11067351" y="6467001"/>
              <a:ext cx="423370" cy="111377"/>
            </a:xfrm>
            <a:custGeom>
              <a:avLst/>
              <a:pathLst>
                <a:path w="423370" h="111377">
                  <a:moveTo>
                    <a:pt x="0" y="111377"/>
                  </a:moveTo>
                  <a:lnTo>
                    <a:pt x="208877" y="93597"/>
                  </a:lnTo>
                  <a:lnTo>
                    <a:pt x="42337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" name="pl3600"/>
            <p:cNvSpPr/>
            <p:nvPr/>
          </p:nvSpPr>
          <p:spPr>
            <a:xfrm>
              <a:off x="11067351" y="6588173"/>
              <a:ext cx="473732" cy="22781"/>
            </a:xfrm>
            <a:custGeom>
              <a:avLst/>
              <a:pathLst>
                <a:path w="473732" h="22781">
                  <a:moveTo>
                    <a:pt x="0" y="12622"/>
                  </a:moveTo>
                  <a:lnTo>
                    <a:pt x="200000" y="20323"/>
                  </a:lnTo>
                  <a:lnTo>
                    <a:pt x="339377" y="0"/>
                  </a:lnTo>
                  <a:lnTo>
                    <a:pt x="473732" y="2278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" name="pl3601"/>
            <p:cNvSpPr/>
            <p:nvPr/>
          </p:nvSpPr>
          <p:spPr>
            <a:xfrm>
              <a:off x="11067351" y="6547145"/>
              <a:ext cx="268659" cy="19641"/>
            </a:xfrm>
            <a:custGeom>
              <a:avLst/>
              <a:pathLst>
                <a:path w="268659" h="19641">
                  <a:moveTo>
                    <a:pt x="0" y="19641"/>
                  </a:moveTo>
                  <a:lnTo>
                    <a:pt x="153442" y="0"/>
                  </a:lnTo>
                  <a:lnTo>
                    <a:pt x="268659" y="608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" name="pl3602"/>
            <p:cNvSpPr/>
            <p:nvPr/>
          </p:nvSpPr>
          <p:spPr>
            <a:xfrm>
              <a:off x="11067351" y="6583344"/>
              <a:ext cx="200281" cy="27964"/>
            </a:xfrm>
            <a:custGeom>
              <a:avLst/>
              <a:pathLst>
                <a:path w="200281" h="27964">
                  <a:moveTo>
                    <a:pt x="0" y="27964"/>
                  </a:moveTo>
                  <a:lnTo>
                    <a:pt x="20028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" name="pl3603"/>
            <p:cNvSpPr/>
            <p:nvPr/>
          </p:nvSpPr>
          <p:spPr>
            <a:xfrm>
              <a:off x="11067351" y="6574094"/>
              <a:ext cx="198978" cy="29628"/>
            </a:xfrm>
            <a:custGeom>
              <a:avLst/>
              <a:pathLst>
                <a:path w="198978" h="29628">
                  <a:moveTo>
                    <a:pt x="0" y="29628"/>
                  </a:moveTo>
                  <a:lnTo>
                    <a:pt x="19897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" name="pl3604"/>
            <p:cNvSpPr/>
            <p:nvPr/>
          </p:nvSpPr>
          <p:spPr>
            <a:xfrm>
              <a:off x="11067351" y="6419521"/>
              <a:ext cx="475446" cy="131996"/>
            </a:xfrm>
            <a:custGeom>
              <a:avLst/>
              <a:pathLst>
                <a:path w="475446" h="131996">
                  <a:moveTo>
                    <a:pt x="0" y="68890"/>
                  </a:moveTo>
                  <a:lnTo>
                    <a:pt x="58598" y="131996"/>
                  </a:lnTo>
                  <a:lnTo>
                    <a:pt x="148453" y="123085"/>
                  </a:lnTo>
                  <a:lnTo>
                    <a:pt x="346279" y="40316"/>
                  </a:lnTo>
                  <a:lnTo>
                    <a:pt x="47544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" name="pl3605"/>
            <p:cNvSpPr/>
            <p:nvPr/>
          </p:nvSpPr>
          <p:spPr>
            <a:xfrm>
              <a:off x="11067351" y="6519894"/>
              <a:ext cx="79891" cy="7715"/>
            </a:xfrm>
            <a:custGeom>
              <a:avLst/>
              <a:pathLst>
                <a:path w="79891" h="7715">
                  <a:moveTo>
                    <a:pt x="0" y="7715"/>
                  </a:moveTo>
                  <a:lnTo>
                    <a:pt x="7989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" name="pl3606"/>
            <p:cNvSpPr/>
            <p:nvPr/>
          </p:nvSpPr>
          <p:spPr>
            <a:xfrm>
              <a:off x="11067351" y="6577912"/>
              <a:ext cx="225543" cy="27583"/>
            </a:xfrm>
            <a:custGeom>
              <a:avLst/>
              <a:pathLst>
                <a:path w="225543" h="27583">
                  <a:moveTo>
                    <a:pt x="0" y="27583"/>
                  </a:moveTo>
                  <a:lnTo>
                    <a:pt x="22554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" name="pl3607"/>
            <p:cNvSpPr/>
            <p:nvPr/>
          </p:nvSpPr>
          <p:spPr>
            <a:xfrm>
              <a:off x="11067351" y="6570567"/>
              <a:ext cx="200000" cy="30002"/>
            </a:xfrm>
            <a:custGeom>
              <a:avLst/>
              <a:pathLst>
                <a:path w="200000" h="30002">
                  <a:moveTo>
                    <a:pt x="0" y="22589"/>
                  </a:moveTo>
                  <a:lnTo>
                    <a:pt x="71376" y="0"/>
                  </a:lnTo>
                  <a:lnTo>
                    <a:pt x="200000" y="3000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" name="pl3608"/>
            <p:cNvSpPr/>
            <p:nvPr/>
          </p:nvSpPr>
          <p:spPr>
            <a:xfrm>
              <a:off x="11067351" y="6465990"/>
              <a:ext cx="210358" cy="48396"/>
            </a:xfrm>
            <a:custGeom>
              <a:avLst/>
              <a:pathLst>
                <a:path w="210358" h="48396">
                  <a:moveTo>
                    <a:pt x="0" y="48396"/>
                  </a:moveTo>
                  <a:lnTo>
                    <a:pt x="21035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" name="pl3609"/>
            <p:cNvSpPr/>
            <p:nvPr/>
          </p:nvSpPr>
          <p:spPr>
            <a:xfrm>
              <a:off x="11067351" y="6576362"/>
              <a:ext cx="133237" cy="8027"/>
            </a:xfrm>
            <a:custGeom>
              <a:avLst/>
              <a:pathLst>
                <a:path w="133237" h="8027">
                  <a:moveTo>
                    <a:pt x="0" y="8027"/>
                  </a:moveTo>
                  <a:lnTo>
                    <a:pt x="13323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" name="pl3610"/>
            <p:cNvSpPr/>
            <p:nvPr/>
          </p:nvSpPr>
          <p:spPr>
            <a:xfrm>
              <a:off x="11067351" y="6522465"/>
              <a:ext cx="280072" cy="54860"/>
            </a:xfrm>
            <a:custGeom>
              <a:avLst/>
              <a:pathLst>
                <a:path w="280072" h="54860">
                  <a:moveTo>
                    <a:pt x="0" y="35716"/>
                  </a:moveTo>
                  <a:lnTo>
                    <a:pt x="162255" y="0"/>
                  </a:lnTo>
                  <a:lnTo>
                    <a:pt x="280072" y="5486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" name="pl3611"/>
            <p:cNvSpPr/>
            <p:nvPr/>
          </p:nvSpPr>
          <p:spPr>
            <a:xfrm>
              <a:off x="11067351" y="6544951"/>
              <a:ext cx="136909" cy="19028"/>
            </a:xfrm>
            <a:custGeom>
              <a:avLst/>
              <a:pathLst>
                <a:path w="136909" h="19028">
                  <a:moveTo>
                    <a:pt x="0" y="0"/>
                  </a:moveTo>
                  <a:lnTo>
                    <a:pt x="136909" y="1902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" name="pl3612"/>
            <p:cNvSpPr/>
            <p:nvPr/>
          </p:nvSpPr>
          <p:spPr>
            <a:xfrm>
              <a:off x="11067351" y="6591170"/>
              <a:ext cx="235917" cy="21576"/>
            </a:xfrm>
            <a:custGeom>
              <a:avLst/>
              <a:pathLst>
                <a:path w="235917" h="21576">
                  <a:moveTo>
                    <a:pt x="0" y="21576"/>
                  </a:moveTo>
                  <a:lnTo>
                    <a:pt x="78804" y="0"/>
                  </a:lnTo>
                  <a:lnTo>
                    <a:pt x="235917" y="132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" name="pl3613"/>
            <p:cNvSpPr/>
            <p:nvPr/>
          </p:nvSpPr>
          <p:spPr>
            <a:xfrm>
              <a:off x="11067351" y="6551064"/>
              <a:ext cx="588768" cy="61043"/>
            </a:xfrm>
            <a:custGeom>
              <a:avLst/>
              <a:pathLst>
                <a:path w="588768" h="61043">
                  <a:moveTo>
                    <a:pt x="0" y="0"/>
                  </a:moveTo>
                  <a:lnTo>
                    <a:pt x="76083" y="15865"/>
                  </a:lnTo>
                  <a:lnTo>
                    <a:pt x="162319" y="2726"/>
                  </a:lnTo>
                  <a:lnTo>
                    <a:pt x="276268" y="25363"/>
                  </a:lnTo>
                  <a:lnTo>
                    <a:pt x="408152" y="49867"/>
                  </a:lnTo>
                  <a:lnTo>
                    <a:pt x="588768" y="6104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" name="pl3614"/>
            <p:cNvSpPr/>
            <p:nvPr/>
          </p:nvSpPr>
          <p:spPr>
            <a:xfrm>
              <a:off x="11067351" y="6373305"/>
              <a:ext cx="293116" cy="94444"/>
            </a:xfrm>
            <a:custGeom>
              <a:avLst/>
              <a:pathLst>
                <a:path w="293116" h="94444">
                  <a:moveTo>
                    <a:pt x="0" y="94444"/>
                  </a:moveTo>
                  <a:lnTo>
                    <a:pt x="29311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" name="pl3615"/>
            <p:cNvSpPr/>
            <p:nvPr/>
          </p:nvSpPr>
          <p:spPr>
            <a:xfrm>
              <a:off x="11067351" y="6600182"/>
              <a:ext cx="243116" cy="2216"/>
            </a:xfrm>
            <a:custGeom>
              <a:avLst/>
              <a:pathLst>
                <a:path w="243116" h="2216">
                  <a:moveTo>
                    <a:pt x="0" y="0"/>
                  </a:moveTo>
                  <a:lnTo>
                    <a:pt x="243116" y="221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" name="pl3616"/>
            <p:cNvSpPr/>
            <p:nvPr/>
          </p:nvSpPr>
          <p:spPr>
            <a:xfrm>
              <a:off x="11067351" y="6601764"/>
              <a:ext cx="472663" cy="13444"/>
            </a:xfrm>
            <a:custGeom>
              <a:avLst/>
              <a:pathLst>
                <a:path w="472663" h="13444">
                  <a:moveTo>
                    <a:pt x="0" y="12992"/>
                  </a:moveTo>
                  <a:lnTo>
                    <a:pt x="215597" y="1107"/>
                  </a:lnTo>
                  <a:lnTo>
                    <a:pt x="336431" y="0"/>
                  </a:lnTo>
                  <a:lnTo>
                    <a:pt x="472663" y="1344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" name="pl3617"/>
            <p:cNvSpPr/>
            <p:nvPr/>
          </p:nvSpPr>
          <p:spPr>
            <a:xfrm>
              <a:off x="11067351" y="6533537"/>
              <a:ext cx="223369" cy="46564"/>
            </a:xfrm>
            <a:custGeom>
              <a:avLst/>
              <a:pathLst>
                <a:path w="223369" h="46564">
                  <a:moveTo>
                    <a:pt x="0" y="46564"/>
                  </a:moveTo>
                  <a:lnTo>
                    <a:pt x="22336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" name="pl3618"/>
            <p:cNvSpPr/>
            <p:nvPr/>
          </p:nvSpPr>
          <p:spPr>
            <a:xfrm>
              <a:off x="11067351" y="6512916"/>
              <a:ext cx="202898" cy="16581"/>
            </a:xfrm>
            <a:custGeom>
              <a:avLst/>
              <a:pathLst>
                <a:path w="202898" h="16581">
                  <a:moveTo>
                    <a:pt x="0" y="0"/>
                  </a:moveTo>
                  <a:lnTo>
                    <a:pt x="202898" y="1658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" name="pl3619"/>
            <p:cNvSpPr/>
            <p:nvPr/>
          </p:nvSpPr>
          <p:spPr>
            <a:xfrm>
              <a:off x="11067351" y="6590986"/>
              <a:ext cx="135688" cy="8935"/>
            </a:xfrm>
            <a:custGeom>
              <a:avLst/>
              <a:pathLst>
                <a:path w="135688" h="8935">
                  <a:moveTo>
                    <a:pt x="0" y="8935"/>
                  </a:moveTo>
                  <a:lnTo>
                    <a:pt x="13568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" name="pl3620"/>
            <p:cNvSpPr/>
            <p:nvPr/>
          </p:nvSpPr>
          <p:spPr>
            <a:xfrm>
              <a:off x="11067351" y="6623335"/>
              <a:ext cx="398007" cy="14966"/>
            </a:xfrm>
            <a:custGeom>
              <a:avLst/>
              <a:pathLst>
                <a:path w="398007" h="14966">
                  <a:moveTo>
                    <a:pt x="0" y="10698"/>
                  </a:moveTo>
                  <a:lnTo>
                    <a:pt x="150876" y="14966"/>
                  </a:lnTo>
                  <a:lnTo>
                    <a:pt x="264855" y="8892"/>
                  </a:lnTo>
                  <a:lnTo>
                    <a:pt x="39800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" name="pl3621"/>
            <p:cNvSpPr/>
            <p:nvPr/>
          </p:nvSpPr>
          <p:spPr>
            <a:xfrm>
              <a:off x="11067351" y="6472945"/>
              <a:ext cx="399275" cy="71287"/>
            </a:xfrm>
            <a:custGeom>
              <a:avLst/>
              <a:pathLst>
                <a:path w="399275" h="71287">
                  <a:moveTo>
                    <a:pt x="0" y="71287"/>
                  </a:moveTo>
                  <a:lnTo>
                    <a:pt x="178712" y="51007"/>
                  </a:lnTo>
                  <a:lnTo>
                    <a:pt x="267391" y="64536"/>
                  </a:lnTo>
                  <a:lnTo>
                    <a:pt x="39927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" name="pl3622"/>
            <p:cNvSpPr/>
            <p:nvPr/>
          </p:nvSpPr>
          <p:spPr>
            <a:xfrm>
              <a:off x="11067351" y="6611777"/>
              <a:ext cx="216431" cy="14179"/>
            </a:xfrm>
            <a:custGeom>
              <a:avLst/>
              <a:pathLst>
                <a:path w="216431" h="14179">
                  <a:moveTo>
                    <a:pt x="0" y="14179"/>
                  </a:moveTo>
                  <a:lnTo>
                    <a:pt x="21643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" name="pl3623"/>
            <p:cNvSpPr/>
            <p:nvPr/>
          </p:nvSpPr>
          <p:spPr>
            <a:xfrm>
              <a:off x="11067351" y="6483350"/>
              <a:ext cx="134296" cy="58730"/>
            </a:xfrm>
            <a:custGeom>
              <a:avLst/>
              <a:pathLst>
                <a:path w="134296" h="58730">
                  <a:moveTo>
                    <a:pt x="0" y="0"/>
                  </a:moveTo>
                  <a:lnTo>
                    <a:pt x="134296" y="5873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" name="pl3624"/>
            <p:cNvSpPr/>
            <p:nvPr/>
          </p:nvSpPr>
          <p:spPr>
            <a:xfrm>
              <a:off x="11067351" y="6523117"/>
              <a:ext cx="464130" cy="73777"/>
            </a:xfrm>
            <a:custGeom>
              <a:avLst/>
              <a:pathLst>
                <a:path w="464130" h="73777">
                  <a:moveTo>
                    <a:pt x="0" y="73777"/>
                  </a:moveTo>
                  <a:lnTo>
                    <a:pt x="199275" y="69164"/>
                  </a:lnTo>
                  <a:lnTo>
                    <a:pt x="331032" y="46215"/>
                  </a:lnTo>
                  <a:lnTo>
                    <a:pt x="46413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" name="pl3625"/>
            <p:cNvSpPr/>
            <p:nvPr/>
          </p:nvSpPr>
          <p:spPr>
            <a:xfrm>
              <a:off x="11067351" y="6543742"/>
              <a:ext cx="211594" cy="13421"/>
            </a:xfrm>
            <a:custGeom>
              <a:avLst/>
              <a:pathLst>
                <a:path w="211594" h="13421">
                  <a:moveTo>
                    <a:pt x="0" y="0"/>
                  </a:moveTo>
                  <a:lnTo>
                    <a:pt x="211594" y="1342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" name="pl3626"/>
            <p:cNvSpPr/>
            <p:nvPr/>
          </p:nvSpPr>
          <p:spPr>
            <a:xfrm>
              <a:off x="11067351" y="6506332"/>
              <a:ext cx="269746" cy="47411"/>
            </a:xfrm>
            <a:custGeom>
              <a:avLst/>
              <a:pathLst>
                <a:path w="269746" h="47411">
                  <a:moveTo>
                    <a:pt x="0" y="47411"/>
                  </a:moveTo>
                  <a:lnTo>
                    <a:pt x="141815" y="44517"/>
                  </a:lnTo>
                  <a:lnTo>
                    <a:pt x="26974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" name="pl3627"/>
            <p:cNvSpPr/>
            <p:nvPr/>
          </p:nvSpPr>
          <p:spPr>
            <a:xfrm>
              <a:off x="11067351" y="6571113"/>
              <a:ext cx="223007" cy="18314"/>
            </a:xfrm>
            <a:custGeom>
              <a:avLst/>
              <a:pathLst>
                <a:path w="223007" h="18314">
                  <a:moveTo>
                    <a:pt x="0" y="18314"/>
                  </a:moveTo>
                  <a:lnTo>
                    <a:pt x="22300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" name="pl3628"/>
            <p:cNvSpPr/>
            <p:nvPr/>
          </p:nvSpPr>
          <p:spPr>
            <a:xfrm>
              <a:off x="11067351" y="6563415"/>
              <a:ext cx="140398" cy="26159"/>
            </a:xfrm>
            <a:custGeom>
              <a:avLst/>
              <a:pathLst>
                <a:path w="140398" h="26159">
                  <a:moveTo>
                    <a:pt x="0" y="26159"/>
                  </a:moveTo>
                  <a:lnTo>
                    <a:pt x="14039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" name="pl3629"/>
            <p:cNvSpPr/>
            <p:nvPr/>
          </p:nvSpPr>
          <p:spPr>
            <a:xfrm>
              <a:off x="11067351" y="6553828"/>
              <a:ext cx="149637" cy="74461"/>
            </a:xfrm>
            <a:custGeom>
              <a:avLst/>
              <a:pathLst>
                <a:path w="149637" h="74461">
                  <a:moveTo>
                    <a:pt x="0" y="0"/>
                  </a:moveTo>
                  <a:lnTo>
                    <a:pt x="149637" y="7446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" name="pl3630"/>
            <p:cNvSpPr/>
            <p:nvPr/>
          </p:nvSpPr>
          <p:spPr>
            <a:xfrm>
              <a:off x="11067351" y="6596909"/>
              <a:ext cx="198913" cy="33919"/>
            </a:xfrm>
            <a:custGeom>
              <a:avLst/>
              <a:pathLst>
                <a:path w="198913" h="33919">
                  <a:moveTo>
                    <a:pt x="0" y="33919"/>
                  </a:moveTo>
                  <a:lnTo>
                    <a:pt x="19891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" name="pl3631"/>
            <p:cNvSpPr/>
            <p:nvPr/>
          </p:nvSpPr>
          <p:spPr>
            <a:xfrm>
              <a:off x="11067351" y="6468023"/>
              <a:ext cx="590580" cy="129201"/>
            </a:xfrm>
            <a:custGeom>
              <a:avLst/>
              <a:pathLst>
                <a:path w="590580" h="129201">
                  <a:moveTo>
                    <a:pt x="0" y="129201"/>
                  </a:moveTo>
                  <a:lnTo>
                    <a:pt x="73007" y="18255"/>
                  </a:lnTo>
                  <a:lnTo>
                    <a:pt x="131884" y="87929"/>
                  </a:lnTo>
                  <a:lnTo>
                    <a:pt x="211050" y="73027"/>
                  </a:lnTo>
                  <a:lnTo>
                    <a:pt x="274819" y="71661"/>
                  </a:lnTo>
                  <a:lnTo>
                    <a:pt x="463599" y="22728"/>
                  </a:lnTo>
                  <a:lnTo>
                    <a:pt x="59058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" name="pl3632"/>
            <p:cNvSpPr/>
            <p:nvPr/>
          </p:nvSpPr>
          <p:spPr>
            <a:xfrm>
              <a:off x="11067351" y="6531931"/>
              <a:ext cx="204891" cy="7901"/>
            </a:xfrm>
            <a:custGeom>
              <a:avLst/>
              <a:pathLst>
                <a:path w="204891" h="7901">
                  <a:moveTo>
                    <a:pt x="0" y="0"/>
                  </a:moveTo>
                  <a:lnTo>
                    <a:pt x="204891" y="790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" name="pl3633"/>
            <p:cNvSpPr/>
            <p:nvPr/>
          </p:nvSpPr>
          <p:spPr>
            <a:xfrm>
              <a:off x="11067351" y="6537732"/>
              <a:ext cx="87459" cy="23599"/>
            </a:xfrm>
            <a:custGeom>
              <a:avLst/>
              <a:pathLst>
                <a:path w="87459" h="23599">
                  <a:moveTo>
                    <a:pt x="0" y="0"/>
                  </a:moveTo>
                  <a:lnTo>
                    <a:pt x="87459" y="2359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" name="pl3634"/>
            <p:cNvSpPr/>
            <p:nvPr/>
          </p:nvSpPr>
          <p:spPr>
            <a:xfrm>
              <a:off x="11067351" y="6598922"/>
              <a:ext cx="209058" cy="35817"/>
            </a:xfrm>
            <a:custGeom>
              <a:avLst/>
              <a:pathLst>
                <a:path w="209058" h="35817">
                  <a:moveTo>
                    <a:pt x="0" y="26383"/>
                  </a:moveTo>
                  <a:lnTo>
                    <a:pt x="69324" y="35817"/>
                  </a:lnTo>
                  <a:lnTo>
                    <a:pt x="140398" y="35588"/>
                  </a:lnTo>
                  <a:lnTo>
                    <a:pt x="20905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" name="pl3635"/>
            <p:cNvSpPr/>
            <p:nvPr/>
          </p:nvSpPr>
          <p:spPr>
            <a:xfrm>
              <a:off x="11067351" y="6539211"/>
              <a:ext cx="71641" cy="49019"/>
            </a:xfrm>
            <a:custGeom>
              <a:avLst/>
              <a:pathLst>
                <a:path w="71641" h="49019">
                  <a:moveTo>
                    <a:pt x="0" y="49019"/>
                  </a:moveTo>
                  <a:lnTo>
                    <a:pt x="7164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" name="pl3636"/>
            <p:cNvSpPr/>
            <p:nvPr/>
          </p:nvSpPr>
          <p:spPr>
            <a:xfrm>
              <a:off x="11067351" y="6526046"/>
              <a:ext cx="398007" cy="64546"/>
            </a:xfrm>
            <a:custGeom>
              <a:avLst/>
              <a:pathLst>
                <a:path w="398007" h="64546">
                  <a:moveTo>
                    <a:pt x="0" y="64546"/>
                  </a:moveTo>
                  <a:lnTo>
                    <a:pt x="150876" y="57355"/>
                  </a:lnTo>
                  <a:lnTo>
                    <a:pt x="254710" y="34443"/>
                  </a:lnTo>
                  <a:lnTo>
                    <a:pt x="39800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" name="pl3637"/>
            <p:cNvSpPr/>
            <p:nvPr/>
          </p:nvSpPr>
          <p:spPr>
            <a:xfrm>
              <a:off x="11067351" y="6525432"/>
              <a:ext cx="468696" cy="57148"/>
            </a:xfrm>
            <a:custGeom>
              <a:avLst/>
              <a:pathLst>
                <a:path w="468696" h="57148">
                  <a:moveTo>
                    <a:pt x="0" y="57148"/>
                  </a:moveTo>
                  <a:lnTo>
                    <a:pt x="200218" y="27024"/>
                  </a:lnTo>
                  <a:lnTo>
                    <a:pt x="322863" y="49878"/>
                  </a:lnTo>
                  <a:lnTo>
                    <a:pt x="46869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" name="pl3638"/>
            <p:cNvSpPr/>
            <p:nvPr/>
          </p:nvSpPr>
          <p:spPr>
            <a:xfrm>
              <a:off x="11067351" y="6628654"/>
              <a:ext cx="78623" cy="41355"/>
            </a:xfrm>
            <a:custGeom>
              <a:avLst/>
              <a:pathLst>
                <a:path w="78623" h="41355">
                  <a:moveTo>
                    <a:pt x="0" y="41355"/>
                  </a:moveTo>
                  <a:lnTo>
                    <a:pt x="7862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" name="pl3639"/>
            <p:cNvSpPr/>
            <p:nvPr/>
          </p:nvSpPr>
          <p:spPr>
            <a:xfrm>
              <a:off x="11067351" y="6480329"/>
              <a:ext cx="402899" cy="101753"/>
            </a:xfrm>
            <a:custGeom>
              <a:avLst/>
              <a:pathLst>
                <a:path w="402899" h="101753">
                  <a:moveTo>
                    <a:pt x="0" y="84609"/>
                  </a:moveTo>
                  <a:lnTo>
                    <a:pt x="299269" y="0"/>
                  </a:lnTo>
                  <a:lnTo>
                    <a:pt x="402899" y="10175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" name="pl3640"/>
            <p:cNvSpPr/>
            <p:nvPr/>
          </p:nvSpPr>
          <p:spPr>
            <a:xfrm>
              <a:off x="11067351" y="6426415"/>
              <a:ext cx="127625" cy="111580"/>
            </a:xfrm>
            <a:custGeom>
              <a:avLst/>
              <a:pathLst>
                <a:path w="127625" h="111580">
                  <a:moveTo>
                    <a:pt x="0" y="111580"/>
                  </a:moveTo>
                  <a:lnTo>
                    <a:pt x="12762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" name="pl3641"/>
            <p:cNvSpPr/>
            <p:nvPr/>
          </p:nvSpPr>
          <p:spPr>
            <a:xfrm>
              <a:off x="11067351" y="6595538"/>
              <a:ext cx="131780" cy="14525"/>
            </a:xfrm>
            <a:custGeom>
              <a:avLst/>
              <a:pathLst>
                <a:path w="131780" h="14525">
                  <a:moveTo>
                    <a:pt x="0" y="14525"/>
                  </a:moveTo>
                  <a:lnTo>
                    <a:pt x="13178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" name="pl3642"/>
            <p:cNvSpPr/>
            <p:nvPr/>
          </p:nvSpPr>
          <p:spPr>
            <a:xfrm>
              <a:off x="11067351" y="6101974"/>
              <a:ext cx="163405" cy="468224"/>
            </a:xfrm>
            <a:custGeom>
              <a:avLst/>
              <a:pathLst>
                <a:path w="163405" h="468224">
                  <a:moveTo>
                    <a:pt x="0" y="468224"/>
                  </a:moveTo>
                  <a:lnTo>
                    <a:pt x="16340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" name="pl3643"/>
            <p:cNvSpPr/>
            <p:nvPr/>
          </p:nvSpPr>
          <p:spPr>
            <a:xfrm>
              <a:off x="11067351" y="6595304"/>
              <a:ext cx="596739" cy="30079"/>
            </a:xfrm>
            <a:custGeom>
              <a:avLst/>
              <a:pathLst>
                <a:path w="596739" h="30079">
                  <a:moveTo>
                    <a:pt x="0" y="17918"/>
                  </a:moveTo>
                  <a:lnTo>
                    <a:pt x="203623" y="5666"/>
                  </a:lnTo>
                  <a:lnTo>
                    <a:pt x="336956" y="30079"/>
                  </a:lnTo>
                  <a:lnTo>
                    <a:pt x="462862" y="8494"/>
                  </a:lnTo>
                  <a:lnTo>
                    <a:pt x="59673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" name="pl3644"/>
            <p:cNvSpPr/>
            <p:nvPr/>
          </p:nvSpPr>
          <p:spPr>
            <a:xfrm>
              <a:off x="11067351" y="6549964"/>
              <a:ext cx="210326" cy="15545"/>
            </a:xfrm>
            <a:custGeom>
              <a:avLst/>
              <a:pathLst>
                <a:path w="210326" h="15545">
                  <a:moveTo>
                    <a:pt x="0" y="15545"/>
                  </a:moveTo>
                  <a:lnTo>
                    <a:pt x="21032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" name="pl3645"/>
            <p:cNvSpPr/>
            <p:nvPr/>
          </p:nvSpPr>
          <p:spPr>
            <a:xfrm>
              <a:off x="11067351" y="6524473"/>
              <a:ext cx="357609" cy="39446"/>
            </a:xfrm>
            <a:custGeom>
              <a:avLst/>
              <a:pathLst>
                <a:path w="357609" h="39446">
                  <a:moveTo>
                    <a:pt x="0" y="0"/>
                  </a:moveTo>
                  <a:lnTo>
                    <a:pt x="357609" y="3944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" name="pl3646"/>
            <p:cNvSpPr/>
            <p:nvPr/>
          </p:nvSpPr>
          <p:spPr>
            <a:xfrm>
              <a:off x="11067351" y="6524881"/>
              <a:ext cx="198913" cy="40408"/>
            </a:xfrm>
            <a:custGeom>
              <a:avLst/>
              <a:pathLst>
                <a:path w="198913" h="40408">
                  <a:moveTo>
                    <a:pt x="0" y="40408"/>
                  </a:moveTo>
                  <a:lnTo>
                    <a:pt x="19891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" name="pl3647"/>
            <p:cNvSpPr/>
            <p:nvPr/>
          </p:nvSpPr>
          <p:spPr>
            <a:xfrm>
              <a:off x="11067351" y="6540247"/>
              <a:ext cx="127646" cy="44124"/>
            </a:xfrm>
            <a:custGeom>
              <a:avLst/>
              <a:pathLst>
                <a:path w="127646" h="44124">
                  <a:moveTo>
                    <a:pt x="0" y="0"/>
                  </a:moveTo>
                  <a:lnTo>
                    <a:pt x="127646" y="4412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" name="pl3648"/>
            <p:cNvSpPr/>
            <p:nvPr/>
          </p:nvSpPr>
          <p:spPr>
            <a:xfrm>
              <a:off x="11067351" y="6512819"/>
              <a:ext cx="210326" cy="61847"/>
            </a:xfrm>
            <a:custGeom>
              <a:avLst/>
              <a:pathLst>
                <a:path w="210326" h="61847">
                  <a:moveTo>
                    <a:pt x="0" y="61847"/>
                  </a:moveTo>
                  <a:lnTo>
                    <a:pt x="21032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" name="pl3649"/>
            <p:cNvSpPr/>
            <p:nvPr/>
          </p:nvSpPr>
          <p:spPr>
            <a:xfrm>
              <a:off x="11067351" y="6623291"/>
              <a:ext cx="276268" cy="17152"/>
            </a:xfrm>
            <a:custGeom>
              <a:avLst/>
              <a:pathLst>
                <a:path w="276268" h="17152">
                  <a:moveTo>
                    <a:pt x="0" y="1162"/>
                  </a:moveTo>
                  <a:lnTo>
                    <a:pt x="163405" y="17152"/>
                  </a:lnTo>
                  <a:lnTo>
                    <a:pt x="27626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" name="pl3650"/>
            <p:cNvSpPr/>
            <p:nvPr/>
          </p:nvSpPr>
          <p:spPr>
            <a:xfrm>
              <a:off x="11067351" y="6472725"/>
              <a:ext cx="68610" cy="67712"/>
            </a:xfrm>
            <a:custGeom>
              <a:avLst/>
              <a:pathLst>
                <a:path w="68610" h="67712">
                  <a:moveTo>
                    <a:pt x="0" y="67712"/>
                  </a:moveTo>
                  <a:lnTo>
                    <a:pt x="6861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" name="pl3651"/>
            <p:cNvSpPr/>
            <p:nvPr/>
          </p:nvSpPr>
          <p:spPr>
            <a:xfrm>
              <a:off x="11067351" y="6428301"/>
              <a:ext cx="277536" cy="63010"/>
            </a:xfrm>
            <a:custGeom>
              <a:avLst/>
              <a:pathLst>
                <a:path w="277536" h="63010">
                  <a:moveTo>
                    <a:pt x="0" y="63010"/>
                  </a:moveTo>
                  <a:lnTo>
                    <a:pt x="77717" y="16253"/>
                  </a:lnTo>
                  <a:lnTo>
                    <a:pt x="153442" y="11677"/>
                  </a:lnTo>
                  <a:lnTo>
                    <a:pt x="206598" y="0"/>
                  </a:lnTo>
                  <a:lnTo>
                    <a:pt x="277536" y="2853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" name="pl3652"/>
            <p:cNvSpPr/>
            <p:nvPr/>
          </p:nvSpPr>
          <p:spPr>
            <a:xfrm>
              <a:off x="11067351" y="6569440"/>
              <a:ext cx="198809" cy="62565"/>
            </a:xfrm>
            <a:custGeom>
              <a:avLst/>
              <a:pathLst>
                <a:path w="198809" h="62565">
                  <a:moveTo>
                    <a:pt x="0" y="0"/>
                  </a:moveTo>
                  <a:lnTo>
                    <a:pt x="198809" y="6256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" name="pl3653"/>
            <p:cNvSpPr/>
            <p:nvPr/>
          </p:nvSpPr>
          <p:spPr>
            <a:xfrm>
              <a:off x="11067351" y="6532666"/>
              <a:ext cx="466486" cy="67186"/>
            </a:xfrm>
            <a:custGeom>
              <a:avLst/>
              <a:pathLst>
                <a:path w="466486" h="67186">
                  <a:moveTo>
                    <a:pt x="0" y="67186"/>
                  </a:moveTo>
                  <a:lnTo>
                    <a:pt x="213043" y="61872"/>
                  </a:lnTo>
                  <a:lnTo>
                    <a:pt x="337060" y="63867"/>
                  </a:lnTo>
                  <a:lnTo>
                    <a:pt x="46648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" name="pl3654"/>
            <p:cNvSpPr/>
            <p:nvPr/>
          </p:nvSpPr>
          <p:spPr>
            <a:xfrm>
              <a:off x="11067351" y="6585495"/>
              <a:ext cx="399275" cy="18788"/>
            </a:xfrm>
            <a:custGeom>
              <a:avLst/>
              <a:pathLst>
                <a:path w="399275" h="18788">
                  <a:moveTo>
                    <a:pt x="0" y="18788"/>
                  </a:moveTo>
                  <a:lnTo>
                    <a:pt x="125724" y="5747"/>
                  </a:lnTo>
                  <a:lnTo>
                    <a:pt x="267753" y="0"/>
                  </a:lnTo>
                  <a:lnTo>
                    <a:pt x="399275" y="151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" name="pl3655"/>
            <p:cNvSpPr/>
            <p:nvPr/>
          </p:nvSpPr>
          <p:spPr>
            <a:xfrm>
              <a:off x="11307025" y="6550818"/>
              <a:ext cx="133642" cy="30104"/>
            </a:xfrm>
            <a:custGeom>
              <a:avLst/>
              <a:pathLst>
                <a:path w="133642" h="30104">
                  <a:moveTo>
                    <a:pt x="0" y="0"/>
                  </a:moveTo>
                  <a:lnTo>
                    <a:pt x="133642" y="3010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" name="pl3656"/>
            <p:cNvSpPr/>
            <p:nvPr/>
          </p:nvSpPr>
          <p:spPr>
            <a:xfrm>
              <a:off x="11067351" y="6435059"/>
              <a:ext cx="142711" cy="35067"/>
            </a:xfrm>
            <a:custGeom>
              <a:avLst/>
              <a:pathLst>
                <a:path w="142711" h="35067">
                  <a:moveTo>
                    <a:pt x="0" y="35067"/>
                  </a:moveTo>
                  <a:lnTo>
                    <a:pt x="60102" y="12863"/>
                  </a:lnTo>
                  <a:lnTo>
                    <a:pt x="14271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" name="pl3657"/>
            <p:cNvSpPr/>
            <p:nvPr/>
          </p:nvSpPr>
          <p:spPr>
            <a:xfrm>
              <a:off x="11067351" y="6524236"/>
              <a:ext cx="579891" cy="104564"/>
            </a:xfrm>
            <a:custGeom>
              <a:avLst/>
              <a:pathLst>
                <a:path w="579891" h="104564">
                  <a:moveTo>
                    <a:pt x="0" y="71030"/>
                  </a:moveTo>
                  <a:lnTo>
                    <a:pt x="72282" y="104564"/>
                  </a:lnTo>
                  <a:lnTo>
                    <a:pt x="146384" y="92234"/>
                  </a:lnTo>
                  <a:lnTo>
                    <a:pt x="205072" y="23847"/>
                  </a:lnTo>
                  <a:lnTo>
                    <a:pt x="271920" y="25391"/>
                  </a:lnTo>
                  <a:lnTo>
                    <a:pt x="402386" y="0"/>
                  </a:lnTo>
                  <a:lnTo>
                    <a:pt x="579891" y="1936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" name="pl3658"/>
            <p:cNvSpPr/>
            <p:nvPr/>
          </p:nvSpPr>
          <p:spPr>
            <a:xfrm>
              <a:off x="11067351" y="6497126"/>
              <a:ext cx="201268" cy="52006"/>
            </a:xfrm>
            <a:custGeom>
              <a:avLst/>
              <a:pathLst>
                <a:path w="201268" h="52006">
                  <a:moveTo>
                    <a:pt x="0" y="52006"/>
                  </a:moveTo>
                  <a:lnTo>
                    <a:pt x="20126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" name="pl3659"/>
            <p:cNvSpPr/>
            <p:nvPr/>
          </p:nvSpPr>
          <p:spPr>
            <a:xfrm>
              <a:off x="11067351" y="6490667"/>
              <a:ext cx="486594" cy="106168"/>
            </a:xfrm>
            <a:custGeom>
              <a:avLst/>
              <a:pathLst>
                <a:path w="486594" h="106168">
                  <a:moveTo>
                    <a:pt x="0" y="106168"/>
                  </a:moveTo>
                  <a:lnTo>
                    <a:pt x="73550" y="85838"/>
                  </a:lnTo>
                  <a:lnTo>
                    <a:pt x="48659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" name="pl3660"/>
            <p:cNvSpPr/>
            <p:nvPr/>
          </p:nvSpPr>
          <p:spPr>
            <a:xfrm>
              <a:off x="11067351" y="6530561"/>
              <a:ext cx="140299" cy="71861"/>
            </a:xfrm>
            <a:custGeom>
              <a:avLst/>
              <a:pathLst>
                <a:path w="140299" h="71861">
                  <a:moveTo>
                    <a:pt x="0" y="71861"/>
                  </a:moveTo>
                  <a:lnTo>
                    <a:pt x="14029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" name="pl3661"/>
            <p:cNvSpPr/>
            <p:nvPr/>
          </p:nvSpPr>
          <p:spPr>
            <a:xfrm>
              <a:off x="11469706" y="6542753"/>
              <a:ext cx="71558" cy="11217"/>
            </a:xfrm>
            <a:custGeom>
              <a:avLst/>
              <a:pathLst>
                <a:path w="71558" h="11217">
                  <a:moveTo>
                    <a:pt x="0" y="11217"/>
                  </a:moveTo>
                  <a:lnTo>
                    <a:pt x="7155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" name="pl3662"/>
            <p:cNvSpPr/>
            <p:nvPr/>
          </p:nvSpPr>
          <p:spPr>
            <a:xfrm>
              <a:off x="11067351" y="6584504"/>
              <a:ext cx="392878" cy="23436"/>
            </a:xfrm>
            <a:custGeom>
              <a:avLst/>
              <a:pathLst>
                <a:path w="392878" h="23436">
                  <a:moveTo>
                    <a:pt x="0" y="10246"/>
                  </a:moveTo>
                  <a:lnTo>
                    <a:pt x="148258" y="4884"/>
                  </a:lnTo>
                  <a:lnTo>
                    <a:pt x="202717" y="23015"/>
                  </a:lnTo>
                  <a:lnTo>
                    <a:pt x="277898" y="23436"/>
                  </a:lnTo>
                  <a:lnTo>
                    <a:pt x="39287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" name="pl3663"/>
            <p:cNvSpPr/>
            <p:nvPr/>
          </p:nvSpPr>
          <p:spPr>
            <a:xfrm>
              <a:off x="11067351" y="6439810"/>
              <a:ext cx="199094" cy="65958"/>
            </a:xfrm>
            <a:custGeom>
              <a:avLst/>
              <a:pathLst>
                <a:path w="199094" h="65958">
                  <a:moveTo>
                    <a:pt x="0" y="65958"/>
                  </a:moveTo>
                  <a:lnTo>
                    <a:pt x="19909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" name="pl3664"/>
            <p:cNvSpPr/>
            <p:nvPr/>
          </p:nvSpPr>
          <p:spPr>
            <a:xfrm>
              <a:off x="11067351" y="6506003"/>
              <a:ext cx="196977" cy="66993"/>
            </a:xfrm>
            <a:custGeom>
              <a:avLst/>
              <a:pathLst>
                <a:path w="196977" h="66993">
                  <a:moveTo>
                    <a:pt x="0" y="51767"/>
                  </a:moveTo>
                  <a:lnTo>
                    <a:pt x="74818" y="66993"/>
                  </a:lnTo>
                  <a:lnTo>
                    <a:pt x="19697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" name="pl3665"/>
            <p:cNvSpPr/>
            <p:nvPr/>
          </p:nvSpPr>
          <p:spPr>
            <a:xfrm>
              <a:off x="11067351" y="6484964"/>
              <a:ext cx="534058" cy="55296"/>
            </a:xfrm>
            <a:custGeom>
              <a:avLst/>
              <a:pathLst>
                <a:path w="534058" h="55296">
                  <a:moveTo>
                    <a:pt x="0" y="31110"/>
                  </a:moveTo>
                  <a:lnTo>
                    <a:pt x="206521" y="55296"/>
                  </a:lnTo>
                  <a:lnTo>
                    <a:pt x="357427" y="38983"/>
                  </a:lnTo>
                  <a:lnTo>
                    <a:pt x="53405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" name="pl3666"/>
            <p:cNvSpPr/>
            <p:nvPr/>
          </p:nvSpPr>
          <p:spPr>
            <a:xfrm>
              <a:off x="11067351" y="6288441"/>
              <a:ext cx="232065" cy="186400"/>
            </a:xfrm>
            <a:custGeom>
              <a:avLst/>
              <a:pathLst>
                <a:path w="232065" h="186400">
                  <a:moveTo>
                    <a:pt x="0" y="186400"/>
                  </a:moveTo>
                  <a:lnTo>
                    <a:pt x="23206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" name="pl3667"/>
            <p:cNvSpPr/>
            <p:nvPr/>
          </p:nvSpPr>
          <p:spPr>
            <a:xfrm>
              <a:off x="11067351" y="6534290"/>
              <a:ext cx="461413" cy="37015"/>
            </a:xfrm>
            <a:custGeom>
              <a:avLst/>
              <a:pathLst>
                <a:path w="461413" h="37015">
                  <a:moveTo>
                    <a:pt x="0" y="20552"/>
                  </a:moveTo>
                  <a:lnTo>
                    <a:pt x="208514" y="0"/>
                  </a:lnTo>
                  <a:lnTo>
                    <a:pt x="330817" y="37015"/>
                  </a:lnTo>
                  <a:lnTo>
                    <a:pt x="461413" y="1639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" name="pl3668"/>
            <p:cNvSpPr/>
            <p:nvPr/>
          </p:nvSpPr>
          <p:spPr>
            <a:xfrm>
              <a:off x="11067351" y="6536300"/>
              <a:ext cx="136232" cy="31787"/>
            </a:xfrm>
            <a:custGeom>
              <a:avLst/>
              <a:pathLst>
                <a:path w="136232" h="31787">
                  <a:moveTo>
                    <a:pt x="0" y="0"/>
                  </a:moveTo>
                  <a:lnTo>
                    <a:pt x="66203" y="31787"/>
                  </a:lnTo>
                  <a:lnTo>
                    <a:pt x="136232" y="243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" name="pl3669"/>
            <p:cNvSpPr/>
            <p:nvPr/>
          </p:nvSpPr>
          <p:spPr>
            <a:xfrm>
              <a:off x="11067351" y="6424228"/>
              <a:ext cx="154546" cy="128800"/>
            </a:xfrm>
            <a:custGeom>
              <a:avLst/>
              <a:pathLst>
                <a:path w="154546" h="128800">
                  <a:moveTo>
                    <a:pt x="0" y="128800"/>
                  </a:moveTo>
                  <a:lnTo>
                    <a:pt x="15454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" name="pl3670"/>
            <p:cNvSpPr/>
            <p:nvPr/>
          </p:nvSpPr>
          <p:spPr>
            <a:xfrm>
              <a:off x="11067351" y="6552063"/>
              <a:ext cx="667029" cy="62059"/>
            </a:xfrm>
            <a:custGeom>
              <a:avLst/>
              <a:pathLst>
                <a:path w="667029" h="62059">
                  <a:moveTo>
                    <a:pt x="0" y="33552"/>
                  </a:moveTo>
                  <a:lnTo>
                    <a:pt x="208349" y="0"/>
                  </a:lnTo>
                  <a:lnTo>
                    <a:pt x="416475" y="62059"/>
                  </a:lnTo>
                  <a:lnTo>
                    <a:pt x="528080" y="42898"/>
                  </a:lnTo>
                  <a:lnTo>
                    <a:pt x="667029" y="3067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" name="pl3671"/>
            <p:cNvSpPr/>
            <p:nvPr/>
          </p:nvSpPr>
          <p:spPr>
            <a:xfrm>
              <a:off x="11067351" y="6464722"/>
              <a:ext cx="140427" cy="46028"/>
            </a:xfrm>
            <a:custGeom>
              <a:avLst/>
              <a:pathLst>
                <a:path w="140427" h="46028">
                  <a:moveTo>
                    <a:pt x="0" y="22736"/>
                  </a:moveTo>
                  <a:lnTo>
                    <a:pt x="74485" y="46028"/>
                  </a:lnTo>
                  <a:lnTo>
                    <a:pt x="14042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" name="pl3672"/>
            <p:cNvSpPr/>
            <p:nvPr/>
          </p:nvSpPr>
          <p:spPr>
            <a:xfrm>
              <a:off x="11067351" y="6608316"/>
              <a:ext cx="145652" cy="10127"/>
            </a:xfrm>
            <a:custGeom>
              <a:avLst/>
              <a:pathLst>
                <a:path w="145652" h="10127">
                  <a:moveTo>
                    <a:pt x="0" y="10127"/>
                  </a:moveTo>
                  <a:lnTo>
                    <a:pt x="14565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" name="pl3673"/>
            <p:cNvSpPr/>
            <p:nvPr/>
          </p:nvSpPr>
          <p:spPr>
            <a:xfrm>
              <a:off x="11067351" y="6598704"/>
              <a:ext cx="198913" cy="18393"/>
            </a:xfrm>
            <a:custGeom>
              <a:avLst/>
              <a:pathLst>
                <a:path w="198913" h="18393">
                  <a:moveTo>
                    <a:pt x="0" y="18393"/>
                  </a:moveTo>
                  <a:lnTo>
                    <a:pt x="131849" y="458"/>
                  </a:lnTo>
                  <a:lnTo>
                    <a:pt x="19891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" name="pl3674"/>
            <p:cNvSpPr/>
            <p:nvPr/>
          </p:nvSpPr>
          <p:spPr>
            <a:xfrm>
              <a:off x="11067351" y="6571376"/>
              <a:ext cx="141852" cy="4439"/>
            </a:xfrm>
            <a:custGeom>
              <a:avLst/>
              <a:pathLst>
                <a:path w="141852" h="4439">
                  <a:moveTo>
                    <a:pt x="0" y="0"/>
                  </a:moveTo>
                  <a:lnTo>
                    <a:pt x="141852" y="443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" name="pl3675"/>
            <p:cNvSpPr/>
            <p:nvPr/>
          </p:nvSpPr>
          <p:spPr>
            <a:xfrm>
              <a:off x="11067351" y="6476248"/>
              <a:ext cx="460010" cy="71455"/>
            </a:xfrm>
            <a:custGeom>
              <a:avLst/>
              <a:pathLst>
                <a:path w="460010" h="71455">
                  <a:moveTo>
                    <a:pt x="0" y="21295"/>
                  </a:moveTo>
                  <a:lnTo>
                    <a:pt x="205300" y="49683"/>
                  </a:lnTo>
                  <a:lnTo>
                    <a:pt x="324322" y="71455"/>
                  </a:lnTo>
                  <a:lnTo>
                    <a:pt x="46001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" name="pl3676"/>
            <p:cNvSpPr/>
            <p:nvPr/>
          </p:nvSpPr>
          <p:spPr>
            <a:xfrm>
              <a:off x="11067351" y="6518156"/>
              <a:ext cx="462862" cy="111643"/>
            </a:xfrm>
            <a:custGeom>
              <a:avLst/>
              <a:pathLst>
                <a:path w="462862" h="111643">
                  <a:moveTo>
                    <a:pt x="0" y="0"/>
                  </a:moveTo>
                  <a:lnTo>
                    <a:pt x="202717" y="111643"/>
                  </a:lnTo>
                  <a:lnTo>
                    <a:pt x="345686" y="76292"/>
                  </a:lnTo>
                  <a:lnTo>
                    <a:pt x="462862" y="4121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" name="pl3677"/>
            <p:cNvSpPr/>
            <p:nvPr/>
          </p:nvSpPr>
          <p:spPr>
            <a:xfrm>
              <a:off x="11067351" y="6453202"/>
              <a:ext cx="281522" cy="65883"/>
            </a:xfrm>
            <a:custGeom>
              <a:avLst/>
              <a:pathLst>
                <a:path w="281522" h="65883">
                  <a:moveTo>
                    <a:pt x="0" y="21264"/>
                  </a:moveTo>
                  <a:lnTo>
                    <a:pt x="78386" y="45974"/>
                  </a:lnTo>
                  <a:lnTo>
                    <a:pt x="153442" y="0"/>
                  </a:lnTo>
                  <a:lnTo>
                    <a:pt x="281522" y="6588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" name="pl3678"/>
            <p:cNvSpPr/>
            <p:nvPr/>
          </p:nvSpPr>
          <p:spPr>
            <a:xfrm>
              <a:off x="11067351" y="6626359"/>
              <a:ext cx="263949" cy="32349"/>
            </a:xfrm>
            <a:custGeom>
              <a:avLst/>
              <a:pathLst>
                <a:path w="263949" h="32349">
                  <a:moveTo>
                    <a:pt x="0" y="9939"/>
                  </a:moveTo>
                  <a:lnTo>
                    <a:pt x="149914" y="32349"/>
                  </a:lnTo>
                  <a:lnTo>
                    <a:pt x="26394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" name="pl3679"/>
            <p:cNvSpPr/>
            <p:nvPr/>
          </p:nvSpPr>
          <p:spPr>
            <a:xfrm>
              <a:off x="11067351" y="6609534"/>
              <a:ext cx="309036" cy="24937"/>
            </a:xfrm>
            <a:custGeom>
              <a:avLst/>
              <a:pathLst>
                <a:path w="309036" h="24937">
                  <a:moveTo>
                    <a:pt x="0" y="0"/>
                  </a:moveTo>
                  <a:lnTo>
                    <a:pt x="309036" y="2493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" name="pl3680"/>
            <p:cNvSpPr/>
            <p:nvPr/>
          </p:nvSpPr>
          <p:spPr>
            <a:xfrm>
              <a:off x="11067351" y="6584698"/>
              <a:ext cx="146014" cy="5595"/>
            </a:xfrm>
            <a:custGeom>
              <a:avLst/>
              <a:pathLst>
                <a:path w="146014" h="5595">
                  <a:moveTo>
                    <a:pt x="0" y="0"/>
                  </a:moveTo>
                  <a:lnTo>
                    <a:pt x="146014" y="559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" name="pl3681"/>
            <p:cNvSpPr/>
            <p:nvPr/>
          </p:nvSpPr>
          <p:spPr>
            <a:xfrm>
              <a:off x="11067351" y="6540709"/>
              <a:ext cx="273551" cy="31757"/>
            </a:xfrm>
            <a:custGeom>
              <a:avLst/>
              <a:pathLst>
                <a:path w="273551" h="31757">
                  <a:moveTo>
                    <a:pt x="0" y="0"/>
                  </a:moveTo>
                  <a:lnTo>
                    <a:pt x="138267" y="31757"/>
                  </a:lnTo>
                  <a:lnTo>
                    <a:pt x="273551" y="719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" name="pl3682"/>
            <p:cNvSpPr/>
            <p:nvPr/>
          </p:nvSpPr>
          <p:spPr>
            <a:xfrm>
              <a:off x="11067351" y="6590879"/>
              <a:ext cx="234782" cy="10926"/>
            </a:xfrm>
            <a:custGeom>
              <a:avLst/>
              <a:pathLst>
                <a:path w="234782" h="10926">
                  <a:moveTo>
                    <a:pt x="0" y="0"/>
                  </a:moveTo>
                  <a:lnTo>
                    <a:pt x="234782" y="1092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" name="pl3683"/>
            <p:cNvSpPr/>
            <p:nvPr/>
          </p:nvSpPr>
          <p:spPr>
            <a:xfrm>
              <a:off x="11067351" y="6494054"/>
              <a:ext cx="264855" cy="23361"/>
            </a:xfrm>
            <a:custGeom>
              <a:avLst/>
              <a:pathLst>
                <a:path w="264855" h="23361">
                  <a:moveTo>
                    <a:pt x="0" y="1032"/>
                  </a:moveTo>
                  <a:lnTo>
                    <a:pt x="166049" y="23361"/>
                  </a:lnTo>
                  <a:lnTo>
                    <a:pt x="26485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" name="pl3684"/>
            <p:cNvSpPr/>
            <p:nvPr/>
          </p:nvSpPr>
          <p:spPr>
            <a:xfrm>
              <a:off x="11067351" y="6522110"/>
              <a:ext cx="276268" cy="8516"/>
            </a:xfrm>
            <a:custGeom>
              <a:avLst/>
              <a:pathLst>
                <a:path w="276268" h="8516">
                  <a:moveTo>
                    <a:pt x="0" y="8516"/>
                  </a:moveTo>
                  <a:lnTo>
                    <a:pt x="167029" y="0"/>
                  </a:lnTo>
                  <a:lnTo>
                    <a:pt x="276268" y="798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" name="pl3685"/>
            <p:cNvSpPr/>
            <p:nvPr/>
          </p:nvSpPr>
          <p:spPr>
            <a:xfrm>
              <a:off x="11067351" y="6619228"/>
              <a:ext cx="145833" cy="14264"/>
            </a:xfrm>
            <a:custGeom>
              <a:avLst/>
              <a:pathLst>
                <a:path w="145833" h="14264">
                  <a:moveTo>
                    <a:pt x="0" y="14264"/>
                  </a:moveTo>
                  <a:lnTo>
                    <a:pt x="14583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" name="pl3686"/>
            <p:cNvSpPr/>
            <p:nvPr/>
          </p:nvSpPr>
          <p:spPr>
            <a:xfrm>
              <a:off x="11067351" y="6540864"/>
              <a:ext cx="346007" cy="22316"/>
            </a:xfrm>
            <a:custGeom>
              <a:avLst/>
              <a:pathLst>
                <a:path w="346007" h="22316">
                  <a:moveTo>
                    <a:pt x="0" y="22316"/>
                  </a:moveTo>
                  <a:lnTo>
                    <a:pt x="34600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" name="pl3687"/>
            <p:cNvSpPr/>
            <p:nvPr/>
          </p:nvSpPr>
          <p:spPr>
            <a:xfrm>
              <a:off x="11067351" y="6543290"/>
              <a:ext cx="198162" cy="52274"/>
            </a:xfrm>
            <a:custGeom>
              <a:avLst/>
              <a:pathLst>
                <a:path w="198162" h="52274">
                  <a:moveTo>
                    <a:pt x="0" y="0"/>
                  </a:moveTo>
                  <a:lnTo>
                    <a:pt x="198162" y="5227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" name="pl3688"/>
            <p:cNvSpPr/>
            <p:nvPr/>
          </p:nvSpPr>
          <p:spPr>
            <a:xfrm>
              <a:off x="11067351" y="6595703"/>
              <a:ext cx="136790" cy="14087"/>
            </a:xfrm>
            <a:custGeom>
              <a:avLst/>
              <a:pathLst>
                <a:path w="136790" h="14087">
                  <a:moveTo>
                    <a:pt x="0" y="0"/>
                  </a:moveTo>
                  <a:lnTo>
                    <a:pt x="136790" y="1408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" name="pl3689"/>
            <p:cNvSpPr/>
            <p:nvPr/>
          </p:nvSpPr>
          <p:spPr>
            <a:xfrm>
              <a:off x="11067351" y="6566125"/>
              <a:ext cx="67175" cy="8965"/>
            </a:xfrm>
            <a:custGeom>
              <a:avLst/>
              <a:pathLst>
                <a:path w="67175" h="8965">
                  <a:moveTo>
                    <a:pt x="0" y="8965"/>
                  </a:moveTo>
                  <a:lnTo>
                    <a:pt x="6717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" name="pl3690"/>
            <p:cNvSpPr/>
            <p:nvPr/>
          </p:nvSpPr>
          <p:spPr>
            <a:xfrm>
              <a:off x="11067351" y="6617544"/>
              <a:ext cx="132948" cy="8219"/>
            </a:xfrm>
            <a:custGeom>
              <a:avLst/>
              <a:pathLst>
                <a:path w="132948" h="8219">
                  <a:moveTo>
                    <a:pt x="0" y="0"/>
                  </a:moveTo>
                  <a:lnTo>
                    <a:pt x="132948" y="821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" name="pl3691"/>
            <p:cNvSpPr/>
            <p:nvPr/>
          </p:nvSpPr>
          <p:spPr>
            <a:xfrm>
              <a:off x="11067351" y="6511755"/>
              <a:ext cx="125461" cy="29512"/>
            </a:xfrm>
            <a:custGeom>
              <a:avLst/>
              <a:pathLst>
                <a:path w="125461" h="29512">
                  <a:moveTo>
                    <a:pt x="0" y="29512"/>
                  </a:moveTo>
                  <a:lnTo>
                    <a:pt x="12546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" name="pl3692"/>
            <p:cNvSpPr/>
            <p:nvPr/>
          </p:nvSpPr>
          <p:spPr>
            <a:xfrm>
              <a:off x="11067351" y="6523082"/>
              <a:ext cx="143116" cy="58716"/>
            </a:xfrm>
            <a:custGeom>
              <a:avLst/>
              <a:pathLst>
                <a:path w="143116" h="58716">
                  <a:moveTo>
                    <a:pt x="0" y="58716"/>
                  </a:moveTo>
                  <a:lnTo>
                    <a:pt x="74026" y="25811"/>
                  </a:lnTo>
                  <a:lnTo>
                    <a:pt x="14311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" name="pl3693"/>
            <p:cNvSpPr/>
            <p:nvPr/>
          </p:nvSpPr>
          <p:spPr>
            <a:xfrm>
              <a:off x="11067351" y="6494136"/>
              <a:ext cx="470471" cy="111548"/>
            </a:xfrm>
            <a:custGeom>
              <a:avLst/>
              <a:pathLst>
                <a:path w="470471" h="111548">
                  <a:moveTo>
                    <a:pt x="0" y="111548"/>
                  </a:moveTo>
                  <a:lnTo>
                    <a:pt x="47047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" name="pl3694"/>
            <p:cNvSpPr/>
            <p:nvPr/>
          </p:nvSpPr>
          <p:spPr>
            <a:xfrm>
              <a:off x="11067351" y="6485209"/>
              <a:ext cx="214130" cy="18984"/>
            </a:xfrm>
            <a:custGeom>
              <a:avLst/>
              <a:pathLst>
                <a:path w="214130" h="18984">
                  <a:moveTo>
                    <a:pt x="0" y="18984"/>
                  </a:moveTo>
                  <a:lnTo>
                    <a:pt x="21413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" name="pl3695"/>
            <p:cNvSpPr/>
            <p:nvPr/>
          </p:nvSpPr>
          <p:spPr>
            <a:xfrm>
              <a:off x="11067351" y="6583692"/>
              <a:ext cx="597102" cy="16800"/>
            </a:xfrm>
            <a:custGeom>
              <a:avLst/>
              <a:pathLst>
                <a:path w="597102" h="16800">
                  <a:moveTo>
                    <a:pt x="0" y="5377"/>
                  </a:moveTo>
                  <a:lnTo>
                    <a:pt x="199637" y="3771"/>
                  </a:lnTo>
                  <a:lnTo>
                    <a:pt x="335869" y="0"/>
                  </a:lnTo>
                  <a:lnTo>
                    <a:pt x="466486" y="8082"/>
                  </a:lnTo>
                  <a:lnTo>
                    <a:pt x="597102" y="1680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" name="pl3696"/>
            <p:cNvSpPr/>
            <p:nvPr/>
          </p:nvSpPr>
          <p:spPr>
            <a:xfrm>
              <a:off x="11067351" y="6569922"/>
              <a:ext cx="463949" cy="32596"/>
            </a:xfrm>
            <a:custGeom>
              <a:avLst/>
              <a:pathLst>
                <a:path w="463949" h="32596">
                  <a:moveTo>
                    <a:pt x="0" y="0"/>
                  </a:moveTo>
                  <a:lnTo>
                    <a:pt x="215398" y="32596"/>
                  </a:lnTo>
                  <a:lnTo>
                    <a:pt x="340854" y="21537"/>
                  </a:lnTo>
                  <a:lnTo>
                    <a:pt x="463949" y="2822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" name="pl3697"/>
            <p:cNvSpPr/>
            <p:nvPr/>
          </p:nvSpPr>
          <p:spPr>
            <a:xfrm>
              <a:off x="11067351" y="6493757"/>
              <a:ext cx="384239" cy="55397"/>
            </a:xfrm>
            <a:custGeom>
              <a:avLst/>
              <a:pathLst>
                <a:path w="384239" h="55397">
                  <a:moveTo>
                    <a:pt x="0" y="55397"/>
                  </a:moveTo>
                  <a:lnTo>
                    <a:pt x="82427" y="38979"/>
                  </a:lnTo>
                  <a:lnTo>
                    <a:pt x="38423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" name="pl3698"/>
            <p:cNvSpPr/>
            <p:nvPr/>
          </p:nvSpPr>
          <p:spPr>
            <a:xfrm>
              <a:off x="11067351" y="6554824"/>
              <a:ext cx="330797" cy="30167"/>
            </a:xfrm>
            <a:custGeom>
              <a:avLst/>
              <a:pathLst>
                <a:path w="330797" h="30167">
                  <a:moveTo>
                    <a:pt x="0" y="25449"/>
                  </a:moveTo>
                  <a:lnTo>
                    <a:pt x="185080" y="0"/>
                  </a:lnTo>
                  <a:lnTo>
                    <a:pt x="330797" y="3016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" name="pl3699"/>
            <p:cNvSpPr/>
            <p:nvPr/>
          </p:nvSpPr>
          <p:spPr>
            <a:xfrm>
              <a:off x="11067351" y="6559275"/>
              <a:ext cx="385296" cy="73489"/>
            </a:xfrm>
            <a:custGeom>
              <a:avLst/>
              <a:pathLst>
                <a:path w="385296" h="73489">
                  <a:moveTo>
                    <a:pt x="0" y="0"/>
                  </a:moveTo>
                  <a:lnTo>
                    <a:pt x="212681" y="73489"/>
                  </a:lnTo>
                  <a:lnTo>
                    <a:pt x="385296" y="6920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" name="pl3700"/>
            <p:cNvSpPr/>
            <p:nvPr/>
          </p:nvSpPr>
          <p:spPr>
            <a:xfrm>
              <a:off x="11067351" y="6592106"/>
              <a:ext cx="266123" cy="29743"/>
            </a:xfrm>
            <a:custGeom>
              <a:avLst/>
              <a:pathLst>
                <a:path w="266123" h="29743">
                  <a:moveTo>
                    <a:pt x="0" y="105"/>
                  </a:moveTo>
                  <a:lnTo>
                    <a:pt x="136775" y="29743"/>
                  </a:lnTo>
                  <a:lnTo>
                    <a:pt x="26612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" name="pl3701"/>
            <p:cNvSpPr/>
            <p:nvPr/>
          </p:nvSpPr>
          <p:spPr>
            <a:xfrm>
              <a:off x="11067351" y="6606667"/>
              <a:ext cx="198598" cy="99992"/>
            </a:xfrm>
            <a:custGeom>
              <a:avLst/>
              <a:pathLst>
                <a:path w="198598" h="99992">
                  <a:moveTo>
                    <a:pt x="0" y="0"/>
                  </a:moveTo>
                  <a:lnTo>
                    <a:pt x="198598" y="9999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" name="pl3702"/>
            <p:cNvSpPr/>
            <p:nvPr/>
          </p:nvSpPr>
          <p:spPr>
            <a:xfrm>
              <a:off x="11067351" y="6573954"/>
              <a:ext cx="196516" cy="13403"/>
            </a:xfrm>
            <a:custGeom>
              <a:avLst/>
              <a:pathLst>
                <a:path w="196516" h="13403">
                  <a:moveTo>
                    <a:pt x="0" y="13403"/>
                  </a:moveTo>
                  <a:lnTo>
                    <a:pt x="19651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" name="pl3703"/>
            <p:cNvSpPr/>
            <p:nvPr/>
          </p:nvSpPr>
          <p:spPr>
            <a:xfrm>
              <a:off x="11067351" y="6492342"/>
              <a:ext cx="257246" cy="78252"/>
            </a:xfrm>
            <a:custGeom>
              <a:avLst/>
              <a:pathLst>
                <a:path w="257246" h="78252">
                  <a:moveTo>
                    <a:pt x="0" y="78252"/>
                  </a:moveTo>
                  <a:lnTo>
                    <a:pt x="134669" y="1494"/>
                  </a:lnTo>
                  <a:lnTo>
                    <a:pt x="25724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" name="pl3704"/>
            <p:cNvSpPr/>
            <p:nvPr/>
          </p:nvSpPr>
          <p:spPr>
            <a:xfrm>
              <a:off x="11067351" y="6554330"/>
              <a:ext cx="201595" cy="60783"/>
            </a:xfrm>
            <a:custGeom>
              <a:avLst/>
              <a:pathLst>
                <a:path w="201595" h="60783">
                  <a:moveTo>
                    <a:pt x="0" y="0"/>
                  </a:moveTo>
                  <a:lnTo>
                    <a:pt x="201595" y="6078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" name="pl3705"/>
            <p:cNvSpPr/>
            <p:nvPr/>
          </p:nvSpPr>
          <p:spPr>
            <a:xfrm>
              <a:off x="11067351" y="6556025"/>
              <a:ext cx="419203" cy="44671"/>
            </a:xfrm>
            <a:custGeom>
              <a:avLst/>
              <a:pathLst>
                <a:path w="419203" h="44671">
                  <a:moveTo>
                    <a:pt x="0" y="44671"/>
                  </a:moveTo>
                  <a:lnTo>
                    <a:pt x="214855" y="23948"/>
                  </a:lnTo>
                  <a:lnTo>
                    <a:pt x="41920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" name="pl3706"/>
            <p:cNvSpPr/>
            <p:nvPr/>
          </p:nvSpPr>
          <p:spPr>
            <a:xfrm>
              <a:off x="11067351" y="6576445"/>
              <a:ext cx="144521" cy="3288"/>
            </a:xfrm>
            <a:custGeom>
              <a:avLst/>
              <a:pathLst>
                <a:path w="144521" h="3288">
                  <a:moveTo>
                    <a:pt x="0" y="0"/>
                  </a:moveTo>
                  <a:lnTo>
                    <a:pt x="144521" y="328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" name="pl3707"/>
            <p:cNvSpPr/>
            <p:nvPr/>
          </p:nvSpPr>
          <p:spPr>
            <a:xfrm>
              <a:off x="11067351" y="6622467"/>
              <a:ext cx="140398" cy="19671"/>
            </a:xfrm>
            <a:custGeom>
              <a:avLst/>
              <a:pathLst>
                <a:path w="140398" h="19671">
                  <a:moveTo>
                    <a:pt x="0" y="19671"/>
                  </a:moveTo>
                  <a:lnTo>
                    <a:pt x="14039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" name="pl3708"/>
            <p:cNvSpPr/>
            <p:nvPr/>
          </p:nvSpPr>
          <p:spPr>
            <a:xfrm>
              <a:off x="11067351" y="6436161"/>
              <a:ext cx="138587" cy="37146"/>
            </a:xfrm>
            <a:custGeom>
              <a:avLst/>
              <a:pathLst>
                <a:path w="138587" h="37146">
                  <a:moveTo>
                    <a:pt x="0" y="37146"/>
                  </a:moveTo>
                  <a:lnTo>
                    <a:pt x="13858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" name="pl3709"/>
            <p:cNvSpPr/>
            <p:nvPr/>
          </p:nvSpPr>
          <p:spPr>
            <a:xfrm>
              <a:off x="11067351" y="6610121"/>
              <a:ext cx="138167" cy="14402"/>
            </a:xfrm>
            <a:custGeom>
              <a:avLst/>
              <a:pathLst>
                <a:path w="138167" h="14402">
                  <a:moveTo>
                    <a:pt x="0" y="0"/>
                  </a:moveTo>
                  <a:lnTo>
                    <a:pt x="138167" y="1440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" name="pl3710"/>
            <p:cNvSpPr/>
            <p:nvPr/>
          </p:nvSpPr>
          <p:spPr>
            <a:xfrm>
              <a:off x="11067351" y="6529593"/>
              <a:ext cx="152970" cy="12790"/>
            </a:xfrm>
            <a:custGeom>
              <a:avLst/>
              <a:pathLst>
                <a:path w="152970" h="12790">
                  <a:moveTo>
                    <a:pt x="0" y="12790"/>
                  </a:moveTo>
                  <a:lnTo>
                    <a:pt x="15297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" name="pl3711"/>
            <p:cNvSpPr/>
            <p:nvPr/>
          </p:nvSpPr>
          <p:spPr>
            <a:xfrm>
              <a:off x="11200209" y="6617420"/>
              <a:ext cx="137975" cy="7280"/>
            </a:xfrm>
            <a:custGeom>
              <a:avLst/>
              <a:pathLst>
                <a:path w="137975" h="7280">
                  <a:moveTo>
                    <a:pt x="0" y="0"/>
                  </a:moveTo>
                  <a:lnTo>
                    <a:pt x="137975" y="728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" name="pl3712"/>
            <p:cNvSpPr/>
            <p:nvPr/>
          </p:nvSpPr>
          <p:spPr>
            <a:xfrm>
              <a:off x="11067351" y="6583981"/>
              <a:ext cx="133045" cy="6321"/>
            </a:xfrm>
            <a:custGeom>
              <a:avLst/>
              <a:pathLst>
                <a:path w="133045" h="6321">
                  <a:moveTo>
                    <a:pt x="0" y="0"/>
                  </a:moveTo>
                  <a:lnTo>
                    <a:pt x="133045" y="632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" name="pl3713"/>
            <p:cNvSpPr/>
            <p:nvPr/>
          </p:nvSpPr>
          <p:spPr>
            <a:xfrm>
              <a:off x="11067351" y="6464403"/>
              <a:ext cx="464270" cy="135514"/>
            </a:xfrm>
            <a:custGeom>
              <a:avLst/>
              <a:pathLst>
                <a:path w="464270" h="135514">
                  <a:moveTo>
                    <a:pt x="0" y="135514"/>
                  </a:moveTo>
                  <a:lnTo>
                    <a:pt x="196516" y="130254"/>
                  </a:lnTo>
                  <a:lnTo>
                    <a:pt x="332385" y="128629"/>
                  </a:lnTo>
                  <a:lnTo>
                    <a:pt x="46427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" name="pl3714"/>
            <p:cNvSpPr/>
            <p:nvPr/>
          </p:nvSpPr>
          <p:spPr>
            <a:xfrm>
              <a:off x="11067351" y="6621707"/>
              <a:ext cx="143116" cy="14804"/>
            </a:xfrm>
            <a:custGeom>
              <a:avLst/>
              <a:pathLst>
                <a:path w="143116" h="14804">
                  <a:moveTo>
                    <a:pt x="0" y="0"/>
                  </a:moveTo>
                  <a:lnTo>
                    <a:pt x="143116" y="1480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" name="pl3715"/>
            <p:cNvSpPr/>
            <p:nvPr/>
          </p:nvSpPr>
          <p:spPr>
            <a:xfrm>
              <a:off x="11067351" y="6535495"/>
              <a:ext cx="277536" cy="50595"/>
            </a:xfrm>
            <a:custGeom>
              <a:avLst/>
              <a:pathLst>
                <a:path w="277536" h="50595">
                  <a:moveTo>
                    <a:pt x="0" y="50595"/>
                  </a:moveTo>
                  <a:lnTo>
                    <a:pt x="146014" y="46308"/>
                  </a:lnTo>
                  <a:lnTo>
                    <a:pt x="27753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" name="pl3716"/>
            <p:cNvSpPr/>
            <p:nvPr/>
          </p:nvSpPr>
          <p:spPr>
            <a:xfrm>
              <a:off x="11067351" y="6578458"/>
              <a:ext cx="456159" cy="28858"/>
            </a:xfrm>
            <a:custGeom>
              <a:avLst/>
              <a:pathLst>
                <a:path w="456159" h="28858">
                  <a:moveTo>
                    <a:pt x="0" y="12478"/>
                  </a:moveTo>
                  <a:lnTo>
                    <a:pt x="203261" y="28858"/>
                  </a:lnTo>
                  <a:lnTo>
                    <a:pt x="342049" y="0"/>
                  </a:lnTo>
                  <a:lnTo>
                    <a:pt x="456159" y="1751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" name="pl3717"/>
            <p:cNvSpPr/>
            <p:nvPr/>
          </p:nvSpPr>
          <p:spPr>
            <a:xfrm>
              <a:off x="11067351" y="6576548"/>
              <a:ext cx="460145" cy="20317"/>
            </a:xfrm>
            <a:custGeom>
              <a:avLst/>
              <a:pathLst>
                <a:path w="460145" h="20317">
                  <a:moveTo>
                    <a:pt x="0" y="20317"/>
                  </a:moveTo>
                  <a:lnTo>
                    <a:pt x="51221" y="12710"/>
                  </a:lnTo>
                  <a:lnTo>
                    <a:pt x="210507" y="8755"/>
                  </a:lnTo>
                  <a:lnTo>
                    <a:pt x="339742" y="0"/>
                  </a:lnTo>
                  <a:lnTo>
                    <a:pt x="460145" y="1273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" name="pl3718"/>
            <p:cNvSpPr/>
            <p:nvPr/>
          </p:nvSpPr>
          <p:spPr>
            <a:xfrm>
              <a:off x="11067351" y="6474986"/>
              <a:ext cx="209058" cy="7967"/>
            </a:xfrm>
            <a:custGeom>
              <a:avLst/>
              <a:pathLst>
                <a:path w="209058" h="7967">
                  <a:moveTo>
                    <a:pt x="0" y="7967"/>
                  </a:moveTo>
                  <a:lnTo>
                    <a:pt x="20905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" name="pl3719"/>
            <p:cNvSpPr/>
            <p:nvPr/>
          </p:nvSpPr>
          <p:spPr>
            <a:xfrm>
              <a:off x="11067351" y="6370448"/>
              <a:ext cx="219688" cy="112839"/>
            </a:xfrm>
            <a:custGeom>
              <a:avLst/>
              <a:pathLst>
                <a:path w="219688" h="112839">
                  <a:moveTo>
                    <a:pt x="0" y="112839"/>
                  </a:moveTo>
                  <a:lnTo>
                    <a:pt x="64625" y="97882"/>
                  </a:lnTo>
                  <a:lnTo>
                    <a:pt x="138176" y="78892"/>
                  </a:lnTo>
                  <a:lnTo>
                    <a:pt x="21968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" name="pl3720"/>
            <p:cNvSpPr/>
            <p:nvPr/>
          </p:nvSpPr>
          <p:spPr>
            <a:xfrm>
              <a:off x="11067351" y="6531858"/>
              <a:ext cx="400362" cy="103602"/>
            </a:xfrm>
            <a:custGeom>
              <a:avLst/>
              <a:pathLst>
                <a:path w="400362" h="103602">
                  <a:moveTo>
                    <a:pt x="0" y="0"/>
                  </a:moveTo>
                  <a:lnTo>
                    <a:pt x="267391" y="103602"/>
                  </a:lnTo>
                  <a:lnTo>
                    <a:pt x="400362" y="8521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" name="pl3721"/>
            <p:cNvSpPr/>
            <p:nvPr/>
          </p:nvSpPr>
          <p:spPr>
            <a:xfrm>
              <a:off x="11067351" y="6542058"/>
              <a:ext cx="270290" cy="70782"/>
            </a:xfrm>
            <a:custGeom>
              <a:avLst/>
              <a:pathLst>
                <a:path w="270290" h="70782">
                  <a:moveTo>
                    <a:pt x="0" y="70782"/>
                  </a:moveTo>
                  <a:lnTo>
                    <a:pt x="144539" y="0"/>
                  </a:lnTo>
                  <a:lnTo>
                    <a:pt x="270290" y="3993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" name="pl3722"/>
            <p:cNvSpPr/>
            <p:nvPr/>
          </p:nvSpPr>
          <p:spPr>
            <a:xfrm>
              <a:off x="11067351" y="6512786"/>
              <a:ext cx="932247" cy="57358"/>
            </a:xfrm>
            <a:custGeom>
              <a:avLst/>
              <a:pathLst>
                <a:path w="932247" h="57358">
                  <a:moveTo>
                    <a:pt x="0" y="57358"/>
                  </a:moveTo>
                  <a:lnTo>
                    <a:pt x="9416" y="56779"/>
                  </a:lnTo>
                  <a:lnTo>
                    <a:pt x="18833" y="56199"/>
                  </a:lnTo>
                  <a:lnTo>
                    <a:pt x="28249" y="55620"/>
                  </a:lnTo>
                  <a:lnTo>
                    <a:pt x="37666" y="55040"/>
                  </a:lnTo>
                  <a:lnTo>
                    <a:pt x="47083" y="54461"/>
                  </a:lnTo>
                  <a:lnTo>
                    <a:pt x="56499" y="53882"/>
                  </a:lnTo>
                  <a:lnTo>
                    <a:pt x="65916" y="53302"/>
                  </a:lnTo>
                  <a:lnTo>
                    <a:pt x="75333" y="52723"/>
                  </a:lnTo>
                  <a:lnTo>
                    <a:pt x="84749" y="52144"/>
                  </a:lnTo>
                  <a:lnTo>
                    <a:pt x="94166" y="51564"/>
                  </a:lnTo>
                  <a:lnTo>
                    <a:pt x="103583" y="50985"/>
                  </a:lnTo>
                  <a:lnTo>
                    <a:pt x="112999" y="50405"/>
                  </a:lnTo>
                  <a:lnTo>
                    <a:pt x="122416" y="49826"/>
                  </a:lnTo>
                  <a:lnTo>
                    <a:pt x="131832" y="49247"/>
                  </a:lnTo>
                  <a:lnTo>
                    <a:pt x="141249" y="48667"/>
                  </a:lnTo>
                  <a:lnTo>
                    <a:pt x="150666" y="48088"/>
                  </a:lnTo>
                  <a:lnTo>
                    <a:pt x="160082" y="47508"/>
                  </a:lnTo>
                  <a:lnTo>
                    <a:pt x="169499" y="46929"/>
                  </a:lnTo>
                  <a:lnTo>
                    <a:pt x="178916" y="46350"/>
                  </a:lnTo>
                  <a:lnTo>
                    <a:pt x="188332" y="45770"/>
                  </a:lnTo>
                  <a:lnTo>
                    <a:pt x="197749" y="45191"/>
                  </a:lnTo>
                  <a:lnTo>
                    <a:pt x="207166" y="44612"/>
                  </a:lnTo>
                  <a:lnTo>
                    <a:pt x="216582" y="44032"/>
                  </a:lnTo>
                  <a:lnTo>
                    <a:pt x="225999" y="43453"/>
                  </a:lnTo>
                  <a:lnTo>
                    <a:pt x="235416" y="42873"/>
                  </a:lnTo>
                  <a:lnTo>
                    <a:pt x="244832" y="42294"/>
                  </a:lnTo>
                  <a:lnTo>
                    <a:pt x="254249" y="41715"/>
                  </a:lnTo>
                  <a:lnTo>
                    <a:pt x="263665" y="41135"/>
                  </a:lnTo>
                  <a:lnTo>
                    <a:pt x="273082" y="40556"/>
                  </a:lnTo>
                  <a:lnTo>
                    <a:pt x="282499" y="39977"/>
                  </a:lnTo>
                  <a:lnTo>
                    <a:pt x="291915" y="39397"/>
                  </a:lnTo>
                  <a:lnTo>
                    <a:pt x="301332" y="38818"/>
                  </a:lnTo>
                  <a:lnTo>
                    <a:pt x="310749" y="38238"/>
                  </a:lnTo>
                  <a:lnTo>
                    <a:pt x="320165" y="37659"/>
                  </a:lnTo>
                  <a:lnTo>
                    <a:pt x="329582" y="37080"/>
                  </a:lnTo>
                  <a:lnTo>
                    <a:pt x="338999" y="36500"/>
                  </a:lnTo>
                  <a:lnTo>
                    <a:pt x="348415" y="35921"/>
                  </a:lnTo>
                  <a:lnTo>
                    <a:pt x="357832" y="35342"/>
                  </a:lnTo>
                  <a:lnTo>
                    <a:pt x="367248" y="34762"/>
                  </a:lnTo>
                  <a:lnTo>
                    <a:pt x="376665" y="34183"/>
                  </a:lnTo>
                  <a:lnTo>
                    <a:pt x="386082" y="33603"/>
                  </a:lnTo>
                  <a:lnTo>
                    <a:pt x="395498" y="33024"/>
                  </a:lnTo>
                  <a:lnTo>
                    <a:pt x="404915" y="32445"/>
                  </a:lnTo>
                  <a:lnTo>
                    <a:pt x="414332" y="31865"/>
                  </a:lnTo>
                  <a:lnTo>
                    <a:pt x="423748" y="31286"/>
                  </a:lnTo>
                  <a:lnTo>
                    <a:pt x="433165" y="30707"/>
                  </a:lnTo>
                  <a:lnTo>
                    <a:pt x="442582" y="30127"/>
                  </a:lnTo>
                  <a:lnTo>
                    <a:pt x="451998" y="29548"/>
                  </a:lnTo>
                  <a:lnTo>
                    <a:pt x="461415" y="28968"/>
                  </a:lnTo>
                  <a:lnTo>
                    <a:pt x="470832" y="28389"/>
                  </a:lnTo>
                  <a:lnTo>
                    <a:pt x="480248" y="27810"/>
                  </a:lnTo>
                  <a:lnTo>
                    <a:pt x="489665" y="27230"/>
                  </a:lnTo>
                  <a:lnTo>
                    <a:pt x="499081" y="26651"/>
                  </a:lnTo>
                  <a:lnTo>
                    <a:pt x="508498" y="26072"/>
                  </a:lnTo>
                  <a:lnTo>
                    <a:pt x="517915" y="25492"/>
                  </a:lnTo>
                  <a:lnTo>
                    <a:pt x="527331" y="24913"/>
                  </a:lnTo>
                  <a:lnTo>
                    <a:pt x="536748" y="24333"/>
                  </a:lnTo>
                  <a:lnTo>
                    <a:pt x="546165" y="23754"/>
                  </a:lnTo>
                  <a:lnTo>
                    <a:pt x="555581" y="23175"/>
                  </a:lnTo>
                  <a:lnTo>
                    <a:pt x="564998" y="22595"/>
                  </a:lnTo>
                  <a:lnTo>
                    <a:pt x="574415" y="22016"/>
                  </a:lnTo>
                  <a:lnTo>
                    <a:pt x="583831" y="21436"/>
                  </a:lnTo>
                  <a:lnTo>
                    <a:pt x="593248" y="20857"/>
                  </a:lnTo>
                  <a:lnTo>
                    <a:pt x="602664" y="20278"/>
                  </a:lnTo>
                  <a:lnTo>
                    <a:pt x="612081" y="19698"/>
                  </a:lnTo>
                  <a:lnTo>
                    <a:pt x="621498" y="19119"/>
                  </a:lnTo>
                  <a:lnTo>
                    <a:pt x="630914" y="18540"/>
                  </a:lnTo>
                  <a:lnTo>
                    <a:pt x="640331" y="17960"/>
                  </a:lnTo>
                  <a:lnTo>
                    <a:pt x="649748" y="17381"/>
                  </a:lnTo>
                  <a:lnTo>
                    <a:pt x="659164" y="16801"/>
                  </a:lnTo>
                  <a:lnTo>
                    <a:pt x="668581" y="16222"/>
                  </a:lnTo>
                  <a:lnTo>
                    <a:pt x="677998" y="15643"/>
                  </a:lnTo>
                  <a:lnTo>
                    <a:pt x="687414" y="15063"/>
                  </a:lnTo>
                  <a:lnTo>
                    <a:pt x="696831" y="14484"/>
                  </a:lnTo>
                  <a:lnTo>
                    <a:pt x="706248" y="13905"/>
                  </a:lnTo>
                  <a:lnTo>
                    <a:pt x="715664" y="13325"/>
                  </a:lnTo>
                  <a:lnTo>
                    <a:pt x="725081" y="12746"/>
                  </a:lnTo>
                  <a:lnTo>
                    <a:pt x="734497" y="12166"/>
                  </a:lnTo>
                  <a:lnTo>
                    <a:pt x="743914" y="11587"/>
                  </a:lnTo>
                  <a:lnTo>
                    <a:pt x="753331" y="11008"/>
                  </a:lnTo>
                  <a:lnTo>
                    <a:pt x="762747" y="10428"/>
                  </a:lnTo>
                  <a:lnTo>
                    <a:pt x="772164" y="9849"/>
                  </a:lnTo>
                  <a:lnTo>
                    <a:pt x="781581" y="9270"/>
                  </a:lnTo>
                  <a:lnTo>
                    <a:pt x="790997" y="8690"/>
                  </a:lnTo>
                  <a:lnTo>
                    <a:pt x="800414" y="8111"/>
                  </a:lnTo>
                  <a:lnTo>
                    <a:pt x="809831" y="7531"/>
                  </a:lnTo>
                  <a:lnTo>
                    <a:pt x="819247" y="6952"/>
                  </a:lnTo>
                  <a:lnTo>
                    <a:pt x="828664" y="6373"/>
                  </a:lnTo>
                  <a:lnTo>
                    <a:pt x="838081" y="5793"/>
                  </a:lnTo>
                  <a:lnTo>
                    <a:pt x="847497" y="5214"/>
                  </a:lnTo>
                  <a:lnTo>
                    <a:pt x="856914" y="4635"/>
                  </a:lnTo>
                  <a:lnTo>
                    <a:pt x="866330" y="4055"/>
                  </a:lnTo>
                  <a:lnTo>
                    <a:pt x="875747" y="3476"/>
                  </a:lnTo>
                  <a:lnTo>
                    <a:pt x="885164" y="2896"/>
                  </a:lnTo>
                  <a:lnTo>
                    <a:pt x="894580" y="2317"/>
                  </a:lnTo>
                  <a:lnTo>
                    <a:pt x="903997" y="1738"/>
                  </a:lnTo>
                  <a:lnTo>
                    <a:pt x="913414" y="1158"/>
                  </a:lnTo>
                  <a:lnTo>
                    <a:pt x="922830" y="579"/>
                  </a:lnTo>
                  <a:lnTo>
                    <a:pt x="932247" y="0"/>
                  </a:lnTo>
                </a:path>
              </a:pathLst>
            </a:custGeom>
            <a:ln w="54202" cap="flat">
              <a:solidFill>
                <a:srgbClr val="FFD7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23" name="tx3723"/>
            <p:cNvSpPr/>
            <p:nvPr/>
          </p:nvSpPr>
          <p:spPr>
            <a:xfrm>
              <a:off x="10985242" y="5439774"/>
              <a:ext cx="1014356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7B82">
                      <a:alpha val="100000"/>
                    </a:srgbClr>
                  </a:solidFill>
                  <a:latin typeface="Arial"/>
                  <a:cs typeface="Arial"/>
                </a:rPr>
                <a:t>0.061 Z/year</a:t>
              </a:r>
            </a:p>
          </p:txBody>
        </p:sp>
        <p:sp>
          <p:nvSpPr>
            <p:cNvPr id="3724" name="rc3724"/>
            <p:cNvSpPr/>
            <p:nvPr/>
          </p:nvSpPr>
          <p:spPr>
            <a:xfrm>
              <a:off x="11020738" y="5418670"/>
              <a:ext cx="1025472" cy="1349322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" name="tx3725"/>
            <p:cNvSpPr/>
            <p:nvPr/>
          </p:nvSpPr>
          <p:spPr>
            <a:xfrm>
              <a:off x="10895953" y="6525501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3726" name="tx3726"/>
            <p:cNvSpPr/>
            <p:nvPr/>
          </p:nvSpPr>
          <p:spPr>
            <a:xfrm>
              <a:off x="10895953" y="6192826"/>
              <a:ext cx="62155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727" name="tx3727"/>
            <p:cNvSpPr/>
            <p:nvPr/>
          </p:nvSpPr>
          <p:spPr>
            <a:xfrm>
              <a:off x="10833797" y="5857314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728" name="tx3728"/>
            <p:cNvSpPr/>
            <p:nvPr/>
          </p:nvSpPr>
          <p:spPr>
            <a:xfrm>
              <a:off x="10833797" y="552322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15</a:t>
              </a:r>
            </a:p>
          </p:txBody>
        </p:sp>
        <p:sp>
          <p:nvSpPr>
            <p:cNvPr id="3729" name="pl3729"/>
            <p:cNvSpPr/>
            <p:nvPr/>
          </p:nvSpPr>
          <p:spPr>
            <a:xfrm>
              <a:off x="10985944" y="656719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" name="pl3730"/>
            <p:cNvSpPr/>
            <p:nvPr/>
          </p:nvSpPr>
          <p:spPr>
            <a:xfrm>
              <a:off x="10985944" y="623309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" name="pl3731"/>
            <p:cNvSpPr/>
            <p:nvPr/>
          </p:nvSpPr>
          <p:spPr>
            <a:xfrm>
              <a:off x="10985944" y="589900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" name="pl3732"/>
            <p:cNvSpPr/>
            <p:nvPr/>
          </p:nvSpPr>
          <p:spPr>
            <a:xfrm>
              <a:off x="10985944" y="556491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" name="pl3733"/>
            <p:cNvSpPr/>
            <p:nvPr/>
          </p:nvSpPr>
          <p:spPr>
            <a:xfrm>
              <a:off x="11067351" y="67679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" name="pl3734"/>
            <p:cNvSpPr/>
            <p:nvPr/>
          </p:nvSpPr>
          <p:spPr>
            <a:xfrm>
              <a:off x="11397967" y="67679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" name="pl3735"/>
            <p:cNvSpPr/>
            <p:nvPr/>
          </p:nvSpPr>
          <p:spPr>
            <a:xfrm>
              <a:off x="11728583" y="67679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" name="tx3736"/>
            <p:cNvSpPr/>
            <p:nvPr/>
          </p:nvSpPr>
          <p:spPr>
            <a:xfrm>
              <a:off x="11036273" y="6828931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3737" name="tx3737"/>
            <p:cNvSpPr/>
            <p:nvPr/>
          </p:nvSpPr>
          <p:spPr>
            <a:xfrm>
              <a:off x="11366889" y="6830349"/>
              <a:ext cx="62155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738" name="tx3738"/>
            <p:cNvSpPr/>
            <p:nvPr/>
          </p:nvSpPr>
          <p:spPr>
            <a:xfrm>
              <a:off x="11666428" y="682893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739" name="tx3739"/>
            <p:cNvSpPr/>
            <p:nvPr/>
          </p:nvSpPr>
          <p:spPr>
            <a:xfrm>
              <a:off x="10912294" y="6976374"/>
              <a:ext cx="1242361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Years from baseline</a:t>
              </a:r>
            </a:p>
          </p:txBody>
        </p:sp>
        <p:sp>
          <p:nvSpPr>
            <p:cNvPr id="3740" name="tx3740"/>
            <p:cNvSpPr/>
            <p:nvPr/>
          </p:nvSpPr>
          <p:spPr>
            <a:xfrm rot="-5400000">
              <a:off x="9810774" y="6027779"/>
              <a:ext cx="1770124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Plasma pTau181- Jucker (Z)</a:t>
              </a:r>
            </a:p>
          </p:txBody>
        </p:sp>
        <p:sp>
          <p:nvSpPr>
            <p:cNvPr id="3741" name="rc3741"/>
            <p:cNvSpPr/>
            <p:nvPr/>
          </p:nvSpPr>
          <p:spPr>
            <a:xfrm>
              <a:off x="10591800" y="7177881"/>
              <a:ext cx="1523999" cy="18288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" name="rc3742"/>
            <p:cNvSpPr/>
            <p:nvPr/>
          </p:nvSpPr>
          <p:spPr>
            <a:xfrm>
              <a:off x="11020738" y="7247470"/>
              <a:ext cx="1025472" cy="134932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43" name="pl3743"/>
            <p:cNvSpPr/>
            <p:nvPr/>
          </p:nvSpPr>
          <p:spPr>
            <a:xfrm>
              <a:off x="11020738" y="8291883"/>
              <a:ext cx="1025472" cy="0"/>
            </a:xfrm>
            <a:custGeom>
              <a:avLst/>
              <a:pathLst>
                <a:path w="1025472" h="0">
                  <a:moveTo>
                    <a:pt x="0" y="0"/>
                  </a:moveTo>
                  <a:lnTo>
                    <a:pt x="1025472" y="0"/>
                  </a:lnTo>
                  <a:lnTo>
                    <a:pt x="10254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" name="pl3744"/>
            <p:cNvSpPr/>
            <p:nvPr/>
          </p:nvSpPr>
          <p:spPr>
            <a:xfrm>
              <a:off x="11020738" y="7934938"/>
              <a:ext cx="1025472" cy="0"/>
            </a:xfrm>
            <a:custGeom>
              <a:avLst/>
              <a:pathLst>
                <a:path w="1025472" h="0">
                  <a:moveTo>
                    <a:pt x="0" y="0"/>
                  </a:moveTo>
                  <a:lnTo>
                    <a:pt x="1025472" y="0"/>
                  </a:lnTo>
                  <a:lnTo>
                    <a:pt x="10254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" name="pl3745"/>
            <p:cNvSpPr/>
            <p:nvPr/>
          </p:nvSpPr>
          <p:spPr>
            <a:xfrm>
              <a:off x="11020738" y="7577993"/>
              <a:ext cx="1025472" cy="0"/>
            </a:xfrm>
            <a:custGeom>
              <a:avLst/>
              <a:pathLst>
                <a:path w="1025472" h="0">
                  <a:moveTo>
                    <a:pt x="0" y="0"/>
                  </a:moveTo>
                  <a:lnTo>
                    <a:pt x="1025472" y="0"/>
                  </a:lnTo>
                  <a:lnTo>
                    <a:pt x="10254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" name="pl3746"/>
            <p:cNvSpPr/>
            <p:nvPr/>
          </p:nvSpPr>
          <p:spPr>
            <a:xfrm>
              <a:off x="11232659" y="72474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" name="pl3747"/>
            <p:cNvSpPr/>
            <p:nvPr/>
          </p:nvSpPr>
          <p:spPr>
            <a:xfrm>
              <a:off x="11563275" y="72474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" name="pl3748"/>
            <p:cNvSpPr/>
            <p:nvPr/>
          </p:nvSpPr>
          <p:spPr>
            <a:xfrm>
              <a:off x="11893891" y="72474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" name="pl3749"/>
            <p:cNvSpPr/>
            <p:nvPr/>
          </p:nvSpPr>
          <p:spPr>
            <a:xfrm>
              <a:off x="11020738" y="8470356"/>
              <a:ext cx="1025472" cy="0"/>
            </a:xfrm>
            <a:custGeom>
              <a:avLst/>
              <a:pathLst>
                <a:path w="1025472" h="0">
                  <a:moveTo>
                    <a:pt x="0" y="0"/>
                  </a:moveTo>
                  <a:lnTo>
                    <a:pt x="1025472" y="0"/>
                  </a:lnTo>
                  <a:lnTo>
                    <a:pt x="10254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" name="pl3750"/>
            <p:cNvSpPr/>
            <p:nvPr/>
          </p:nvSpPr>
          <p:spPr>
            <a:xfrm>
              <a:off x="11020738" y="8113410"/>
              <a:ext cx="1025472" cy="0"/>
            </a:xfrm>
            <a:custGeom>
              <a:avLst/>
              <a:pathLst>
                <a:path w="1025472" h="0">
                  <a:moveTo>
                    <a:pt x="0" y="0"/>
                  </a:moveTo>
                  <a:lnTo>
                    <a:pt x="1025472" y="0"/>
                  </a:lnTo>
                  <a:lnTo>
                    <a:pt x="10254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" name="pl3751"/>
            <p:cNvSpPr/>
            <p:nvPr/>
          </p:nvSpPr>
          <p:spPr>
            <a:xfrm>
              <a:off x="11020738" y="7756465"/>
              <a:ext cx="1025472" cy="0"/>
            </a:xfrm>
            <a:custGeom>
              <a:avLst/>
              <a:pathLst>
                <a:path w="1025472" h="0">
                  <a:moveTo>
                    <a:pt x="0" y="0"/>
                  </a:moveTo>
                  <a:lnTo>
                    <a:pt x="1025472" y="0"/>
                  </a:lnTo>
                  <a:lnTo>
                    <a:pt x="10254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" name="pl3752"/>
            <p:cNvSpPr/>
            <p:nvPr/>
          </p:nvSpPr>
          <p:spPr>
            <a:xfrm>
              <a:off x="11020738" y="7399520"/>
              <a:ext cx="1025472" cy="0"/>
            </a:xfrm>
            <a:custGeom>
              <a:avLst/>
              <a:pathLst>
                <a:path w="1025472" h="0">
                  <a:moveTo>
                    <a:pt x="0" y="0"/>
                  </a:moveTo>
                  <a:lnTo>
                    <a:pt x="1025472" y="0"/>
                  </a:lnTo>
                  <a:lnTo>
                    <a:pt x="10254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" name="pl3753"/>
            <p:cNvSpPr/>
            <p:nvPr/>
          </p:nvSpPr>
          <p:spPr>
            <a:xfrm>
              <a:off x="11067351" y="72474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" name="pl3754"/>
            <p:cNvSpPr/>
            <p:nvPr/>
          </p:nvSpPr>
          <p:spPr>
            <a:xfrm>
              <a:off x="11397967" y="72474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" name="pl3755"/>
            <p:cNvSpPr/>
            <p:nvPr/>
          </p:nvSpPr>
          <p:spPr>
            <a:xfrm>
              <a:off x="11728583" y="72474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" name="pt3756"/>
            <p:cNvSpPr/>
            <p:nvPr/>
          </p:nvSpPr>
          <p:spPr>
            <a:xfrm>
              <a:off x="11042525" y="81675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" name="pt3757"/>
            <p:cNvSpPr/>
            <p:nvPr/>
          </p:nvSpPr>
          <p:spPr>
            <a:xfrm>
              <a:off x="11042525" y="80360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" name="pt3758"/>
            <p:cNvSpPr/>
            <p:nvPr/>
          </p:nvSpPr>
          <p:spPr>
            <a:xfrm>
              <a:off x="11042525" y="81308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" name="pt3759"/>
            <p:cNvSpPr/>
            <p:nvPr/>
          </p:nvSpPr>
          <p:spPr>
            <a:xfrm>
              <a:off x="11121148" y="81043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" name="pt3760"/>
            <p:cNvSpPr/>
            <p:nvPr/>
          </p:nvSpPr>
          <p:spPr>
            <a:xfrm>
              <a:off x="11278442" y="80341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" name="pt3761"/>
            <p:cNvSpPr/>
            <p:nvPr/>
          </p:nvSpPr>
          <p:spPr>
            <a:xfrm>
              <a:off x="11042525" y="83308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" name="pt3762"/>
            <p:cNvSpPr/>
            <p:nvPr/>
          </p:nvSpPr>
          <p:spPr>
            <a:xfrm>
              <a:off x="11261851" y="82926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" name="pt3763"/>
            <p:cNvSpPr/>
            <p:nvPr/>
          </p:nvSpPr>
          <p:spPr>
            <a:xfrm>
              <a:off x="11443250" y="79376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" name="pt3764"/>
            <p:cNvSpPr/>
            <p:nvPr/>
          </p:nvSpPr>
          <p:spPr>
            <a:xfrm>
              <a:off x="11042525" y="77222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" name="pt3765"/>
            <p:cNvSpPr/>
            <p:nvPr/>
          </p:nvSpPr>
          <p:spPr>
            <a:xfrm>
              <a:off x="11042525" y="83325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" name="pt3766"/>
            <p:cNvSpPr/>
            <p:nvPr/>
          </p:nvSpPr>
          <p:spPr>
            <a:xfrm>
              <a:off x="11042525" y="78680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" name="pt3767"/>
            <p:cNvSpPr/>
            <p:nvPr/>
          </p:nvSpPr>
          <p:spPr>
            <a:xfrm>
              <a:off x="11119518" y="77572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" name="pt3768"/>
            <p:cNvSpPr/>
            <p:nvPr/>
          </p:nvSpPr>
          <p:spPr>
            <a:xfrm>
              <a:off x="11181613" y="78408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" name="pt3769"/>
            <p:cNvSpPr/>
            <p:nvPr/>
          </p:nvSpPr>
          <p:spPr>
            <a:xfrm>
              <a:off x="11042525" y="83114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" name="pt3770"/>
            <p:cNvSpPr/>
            <p:nvPr/>
          </p:nvSpPr>
          <p:spPr>
            <a:xfrm>
              <a:off x="11255387" y="81960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" name="pt3771"/>
            <p:cNvSpPr/>
            <p:nvPr/>
          </p:nvSpPr>
          <p:spPr>
            <a:xfrm>
              <a:off x="11042525" y="79988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" name="pt3772"/>
            <p:cNvSpPr/>
            <p:nvPr/>
          </p:nvSpPr>
          <p:spPr>
            <a:xfrm>
              <a:off x="11114989" y="81462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" name="pt3773"/>
            <p:cNvSpPr/>
            <p:nvPr/>
          </p:nvSpPr>
          <p:spPr>
            <a:xfrm>
              <a:off x="11042525" y="80360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" name="pt3774"/>
            <p:cNvSpPr/>
            <p:nvPr/>
          </p:nvSpPr>
          <p:spPr>
            <a:xfrm>
              <a:off x="11105931" y="79813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" name="pt3775"/>
            <p:cNvSpPr/>
            <p:nvPr/>
          </p:nvSpPr>
          <p:spPr>
            <a:xfrm>
              <a:off x="11042525" y="80810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" name="pt3776"/>
            <p:cNvSpPr/>
            <p:nvPr/>
          </p:nvSpPr>
          <p:spPr>
            <a:xfrm>
              <a:off x="11118560" y="83069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" name="pt3777"/>
            <p:cNvSpPr/>
            <p:nvPr/>
          </p:nvSpPr>
          <p:spPr>
            <a:xfrm>
              <a:off x="11189937" y="81632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" name="pt3778"/>
            <p:cNvSpPr/>
            <p:nvPr/>
          </p:nvSpPr>
          <p:spPr>
            <a:xfrm>
              <a:off x="11042525" y="81472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" name="pt3779"/>
            <p:cNvSpPr/>
            <p:nvPr/>
          </p:nvSpPr>
          <p:spPr>
            <a:xfrm>
              <a:off x="11115988" y="80374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" name="pt3780"/>
            <p:cNvSpPr/>
            <p:nvPr/>
          </p:nvSpPr>
          <p:spPr>
            <a:xfrm>
              <a:off x="11042525" y="79742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" name="pt3781"/>
            <p:cNvSpPr/>
            <p:nvPr/>
          </p:nvSpPr>
          <p:spPr>
            <a:xfrm>
              <a:off x="11128728" y="81351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" name="pt3782"/>
            <p:cNvSpPr/>
            <p:nvPr/>
          </p:nvSpPr>
          <p:spPr>
            <a:xfrm>
              <a:off x="11264445" y="77547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" name="pt3783"/>
            <p:cNvSpPr/>
            <p:nvPr/>
          </p:nvSpPr>
          <p:spPr>
            <a:xfrm>
              <a:off x="11413998" y="78908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" name="pt3784"/>
            <p:cNvSpPr/>
            <p:nvPr/>
          </p:nvSpPr>
          <p:spPr>
            <a:xfrm>
              <a:off x="11491438" y="80128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" name="pt3785"/>
            <p:cNvSpPr/>
            <p:nvPr/>
          </p:nvSpPr>
          <p:spPr>
            <a:xfrm>
              <a:off x="11042525" y="81717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" name="pt3786"/>
            <p:cNvSpPr/>
            <p:nvPr/>
          </p:nvSpPr>
          <p:spPr>
            <a:xfrm>
              <a:off x="11239041" y="81330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" name="pt3787"/>
            <p:cNvSpPr/>
            <p:nvPr/>
          </p:nvSpPr>
          <p:spPr>
            <a:xfrm>
              <a:off x="11042525" y="80030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" name="pt3788"/>
            <p:cNvSpPr/>
            <p:nvPr/>
          </p:nvSpPr>
          <p:spPr>
            <a:xfrm>
              <a:off x="11042525" y="79857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" name="pt3789"/>
            <p:cNvSpPr/>
            <p:nvPr/>
          </p:nvSpPr>
          <p:spPr>
            <a:xfrm>
              <a:off x="11114989" y="81695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" name="pt3790"/>
            <p:cNvSpPr/>
            <p:nvPr/>
          </p:nvSpPr>
          <p:spPr>
            <a:xfrm>
              <a:off x="11177066" y="79336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" name="pt3791"/>
            <p:cNvSpPr/>
            <p:nvPr/>
          </p:nvSpPr>
          <p:spPr>
            <a:xfrm>
              <a:off x="11242887" y="79840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" name="pt3792"/>
            <p:cNvSpPr/>
            <p:nvPr/>
          </p:nvSpPr>
          <p:spPr>
            <a:xfrm>
              <a:off x="11344699" y="80104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" name="pt3793"/>
            <p:cNvSpPr/>
            <p:nvPr/>
          </p:nvSpPr>
          <p:spPr>
            <a:xfrm>
              <a:off x="11042525" y="76283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" name="pt3794"/>
            <p:cNvSpPr/>
            <p:nvPr/>
          </p:nvSpPr>
          <p:spPr>
            <a:xfrm>
              <a:off x="11179371" y="76476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" name="pt3795"/>
            <p:cNvSpPr/>
            <p:nvPr/>
          </p:nvSpPr>
          <p:spPr>
            <a:xfrm>
              <a:off x="11116981" y="82274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" name="pt3796"/>
            <p:cNvSpPr/>
            <p:nvPr/>
          </p:nvSpPr>
          <p:spPr>
            <a:xfrm>
              <a:off x="11042525" y="82352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" name="pt3797"/>
            <p:cNvSpPr/>
            <p:nvPr/>
          </p:nvSpPr>
          <p:spPr>
            <a:xfrm>
              <a:off x="11108467" y="81947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" name="pt3798"/>
            <p:cNvSpPr/>
            <p:nvPr/>
          </p:nvSpPr>
          <p:spPr>
            <a:xfrm>
              <a:off x="11175850" y="81654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" name="pt3799"/>
            <p:cNvSpPr/>
            <p:nvPr/>
          </p:nvSpPr>
          <p:spPr>
            <a:xfrm>
              <a:off x="11042525" y="80739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" name="pt3800"/>
            <p:cNvSpPr/>
            <p:nvPr/>
          </p:nvSpPr>
          <p:spPr>
            <a:xfrm>
              <a:off x="11112578" y="80008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" name="pt3801"/>
            <p:cNvSpPr/>
            <p:nvPr/>
          </p:nvSpPr>
          <p:spPr>
            <a:xfrm>
              <a:off x="11042525" y="75128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" name="pt3802"/>
            <p:cNvSpPr/>
            <p:nvPr/>
          </p:nvSpPr>
          <p:spPr>
            <a:xfrm>
              <a:off x="11114989" y="74467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" name="pt3803"/>
            <p:cNvSpPr/>
            <p:nvPr/>
          </p:nvSpPr>
          <p:spPr>
            <a:xfrm>
              <a:off x="11042525" y="81791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" name="pt3804"/>
            <p:cNvSpPr/>
            <p:nvPr/>
          </p:nvSpPr>
          <p:spPr>
            <a:xfrm>
              <a:off x="11111003" y="80742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" name="pt3805"/>
            <p:cNvSpPr/>
            <p:nvPr/>
          </p:nvSpPr>
          <p:spPr>
            <a:xfrm>
              <a:off x="11042525" y="75412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" name="pt3806"/>
            <p:cNvSpPr/>
            <p:nvPr/>
          </p:nvSpPr>
          <p:spPr>
            <a:xfrm>
              <a:off x="11121510" y="75041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" name="pt3807"/>
            <p:cNvSpPr/>
            <p:nvPr/>
          </p:nvSpPr>
          <p:spPr>
            <a:xfrm>
              <a:off x="11042525" y="80504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" name="pt3808"/>
            <p:cNvSpPr/>
            <p:nvPr/>
          </p:nvSpPr>
          <p:spPr>
            <a:xfrm>
              <a:off x="11125611" y="78351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" name="pt3809"/>
            <p:cNvSpPr/>
            <p:nvPr/>
          </p:nvSpPr>
          <p:spPr>
            <a:xfrm>
              <a:off x="11186728" y="80394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" name="pt3810"/>
            <p:cNvSpPr/>
            <p:nvPr/>
          </p:nvSpPr>
          <p:spPr>
            <a:xfrm>
              <a:off x="11104074" y="78485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" name="pt3811"/>
            <p:cNvSpPr/>
            <p:nvPr/>
          </p:nvSpPr>
          <p:spPr>
            <a:xfrm>
              <a:off x="11042525" y="82942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" name="pt3812"/>
            <p:cNvSpPr/>
            <p:nvPr/>
          </p:nvSpPr>
          <p:spPr>
            <a:xfrm>
              <a:off x="11109589" y="81496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" name="pt3813"/>
            <p:cNvSpPr/>
            <p:nvPr/>
          </p:nvSpPr>
          <p:spPr>
            <a:xfrm>
              <a:off x="11042525" y="82525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" name="pt3814"/>
            <p:cNvSpPr/>
            <p:nvPr/>
          </p:nvSpPr>
          <p:spPr>
            <a:xfrm>
              <a:off x="11118612" y="82272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" name="pt3815"/>
            <p:cNvSpPr/>
            <p:nvPr/>
          </p:nvSpPr>
          <p:spPr>
            <a:xfrm>
              <a:off x="11042525" y="78783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" name="pt3816"/>
            <p:cNvSpPr/>
            <p:nvPr/>
          </p:nvSpPr>
          <p:spPr>
            <a:xfrm>
              <a:off x="11109280" y="77810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" name="pt3817"/>
            <p:cNvSpPr/>
            <p:nvPr/>
          </p:nvSpPr>
          <p:spPr>
            <a:xfrm>
              <a:off x="11176671" y="75248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" name="pt3818"/>
            <p:cNvSpPr/>
            <p:nvPr/>
          </p:nvSpPr>
          <p:spPr>
            <a:xfrm>
              <a:off x="11042525" y="82171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" name="pt3819"/>
            <p:cNvSpPr/>
            <p:nvPr/>
          </p:nvSpPr>
          <p:spPr>
            <a:xfrm>
              <a:off x="11042525" y="76484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" name="pt3820"/>
            <p:cNvSpPr/>
            <p:nvPr/>
          </p:nvSpPr>
          <p:spPr>
            <a:xfrm>
              <a:off x="11042525" y="79637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" name="pt3821"/>
            <p:cNvSpPr/>
            <p:nvPr/>
          </p:nvSpPr>
          <p:spPr>
            <a:xfrm>
              <a:off x="11113539" y="81344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" name="pt3822"/>
            <p:cNvSpPr/>
            <p:nvPr/>
          </p:nvSpPr>
          <p:spPr>
            <a:xfrm>
              <a:off x="11042525" y="83306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" name="pt3823"/>
            <p:cNvSpPr/>
            <p:nvPr/>
          </p:nvSpPr>
          <p:spPr>
            <a:xfrm>
              <a:off x="11110954" y="83356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" name="pt3824"/>
            <p:cNvSpPr/>
            <p:nvPr/>
          </p:nvSpPr>
          <p:spPr>
            <a:xfrm>
              <a:off x="11042525" y="81224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" name="pt3825"/>
            <p:cNvSpPr/>
            <p:nvPr/>
          </p:nvSpPr>
          <p:spPr>
            <a:xfrm>
              <a:off x="11169336" y="77453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" name="pt3826"/>
            <p:cNvSpPr/>
            <p:nvPr/>
          </p:nvSpPr>
          <p:spPr>
            <a:xfrm>
              <a:off x="11306112" y="74948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" name="pt3827"/>
            <p:cNvSpPr/>
            <p:nvPr/>
          </p:nvSpPr>
          <p:spPr>
            <a:xfrm>
              <a:off x="11373322" y="76581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" name="pt3828"/>
            <p:cNvSpPr/>
            <p:nvPr/>
          </p:nvSpPr>
          <p:spPr>
            <a:xfrm>
              <a:off x="11439264" y="74196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" name="pt3829"/>
            <p:cNvSpPr/>
            <p:nvPr/>
          </p:nvSpPr>
          <p:spPr>
            <a:xfrm>
              <a:off x="11042525" y="80609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" name="pt3830"/>
            <p:cNvSpPr/>
            <p:nvPr/>
          </p:nvSpPr>
          <p:spPr>
            <a:xfrm>
              <a:off x="11124840" y="80503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" name="pt3831"/>
            <p:cNvSpPr/>
            <p:nvPr/>
          </p:nvSpPr>
          <p:spPr>
            <a:xfrm>
              <a:off x="11042525" y="77013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" name="pt3832"/>
            <p:cNvSpPr/>
            <p:nvPr/>
          </p:nvSpPr>
          <p:spPr>
            <a:xfrm>
              <a:off x="11108648" y="78573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" name="pt3833"/>
            <p:cNvSpPr/>
            <p:nvPr/>
          </p:nvSpPr>
          <p:spPr>
            <a:xfrm>
              <a:off x="11042525" y="82686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" name="pt3834"/>
            <p:cNvSpPr/>
            <p:nvPr/>
          </p:nvSpPr>
          <p:spPr>
            <a:xfrm>
              <a:off x="11116800" y="82270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" name="pt3835"/>
            <p:cNvSpPr/>
            <p:nvPr/>
          </p:nvSpPr>
          <p:spPr>
            <a:xfrm>
              <a:off x="11178906" y="81865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" name="pt3836"/>
            <p:cNvSpPr/>
            <p:nvPr/>
          </p:nvSpPr>
          <p:spPr>
            <a:xfrm>
              <a:off x="11246329" y="81134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" name="pt3837"/>
            <p:cNvSpPr/>
            <p:nvPr/>
          </p:nvSpPr>
          <p:spPr>
            <a:xfrm>
              <a:off x="11042525" y="74799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" name="pt3838"/>
            <p:cNvSpPr/>
            <p:nvPr/>
          </p:nvSpPr>
          <p:spPr>
            <a:xfrm>
              <a:off x="11111547" y="73666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" name="pt3839"/>
            <p:cNvSpPr/>
            <p:nvPr/>
          </p:nvSpPr>
          <p:spPr>
            <a:xfrm>
              <a:off x="11176140" y="75116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" name="pt3840"/>
            <p:cNvSpPr/>
            <p:nvPr/>
          </p:nvSpPr>
          <p:spPr>
            <a:xfrm>
              <a:off x="11042525" y="78893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" name="pt3841"/>
            <p:cNvSpPr/>
            <p:nvPr/>
          </p:nvSpPr>
          <p:spPr>
            <a:xfrm>
              <a:off x="11042525" y="80552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" name="pt3842"/>
            <p:cNvSpPr/>
            <p:nvPr/>
          </p:nvSpPr>
          <p:spPr>
            <a:xfrm>
              <a:off x="11042525" y="83304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" name="pt3843"/>
            <p:cNvSpPr/>
            <p:nvPr/>
          </p:nvSpPr>
          <p:spPr>
            <a:xfrm>
              <a:off x="11114626" y="83861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" name="pt3844"/>
            <p:cNvSpPr/>
            <p:nvPr/>
          </p:nvSpPr>
          <p:spPr>
            <a:xfrm>
              <a:off x="11182871" y="84060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" name="pt3845"/>
            <p:cNvSpPr/>
            <p:nvPr/>
          </p:nvSpPr>
          <p:spPr>
            <a:xfrm>
              <a:off x="11250134" y="84338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" name="pt3846"/>
            <p:cNvSpPr/>
            <p:nvPr/>
          </p:nvSpPr>
          <p:spPr>
            <a:xfrm>
              <a:off x="11042525" y="78508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" name="pt3847"/>
            <p:cNvSpPr/>
            <p:nvPr/>
          </p:nvSpPr>
          <p:spPr>
            <a:xfrm>
              <a:off x="11114807" y="77725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" name="pt3848"/>
            <p:cNvSpPr/>
            <p:nvPr/>
          </p:nvSpPr>
          <p:spPr>
            <a:xfrm>
              <a:off x="11042525" y="81859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" name="pt3849"/>
            <p:cNvSpPr/>
            <p:nvPr/>
          </p:nvSpPr>
          <p:spPr>
            <a:xfrm>
              <a:off x="11169211" y="81895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" name="pt3850"/>
            <p:cNvSpPr/>
            <p:nvPr/>
          </p:nvSpPr>
          <p:spPr>
            <a:xfrm>
              <a:off x="11241438" y="81588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" name="pt3851"/>
            <p:cNvSpPr/>
            <p:nvPr/>
          </p:nvSpPr>
          <p:spPr>
            <a:xfrm>
              <a:off x="11042525" y="83058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" name="pt3852"/>
            <p:cNvSpPr/>
            <p:nvPr/>
          </p:nvSpPr>
          <p:spPr>
            <a:xfrm>
              <a:off x="11117344" y="82697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" name="pt3853"/>
            <p:cNvSpPr/>
            <p:nvPr/>
          </p:nvSpPr>
          <p:spPr>
            <a:xfrm>
              <a:off x="11208105" y="83349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" name="pt3854"/>
            <p:cNvSpPr/>
            <p:nvPr/>
          </p:nvSpPr>
          <p:spPr>
            <a:xfrm>
              <a:off x="11105931" y="79803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" name="pt3855"/>
            <p:cNvSpPr/>
            <p:nvPr/>
          </p:nvSpPr>
          <p:spPr>
            <a:xfrm>
              <a:off x="11171510" y="80651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" name="pt3856"/>
            <p:cNvSpPr/>
            <p:nvPr/>
          </p:nvSpPr>
          <p:spPr>
            <a:xfrm>
              <a:off x="11244751" y="80917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" name="pt3857"/>
            <p:cNvSpPr/>
            <p:nvPr/>
          </p:nvSpPr>
          <p:spPr>
            <a:xfrm>
              <a:off x="11042525" y="83377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" name="pt3858"/>
            <p:cNvSpPr/>
            <p:nvPr/>
          </p:nvSpPr>
          <p:spPr>
            <a:xfrm>
              <a:off x="11118497" y="83347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" name="pt3859"/>
            <p:cNvSpPr/>
            <p:nvPr/>
          </p:nvSpPr>
          <p:spPr>
            <a:xfrm>
              <a:off x="11174228" y="81077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" name="pt3860"/>
            <p:cNvSpPr/>
            <p:nvPr/>
          </p:nvSpPr>
          <p:spPr>
            <a:xfrm>
              <a:off x="11253032" y="82270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" name="pt3861"/>
            <p:cNvSpPr/>
            <p:nvPr/>
          </p:nvSpPr>
          <p:spPr>
            <a:xfrm>
              <a:off x="11042525" y="78559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" name="pt3862"/>
            <p:cNvSpPr/>
            <p:nvPr/>
          </p:nvSpPr>
          <p:spPr>
            <a:xfrm>
              <a:off x="11122778" y="81576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" name="pt3863"/>
            <p:cNvSpPr/>
            <p:nvPr/>
          </p:nvSpPr>
          <p:spPr>
            <a:xfrm>
              <a:off x="11042525" y="80502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" name="pt3864"/>
            <p:cNvSpPr/>
            <p:nvPr/>
          </p:nvSpPr>
          <p:spPr>
            <a:xfrm>
              <a:off x="11042525" y="79275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" name="pt3865"/>
            <p:cNvSpPr/>
            <p:nvPr/>
          </p:nvSpPr>
          <p:spPr>
            <a:xfrm>
              <a:off x="11109673" y="78085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" name="pt3866"/>
            <p:cNvSpPr/>
            <p:nvPr/>
          </p:nvSpPr>
          <p:spPr>
            <a:xfrm>
              <a:off x="11042525" y="73683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" name="pt3867"/>
            <p:cNvSpPr/>
            <p:nvPr/>
          </p:nvSpPr>
          <p:spPr>
            <a:xfrm>
              <a:off x="11042525" y="80755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" name="pt3868"/>
            <p:cNvSpPr/>
            <p:nvPr/>
          </p:nvSpPr>
          <p:spPr>
            <a:xfrm>
              <a:off x="11256655" y="81247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" name="pt3869"/>
            <p:cNvSpPr/>
            <p:nvPr/>
          </p:nvSpPr>
          <p:spPr>
            <a:xfrm>
              <a:off x="11327670" y="81521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" name="pt3870"/>
            <p:cNvSpPr/>
            <p:nvPr/>
          </p:nvSpPr>
          <p:spPr>
            <a:xfrm>
              <a:off x="11042525" y="82643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" name="pt3871"/>
            <p:cNvSpPr/>
            <p:nvPr/>
          </p:nvSpPr>
          <p:spPr>
            <a:xfrm>
              <a:off x="11042525" y="80566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" name="pt3872"/>
            <p:cNvSpPr/>
            <p:nvPr/>
          </p:nvSpPr>
          <p:spPr>
            <a:xfrm>
              <a:off x="11042525" y="82155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" name="pt3873"/>
            <p:cNvSpPr/>
            <p:nvPr/>
          </p:nvSpPr>
          <p:spPr>
            <a:xfrm>
              <a:off x="11266884" y="80794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" name="pt3874"/>
            <p:cNvSpPr/>
            <p:nvPr/>
          </p:nvSpPr>
          <p:spPr>
            <a:xfrm>
              <a:off x="11380653" y="80628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" name="pt3875"/>
            <p:cNvSpPr/>
            <p:nvPr/>
          </p:nvSpPr>
          <p:spPr>
            <a:xfrm>
              <a:off x="11512537" y="80357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" name="pt3876"/>
            <p:cNvSpPr/>
            <p:nvPr/>
          </p:nvSpPr>
          <p:spPr>
            <a:xfrm>
              <a:off x="11042525" y="78304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" name="pt3877"/>
            <p:cNvSpPr/>
            <p:nvPr/>
          </p:nvSpPr>
          <p:spPr>
            <a:xfrm>
              <a:off x="11121929" y="80358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" name="pt3878"/>
            <p:cNvSpPr/>
            <p:nvPr/>
          </p:nvSpPr>
          <p:spPr>
            <a:xfrm>
              <a:off x="11175315" y="80761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" name="pt3879"/>
            <p:cNvSpPr/>
            <p:nvPr/>
          </p:nvSpPr>
          <p:spPr>
            <a:xfrm>
              <a:off x="11042525" y="83003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" name="pt3880"/>
            <p:cNvSpPr/>
            <p:nvPr/>
          </p:nvSpPr>
          <p:spPr>
            <a:xfrm>
              <a:off x="11111184" y="82200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" name="pt3881"/>
            <p:cNvSpPr/>
            <p:nvPr/>
          </p:nvSpPr>
          <p:spPr>
            <a:xfrm>
              <a:off x="11192163" y="81685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" name="pt3882"/>
            <p:cNvSpPr/>
            <p:nvPr/>
          </p:nvSpPr>
          <p:spPr>
            <a:xfrm>
              <a:off x="11042525" y="83369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" name="pt3883"/>
            <p:cNvSpPr/>
            <p:nvPr/>
          </p:nvSpPr>
          <p:spPr>
            <a:xfrm>
              <a:off x="11119880" y="85105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" name="pt3884"/>
            <p:cNvSpPr/>
            <p:nvPr/>
          </p:nvSpPr>
          <p:spPr>
            <a:xfrm>
              <a:off x="11211003" y="84685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" name="pt3885"/>
            <p:cNvSpPr/>
            <p:nvPr/>
          </p:nvSpPr>
          <p:spPr>
            <a:xfrm>
              <a:off x="11042525" y="80135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" name="pt3886"/>
            <p:cNvSpPr/>
            <p:nvPr/>
          </p:nvSpPr>
          <p:spPr>
            <a:xfrm>
              <a:off x="11042525" y="82290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" name="pt3887"/>
            <p:cNvSpPr/>
            <p:nvPr/>
          </p:nvSpPr>
          <p:spPr>
            <a:xfrm>
              <a:off x="11113720" y="83350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" name="pt3888"/>
            <p:cNvSpPr/>
            <p:nvPr/>
          </p:nvSpPr>
          <p:spPr>
            <a:xfrm>
              <a:off x="11179520" y="83337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" name="pt3889"/>
            <p:cNvSpPr/>
            <p:nvPr/>
          </p:nvSpPr>
          <p:spPr>
            <a:xfrm>
              <a:off x="11252126" y="79167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" name="pt3890"/>
            <p:cNvSpPr/>
            <p:nvPr/>
          </p:nvSpPr>
          <p:spPr>
            <a:xfrm>
              <a:off x="11112254" y="82035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" name="pt3891"/>
            <p:cNvSpPr/>
            <p:nvPr/>
          </p:nvSpPr>
          <p:spPr>
            <a:xfrm>
              <a:off x="11184537" y="81719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" name="pt3892"/>
            <p:cNvSpPr/>
            <p:nvPr/>
          </p:nvSpPr>
          <p:spPr>
            <a:xfrm>
              <a:off x="11042525" y="76385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" name="pt3893"/>
            <p:cNvSpPr/>
            <p:nvPr/>
          </p:nvSpPr>
          <p:spPr>
            <a:xfrm>
              <a:off x="11042525" y="80865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" name="pt3894"/>
            <p:cNvSpPr/>
            <p:nvPr/>
          </p:nvSpPr>
          <p:spPr>
            <a:xfrm>
              <a:off x="11042525" y="80025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" name="pt3895"/>
            <p:cNvSpPr/>
            <p:nvPr/>
          </p:nvSpPr>
          <p:spPr>
            <a:xfrm>
              <a:off x="11042525" y="82480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" name="pt3896"/>
            <p:cNvSpPr/>
            <p:nvPr/>
          </p:nvSpPr>
          <p:spPr>
            <a:xfrm>
              <a:off x="11142553" y="82469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" name="pt3897"/>
            <p:cNvSpPr/>
            <p:nvPr/>
          </p:nvSpPr>
          <p:spPr>
            <a:xfrm>
              <a:off x="11187452" y="81736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" name="pt3898"/>
            <p:cNvSpPr/>
            <p:nvPr/>
          </p:nvSpPr>
          <p:spPr>
            <a:xfrm>
              <a:off x="11260641" y="81495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" name="pt3899"/>
            <p:cNvSpPr/>
            <p:nvPr/>
          </p:nvSpPr>
          <p:spPr>
            <a:xfrm>
              <a:off x="11042525" y="81946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" name="pt3900"/>
            <p:cNvSpPr/>
            <p:nvPr/>
          </p:nvSpPr>
          <p:spPr>
            <a:xfrm>
              <a:off x="11181854" y="79808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" name="pt3901"/>
            <p:cNvSpPr/>
            <p:nvPr/>
          </p:nvSpPr>
          <p:spPr>
            <a:xfrm>
              <a:off x="11247779" y="81660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" name="pt3902"/>
            <p:cNvSpPr/>
            <p:nvPr/>
          </p:nvSpPr>
          <p:spPr>
            <a:xfrm>
              <a:off x="11410395" y="82166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" name="pt3903"/>
            <p:cNvSpPr/>
            <p:nvPr/>
          </p:nvSpPr>
          <p:spPr>
            <a:xfrm>
              <a:off x="11042525" y="80012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" name="pt3904"/>
            <p:cNvSpPr/>
            <p:nvPr/>
          </p:nvSpPr>
          <p:spPr>
            <a:xfrm>
              <a:off x="11042525" y="79219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" name="pt3905"/>
            <p:cNvSpPr/>
            <p:nvPr/>
          </p:nvSpPr>
          <p:spPr>
            <a:xfrm>
              <a:off x="11042525" y="79958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" name="pt3906"/>
            <p:cNvSpPr/>
            <p:nvPr/>
          </p:nvSpPr>
          <p:spPr>
            <a:xfrm>
              <a:off x="11118310" y="79409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" name="pt3907"/>
            <p:cNvSpPr/>
            <p:nvPr/>
          </p:nvSpPr>
          <p:spPr>
            <a:xfrm>
              <a:off x="11042525" y="82801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" name="pt3908"/>
            <p:cNvSpPr/>
            <p:nvPr/>
          </p:nvSpPr>
          <p:spPr>
            <a:xfrm>
              <a:off x="11259010" y="84796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" name="pt3909"/>
            <p:cNvSpPr/>
            <p:nvPr/>
          </p:nvSpPr>
          <p:spPr>
            <a:xfrm>
              <a:off x="11398322" y="84609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" name="pt3910"/>
            <p:cNvSpPr/>
            <p:nvPr/>
          </p:nvSpPr>
          <p:spPr>
            <a:xfrm>
              <a:off x="11503576" y="84297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" name="pt3911"/>
            <p:cNvSpPr/>
            <p:nvPr/>
          </p:nvSpPr>
          <p:spPr>
            <a:xfrm>
              <a:off x="11042525" y="81181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" name="pt3912"/>
            <p:cNvSpPr/>
            <p:nvPr/>
          </p:nvSpPr>
          <p:spPr>
            <a:xfrm>
              <a:off x="11042525" y="80431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" name="pt3913"/>
            <p:cNvSpPr/>
            <p:nvPr/>
          </p:nvSpPr>
          <p:spPr>
            <a:xfrm>
              <a:off x="11109877" y="81263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" name="pt3914"/>
            <p:cNvSpPr/>
            <p:nvPr/>
          </p:nvSpPr>
          <p:spPr>
            <a:xfrm>
              <a:off x="11176221" y="79277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" name="pt3915"/>
            <p:cNvSpPr/>
            <p:nvPr/>
          </p:nvSpPr>
          <p:spPr>
            <a:xfrm>
              <a:off x="11412490" y="78234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" name="pt3916"/>
            <p:cNvSpPr/>
            <p:nvPr/>
          </p:nvSpPr>
          <p:spPr>
            <a:xfrm>
              <a:off x="11042525" y="73245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" name="pt3917"/>
            <p:cNvSpPr/>
            <p:nvPr/>
          </p:nvSpPr>
          <p:spPr>
            <a:xfrm>
              <a:off x="11042525" y="82015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" name="pt3918"/>
            <p:cNvSpPr/>
            <p:nvPr/>
          </p:nvSpPr>
          <p:spPr>
            <a:xfrm>
              <a:off x="11042525" y="82308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" name="pt3919"/>
            <p:cNvSpPr/>
            <p:nvPr/>
          </p:nvSpPr>
          <p:spPr>
            <a:xfrm>
              <a:off x="11123684" y="83039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" name="pt3920"/>
            <p:cNvSpPr/>
            <p:nvPr/>
          </p:nvSpPr>
          <p:spPr>
            <a:xfrm>
              <a:off x="11231293" y="82719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" name="pt3921"/>
            <p:cNvSpPr/>
            <p:nvPr/>
          </p:nvSpPr>
          <p:spPr>
            <a:xfrm>
              <a:off x="11312453" y="82026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" name="pt3922"/>
            <p:cNvSpPr/>
            <p:nvPr/>
          </p:nvSpPr>
          <p:spPr>
            <a:xfrm>
              <a:off x="11373322" y="83292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" name="pt3923"/>
            <p:cNvSpPr/>
            <p:nvPr/>
          </p:nvSpPr>
          <p:spPr>
            <a:xfrm>
              <a:off x="11042525" y="83365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" name="pt3924"/>
            <p:cNvSpPr/>
            <p:nvPr/>
          </p:nvSpPr>
          <p:spPr>
            <a:xfrm>
              <a:off x="11042525" y="79578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" name="pt3925"/>
            <p:cNvSpPr/>
            <p:nvPr/>
          </p:nvSpPr>
          <p:spPr>
            <a:xfrm>
              <a:off x="11120053" y="78895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" name="pt3926"/>
            <p:cNvSpPr/>
            <p:nvPr/>
          </p:nvSpPr>
          <p:spPr>
            <a:xfrm>
              <a:off x="11042525" y="80137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" name="pt3927"/>
            <p:cNvSpPr/>
            <p:nvPr/>
          </p:nvSpPr>
          <p:spPr>
            <a:xfrm>
              <a:off x="11268068" y="85106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" name="pt3928"/>
            <p:cNvSpPr/>
            <p:nvPr/>
          </p:nvSpPr>
          <p:spPr>
            <a:xfrm>
              <a:off x="11386909" y="85032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" name="pt3929"/>
            <p:cNvSpPr/>
            <p:nvPr/>
          </p:nvSpPr>
          <p:spPr>
            <a:xfrm>
              <a:off x="11514989" y="84875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" name="pt3930"/>
            <p:cNvSpPr/>
            <p:nvPr/>
          </p:nvSpPr>
          <p:spPr>
            <a:xfrm>
              <a:off x="11042525" y="79644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" name="pt3931"/>
            <p:cNvSpPr/>
            <p:nvPr/>
          </p:nvSpPr>
          <p:spPr>
            <a:xfrm>
              <a:off x="11114626" y="79360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" name="pt3932"/>
            <p:cNvSpPr/>
            <p:nvPr/>
          </p:nvSpPr>
          <p:spPr>
            <a:xfrm>
              <a:off x="11182979" y="78710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" name="pt3933"/>
            <p:cNvSpPr/>
            <p:nvPr/>
          </p:nvSpPr>
          <p:spPr>
            <a:xfrm>
              <a:off x="11042525" y="81180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" name="pt3934"/>
            <p:cNvSpPr/>
            <p:nvPr/>
          </p:nvSpPr>
          <p:spPr>
            <a:xfrm>
              <a:off x="11175858" y="81801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" name="pt3935"/>
            <p:cNvSpPr/>
            <p:nvPr/>
          </p:nvSpPr>
          <p:spPr>
            <a:xfrm>
              <a:off x="11192163" y="82908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" name="pt3936"/>
            <p:cNvSpPr/>
            <p:nvPr/>
          </p:nvSpPr>
          <p:spPr>
            <a:xfrm>
              <a:off x="11042525" y="83234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" name="pt3937"/>
            <p:cNvSpPr/>
            <p:nvPr/>
          </p:nvSpPr>
          <p:spPr>
            <a:xfrm>
              <a:off x="11042525" y="83135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" name="pt3938"/>
            <p:cNvSpPr/>
            <p:nvPr/>
          </p:nvSpPr>
          <p:spPr>
            <a:xfrm>
              <a:off x="11042525" y="82243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" name="pt3939"/>
            <p:cNvSpPr/>
            <p:nvPr/>
          </p:nvSpPr>
          <p:spPr>
            <a:xfrm>
              <a:off x="11113902" y="82446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" name="pt3940"/>
            <p:cNvSpPr/>
            <p:nvPr/>
          </p:nvSpPr>
          <p:spPr>
            <a:xfrm>
              <a:off x="11177126" y="82658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" name="pt3941"/>
            <p:cNvSpPr/>
            <p:nvPr/>
          </p:nvSpPr>
          <p:spPr>
            <a:xfrm>
              <a:off x="11042525" y="81497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" name="pt3942"/>
            <p:cNvSpPr/>
            <p:nvPr/>
          </p:nvSpPr>
          <p:spPr>
            <a:xfrm>
              <a:off x="11125677" y="81194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" name="pt3943"/>
            <p:cNvSpPr/>
            <p:nvPr/>
          </p:nvSpPr>
          <p:spPr>
            <a:xfrm>
              <a:off x="11109735" y="80922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" name="pt3944"/>
            <p:cNvSpPr/>
            <p:nvPr/>
          </p:nvSpPr>
          <p:spPr>
            <a:xfrm>
              <a:off x="11175611" y="80470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" name="pt3945"/>
            <p:cNvSpPr/>
            <p:nvPr/>
          </p:nvSpPr>
          <p:spPr>
            <a:xfrm>
              <a:off x="11246510" y="80083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" name="pt3946"/>
            <p:cNvSpPr/>
            <p:nvPr/>
          </p:nvSpPr>
          <p:spPr>
            <a:xfrm>
              <a:off x="11320242" y="76965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" name="pt3947"/>
            <p:cNvSpPr/>
            <p:nvPr/>
          </p:nvSpPr>
          <p:spPr>
            <a:xfrm>
              <a:off x="11386003" y="75777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" name="pt3948"/>
            <p:cNvSpPr/>
            <p:nvPr/>
          </p:nvSpPr>
          <p:spPr>
            <a:xfrm>
              <a:off x="11507561" y="76291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" name="pt3949"/>
            <p:cNvSpPr/>
            <p:nvPr/>
          </p:nvSpPr>
          <p:spPr>
            <a:xfrm>
              <a:off x="11042525" y="81300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" name="pt3950"/>
            <p:cNvSpPr/>
            <p:nvPr/>
          </p:nvSpPr>
          <p:spPr>
            <a:xfrm>
              <a:off x="11248237" y="83338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" name="pt3951"/>
            <p:cNvSpPr/>
            <p:nvPr/>
          </p:nvSpPr>
          <p:spPr>
            <a:xfrm>
              <a:off x="11042525" y="81890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" name="pt3952"/>
            <p:cNvSpPr/>
            <p:nvPr/>
          </p:nvSpPr>
          <p:spPr>
            <a:xfrm>
              <a:off x="11199771" y="79639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" name="pt3953"/>
            <p:cNvSpPr/>
            <p:nvPr/>
          </p:nvSpPr>
          <p:spPr>
            <a:xfrm>
              <a:off x="11307380" y="79572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" name="pt3954"/>
            <p:cNvSpPr/>
            <p:nvPr/>
          </p:nvSpPr>
          <p:spPr>
            <a:xfrm>
              <a:off x="11042525" y="82223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" name="pt3955"/>
            <p:cNvSpPr/>
            <p:nvPr/>
          </p:nvSpPr>
          <p:spPr>
            <a:xfrm>
              <a:off x="11113539" y="82458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" name="pt3956"/>
            <p:cNvSpPr/>
            <p:nvPr/>
          </p:nvSpPr>
          <p:spPr>
            <a:xfrm>
              <a:off x="11180759" y="81386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" name="pt3957"/>
            <p:cNvSpPr/>
            <p:nvPr/>
          </p:nvSpPr>
          <p:spPr>
            <a:xfrm>
              <a:off x="11242706" y="81996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" name="pt3958"/>
            <p:cNvSpPr/>
            <p:nvPr/>
          </p:nvSpPr>
          <p:spPr>
            <a:xfrm>
              <a:off x="11322598" y="81581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" name="pt3959"/>
            <p:cNvSpPr/>
            <p:nvPr/>
          </p:nvSpPr>
          <p:spPr>
            <a:xfrm>
              <a:off x="11042525" y="82801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" name="pt3960"/>
            <p:cNvSpPr/>
            <p:nvPr/>
          </p:nvSpPr>
          <p:spPr>
            <a:xfrm>
              <a:off x="11313721" y="81982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" name="pt3961"/>
            <p:cNvSpPr/>
            <p:nvPr/>
          </p:nvSpPr>
          <p:spPr>
            <a:xfrm>
              <a:off x="11454482" y="82021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" name="pt3962"/>
            <p:cNvSpPr/>
            <p:nvPr/>
          </p:nvSpPr>
          <p:spPr>
            <a:xfrm>
              <a:off x="11042525" y="80821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" name="pt3963"/>
            <p:cNvSpPr/>
            <p:nvPr/>
          </p:nvSpPr>
          <p:spPr>
            <a:xfrm>
              <a:off x="11114960" y="81785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" name="pt3964"/>
            <p:cNvSpPr/>
            <p:nvPr/>
          </p:nvSpPr>
          <p:spPr>
            <a:xfrm>
              <a:off x="11183286" y="80707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" name="pt3965"/>
            <p:cNvSpPr/>
            <p:nvPr/>
          </p:nvSpPr>
          <p:spPr>
            <a:xfrm>
              <a:off x="11042525" y="82728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" name="pt3966"/>
            <p:cNvSpPr/>
            <p:nvPr/>
          </p:nvSpPr>
          <p:spPr>
            <a:xfrm>
              <a:off x="11184554" y="81550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" name="pt3967"/>
            <p:cNvSpPr/>
            <p:nvPr/>
          </p:nvSpPr>
          <p:spPr>
            <a:xfrm>
              <a:off x="11307380" y="80637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8" name="pt3968"/>
            <p:cNvSpPr/>
            <p:nvPr/>
          </p:nvSpPr>
          <p:spPr>
            <a:xfrm>
              <a:off x="11042525" y="80689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9" name="pt3969"/>
            <p:cNvSpPr/>
            <p:nvPr/>
          </p:nvSpPr>
          <p:spPr>
            <a:xfrm>
              <a:off x="11122360" y="80347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0" name="pt3970"/>
            <p:cNvSpPr/>
            <p:nvPr/>
          </p:nvSpPr>
          <p:spPr>
            <a:xfrm>
              <a:off x="11042525" y="78101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1" name="pt3971"/>
            <p:cNvSpPr/>
            <p:nvPr/>
          </p:nvSpPr>
          <p:spPr>
            <a:xfrm>
              <a:off x="11108467" y="78264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2" name="pt3972"/>
            <p:cNvSpPr/>
            <p:nvPr/>
          </p:nvSpPr>
          <p:spPr>
            <a:xfrm>
              <a:off x="11176851" y="77851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3" name="pt3973"/>
            <p:cNvSpPr/>
            <p:nvPr/>
          </p:nvSpPr>
          <p:spPr>
            <a:xfrm>
              <a:off x="11245424" y="76680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4" name="pt3974"/>
            <p:cNvSpPr/>
            <p:nvPr/>
          </p:nvSpPr>
          <p:spPr>
            <a:xfrm>
              <a:off x="11321329" y="74588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5" name="pt3975"/>
            <p:cNvSpPr/>
            <p:nvPr/>
          </p:nvSpPr>
          <p:spPr>
            <a:xfrm>
              <a:off x="11042525" y="77011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6" name="pt3976"/>
            <p:cNvSpPr/>
            <p:nvPr/>
          </p:nvSpPr>
          <p:spPr>
            <a:xfrm>
              <a:off x="11111003" y="73727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7" name="pt3977"/>
            <p:cNvSpPr/>
            <p:nvPr/>
          </p:nvSpPr>
          <p:spPr>
            <a:xfrm>
              <a:off x="11197092" y="74017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8" name="pt3978"/>
            <p:cNvSpPr/>
            <p:nvPr/>
          </p:nvSpPr>
          <p:spPr>
            <a:xfrm>
              <a:off x="11263177" y="75145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9" name="pt3979"/>
            <p:cNvSpPr/>
            <p:nvPr/>
          </p:nvSpPr>
          <p:spPr>
            <a:xfrm>
              <a:off x="11331474" y="72839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0" name="pt3980"/>
            <p:cNvSpPr/>
            <p:nvPr/>
          </p:nvSpPr>
          <p:spPr>
            <a:xfrm>
              <a:off x="11042525" y="82450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1" name="pt3981"/>
            <p:cNvSpPr/>
            <p:nvPr/>
          </p:nvSpPr>
          <p:spPr>
            <a:xfrm>
              <a:off x="11110460" y="83655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2" name="pt3982"/>
            <p:cNvSpPr/>
            <p:nvPr/>
          </p:nvSpPr>
          <p:spPr>
            <a:xfrm>
              <a:off x="11179090" y="83389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3" name="pt3983"/>
            <p:cNvSpPr/>
            <p:nvPr/>
          </p:nvSpPr>
          <p:spPr>
            <a:xfrm>
              <a:off x="11245242" y="83393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4" name="pt3984"/>
            <p:cNvSpPr/>
            <p:nvPr/>
          </p:nvSpPr>
          <p:spPr>
            <a:xfrm>
              <a:off x="11308467" y="83598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5" name="pt3985"/>
            <p:cNvSpPr/>
            <p:nvPr/>
          </p:nvSpPr>
          <p:spPr>
            <a:xfrm>
              <a:off x="11042525" y="82591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6" name="pt3986"/>
            <p:cNvSpPr/>
            <p:nvPr/>
          </p:nvSpPr>
          <p:spPr>
            <a:xfrm>
              <a:off x="11042525" y="79176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7" name="pt3987"/>
            <p:cNvSpPr/>
            <p:nvPr/>
          </p:nvSpPr>
          <p:spPr>
            <a:xfrm>
              <a:off x="11110947" y="77024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8" name="pt3988"/>
            <p:cNvSpPr/>
            <p:nvPr/>
          </p:nvSpPr>
          <p:spPr>
            <a:xfrm>
              <a:off x="11174353" y="79617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9" name="pt3989"/>
            <p:cNvSpPr/>
            <p:nvPr/>
          </p:nvSpPr>
          <p:spPr>
            <a:xfrm>
              <a:off x="11042525" y="82014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0" name="pt3990"/>
            <p:cNvSpPr/>
            <p:nvPr/>
          </p:nvSpPr>
          <p:spPr>
            <a:xfrm>
              <a:off x="11110773" y="81852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1" name="pt3991"/>
            <p:cNvSpPr/>
            <p:nvPr/>
          </p:nvSpPr>
          <p:spPr>
            <a:xfrm>
              <a:off x="11042525" y="83198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2" name="pt3992"/>
            <p:cNvSpPr/>
            <p:nvPr/>
          </p:nvSpPr>
          <p:spPr>
            <a:xfrm>
              <a:off x="11042525" y="81307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3" name="pt3993"/>
            <p:cNvSpPr/>
            <p:nvPr/>
          </p:nvSpPr>
          <p:spPr>
            <a:xfrm>
              <a:off x="11113539" y="81713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" name="pt3994"/>
            <p:cNvSpPr/>
            <p:nvPr/>
          </p:nvSpPr>
          <p:spPr>
            <a:xfrm>
              <a:off x="11179398" y="80246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" name="pt3995"/>
            <p:cNvSpPr/>
            <p:nvPr/>
          </p:nvSpPr>
          <p:spPr>
            <a:xfrm>
              <a:off x="11246510" y="80191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" name="pt3996"/>
            <p:cNvSpPr/>
            <p:nvPr/>
          </p:nvSpPr>
          <p:spPr>
            <a:xfrm>
              <a:off x="11042525" y="82135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" name="pt3997"/>
            <p:cNvSpPr/>
            <p:nvPr/>
          </p:nvSpPr>
          <p:spPr>
            <a:xfrm>
              <a:off x="11042525" y="81192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" name="pt3998"/>
            <p:cNvSpPr/>
            <p:nvPr/>
          </p:nvSpPr>
          <p:spPr>
            <a:xfrm>
              <a:off x="11122031" y="81844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" name="pt3999"/>
            <p:cNvSpPr/>
            <p:nvPr/>
          </p:nvSpPr>
          <p:spPr>
            <a:xfrm>
              <a:off x="11042525" y="79283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" name="pt4000"/>
            <p:cNvSpPr/>
            <p:nvPr/>
          </p:nvSpPr>
          <p:spPr>
            <a:xfrm>
              <a:off x="11111365" y="78776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" name="pt4001"/>
            <p:cNvSpPr/>
            <p:nvPr/>
          </p:nvSpPr>
          <p:spPr>
            <a:xfrm>
              <a:off x="11178576" y="78236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" name="pt4002"/>
            <p:cNvSpPr/>
            <p:nvPr/>
          </p:nvSpPr>
          <p:spPr>
            <a:xfrm>
              <a:off x="11242869" y="82823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" name="pt4003"/>
            <p:cNvSpPr/>
            <p:nvPr/>
          </p:nvSpPr>
          <p:spPr>
            <a:xfrm>
              <a:off x="11042525" y="83135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" name="pt4004"/>
            <p:cNvSpPr/>
            <p:nvPr/>
          </p:nvSpPr>
          <p:spPr>
            <a:xfrm>
              <a:off x="11042525" y="79806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" name="pt4005"/>
            <p:cNvSpPr/>
            <p:nvPr/>
          </p:nvSpPr>
          <p:spPr>
            <a:xfrm>
              <a:off x="11198503" y="81100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6" name="pt4006"/>
            <p:cNvSpPr/>
            <p:nvPr/>
          </p:nvSpPr>
          <p:spPr>
            <a:xfrm>
              <a:off x="11318793" y="77761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7" name="pt4007"/>
            <p:cNvSpPr/>
            <p:nvPr/>
          </p:nvSpPr>
          <p:spPr>
            <a:xfrm>
              <a:off x="11387271" y="78288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8" name="pt4008"/>
            <p:cNvSpPr/>
            <p:nvPr/>
          </p:nvSpPr>
          <p:spPr>
            <a:xfrm>
              <a:off x="11448141" y="75343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9" name="pt4009"/>
            <p:cNvSpPr/>
            <p:nvPr/>
          </p:nvSpPr>
          <p:spPr>
            <a:xfrm>
              <a:off x="11042525" y="82222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0" name="pt4010"/>
            <p:cNvSpPr/>
            <p:nvPr/>
          </p:nvSpPr>
          <p:spPr>
            <a:xfrm>
              <a:off x="11042525" y="82128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1" name="pt4011"/>
            <p:cNvSpPr/>
            <p:nvPr/>
          </p:nvSpPr>
          <p:spPr>
            <a:xfrm>
              <a:off x="11112003" y="81051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2" name="pt4012"/>
            <p:cNvSpPr/>
            <p:nvPr/>
          </p:nvSpPr>
          <p:spPr>
            <a:xfrm>
              <a:off x="11184286" y="81273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3" name="pt4013"/>
            <p:cNvSpPr/>
            <p:nvPr/>
          </p:nvSpPr>
          <p:spPr>
            <a:xfrm>
              <a:off x="11309728" y="79099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4" name="pt4014"/>
            <p:cNvSpPr/>
            <p:nvPr/>
          </p:nvSpPr>
          <p:spPr>
            <a:xfrm>
              <a:off x="11384649" y="80409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5" name="pt4015"/>
            <p:cNvSpPr/>
            <p:nvPr/>
          </p:nvSpPr>
          <p:spPr>
            <a:xfrm>
              <a:off x="11042525" y="82095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6" name="pt4016"/>
            <p:cNvSpPr/>
            <p:nvPr/>
          </p:nvSpPr>
          <p:spPr>
            <a:xfrm>
              <a:off x="11112146" y="80238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7" name="pt4017"/>
            <p:cNvSpPr/>
            <p:nvPr/>
          </p:nvSpPr>
          <p:spPr>
            <a:xfrm>
              <a:off x="11042525" y="75968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8" name="pt4018"/>
            <p:cNvSpPr/>
            <p:nvPr/>
          </p:nvSpPr>
          <p:spPr>
            <a:xfrm>
              <a:off x="11121141" y="78094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9" name="pt4019"/>
            <p:cNvSpPr/>
            <p:nvPr/>
          </p:nvSpPr>
          <p:spPr>
            <a:xfrm>
              <a:off x="11042525" y="77389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0" name="pt4020"/>
            <p:cNvSpPr/>
            <p:nvPr/>
          </p:nvSpPr>
          <p:spPr>
            <a:xfrm>
              <a:off x="11109735" y="76700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1" name="pt4021"/>
            <p:cNvSpPr/>
            <p:nvPr/>
          </p:nvSpPr>
          <p:spPr>
            <a:xfrm>
              <a:off x="11042525" y="81967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2" name="pt4022"/>
            <p:cNvSpPr/>
            <p:nvPr/>
          </p:nvSpPr>
          <p:spPr>
            <a:xfrm>
              <a:off x="11042525" y="74034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3" name="pt4023"/>
            <p:cNvSpPr/>
            <p:nvPr/>
          </p:nvSpPr>
          <p:spPr>
            <a:xfrm>
              <a:off x="11122416" y="79489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4" name="pt4024"/>
            <p:cNvSpPr/>
            <p:nvPr/>
          </p:nvSpPr>
          <p:spPr>
            <a:xfrm>
              <a:off x="11042525" y="76822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5" name="pt4025"/>
            <p:cNvSpPr/>
            <p:nvPr/>
          </p:nvSpPr>
          <p:spPr>
            <a:xfrm>
              <a:off x="11042525" y="78869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6" name="pt4026"/>
            <p:cNvSpPr/>
            <p:nvPr/>
          </p:nvSpPr>
          <p:spPr>
            <a:xfrm>
              <a:off x="11108467" y="78233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7" name="pt4027"/>
            <p:cNvSpPr/>
            <p:nvPr/>
          </p:nvSpPr>
          <p:spPr>
            <a:xfrm>
              <a:off x="11042525" y="81515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8" name="pt4028"/>
            <p:cNvSpPr/>
            <p:nvPr/>
          </p:nvSpPr>
          <p:spPr>
            <a:xfrm>
              <a:off x="11241257" y="80602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9" name="pt4029"/>
            <p:cNvSpPr/>
            <p:nvPr/>
          </p:nvSpPr>
          <p:spPr>
            <a:xfrm>
              <a:off x="11042525" y="83276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0" name="pt4030"/>
            <p:cNvSpPr/>
            <p:nvPr/>
          </p:nvSpPr>
          <p:spPr>
            <a:xfrm>
              <a:off x="11042525" y="79663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1" name="pt4031"/>
            <p:cNvSpPr/>
            <p:nvPr/>
          </p:nvSpPr>
          <p:spPr>
            <a:xfrm>
              <a:off x="11107923" y="78073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2" name="pt4032"/>
            <p:cNvSpPr/>
            <p:nvPr/>
          </p:nvSpPr>
          <p:spPr>
            <a:xfrm>
              <a:off x="11176071" y="78558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3" name="pt4033"/>
            <p:cNvSpPr/>
            <p:nvPr/>
          </p:nvSpPr>
          <p:spPr>
            <a:xfrm>
              <a:off x="11242163" y="77962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4" name="pt4034"/>
            <p:cNvSpPr/>
            <p:nvPr/>
          </p:nvSpPr>
          <p:spPr>
            <a:xfrm>
              <a:off x="11042525" y="82636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5" name="pt4035"/>
            <p:cNvSpPr/>
            <p:nvPr/>
          </p:nvSpPr>
          <p:spPr>
            <a:xfrm>
              <a:off x="11109561" y="83794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6" name="pt4036"/>
            <p:cNvSpPr/>
            <p:nvPr/>
          </p:nvSpPr>
          <p:spPr>
            <a:xfrm>
              <a:off x="11175503" y="83471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" name="pt4037"/>
            <p:cNvSpPr/>
            <p:nvPr/>
          </p:nvSpPr>
          <p:spPr>
            <a:xfrm>
              <a:off x="11042525" y="83207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" name="pt4038"/>
            <p:cNvSpPr/>
            <p:nvPr/>
          </p:nvSpPr>
          <p:spPr>
            <a:xfrm>
              <a:off x="11221238" y="84242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" name="pt4039"/>
            <p:cNvSpPr/>
            <p:nvPr/>
          </p:nvSpPr>
          <p:spPr>
            <a:xfrm>
              <a:off x="11307380" y="84189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" name="pt4040"/>
            <p:cNvSpPr/>
            <p:nvPr/>
          </p:nvSpPr>
          <p:spPr>
            <a:xfrm>
              <a:off x="11109321" y="78815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" name="pt4041"/>
            <p:cNvSpPr/>
            <p:nvPr/>
          </p:nvSpPr>
          <p:spPr>
            <a:xfrm>
              <a:off x="11042525" y="83017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" name="pt4042"/>
            <p:cNvSpPr/>
            <p:nvPr/>
          </p:nvSpPr>
          <p:spPr>
            <a:xfrm>
              <a:off x="11240012" y="81524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" name="pt4043"/>
            <p:cNvSpPr/>
            <p:nvPr/>
          </p:nvSpPr>
          <p:spPr>
            <a:xfrm>
              <a:off x="11370786" y="82802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4" name="pt4044"/>
            <p:cNvSpPr/>
            <p:nvPr/>
          </p:nvSpPr>
          <p:spPr>
            <a:xfrm>
              <a:off x="11042525" y="80440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5" name="pt4045"/>
            <p:cNvSpPr/>
            <p:nvPr/>
          </p:nvSpPr>
          <p:spPr>
            <a:xfrm>
              <a:off x="11118751" y="82640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6" name="pt4046"/>
            <p:cNvSpPr/>
            <p:nvPr/>
          </p:nvSpPr>
          <p:spPr>
            <a:xfrm>
              <a:off x="11042525" y="78117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7" name="pt4047"/>
            <p:cNvSpPr/>
            <p:nvPr/>
          </p:nvSpPr>
          <p:spPr>
            <a:xfrm>
              <a:off x="11042525" y="82778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8" name="pt4048"/>
            <p:cNvSpPr/>
            <p:nvPr/>
          </p:nvSpPr>
          <p:spPr>
            <a:xfrm>
              <a:off x="11371992" y="83129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9" name="pt4049"/>
            <p:cNvSpPr/>
            <p:nvPr/>
          </p:nvSpPr>
          <p:spPr>
            <a:xfrm>
              <a:off x="11501340" y="83382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0" name="pt4050"/>
            <p:cNvSpPr/>
            <p:nvPr/>
          </p:nvSpPr>
          <p:spPr>
            <a:xfrm>
              <a:off x="11042525" y="83196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1" name="pt4051"/>
            <p:cNvSpPr/>
            <p:nvPr/>
          </p:nvSpPr>
          <p:spPr>
            <a:xfrm>
              <a:off x="11113902" y="83405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2" name="pt4052"/>
            <p:cNvSpPr/>
            <p:nvPr/>
          </p:nvSpPr>
          <p:spPr>
            <a:xfrm>
              <a:off x="11042525" y="83118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3" name="pt4053"/>
            <p:cNvSpPr/>
            <p:nvPr/>
          </p:nvSpPr>
          <p:spPr>
            <a:xfrm>
              <a:off x="11175985" y="82369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4" name="pt4054"/>
            <p:cNvSpPr/>
            <p:nvPr/>
          </p:nvSpPr>
          <p:spPr>
            <a:xfrm>
              <a:off x="11243068" y="82815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5" name="pt4055"/>
            <p:cNvSpPr/>
            <p:nvPr/>
          </p:nvSpPr>
          <p:spPr>
            <a:xfrm>
              <a:off x="11313721" y="81583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6" name="pt4056"/>
            <p:cNvSpPr/>
            <p:nvPr/>
          </p:nvSpPr>
          <p:spPr>
            <a:xfrm>
              <a:off x="11373685" y="80746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7" name="pt4057"/>
            <p:cNvSpPr/>
            <p:nvPr/>
          </p:nvSpPr>
          <p:spPr>
            <a:xfrm>
              <a:off x="11042525" y="80101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8" name="pt4058"/>
            <p:cNvSpPr/>
            <p:nvPr/>
          </p:nvSpPr>
          <p:spPr>
            <a:xfrm>
              <a:off x="11113539" y="79705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9" name="pt4059"/>
            <p:cNvSpPr/>
            <p:nvPr/>
          </p:nvSpPr>
          <p:spPr>
            <a:xfrm>
              <a:off x="11042525" y="80747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0" name="pt4060"/>
            <p:cNvSpPr/>
            <p:nvPr/>
          </p:nvSpPr>
          <p:spPr>
            <a:xfrm>
              <a:off x="11042525" y="83049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1" name="pt4061"/>
            <p:cNvSpPr/>
            <p:nvPr/>
          </p:nvSpPr>
          <p:spPr>
            <a:xfrm>
              <a:off x="11241619" y="82908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2" name="pt4062"/>
            <p:cNvSpPr/>
            <p:nvPr/>
          </p:nvSpPr>
          <p:spPr>
            <a:xfrm>
              <a:off x="11393793" y="81424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3" name="pt4063"/>
            <p:cNvSpPr/>
            <p:nvPr/>
          </p:nvSpPr>
          <p:spPr>
            <a:xfrm>
              <a:off x="11042525" y="80361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4" name="pt4064"/>
            <p:cNvSpPr/>
            <p:nvPr/>
          </p:nvSpPr>
          <p:spPr>
            <a:xfrm>
              <a:off x="11107199" y="81520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5" name="pt4065"/>
            <p:cNvSpPr/>
            <p:nvPr/>
          </p:nvSpPr>
          <p:spPr>
            <a:xfrm>
              <a:off x="11179397" y="80757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6" name="pt4066"/>
            <p:cNvSpPr/>
            <p:nvPr/>
          </p:nvSpPr>
          <p:spPr>
            <a:xfrm>
              <a:off x="11241257" y="81618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7" name="pt4067"/>
            <p:cNvSpPr/>
            <p:nvPr/>
          </p:nvSpPr>
          <p:spPr>
            <a:xfrm>
              <a:off x="11318612" y="82390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8" name="pt4068"/>
            <p:cNvSpPr/>
            <p:nvPr/>
          </p:nvSpPr>
          <p:spPr>
            <a:xfrm>
              <a:off x="11042525" y="83341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9" name="pt4069"/>
            <p:cNvSpPr/>
            <p:nvPr/>
          </p:nvSpPr>
          <p:spPr>
            <a:xfrm>
              <a:off x="11268068" y="84801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0" name="pt4070"/>
            <p:cNvSpPr/>
            <p:nvPr/>
          </p:nvSpPr>
          <p:spPr>
            <a:xfrm>
              <a:off x="11385420" y="84914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1" name="pt4071"/>
            <p:cNvSpPr/>
            <p:nvPr/>
          </p:nvSpPr>
          <p:spPr>
            <a:xfrm>
              <a:off x="11515351" y="84876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2" name="pt4072"/>
            <p:cNvSpPr/>
            <p:nvPr/>
          </p:nvSpPr>
          <p:spPr>
            <a:xfrm>
              <a:off x="11042525" y="81745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3" name="pt4073"/>
            <p:cNvSpPr/>
            <p:nvPr/>
          </p:nvSpPr>
          <p:spPr>
            <a:xfrm>
              <a:off x="11109624" y="83085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4" name="pt4074"/>
            <p:cNvSpPr/>
            <p:nvPr/>
          </p:nvSpPr>
          <p:spPr>
            <a:xfrm>
              <a:off x="11175496" y="81310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5" name="pt4075"/>
            <p:cNvSpPr/>
            <p:nvPr/>
          </p:nvSpPr>
          <p:spPr>
            <a:xfrm>
              <a:off x="11242706" y="82417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6" name="pt4076"/>
            <p:cNvSpPr/>
            <p:nvPr/>
          </p:nvSpPr>
          <p:spPr>
            <a:xfrm>
              <a:off x="11042525" y="77243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7" name="pt4077"/>
            <p:cNvSpPr/>
            <p:nvPr/>
          </p:nvSpPr>
          <p:spPr>
            <a:xfrm>
              <a:off x="11042525" y="78359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8" name="pt4078"/>
            <p:cNvSpPr/>
            <p:nvPr/>
          </p:nvSpPr>
          <p:spPr>
            <a:xfrm>
              <a:off x="11042525" y="80259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9" name="pt4079"/>
            <p:cNvSpPr/>
            <p:nvPr/>
          </p:nvSpPr>
          <p:spPr>
            <a:xfrm>
              <a:off x="11042525" y="81866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0" name="pt4080"/>
            <p:cNvSpPr/>
            <p:nvPr/>
          </p:nvSpPr>
          <p:spPr>
            <a:xfrm>
              <a:off x="11042525" y="82509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1" name="pt4081"/>
            <p:cNvSpPr/>
            <p:nvPr/>
          </p:nvSpPr>
          <p:spPr>
            <a:xfrm>
              <a:off x="11042525" y="83299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2" name="pt4082"/>
            <p:cNvSpPr/>
            <p:nvPr/>
          </p:nvSpPr>
          <p:spPr>
            <a:xfrm>
              <a:off x="11175654" y="81932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3" name="pt4083"/>
            <p:cNvSpPr/>
            <p:nvPr/>
          </p:nvSpPr>
          <p:spPr>
            <a:xfrm>
              <a:off x="11042525" y="82120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4" name="pt4084"/>
            <p:cNvSpPr/>
            <p:nvPr/>
          </p:nvSpPr>
          <p:spPr>
            <a:xfrm>
              <a:off x="11042525" y="81009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5" name="pt4085"/>
            <p:cNvSpPr/>
            <p:nvPr/>
          </p:nvSpPr>
          <p:spPr>
            <a:xfrm>
              <a:off x="11042525" y="79620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6" name="pl4086"/>
            <p:cNvSpPr/>
            <p:nvPr/>
          </p:nvSpPr>
          <p:spPr>
            <a:xfrm>
              <a:off x="11067351" y="8058985"/>
              <a:ext cx="235917" cy="96728"/>
            </a:xfrm>
            <a:custGeom>
              <a:avLst/>
              <a:pathLst>
                <a:path w="235917" h="96728">
                  <a:moveTo>
                    <a:pt x="0" y="96728"/>
                  </a:moveTo>
                  <a:lnTo>
                    <a:pt x="78623" y="70156"/>
                  </a:lnTo>
                  <a:lnTo>
                    <a:pt x="23591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7" name="pl4087"/>
            <p:cNvSpPr/>
            <p:nvPr/>
          </p:nvSpPr>
          <p:spPr>
            <a:xfrm>
              <a:off x="11067351" y="7962489"/>
              <a:ext cx="400725" cy="393172"/>
            </a:xfrm>
            <a:custGeom>
              <a:avLst/>
              <a:pathLst>
                <a:path w="400725" h="393172">
                  <a:moveTo>
                    <a:pt x="0" y="393172"/>
                  </a:moveTo>
                  <a:lnTo>
                    <a:pt x="219326" y="354996"/>
                  </a:lnTo>
                  <a:lnTo>
                    <a:pt x="40072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8" name="pl4088"/>
            <p:cNvSpPr/>
            <p:nvPr/>
          </p:nvSpPr>
          <p:spPr>
            <a:xfrm>
              <a:off x="11067351" y="7782090"/>
              <a:ext cx="139088" cy="110791"/>
            </a:xfrm>
            <a:custGeom>
              <a:avLst/>
              <a:pathLst>
                <a:path w="139088" h="110791">
                  <a:moveTo>
                    <a:pt x="0" y="110791"/>
                  </a:moveTo>
                  <a:lnTo>
                    <a:pt x="76992" y="0"/>
                  </a:lnTo>
                  <a:lnTo>
                    <a:pt x="139088" y="8359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9" name="pl4089"/>
            <p:cNvSpPr/>
            <p:nvPr/>
          </p:nvSpPr>
          <p:spPr>
            <a:xfrm>
              <a:off x="11067351" y="8220868"/>
              <a:ext cx="212862" cy="115379"/>
            </a:xfrm>
            <a:custGeom>
              <a:avLst/>
              <a:pathLst>
                <a:path w="212862" h="115379">
                  <a:moveTo>
                    <a:pt x="0" y="115379"/>
                  </a:moveTo>
                  <a:lnTo>
                    <a:pt x="21286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0" name="pl4090"/>
            <p:cNvSpPr/>
            <p:nvPr/>
          </p:nvSpPr>
          <p:spPr>
            <a:xfrm>
              <a:off x="11067351" y="8023719"/>
              <a:ext cx="72463" cy="147391"/>
            </a:xfrm>
            <a:custGeom>
              <a:avLst/>
              <a:pathLst>
                <a:path w="72463" h="147391">
                  <a:moveTo>
                    <a:pt x="0" y="0"/>
                  </a:moveTo>
                  <a:lnTo>
                    <a:pt x="72463" y="14739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1" name="pl4091"/>
            <p:cNvSpPr/>
            <p:nvPr/>
          </p:nvSpPr>
          <p:spPr>
            <a:xfrm>
              <a:off x="11067351" y="8006185"/>
              <a:ext cx="63405" cy="54682"/>
            </a:xfrm>
            <a:custGeom>
              <a:avLst/>
              <a:pathLst>
                <a:path w="63405" h="54682">
                  <a:moveTo>
                    <a:pt x="0" y="54682"/>
                  </a:moveTo>
                  <a:lnTo>
                    <a:pt x="6340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2" name="pl4092"/>
            <p:cNvSpPr/>
            <p:nvPr/>
          </p:nvSpPr>
          <p:spPr>
            <a:xfrm>
              <a:off x="11067351" y="8105837"/>
              <a:ext cx="147412" cy="225955"/>
            </a:xfrm>
            <a:custGeom>
              <a:avLst/>
              <a:pathLst>
                <a:path w="147412" h="225955">
                  <a:moveTo>
                    <a:pt x="0" y="0"/>
                  </a:moveTo>
                  <a:lnTo>
                    <a:pt x="76035" y="225955"/>
                  </a:lnTo>
                  <a:lnTo>
                    <a:pt x="147412" y="8223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3" name="pl4093"/>
            <p:cNvSpPr/>
            <p:nvPr/>
          </p:nvSpPr>
          <p:spPr>
            <a:xfrm>
              <a:off x="11067351" y="8062233"/>
              <a:ext cx="73463" cy="109838"/>
            </a:xfrm>
            <a:custGeom>
              <a:avLst/>
              <a:pathLst>
                <a:path w="73463" h="109838">
                  <a:moveTo>
                    <a:pt x="0" y="109838"/>
                  </a:moveTo>
                  <a:lnTo>
                    <a:pt x="7346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4" name="pl4094"/>
            <p:cNvSpPr/>
            <p:nvPr/>
          </p:nvSpPr>
          <p:spPr>
            <a:xfrm>
              <a:off x="11067351" y="7779548"/>
              <a:ext cx="448913" cy="380409"/>
            </a:xfrm>
            <a:custGeom>
              <a:avLst/>
              <a:pathLst>
                <a:path w="448913" h="380409">
                  <a:moveTo>
                    <a:pt x="0" y="219531"/>
                  </a:moveTo>
                  <a:lnTo>
                    <a:pt x="86203" y="380409"/>
                  </a:lnTo>
                  <a:lnTo>
                    <a:pt x="221920" y="0"/>
                  </a:lnTo>
                  <a:lnTo>
                    <a:pt x="371473" y="136136"/>
                  </a:lnTo>
                  <a:lnTo>
                    <a:pt x="448913" y="25813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5" name="pl4095"/>
            <p:cNvSpPr/>
            <p:nvPr/>
          </p:nvSpPr>
          <p:spPr>
            <a:xfrm>
              <a:off x="11067351" y="7958522"/>
              <a:ext cx="302174" cy="235825"/>
            </a:xfrm>
            <a:custGeom>
              <a:avLst/>
              <a:pathLst>
                <a:path w="302174" h="235825">
                  <a:moveTo>
                    <a:pt x="0" y="52025"/>
                  </a:moveTo>
                  <a:lnTo>
                    <a:pt x="72463" y="235825"/>
                  </a:lnTo>
                  <a:lnTo>
                    <a:pt x="134541" y="0"/>
                  </a:lnTo>
                  <a:lnTo>
                    <a:pt x="200362" y="50382"/>
                  </a:lnTo>
                  <a:lnTo>
                    <a:pt x="302174" y="7672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6" name="pl4096"/>
            <p:cNvSpPr/>
            <p:nvPr/>
          </p:nvSpPr>
          <p:spPr>
            <a:xfrm>
              <a:off x="11133293" y="8190304"/>
              <a:ext cx="67383" cy="29320"/>
            </a:xfrm>
            <a:custGeom>
              <a:avLst/>
              <a:pathLst>
                <a:path w="67383" h="29320">
                  <a:moveTo>
                    <a:pt x="0" y="29320"/>
                  </a:moveTo>
                  <a:lnTo>
                    <a:pt x="6738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7" name="pl4097"/>
            <p:cNvSpPr/>
            <p:nvPr/>
          </p:nvSpPr>
          <p:spPr>
            <a:xfrm>
              <a:off x="11067351" y="8025631"/>
              <a:ext cx="70052" cy="73117"/>
            </a:xfrm>
            <a:custGeom>
              <a:avLst/>
              <a:pathLst>
                <a:path w="70052" h="73117">
                  <a:moveTo>
                    <a:pt x="0" y="73117"/>
                  </a:moveTo>
                  <a:lnTo>
                    <a:pt x="7005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8" name="pl4098"/>
            <p:cNvSpPr/>
            <p:nvPr/>
          </p:nvSpPr>
          <p:spPr>
            <a:xfrm>
              <a:off x="11067351" y="7471541"/>
              <a:ext cx="72463" cy="66153"/>
            </a:xfrm>
            <a:custGeom>
              <a:avLst/>
              <a:pathLst>
                <a:path w="72463" h="66153">
                  <a:moveTo>
                    <a:pt x="0" y="66153"/>
                  </a:moveTo>
                  <a:lnTo>
                    <a:pt x="7246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9" name="pl4099"/>
            <p:cNvSpPr/>
            <p:nvPr/>
          </p:nvSpPr>
          <p:spPr>
            <a:xfrm>
              <a:off x="11067351" y="8099085"/>
              <a:ext cx="68478" cy="104857"/>
            </a:xfrm>
            <a:custGeom>
              <a:avLst/>
              <a:pathLst>
                <a:path w="68478" h="104857">
                  <a:moveTo>
                    <a:pt x="0" y="104857"/>
                  </a:moveTo>
                  <a:lnTo>
                    <a:pt x="6847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0" name="pl4100"/>
            <p:cNvSpPr/>
            <p:nvPr/>
          </p:nvSpPr>
          <p:spPr>
            <a:xfrm>
              <a:off x="11067351" y="7528950"/>
              <a:ext cx="78985" cy="37170"/>
            </a:xfrm>
            <a:custGeom>
              <a:avLst/>
              <a:pathLst>
                <a:path w="78985" h="37170">
                  <a:moveTo>
                    <a:pt x="0" y="37170"/>
                  </a:moveTo>
                  <a:lnTo>
                    <a:pt x="7898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1" name="pl4101"/>
            <p:cNvSpPr/>
            <p:nvPr/>
          </p:nvSpPr>
          <p:spPr>
            <a:xfrm>
              <a:off x="11067351" y="7859983"/>
              <a:ext cx="144203" cy="215249"/>
            </a:xfrm>
            <a:custGeom>
              <a:avLst/>
              <a:pathLst>
                <a:path w="144203" h="215249">
                  <a:moveTo>
                    <a:pt x="0" y="215249"/>
                  </a:moveTo>
                  <a:lnTo>
                    <a:pt x="83085" y="0"/>
                  </a:lnTo>
                  <a:lnTo>
                    <a:pt x="144203" y="20431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2" name="pl4102"/>
            <p:cNvSpPr/>
            <p:nvPr/>
          </p:nvSpPr>
          <p:spPr>
            <a:xfrm>
              <a:off x="11067351" y="8174450"/>
              <a:ext cx="67064" cy="144671"/>
            </a:xfrm>
            <a:custGeom>
              <a:avLst/>
              <a:pathLst>
                <a:path w="67064" h="144671">
                  <a:moveTo>
                    <a:pt x="0" y="144671"/>
                  </a:moveTo>
                  <a:lnTo>
                    <a:pt x="6706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3" name="pl4103"/>
            <p:cNvSpPr/>
            <p:nvPr/>
          </p:nvSpPr>
          <p:spPr>
            <a:xfrm>
              <a:off x="11067351" y="8252090"/>
              <a:ext cx="76087" cy="25298"/>
            </a:xfrm>
            <a:custGeom>
              <a:avLst/>
              <a:pathLst>
                <a:path w="76087" h="25298">
                  <a:moveTo>
                    <a:pt x="0" y="25298"/>
                  </a:moveTo>
                  <a:lnTo>
                    <a:pt x="7608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4" name="pl4104"/>
            <p:cNvSpPr/>
            <p:nvPr/>
          </p:nvSpPr>
          <p:spPr>
            <a:xfrm>
              <a:off x="11067351" y="7549676"/>
              <a:ext cx="134146" cy="353470"/>
            </a:xfrm>
            <a:custGeom>
              <a:avLst/>
              <a:pathLst>
                <a:path w="134146" h="353470">
                  <a:moveTo>
                    <a:pt x="0" y="353470"/>
                  </a:moveTo>
                  <a:lnTo>
                    <a:pt x="66754" y="256150"/>
                  </a:lnTo>
                  <a:lnTo>
                    <a:pt x="13414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5" name="pl4105"/>
            <p:cNvSpPr/>
            <p:nvPr/>
          </p:nvSpPr>
          <p:spPr>
            <a:xfrm>
              <a:off x="11067351" y="7988579"/>
              <a:ext cx="71014" cy="170721"/>
            </a:xfrm>
            <a:custGeom>
              <a:avLst/>
              <a:pathLst>
                <a:path w="71014" h="170721">
                  <a:moveTo>
                    <a:pt x="0" y="0"/>
                  </a:moveTo>
                  <a:lnTo>
                    <a:pt x="71014" y="17072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6" name="pl4106"/>
            <p:cNvSpPr/>
            <p:nvPr/>
          </p:nvSpPr>
          <p:spPr>
            <a:xfrm>
              <a:off x="11067351" y="8355523"/>
              <a:ext cx="68429" cy="4926"/>
            </a:xfrm>
            <a:custGeom>
              <a:avLst/>
              <a:pathLst>
                <a:path w="68429" h="4926">
                  <a:moveTo>
                    <a:pt x="0" y="0"/>
                  </a:moveTo>
                  <a:lnTo>
                    <a:pt x="68429" y="492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7" name="pl4107"/>
            <p:cNvSpPr/>
            <p:nvPr/>
          </p:nvSpPr>
          <p:spPr>
            <a:xfrm>
              <a:off x="11067351" y="7444482"/>
              <a:ext cx="396739" cy="702770"/>
            </a:xfrm>
            <a:custGeom>
              <a:avLst/>
              <a:pathLst>
                <a:path w="396739" h="702770">
                  <a:moveTo>
                    <a:pt x="0" y="702770"/>
                  </a:moveTo>
                  <a:lnTo>
                    <a:pt x="126811" y="325659"/>
                  </a:lnTo>
                  <a:lnTo>
                    <a:pt x="263587" y="75215"/>
                  </a:lnTo>
                  <a:lnTo>
                    <a:pt x="330797" y="238476"/>
                  </a:lnTo>
                  <a:lnTo>
                    <a:pt x="39673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8" name="pl4108"/>
            <p:cNvSpPr/>
            <p:nvPr/>
          </p:nvSpPr>
          <p:spPr>
            <a:xfrm>
              <a:off x="11067351" y="8075131"/>
              <a:ext cx="82314" cy="10654"/>
            </a:xfrm>
            <a:custGeom>
              <a:avLst/>
              <a:pathLst>
                <a:path w="82314" h="10654">
                  <a:moveTo>
                    <a:pt x="0" y="10654"/>
                  </a:moveTo>
                  <a:lnTo>
                    <a:pt x="8231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9" name="pl4109"/>
            <p:cNvSpPr/>
            <p:nvPr/>
          </p:nvSpPr>
          <p:spPr>
            <a:xfrm>
              <a:off x="11067351" y="7726205"/>
              <a:ext cx="66123" cy="155953"/>
            </a:xfrm>
            <a:custGeom>
              <a:avLst/>
              <a:pathLst>
                <a:path w="66123" h="155953">
                  <a:moveTo>
                    <a:pt x="0" y="0"/>
                  </a:moveTo>
                  <a:lnTo>
                    <a:pt x="66123" y="15595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0" name="pl4110"/>
            <p:cNvSpPr/>
            <p:nvPr/>
          </p:nvSpPr>
          <p:spPr>
            <a:xfrm>
              <a:off x="11067351" y="8138236"/>
              <a:ext cx="203804" cy="155268"/>
            </a:xfrm>
            <a:custGeom>
              <a:avLst/>
              <a:pathLst>
                <a:path w="203804" h="155268">
                  <a:moveTo>
                    <a:pt x="0" y="155268"/>
                  </a:moveTo>
                  <a:lnTo>
                    <a:pt x="74275" y="113601"/>
                  </a:lnTo>
                  <a:lnTo>
                    <a:pt x="136381" y="73122"/>
                  </a:lnTo>
                  <a:lnTo>
                    <a:pt x="20380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1" name="pl4111"/>
            <p:cNvSpPr/>
            <p:nvPr/>
          </p:nvSpPr>
          <p:spPr>
            <a:xfrm>
              <a:off x="11067351" y="7391462"/>
              <a:ext cx="133615" cy="145036"/>
            </a:xfrm>
            <a:custGeom>
              <a:avLst/>
              <a:pathLst>
                <a:path w="133615" h="145036">
                  <a:moveTo>
                    <a:pt x="0" y="113303"/>
                  </a:moveTo>
                  <a:lnTo>
                    <a:pt x="69021" y="0"/>
                  </a:lnTo>
                  <a:lnTo>
                    <a:pt x="133615" y="14503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2" name="pl4112"/>
            <p:cNvSpPr/>
            <p:nvPr/>
          </p:nvSpPr>
          <p:spPr>
            <a:xfrm>
              <a:off x="11067351" y="8355230"/>
              <a:ext cx="207608" cy="103467"/>
            </a:xfrm>
            <a:custGeom>
              <a:avLst/>
              <a:pathLst>
                <a:path w="207608" h="103467">
                  <a:moveTo>
                    <a:pt x="0" y="0"/>
                  </a:moveTo>
                  <a:lnTo>
                    <a:pt x="72101" y="55782"/>
                  </a:lnTo>
                  <a:lnTo>
                    <a:pt x="140346" y="75609"/>
                  </a:lnTo>
                  <a:lnTo>
                    <a:pt x="207608" y="10346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3" name="pl4113"/>
            <p:cNvSpPr/>
            <p:nvPr/>
          </p:nvSpPr>
          <p:spPr>
            <a:xfrm>
              <a:off x="11067351" y="7797359"/>
              <a:ext cx="72282" cy="78314"/>
            </a:xfrm>
            <a:custGeom>
              <a:avLst/>
              <a:pathLst>
                <a:path w="72282" h="78314">
                  <a:moveTo>
                    <a:pt x="0" y="78314"/>
                  </a:moveTo>
                  <a:lnTo>
                    <a:pt x="7228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4" name="pl4114"/>
            <p:cNvSpPr/>
            <p:nvPr/>
          </p:nvSpPr>
          <p:spPr>
            <a:xfrm>
              <a:off x="11067351" y="8183680"/>
              <a:ext cx="198913" cy="30647"/>
            </a:xfrm>
            <a:custGeom>
              <a:avLst/>
              <a:pathLst>
                <a:path w="198913" h="30647">
                  <a:moveTo>
                    <a:pt x="0" y="27134"/>
                  </a:moveTo>
                  <a:lnTo>
                    <a:pt x="126686" y="30647"/>
                  </a:lnTo>
                  <a:lnTo>
                    <a:pt x="19891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5" name="pl4115"/>
            <p:cNvSpPr/>
            <p:nvPr/>
          </p:nvSpPr>
          <p:spPr>
            <a:xfrm>
              <a:off x="11067351" y="8294611"/>
              <a:ext cx="165579" cy="65207"/>
            </a:xfrm>
            <a:custGeom>
              <a:avLst/>
              <a:pathLst>
                <a:path w="165579" h="65207">
                  <a:moveTo>
                    <a:pt x="0" y="36074"/>
                  </a:moveTo>
                  <a:lnTo>
                    <a:pt x="74818" y="0"/>
                  </a:lnTo>
                  <a:lnTo>
                    <a:pt x="165579" y="6520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6" name="pl4116"/>
            <p:cNvSpPr/>
            <p:nvPr/>
          </p:nvSpPr>
          <p:spPr>
            <a:xfrm>
              <a:off x="11130757" y="8005173"/>
              <a:ext cx="138820" cy="111360"/>
            </a:xfrm>
            <a:custGeom>
              <a:avLst/>
              <a:pathLst>
                <a:path w="138820" h="111360">
                  <a:moveTo>
                    <a:pt x="0" y="0"/>
                  </a:moveTo>
                  <a:lnTo>
                    <a:pt x="65579" y="84798"/>
                  </a:lnTo>
                  <a:lnTo>
                    <a:pt x="138820" y="11136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7" name="pl4117"/>
            <p:cNvSpPr/>
            <p:nvPr/>
          </p:nvSpPr>
          <p:spPr>
            <a:xfrm>
              <a:off x="11067351" y="8132598"/>
              <a:ext cx="210507" cy="229948"/>
            </a:xfrm>
            <a:custGeom>
              <a:avLst/>
              <a:pathLst>
                <a:path w="210507" h="229948">
                  <a:moveTo>
                    <a:pt x="0" y="229948"/>
                  </a:moveTo>
                  <a:lnTo>
                    <a:pt x="75972" y="227004"/>
                  </a:lnTo>
                  <a:lnTo>
                    <a:pt x="131703" y="0"/>
                  </a:lnTo>
                  <a:lnTo>
                    <a:pt x="210507" y="11924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8" name="pl4118"/>
            <p:cNvSpPr/>
            <p:nvPr/>
          </p:nvSpPr>
          <p:spPr>
            <a:xfrm>
              <a:off x="11067351" y="7880803"/>
              <a:ext cx="80253" cy="301690"/>
            </a:xfrm>
            <a:custGeom>
              <a:avLst/>
              <a:pathLst>
                <a:path w="80253" h="301690">
                  <a:moveTo>
                    <a:pt x="0" y="0"/>
                  </a:moveTo>
                  <a:lnTo>
                    <a:pt x="80253" y="30169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9" name="pl4119"/>
            <p:cNvSpPr/>
            <p:nvPr/>
          </p:nvSpPr>
          <p:spPr>
            <a:xfrm>
              <a:off x="11067351" y="7833415"/>
              <a:ext cx="67148" cy="118944"/>
            </a:xfrm>
            <a:custGeom>
              <a:avLst/>
              <a:pathLst>
                <a:path w="67148" h="118944">
                  <a:moveTo>
                    <a:pt x="0" y="118944"/>
                  </a:moveTo>
                  <a:lnTo>
                    <a:pt x="6714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0" name="pl4120"/>
            <p:cNvSpPr/>
            <p:nvPr/>
          </p:nvSpPr>
          <p:spPr>
            <a:xfrm>
              <a:off x="11067351" y="8100334"/>
              <a:ext cx="285145" cy="76639"/>
            </a:xfrm>
            <a:custGeom>
              <a:avLst/>
              <a:pathLst>
                <a:path w="285145" h="76639">
                  <a:moveTo>
                    <a:pt x="0" y="0"/>
                  </a:moveTo>
                  <a:lnTo>
                    <a:pt x="214130" y="49209"/>
                  </a:lnTo>
                  <a:lnTo>
                    <a:pt x="285145" y="7663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1" name="pl4121"/>
            <p:cNvSpPr/>
            <p:nvPr/>
          </p:nvSpPr>
          <p:spPr>
            <a:xfrm>
              <a:off x="11067351" y="8060615"/>
              <a:ext cx="470012" cy="179739"/>
            </a:xfrm>
            <a:custGeom>
              <a:avLst/>
              <a:pathLst>
                <a:path w="470012" h="179739">
                  <a:moveTo>
                    <a:pt x="0" y="179739"/>
                  </a:moveTo>
                  <a:lnTo>
                    <a:pt x="224359" y="43675"/>
                  </a:lnTo>
                  <a:lnTo>
                    <a:pt x="338128" y="27075"/>
                  </a:lnTo>
                  <a:lnTo>
                    <a:pt x="47001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2" name="pl4122"/>
            <p:cNvSpPr/>
            <p:nvPr/>
          </p:nvSpPr>
          <p:spPr>
            <a:xfrm>
              <a:off x="11067351" y="7855265"/>
              <a:ext cx="132790" cy="245708"/>
            </a:xfrm>
            <a:custGeom>
              <a:avLst/>
              <a:pathLst>
                <a:path w="132790" h="245708">
                  <a:moveTo>
                    <a:pt x="0" y="0"/>
                  </a:moveTo>
                  <a:lnTo>
                    <a:pt x="79403" y="205451"/>
                  </a:lnTo>
                  <a:lnTo>
                    <a:pt x="132790" y="24570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3" name="pl4123"/>
            <p:cNvSpPr/>
            <p:nvPr/>
          </p:nvSpPr>
          <p:spPr>
            <a:xfrm>
              <a:off x="11067351" y="8193366"/>
              <a:ext cx="149637" cy="131785"/>
            </a:xfrm>
            <a:custGeom>
              <a:avLst/>
              <a:pathLst>
                <a:path w="149637" h="131785">
                  <a:moveTo>
                    <a:pt x="0" y="131785"/>
                  </a:moveTo>
                  <a:lnTo>
                    <a:pt x="68659" y="51505"/>
                  </a:lnTo>
                  <a:lnTo>
                    <a:pt x="14963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4" name="pl4124"/>
            <p:cNvSpPr/>
            <p:nvPr/>
          </p:nvSpPr>
          <p:spPr>
            <a:xfrm>
              <a:off x="11067351" y="8361780"/>
              <a:ext cx="168478" cy="173599"/>
            </a:xfrm>
            <a:custGeom>
              <a:avLst/>
              <a:pathLst>
                <a:path w="168478" h="173599">
                  <a:moveTo>
                    <a:pt x="0" y="0"/>
                  </a:moveTo>
                  <a:lnTo>
                    <a:pt x="77355" y="173599"/>
                  </a:lnTo>
                  <a:lnTo>
                    <a:pt x="168478" y="13154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5" name="pl4125"/>
            <p:cNvSpPr/>
            <p:nvPr/>
          </p:nvSpPr>
          <p:spPr>
            <a:xfrm>
              <a:off x="11138546" y="7941568"/>
              <a:ext cx="138405" cy="418259"/>
            </a:xfrm>
            <a:custGeom>
              <a:avLst/>
              <a:pathLst>
                <a:path w="138405" h="418259">
                  <a:moveTo>
                    <a:pt x="0" y="418259"/>
                  </a:moveTo>
                  <a:lnTo>
                    <a:pt x="65799" y="417054"/>
                  </a:lnTo>
                  <a:lnTo>
                    <a:pt x="13840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6" name="pl4126"/>
            <p:cNvSpPr/>
            <p:nvPr/>
          </p:nvSpPr>
          <p:spPr>
            <a:xfrm>
              <a:off x="11137080" y="8196737"/>
              <a:ext cx="72282" cy="31652"/>
            </a:xfrm>
            <a:custGeom>
              <a:avLst/>
              <a:pathLst>
                <a:path w="72282" h="31652">
                  <a:moveTo>
                    <a:pt x="0" y="31652"/>
                  </a:moveTo>
                  <a:lnTo>
                    <a:pt x="7228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7" name="pl4127"/>
            <p:cNvSpPr/>
            <p:nvPr/>
          </p:nvSpPr>
          <p:spPr>
            <a:xfrm>
              <a:off x="11067351" y="8174368"/>
              <a:ext cx="218116" cy="98472"/>
            </a:xfrm>
            <a:custGeom>
              <a:avLst/>
              <a:pathLst>
                <a:path w="218116" h="98472">
                  <a:moveTo>
                    <a:pt x="0" y="98472"/>
                  </a:moveTo>
                  <a:lnTo>
                    <a:pt x="100028" y="97446"/>
                  </a:lnTo>
                  <a:lnTo>
                    <a:pt x="144927" y="24112"/>
                  </a:lnTo>
                  <a:lnTo>
                    <a:pt x="21811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8" name="pl4128"/>
            <p:cNvSpPr/>
            <p:nvPr/>
          </p:nvSpPr>
          <p:spPr>
            <a:xfrm>
              <a:off x="11067351" y="8005721"/>
              <a:ext cx="367870" cy="235782"/>
            </a:xfrm>
            <a:custGeom>
              <a:avLst/>
              <a:pathLst>
                <a:path w="367870" h="235782">
                  <a:moveTo>
                    <a:pt x="0" y="213708"/>
                  </a:moveTo>
                  <a:lnTo>
                    <a:pt x="139329" y="0"/>
                  </a:lnTo>
                  <a:lnTo>
                    <a:pt x="205253" y="185126"/>
                  </a:lnTo>
                  <a:lnTo>
                    <a:pt x="367870" y="23578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9" name="pl4129"/>
            <p:cNvSpPr/>
            <p:nvPr/>
          </p:nvSpPr>
          <p:spPr>
            <a:xfrm>
              <a:off x="11067351" y="7965739"/>
              <a:ext cx="75785" cy="54940"/>
            </a:xfrm>
            <a:custGeom>
              <a:avLst/>
              <a:pathLst>
                <a:path w="75785" h="54940">
                  <a:moveTo>
                    <a:pt x="0" y="54940"/>
                  </a:moveTo>
                  <a:lnTo>
                    <a:pt x="7578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0" name="pl4130"/>
            <p:cNvSpPr/>
            <p:nvPr/>
          </p:nvSpPr>
          <p:spPr>
            <a:xfrm>
              <a:off x="11067351" y="8304998"/>
              <a:ext cx="461051" cy="199494"/>
            </a:xfrm>
            <a:custGeom>
              <a:avLst/>
              <a:pathLst>
                <a:path w="461051" h="199494">
                  <a:moveTo>
                    <a:pt x="0" y="0"/>
                  </a:moveTo>
                  <a:lnTo>
                    <a:pt x="216485" y="199494"/>
                  </a:lnTo>
                  <a:lnTo>
                    <a:pt x="355797" y="180760"/>
                  </a:lnTo>
                  <a:lnTo>
                    <a:pt x="461051" y="14961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1" name="pl4131"/>
            <p:cNvSpPr/>
            <p:nvPr/>
          </p:nvSpPr>
          <p:spPr>
            <a:xfrm>
              <a:off x="11067351" y="7848260"/>
              <a:ext cx="369965" cy="302917"/>
            </a:xfrm>
            <a:custGeom>
              <a:avLst/>
              <a:pathLst>
                <a:path w="369965" h="302917">
                  <a:moveTo>
                    <a:pt x="0" y="219670"/>
                  </a:moveTo>
                  <a:lnTo>
                    <a:pt x="67352" y="302917"/>
                  </a:lnTo>
                  <a:lnTo>
                    <a:pt x="133695" y="104360"/>
                  </a:lnTo>
                  <a:lnTo>
                    <a:pt x="36996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2" name="pl4132"/>
            <p:cNvSpPr/>
            <p:nvPr/>
          </p:nvSpPr>
          <p:spPr>
            <a:xfrm>
              <a:off x="11067351" y="8227524"/>
              <a:ext cx="330797" cy="126596"/>
            </a:xfrm>
            <a:custGeom>
              <a:avLst/>
              <a:pathLst>
                <a:path w="330797" h="126596">
                  <a:moveTo>
                    <a:pt x="0" y="28114"/>
                  </a:moveTo>
                  <a:lnTo>
                    <a:pt x="81159" y="101301"/>
                  </a:lnTo>
                  <a:lnTo>
                    <a:pt x="188768" y="69235"/>
                  </a:lnTo>
                  <a:lnTo>
                    <a:pt x="269927" y="0"/>
                  </a:lnTo>
                  <a:lnTo>
                    <a:pt x="330797" y="12659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3" name="pl4133"/>
            <p:cNvSpPr/>
            <p:nvPr/>
          </p:nvSpPr>
          <p:spPr>
            <a:xfrm>
              <a:off x="11067351" y="7914391"/>
              <a:ext cx="77528" cy="68261"/>
            </a:xfrm>
            <a:custGeom>
              <a:avLst/>
              <a:pathLst>
                <a:path w="77528" h="68261">
                  <a:moveTo>
                    <a:pt x="0" y="68261"/>
                  </a:moveTo>
                  <a:lnTo>
                    <a:pt x="7752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4" name="pl4134"/>
            <p:cNvSpPr/>
            <p:nvPr/>
          </p:nvSpPr>
          <p:spPr>
            <a:xfrm>
              <a:off x="11067351" y="8038556"/>
              <a:ext cx="472464" cy="496903"/>
            </a:xfrm>
            <a:custGeom>
              <a:avLst/>
              <a:pathLst>
                <a:path w="472464" h="496903">
                  <a:moveTo>
                    <a:pt x="0" y="0"/>
                  </a:moveTo>
                  <a:lnTo>
                    <a:pt x="225543" y="496903"/>
                  </a:lnTo>
                  <a:lnTo>
                    <a:pt x="344384" y="489542"/>
                  </a:lnTo>
                  <a:lnTo>
                    <a:pt x="472464" y="47379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5" name="pl4135"/>
            <p:cNvSpPr/>
            <p:nvPr/>
          </p:nvSpPr>
          <p:spPr>
            <a:xfrm>
              <a:off x="11067351" y="7895902"/>
              <a:ext cx="140454" cy="93388"/>
            </a:xfrm>
            <a:custGeom>
              <a:avLst/>
              <a:pathLst>
                <a:path w="140454" h="93388">
                  <a:moveTo>
                    <a:pt x="0" y="93388"/>
                  </a:moveTo>
                  <a:lnTo>
                    <a:pt x="72101" y="64927"/>
                  </a:lnTo>
                  <a:lnTo>
                    <a:pt x="14045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6" name="pl4136"/>
            <p:cNvSpPr/>
            <p:nvPr/>
          </p:nvSpPr>
          <p:spPr>
            <a:xfrm>
              <a:off x="11067351" y="8142870"/>
              <a:ext cx="133333" cy="62096"/>
            </a:xfrm>
            <a:custGeom>
              <a:avLst/>
              <a:pathLst>
                <a:path w="133333" h="62096">
                  <a:moveTo>
                    <a:pt x="0" y="0"/>
                  </a:moveTo>
                  <a:lnTo>
                    <a:pt x="133333" y="6209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7" name="pl4137"/>
            <p:cNvSpPr/>
            <p:nvPr/>
          </p:nvSpPr>
          <p:spPr>
            <a:xfrm>
              <a:off x="11067351" y="8249185"/>
              <a:ext cx="134601" cy="41522"/>
            </a:xfrm>
            <a:custGeom>
              <a:avLst/>
              <a:pathLst>
                <a:path w="134601" h="41522">
                  <a:moveTo>
                    <a:pt x="0" y="0"/>
                  </a:moveTo>
                  <a:lnTo>
                    <a:pt x="71376" y="20321"/>
                  </a:lnTo>
                  <a:lnTo>
                    <a:pt x="134601" y="4152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8" name="pl4138"/>
            <p:cNvSpPr/>
            <p:nvPr/>
          </p:nvSpPr>
          <p:spPr>
            <a:xfrm>
              <a:off x="11067351" y="8144309"/>
              <a:ext cx="83152" cy="30296"/>
            </a:xfrm>
            <a:custGeom>
              <a:avLst/>
              <a:pathLst>
                <a:path w="83152" h="30296">
                  <a:moveTo>
                    <a:pt x="0" y="30296"/>
                  </a:moveTo>
                  <a:lnTo>
                    <a:pt x="8315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9" name="pl4139"/>
            <p:cNvSpPr/>
            <p:nvPr/>
          </p:nvSpPr>
          <p:spPr>
            <a:xfrm>
              <a:off x="11134561" y="7602604"/>
              <a:ext cx="397826" cy="514505"/>
            </a:xfrm>
            <a:custGeom>
              <a:avLst/>
              <a:pathLst>
                <a:path w="397826" h="514505">
                  <a:moveTo>
                    <a:pt x="0" y="514505"/>
                  </a:moveTo>
                  <a:lnTo>
                    <a:pt x="65875" y="469310"/>
                  </a:lnTo>
                  <a:lnTo>
                    <a:pt x="136775" y="430544"/>
                  </a:lnTo>
                  <a:lnTo>
                    <a:pt x="210507" y="118789"/>
                  </a:lnTo>
                  <a:lnTo>
                    <a:pt x="276268" y="0"/>
                  </a:lnTo>
                  <a:lnTo>
                    <a:pt x="397826" y="5137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0" name="pl4140"/>
            <p:cNvSpPr/>
            <p:nvPr/>
          </p:nvSpPr>
          <p:spPr>
            <a:xfrm>
              <a:off x="11067351" y="7982100"/>
              <a:ext cx="264855" cy="231813"/>
            </a:xfrm>
            <a:custGeom>
              <a:avLst/>
              <a:pathLst>
                <a:path w="264855" h="231813">
                  <a:moveTo>
                    <a:pt x="0" y="231813"/>
                  </a:moveTo>
                  <a:lnTo>
                    <a:pt x="157246" y="6679"/>
                  </a:lnTo>
                  <a:lnTo>
                    <a:pt x="26485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1" name="pl4141"/>
            <p:cNvSpPr/>
            <p:nvPr/>
          </p:nvSpPr>
          <p:spPr>
            <a:xfrm>
              <a:off x="11067351" y="8163479"/>
              <a:ext cx="280072" cy="107173"/>
            </a:xfrm>
            <a:custGeom>
              <a:avLst/>
              <a:pathLst>
                <a:path w="280072" h="107173">
                  <a:moveTo>
                    <a:pt x="0" y="83725"/>
                  </a:moveTo>
                  <a:lnTo>
                    <a:pt x="71014" y="107173"/>
                  </a:lnTo>
                  <a:lnTo>
                    <a:pt x="138234" y="0"/>
                  </a:lnTo>
                  <a:lnTo>
                    <a:pt x="200181" y="60998"/>
                  </a:lnTo>
                  <a:lnTo>
                    <a:pt x="280072" y="1953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2" name="pl4142"/>
            <p:cNvSpPr/>
            <p:nvPr/>
          </p:nvSpPr>
          <p:spPr>
            <a:xfrm>
              <a:off x="11067351" y="8223064"/>
              <a:ext cx="411956" cy="81913"/>
            </a:xfrm>
            <a:custGeom>
              <a:avLst/>
              <a:pathLst>
                <a:path w="411956" h="81913">
                  <a:moveTo>
                    <a:pt x="0" y="81913"/>
                  </a:moveTo>
                  <a:lnTo>
                    <a:pt x="271195" y="0"/>
                  </a:lnTo>
                  <a:lnTo>
                    <a:pt x="411956" y="395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3" name="pl4143"/>
            <p:cNvSpPr/>
            <p:nvPr/>
          </p:nvSpPr>
          <p:spPr>
            <a:xfrm>
              <a:off x="11067351" y="8095607"/>
              <a:ext cx="140761" cy="107751"/>
            </a:xfrm>
            <a:custGeom>
              <a:avLst/>
              <a:pathLst>
                <a:path w="140761" h="107751">
                  <a:moveTo>
                    <a:pt x="0" y="11378"/>
                  </a:moveTo>
                  <a:lnTo>
                    <a:pt x="72435" y="107751"/>
                  </a:lnTo>
                  <a:lnTo>
                    <a:pt x="14076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4" name="pl4144"/>
            <p:cNvSpPr/>
            <p:nvPr/>
          </p:nvSpPr>
          <p:spPr>
            <a:xfrm>
              <a:off x="11067351" y="8088616"/>
              <a:ext cx="264855" cy="209016"/>
            </a:xfrm>
            <a:custGeom>
              <a:avLst/>
              <a:pathLst>
                <a:path w="264855" h="209016">
                  <a:moveTo>
                    <a:pt x="0" y="209016"/>
                  </a:moveTo>
                  <a:lnTo>
                    <a:pt x="142029" y="91294"/>
                  </a:lnTo>
                  <a:lnTo>
                    <a:pt x="26485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5" name="pl4145"/>
            <p:cNvSpPr/>
            <p:nvPr/>
          </p:nvSpPr>
          <p:spPr>
            <a:xfrm>
              <a:off x="11067351" y="8059527"/>
              <a:ext cx="79835" cy="34278"/>
            </a:xfrm>
            <a:custGeom>
              <a:avLst/>
              <a:pathLst>
                <a:path w="79835" h="34278">
                  <a:moveTo>
                    <a:pt x="0" y="34278"/>
                  </a:moveTo>
                  <a:lnTo>
                    <a:pt x="7983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6" name="pl4146"/>
            <p:cNvSpPr/>
            <p:nvPr/>
          </p:nvSpPr>
          <p:spPr>
            <a:xfrm>
              <a:off x="11067351" y="7483656"/>
              <a:ext cx="278804" cy="367615"/>
            </a:xfrm>
            <a:custGeom>
              <a:avLst/>
              <a:pathLst>
                <a:path w="278804" h="367615">
                  <a:moveTo>
                    <a:pt x="0" y="351356"/>
                  </a:moveTo>
                  <a:lnTo>
                    <a:pt x="65942" y="367615"/>
                  </a:lnTo>
                  <a:lnTo>
                    <a:pt x="134326" y="326343"/>
                  </a:lnTo>
                  <a:lnTo>
                    <a:pt x="202898" y="209237"/>
                  </a:lnTo>
                  <a:lnTo>
                    <a:pt x="27880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7" name="pl4147"/>
            <p:cNvSpPr/>
            <p:nvPr/>
          </p:nvSpPr>
          <p:spPr>
            <a:xfrm>
              <a:off x="11067351" y="7308803"/>
              <a:ext cx="288949" cy="417218"/>
            </a:xfrm>
            <a:custGeom>
              <a:avLst/>
              <a:pathLst>
                <a:path w="288949" h="417218">
                  <a:moveTo>
                    <a:pt x="0" y="417218"/>
                  </a:moveTo>
                  <a:lnTo>
                    <a:pt x="68478" y="88794"/>
                  </a:lnTo>
                  <a:lnTo>
                    <a:pt x="154567" y="117771"/>
                  </a:lnTo>
                  <a:lnTo>
                    <a:pt x="220652" y="230594"/>
                  </a:lnTo>
                  <a:lnTo>
                    <a:pt x="28894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8" name="pl4148"/>
            <p:cNvSpPr/>
            <p:nvPr/>
          </p:nvSpPr>
          <p:spPr>
            <a:xfrm>
              <a:off x="11067351" y="8269913"/>
              <a:ext cx="265942" cy="120449"/>
            </a:xfrm>
            <a:custGeom>
              <a:avLst/>
              <a:pathLst>
                <a:path w="265942" h="120449">
                  <a:moveTo>
                    <a:pt x="0" y="0"/>
                  </a:moveTo>
                  <a:lnTo>
                    <a:pt x="67934" y="120449"/>
                  </a:lnTo>
                  <a:lnTo>
                    <a:pt x="136565" y="93816"/>
                  </a:lnTo>
                  <a:lnTo>
                    <a:pt x="202717" y="94285"/>
                  </a:lnTo>
                  <a:lnTo>
                    <a:pt x="265942" y="11476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9" name="pl4149"/>
            <p:cNvSpPr/>
            <p:nvPr/>
          </p:nvSpPr>
          <p:spPr>
            <a:xfrm>
              <a:off x="11067351" y="7727297"/>
              <a:ext cx="131828" cy="259276"/>
            </a:xfrm>
            <a:custGeom>
              <a:avLst/>
              <a:pathLst>
                <a:path w="131828" h="259276">
                  <a:moveTo>
                    <a:pt x="0" y="215209"/>
                  </a:moveTo>
                  <a:lnTo>
                    <a:pt x="68422" y="0"/>
                  </a:lnTo>
                  <a:lnTo>
                    <a:pt x="131828" y="25927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0" name="pl4150"/>
            <p:cNvSpPr/>
            <p:nvPr/>
          </p:nvSpPr>
          <p:spPr>
            <a:xfrm>
              <a:off x="11067351" y="8210034"/>
              <a:ext cx="68248" cy="16267"/>
            </a:xfrm>
            <a:custGeom>
              <a:avLst/>
              <a:pathLst>
                <a:path w="68248" h="16267">
                  <a:moveTo>
                    <a:pt x="0" y="16267"/>
                  </a:moveTo>
                  <a:lnTo>
                    <a:pt x="6824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1" name="pl4151"/>
            <p:cNvSpPr/>
            <p:nvPr/>
          </p:nvSpPr>
          <p:spPr>
            <a:xfrm>
              <a:off x="11067351" y="8043954"/>
              <a:ext cx="203985" cy="152203"/>
            </a:xfrm>
            <a:custGeom>
              <a:avLst/>
              <a:pathLst>
                <a:path w="203985" h="152203">
                  <a:moveTo>
                    <a:pt x="0" y="111661"/>
                  </a:moveTo>
                  <a:lnTo>
                    <a:pt x="71014" y="152203"/>
                  </a:lnTo>
                  <a:lnTo>
                    <a:pt x="136873" y="5509"/>
                  </a:lnTo>
                  <a:lnTo>
                    <a:pt x="20398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2" name="pl4152"/>
            <p:cNvSpPr/>
            <p:nvPr/>
          </p:nvSpPr>
          <p:spPr>
            <a:xfrm>
              <a:off x="11067351" y="8144071"/>
              <a:ext cx="79506" cy="65200"/>
            </a:xfrm>
            <a:custGeom>
              <a:avLst/>
              <a:pathLst>
                <a:path w="79506" h="65200">
                  <a:moveTo>
                    <a:pt x="0" y="0"/>
                  </a:moveTo>
                  <a:lnTo>
                    <a:pt x="79506" y="6520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3" name="pl4153"/>
            <p:cNvSpPr/>
            <p:nvPr/>
          </p:nvSpPr>
          <p:spPr>
            <a:xfrm>
              <a:off x="11067351" y="7848454"/>
              <a:ext cx="136050" cy="104711"/>
            </a:xfrm>
            <a:custGeom>
              <a:avLst/>
              <a:pathLst>
                <a:path w="136050" h="104711">
                  <a:moveTo>
                    <a:pt x="0" y="104711"/>
                  </a:moveTo>
                  <a:lnTo>
                    <a:pt x="68840" y="54045"/>
                  </a:lnTo>
                  <a:lnTo>
                    <a:pt x="13605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4" name="pl4154"/>
            <p:cNvSpPr/>
            <p:nvPr/>
          </p:nvSpPr>
          <p:spPr>
            <a:xfrm>
              <a:off x="11067351" y="7559164"/>
              <a:ext cx="405616" cy="575734"/>
            </a:xfrm>
            <a:custGeom>
              <a:avLst/>
              <a:pathLst>
                <a:path w="405616" h="575734">
                  <a:moveTo>
                    <a:pt x="0" y="446302"/>
                  </a:moveTo>
                  <a:lnTo>
                    <a:pt x="155978" y="575734"/>
                  </a:lnTo>
                  <a:lnTo>
                    <a:pt x="276268" y="241798"/>
                  </a:lnTo>
                  <a:lnTo>
                    <a:pt x="344746" y="294507"/>
                  </a:lnTo>
                  <a:lnTo>
                    <a:pt x="40561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5" name="pl4155"/>
            <p:cNvSpPr/>
            <p:nvPr/>
          </p:nvSpPr>
          <p:spPr>
            <a:xfrm>
              <a:off x="11067351" y="7934731"/>
              <a:ext cx="342123" cy="302993"/>
            </a:xfrm>
            <a:custGeom>
              <a:avLst/>
              <a:pathLst>
                <a:path w="342123" h="302993">
                  <a:moveTo>
                    <a:pt x="0" y="302993"/>
                  </a:moveTo>
                  <a:lnTo>
                    <a:pt x="69478" y="195265"/>
                  </a:lnTo>
                  <a:lnTo>
                    <a:pt x="141761" y="217488"/>
                  </a:lnTo>
                  <a:lnTo>
                    <a:pt x="267203" y="0"/>
                  </a:lnTo>
                  <a:lnTo>
                    <a:pt x="342123" y="13100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6" name="pl4156"/>
            <p:cNvSpPr/>
            <p:nvPr/>
          </p:nvSpPr>
          <p:spPr>
            <a:xfrm>
              <a:off x="11067351" y="8048660"/>
              <a:ext cx="69621" cy="185711"/>
            </a:xfrm>
            <a:custGeom>
              <a:avLst/>
              <a:pathLst>
                <a:path w="69621" h="185711">
                  <a:moveTo>
                    <a:pt x="0" y="185711"/>
                  </a:moveTo>
                  <a:lnTo>
                    <a:pt x="6962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7" name="pl4157"/>
            <p:cNvSpPr/>
            <p:nvPr/>
          </p:nvSpPr>
          <p:spPr>
            <a:xfrm>
              <a:off x="11067351" y="7621666"/>
              <a:ext cx="78615" cy="212575"/>
            </a:xfrm>
            <a:custGeom>
              <a:avLst/>
              <a:pathLst>
                <a:path w="78615" h="212575">
                  <a:moveTo>
                    <a:pt x="0" y="0"/>
                  </a:moveTo>
                  <a:lnTo>
                    <a:pt x="78615" y="21257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8" name="pl4158"/>
            <p:cNvSpPr/>
            <p:nvPr/>
          </p:nvSpPr>
          <p:spPr>
            <a:xfrm>
              <a:off x="11067351" y="7694828"/>
              <a:ext cx="67210" cy="68973"/>
            </a:xfrm>
            <a:custGeom>
              <a:avLst/>
              <a:pathLst>
                <a:path w="67210" h="68973">
                  <a:moveTo>
                    <a:pt x="0" y="68973"/>
                  </a:moveTo>
                  <a:lnTo>
                    <a:pt x="6721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9" name="pl4159"/>
            <p:cNvSpPr/>
            <p:nvPr/>
          </p:nvSpPr>
          <p:spPr>
            <a:xfrm>
              <a:off x="11067351" y="7428258"/>
              <a:ext cx="79891" cy="545552"/>
            </a:xfrm>
            <a:custGeom>
              <a:avLst/>
              <a:pathLst>
                <a:path w="79891" h="545552">
                  <a:moveTo>
                    <a:pt x="0" y="0"/>
                  </a:moveTo>
                  <a:lnTo>
                    <a:pt x="79891" y="54555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0" name="pl4160"/>
            <p:cNvSpPr/>
            <p:nvPr/>
          </p:nvSpPr>
          <p:spPr>
            <a:xfrm>
              <a:off x="11067351" y="7848172"/>
              <a:ext cx="65942" cy="63652"/>
            </a:xfrm>
            <a:custGeom>
              <a:avLst/>
              <a:pathLst>
                <a:path w="65942" h="63652">
                  <a:moveTo>
                    <a:pt x="0" y="63652"/>
                  </a:moveTo>
                  <a:lnTo>
                    <a:pt x="6594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1" name="pl4161"/>
            <p:cNvSpPr/>
            <p:nvPr/>
          </p:nvSpPr>
          <p:spPr>
            <a:xfrm>
              <a:off x="11067351" y="8085048"/>
              <a:ext cx="198732" cy="91277"/>
            </a:xfrm>
            <a:custGeom>
              <a:avLst/>
              <a:pathLst>
                <a:path w="198732" h="91277">
                  <a:moveTo>
                    <a:pt x="0" y="91277"/>
                  </a:moveTo>
                  <a:lnTo>
                    <a:pt x="19873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2" name="pl4162"/>
            <p:cNvSpPr/>
            <p:nvPr/>
          </p:nvSpPr>
          <p:spPr>
            <a:xfrm>
              <a:off x="11067351" y="7821077"/>
              <a:ext cx="199637" cy="170066"/>
            </a:xfrm>
            <a:custGeom>
              <a:avLst/>
              <a:pathLst>
                <a:path w="199637" h="170066">
                  <a:moveTo>
                    <a:pt x="0" y="170066"/>
                  </a:moveTo>
                  <a:lnTo>
                    <a:pt x="65398" y="11061"/>
                  </a:lnTo>
                  <a:lnTo>
                    <a:pt x="133546" y="59624"/>
                  </a:lnTo>
                  <a:lnTo>
                    <a:pt x="19963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3" name="pl4163"/>
            <p:cNvSpPr/>
            <p:nvPr/>
          </p:nvSpPr>
          <p:spPr>
            <a:xfrm>
              <a:off x="11067351" y="8288474"/>
              <a:ext cx="132978" cy="115809"/>
            </a:xfrm>
            <a:custGeom>
              <a:avLst/>
              <a:pathLst>
                <a:path w="132978" h="115809">
                  <a:moveTo>
                    <a:pt x="0" y="0"/>
                  </a:moveTo>
                  <a:lnTo>
                    <a:pt x="67036" y="115809"/>
                  </a:lnTo>
                  <a:lnTo>
                    <a:pt x="132978" y="8347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4" name="pl4164"/>
            <p:cNvSpPr/>
            <p:nvPr/>
          </p:nvSpPr>
          <p:spPr>
            <a:xfrm>
              <a:off x="11067351" y="8345557"/>
              <a:ext cx="264855" cy="103512"/>
            </a:xfrm>
            <a:custGeom>
              <a:avLst/>
              <a:pathLst>
                <a:path w="264855" h="103512">
                  <a:moveTo>
                    <a:pt x="0" y="0"/>
                  </a:moveTo>
                  <a:lnTo>
                    <a:pt x="178712" y="103512"/>
                  </a:lnTo>
                  <a:lnTo>
                    <a:pt x="264855" y="9819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5" name="pl4165"/>
            <p:cNvSpPr/>
            <p:nvPr/>
          </p:nvSpPr>
          <p:spPr>
            <a:xfrm>
              <a:off x="11067351" y="8177261"/>
              <a:ext cx="328261" cy="149287"/>
            </a:xfrm>
            <a:custGeom>
              <a:avLst/>
              <a:pathLst>
                <a:path w="328261" h="149287">
                  <a:moveTo>
                    <a:pt x="0" y="149287"/>
                  </a:moveTo>
                  <a:lnTo>
                    <a:pt x="197487" y="0"/>
                  </a:lnTo>
                  <a:lnTo>
                    <a:pt x="328261" y="12786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6" name="pl4166"/>
            <p:cNvSpPr/>
            <p:nvPr/>
          </p:nvSpPr>
          <p:spPr>
            <a:xfrm>
              <a:off x="11067351" y="8068868"/>
              <a:ext cx="76226" cy="220016"/>
            </a:xfrm>
            <a:custGeom>
              <a:avLst/>
              <a:pathLst>
                <a:path w="76226" h="220016">
                  <a:moveTo>
                    <a:pt x="0" y="0"/>
                  </a:moveTo>
                  <a:lnTo>
                    <a:pt x="76226" y="22001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7" name="pl4167"/>
            <p:cNvSpPr/>
            <p:nvPr/>
          </p:nvSpPr>
          <p:spPr>
            <a:xfrm>
              <a:off x="11396818" y="8337739"/>
              <a:ext cx="129347" cy="25327"/>
            </a:xfrm>
            <a:custGeom>
              <a:avLst/>
              <a:pathLst>
                <a:path w="129347" h="25327">
                  <a:moveTo>
                    <a:pt x="0" y="0"/>
                  </a:moveTo>
                  <a:lnTo>
                    <a:pt x="129347" y="2532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8" name="pl4168"/>
            <p:cNvSpPr/>
            <p:nvPr/>
          </p:nvSpPr>
          <p:spPr>
            <a:xfrm>
              <a:off x="11067351" y="8344509"/>
              <a:ext cx="71376" cy="20826"/>
            </a:xfrm>
            <a:custGeom>
              <a:avLst/>
              <a:pathLst>
                <a:path w="71376" h="20826">
                  <a:moveTo>
                    <a:pt x="0" y="0"/>
                  </a:moveTo>
                  <a:lnTo>
                    <a:pt x="71376" y="2082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9" name="pl4169"/>
            <p:cNvSpPr/>
            <p:nvPr/>
          </p:nvSpPr>
          <p:spPr>
            <a:xfrm>
              <a:off x="11067351" y="8099476"/>
              <a:ext cx="331159" cy="237181"/>
            </a:xfrm>
            <a:custGeom>
              <a:avLst/>
              <a:pathLst>
                <a:path w="331159" h="237181">
                  <a:moveTo>
                    <a:pt x="0" y="237181"/>
                  </a:moveTo>
                  <a:lnTo>
                    <a:pt x="133460" y="162324"/>
                  </a:lnTo>
                  <a:lnTo>
                    <a:pt x="200543" y="206861"/>
                  </a:lnTo>
                  <a:lnTo>
                    <a:pt x="271195" y="83733"/>
                  </a:lnTo>
                  <a:lnTo>
                    <a:pt x="33115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0" name="pl4170"/>
            <p:cNvSpPr/>
            <p:nvPr/>
          </p:nvSpPr>
          <p:spPr>
            <a:xfrm>
              <a:off x="11067351" y="7995339"/>
              <a:ext cx="71014" cy="39679"/>
            </a:xfrm>
            <a:custGeom>
              <a:avLst/>
              <a:pathLst>
                <a:path w="71014" h="39679">
                  <a:moveTo>
                    <a:pt x="0" y="39679"/>
                  </a:moveTo>
                  <a:lnTo>
                    <a:pt x="7101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1" name="pl4171"/>
            <p:cNvSpPr/>
            <p:nvPr/>
          </p:nvSpPr>
          <p:spPr>
            <a:xfrm>
              <a:off x="11067351" y="8167275"/>
              <a:ext cx="351268" cy="162462"/>
            </a:xfrm>
            <a:custGeom>
              <a:avLst/>
              <a:pathLst>
                <a:path w="351268" h="162462">
                  <a:moveTo>
                    <a:pt x="0" y="162462"/>
                  </a:moveTo>
                  <a:lnTo>
                    <a:pt x="199094" y="148430"/>
                  </a:lnTo>
                  <a:lnTo>
                    <a:pt x="35126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2" name="pl4172"/>
            <p:cNvSpPr/>
            <p:nvPr/>
          </p:nvSpPr>
          <p:spPr>
            <a:xfrm>
              <a:off x="11067351" y="8060941"/>
              <a:ext cx="276087" cy="202947"/>
            </a:xfrm>
            <a:custGeom>
              <a:avLst/>
              <a:pathLst>
                <a:path w="276087" h="202947">
                  <a:moveTo>
                    <a:pt x="0" y="0"/>
                  </a:moveTo>
                  <a:lnTo>
                    <a:pt x="64673" y="115945"/>
                  </a:lnTo>
                  <a:lnTo>
                    <a:pt x="136872" y="39620"/>
                  </a:lnTo>
                  <a:lnTo>
                    <a:pt x="198732" y="125693"/>
                  </a:lnTo>
                  <a:lnTo>
                    <a:pt x="276087" y="20294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3" name="pl4173"/>
            <p:cNvSpPr/>
            <p:nvPr/>
          </p:nvSpPr>
          <p:spPr>
            <a:xfrm>
              <a:off x="11067351" y="8358952"/>
              <a:ext cx="472826" cy="157284"/>
            </a:xfrm>
            <a:custGeom>
              <a:avLst/>
              <a:pathLst>
                <a:path w="472826" h="157284">
                  <a:moveTo>
                    <a:pt x="0" y="0"/>
                  </a:moveTo>
                  <a:lnTo>
                    <a:pt x="225543" y="146035"/>
                  </a:lnTo>
                  <a:lnTo>
                    <a:pt x="342895" y="157284"/>
                  </a:lnTo>
                  <a:lnTo>
                    <a:pt x="472826" y="15347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4" name="pl4174"/>
            <p:cNvSpPr/>
            <p:nvPr/>
          </p:nvSpPr>
          <p:spPr>
            <a:xfrm>
              <a:off x="11067351" y="8155901"/>
              <a:ext cx="200181" cy="177474"/>
            </a:xfrm>
            <a:custGeom>
              <a:avLst/>
              <a:pathLst>
                <a:path w="200181" h="177474">
                  <a:moveTo>
                    <a:pt x="0" y="43510"/>
                  </a:moveTo>
                  <a:lnTo>
                    <a:pt x="67098" y="177474"/>
                  </a:lnTo>
                  <a:lnTo>
                    <a:pt x="132971" y="0"/>
                  </a:lnTo>
                  <a:lnTo>
                    <a:pt x="200181" y="11066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5" name="pl4175"/>
            <p:cNvSpPr/>
            <p:nvPr/>
          </p:nvSpPr>
          <p:spPr>
            <a:xfrm>
              <a:off x="11067351" y="8218081"/>
              <a:ext cx="133129" cy="136731"/>
            </a:xfrm>
            <a:custGeom>
              <a:avLst/>
              <a:pathLst>
                <a:path w="133129" h="136731">
                  <a:moveTo>
                    <a:pt x="0" y="136731"/>
                  </a:moveTo>
                  <a:lnTo>
                    <a:pt x="13312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6" name="pl4176"/>
            <p:cNvSpPr/>
            <p:nvPr/>
          </p:nvSpPr>
          <p:spPr>
            <a:xfrm>
              <a:off x="11067351" y="7893899"/>
              <a:ext cx="932247" cy="212386"/>
            </a:xfrm>
            <a:custGeom>
              <a:avLst/>
              <a:pathLst>
                <a:path w="932247" h="212386">
                  <a:moveTo>
                    <a:pt x="0" y="212386"/>
                  </a:moveTo>
                  <a:lnTo>
                    <a:pt x="9416" y="210241"/>
                  </a:lnTo>
                  <a:lnTo>
                    <a:pt x="18833" y="208095"/>
                  </a:lnTo>
                  <a:lnTo>
                    <a:pt x="28249" y="205950"/>
                  </a:lnTo>
                  <a:lnTo>
                    <a:pt x="37666" y="203805"/>
                  </a:lnTo>
                  <a:lnTo>
                    <a:pt x="47083" y="201659"/>
                  </a:lnTo>
                  <a:lnTo>
                    <a:pt x="56499" y="199514"/>
                  </a:lnTo>
                  <a:lnTo>
                    <a:pt x="65916" y="197369"/>
                  </a:lnTo>
                  <a:lnTo>
                    <a:pt x="75333" y="195223"/>
                  </a:lnTo>
                  <a:lnTo>
                    <a:pt x="84749" y="193078"/>
                  </a:lnTo>
                  <a:lnTo>
                    <a:pt x="94166" y="190933"/>
                  </a:lnTo>
                  <a:lnTo>
                    <a:pt x="103583" y="188787"/>
                  </a:lnTo>
                  <a:lnTo>
                    <a:pt x="112999" y="186642"/>
                  </a:lnTo>
                  <a:lnTo>
                    <a:pt x="122416" y="184497"/>
                  </a:lnTo>
                  <a:lnTo>
                    <a:pt x="131832" y="182352"/>
                  </a:lnTo>
                  <a:lnTo>
                    <a:pt x="141249" y="180206"/>
                  </a:lnTo>
                  <a:lnTo>
                    <a:pt x="150666" y="178061"/>
                  </a:lnTo>
                  <a:lnTo>
                    <a:pt x="160082" y="175916"/>
                  </a:lnTo>
                  <a:lnTo>
                    <a:pt x="169499" y="173770"/>
                  </a:lnTo>
                  <a:lnTo>
                    <a:pt x="178916" y="171625"/>
                  </a:lnTo>
                  <a:lnTo>
                    <a:pt x="188332" y="169480"/>
                  </a:lnTo>
                  <a:lnTo>
                    <a:pt x="197749" y="167334"/>
                  </a:lnTo>
                  <a:lnTo>
                    <a:pt x="207166" y="165189"/>
                  </a:lnTo>
                  <a:lnTo>
                    <a:pt x="216582" y="163044"/>
                  </a:lnTo>
                  <a:lnTo>
                    <a:pt x="225999" y="160898"/>
                  </a:lnTo>
                  <a:lnTo>
                    <a:pt x="235416" y="158753"/>
                  </a:lnTo>
                  <a:lnTo>
                    <a:pt x="244832" y="156608"/>
                  </a:lnTo>
                  <a:lnTo>
                    <a:pt x="254249" y="154462"/>
                  </a:lnTo>
                  <a:lnTo>
                    <a:pt x="263665" y="152317"/>
                  </a:lnTo>
                  <a:lnTo>
                    <a:pt x="273082" y="150172"/>
                  </a:lnTo>
                  <a:lnTo>
                    <a:pt x="282499" y="148026"/>
                  </a:lnTo>
                  <a:lnTo>
                    <a:pt x="291915" y="145881"/>
                  </a:lnTo>
                  <a:lnTo>
                    <a:pt x="301332" y="143736"/>
                  </a:lnTo>
                  <a:lnTo>
                    <a:pt x="310749" y="141590"/>
                  </a:lnTo>
                  <a:lnTo>
                    <a:pt x="320165" y="139445"/>
                  </a:lnTo>
                  <a:lnTo>
                    <a:pt x="329582" y="137300"/>
                  </a:lnTo>
                  <a:lnTo>
                    <a:pt x="338999" y="135155"/>
                  </a:lnTo>
                  <a:lnTo>
                    <a:pt x="348415" y="133009"/>
                  </a:lnTo>
                  <a:lnTo>
                    <a:pt x="357832" y="130864"/>
                  </a:lnTo>
                  <a:lnTo>
                    <a:pt x="367248" y="128719"/>
                  </a:lnTo>
                  <a:lnTo>
                    <a:pt x="376665" y="126573"/>
                  </a:lnTo>
                  <a:lnTo>
                    <a:pt x="386082" y="124428"/>
                  </a:lnTo>
                  <a:lnTo>
                    <a:pt x="395498" y="122283"/>
                  </a:lnTo>
                  <a:lnTo>
                    <a:pt x="404915" y="120137"/>
                  </a:lnTo>
                  <a:lnTo>
                    <a:pt x="414332" y="117992"/>
                  </a:lnTo>
                  <a:lnTo>
                    <a:pt x="423748" y="115847"/>
                  </a:lnTo>
                  <a:lnTo>
                    <a:pt x="433165" y="113701"/>
                  </a:lnTo>
                  <a:lnTo>
                    <a:pt x="442582" y="111556"/>
                  </a:lnTo>
                  <a:lnTo>
                    <a:pt x="451998" y="109411"/>
                  </a:lnTo>
                  <a:lnTo>
                    <a:pt x="461415" y="107265"/>
                  </a:lnTo>
                  <a:lnTo>
                    <a:pt x="470832" y="105120"/>
                  </a:lnTo>
                  <a:lnTo>
                    <a:pt x="480248" y="102975"/>
                  </a:lnTo>
                  <a:lnTo>
                    <a:pt x="489665" y="100829"/>
                  </a:lnTo>
                  <a:lnTo>
                    <a:pt x="499081" y="98684"/>
                  </a:lnTo>
                  <a:lnTo>
                    <a:pt x="508498" y="96539"/>
                  </a:lnTo>
                  <a:lnTo>
                    <a:pt x="517915" y="94393"/>
                  </a:lnTo>
                  <a:lnTo>
                    <a:pt x="527331" y="92248"/>
                  </a:lnTo>
                  <a:lnTo>
                    <a:pt x="536748" y="90103"/>
                  </a:lnTo>
                  <a:lnTo>
                    <a:pt x="546165" y="87958"/>
                  </a:lnTo>
                  <a:lnTo>
                    <a:pt x="555581" y="85812"/>
                  </a:lnTo>
                  <a:lnTo>
                    <a:pt x="564998" y="83667"/>
                  </a:lnTo>
                  <a:lnTo>
                    <a:pt x="574415" y="81522"/>
                  </a:lnTo>
                  <a:lnTo>
                    <a:pt x="583831" y="79376"/>
                  </a:lnTo>
                  <a:lnTo>
                    <a:pt x="593248" y="77231"/>
                  </a:lnTo>
                  <a:lnTo>
                    <a:pt x="602664" y="75086"/>
                  </a:lnTo>
                  <a:lnTo>
                    <a:pt x="612081" y="72940"/>
                  </a:lnTo>
                  <a:lnTo>
                    <a:pt x="621498" y="70795"/>
                  </a:lnTo>
                  <a:lnTo>
                    <a:pt x="630914" y="68650"/>
                  </a:lnTo>
                  <a:lnTo>
                    <a:pt x="640331" y="66504"/>
                  </a:lnTo>
                  <a:lnTo>
                    <a:pt x="649748" y="64359"/>
                  </a:lnTo>
                  <a:lnTo>
                    <a:pt x="659164" y="62214"/>
                  </a:lnTo>
                  <a:lnTo>
                    <a:pt x="668581" y="60068"/>
                  </a:lnTo>
                  <a:lnTo>
                    <a:pt x="677998" y="57923"/>
                  </a:lnTo>
                  <a:lnTo>
                    <a:pt x="687414" y="55778"/>
                  </a:lnTo>
                  <a:lnTo>
                    <a:pt x="696831" y="53632"/>
                  </a:lnTo>
                  <a:lnTo>
                    <a:pt x="706248" y="51487"/>
                  </a:lnTo>
                  <a:lnTo>
                    <a:pt x="715664" y="49342"/>
                  </a:lnTo>
                  <a:lnTo>
                    <a:pt x="725081" y="47196"/>
                  </a:lnTo>
                  <a:lnTo>
                    <a:pt x="734497" y="45051"/>
                  </a:lnTo>
                  <a:lnTo>
                    <a:pt x="743914" y="42906"/>
                  </a:lnTo>
                  <a:lnTo>
                    <a:pt x="753331" y="40761"/>
                  </a:lnTo>
                  <a:lnTo>
                    <a:pt x="762747" y="38615"/>
                  </a:lnTo>
                  <a:lnTo>
                    <a:pt x="772164" y="36470"/>
                  </a:lnTo>
                  <a:lnTo>
                    <a:pt x="781581" y="34325"/>
                  </a:lnTo>
                  <a:lnTo>
                    <a:pt x="790997" y="32179"/>
                  </a:lnTo>
                  <a:lnTo>
                    <a:pt x="800414" y="30034"/>
                  </a:lnTo>
                  <a:lnTo>
                    <a:pt x="809831" y="27889"/>
                  </a:lnTo>
                  <a:lnTo>
                    <a:pt x="819247" y="25743"/>
                  </a:lnTo>
                  <a:lnTo>
                    <a:pt x="828664" y="23598"/>
                  </a:lnTo>
                  <a:lnTo>
                    <a:pt x="838081" y="21453"/>
                  </a:lnTo>
                  <a:lnTo>
                    <a:pt x="847497" y="19307"/>
                  </a:lnTo>
                  <a:lnTo>
                    <a:pt x="856914" y="17162"/>
                  </a:lnTo>
                  <a:lnTo>
                    <a:pt x="866330" y="15017"/>
                  </a:lnTo>
                  <a:lnTo>
                    <a:pt x="875747" y="12871"/>
                  </a:lnTo>
                  <a:lnTo>
                    <a:pt x="885164" y="10726"/>
                  </a:lnTo>
                  <a:lnTo>
                    <a:pt x="894580" y="8581"/>
                  </a:lnTo>
                  <a:lnTo>
                    <a:pt x="903997" y="6435"/>
                  </a:lnTo>
                  <a:lnTo>
                    <a:pt x="913414" y="4290"/>
                  </a:lnTo>
                  <a:lnTo>
                    <a:pt x="922830" y="2145"/>
                  </a:lnTo>
                  <a:lnTo>
                    <a:pt x="932247" y="0"/>
                  </a:lnTo>
                </a:path>
              </a:pathLst>
            </a:custGeom>
            <a:ln w="54202" cap="flat">
              <a:solidFill>
                <a:srgbClr val="FFD7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177" name="tx4177"/>
            <p:cNvSpPr/>
            <p:nvPr/>
          </p:nvSpPr>
          <p:spPr>
            <a:xfrm>
              <a:off x="10985242" y="7268574"/>
              <a:ext cx="1014356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7B82">
                      <a:alpha val="100000"/>
                    </a:srgbClr>
                  </a:solidFill>
                  <a:latin typeface="Arial"/>
                  <a:cs typeface="Arial"/>
                </a:rPr>
                <a:t>0.211 Z/year</a:t>
              </a:r>
            </a:p>
          </p:txBody>
        </p:sp>
        <p:sp>
          <p:nvSpPr>
            <p:cNvPr id="4178" name="rc4178"/>
            <p:cNvSpPr/>
            <p:nvPr/>
          </p:nvSpPr>
          <p:spPr>
            <a:xfrm>
              <a:off x="11020738" y="7247470"/>
              <a:ext cx="1025472" cy="1349322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9" name="tx4179"/>
            <p:cNvSpPr/>
            <p:nvPr/>
          </p:nvSpPr>
          <p:spPr>
            <a:xfrm>
              <a:off x="10895953" y="8428664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4180" name="tx4180"/>
            <p:cNvSpPr/>
            <p:nvPr/>
          </p:nvSpPr>
          <p:spPr>
            <a:xfrm>
              <a:off x="10895953" y="8073138"/>
              <a:ext cx="62155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4181" name="tx4181"/>
            <p:cNvSpPr/>
            <p:nvPr/>
          </p:nvSpPr>
          <p:spPr>
            <a:xfrm>
              <a:off x="10833797" y="7714774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4182" name="tx4182"/>
            <p:cNvSpPr/>
            <p:nvPr/>
          </p:nvSpPr>
          <p:spPr>
            <a:xfrm>
              <a:off x="10833797" y="7357828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15</a:t>
              </a:r>
            </a:p>
          </p:txBody>
        </p:sp>
        <p:sp>
          <p:nvSpPr>
            <p:cNvPr id="4183" name="pl4183"/>
            <p:cNvSpPr/>
            <p:nvPr/>
          </p:nvSpPr>
          <p:spPr>
            <a:xfrm>
              <a:off x="10985944" y="847035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4" name="pl4184"/>
            <p:cNvSpPr/>
            <p:nvPr/>
          </p:nvSpPr>
          <p:spPr>
            <a:xfrm>
              <a:off x="10985944" y="811341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5" name="pl4185"/>
            <p:cNvSpPr/>
            <p:nvPr/>
          </p:nvSpPr>
          <p:spPr>
            <a:xfrm>
              <a:off x="10985944" y="775646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6" name="pl4186"/>
            <p:cNvSpPr/>
            <p:nvPr/>
          </p:nvSpPr>
          <p:spPr>
            <a:xfrm>
              <a:off x="10985944" y="739952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7" name="pl4187"/>
            <p:cNvSpPr/>
            <p:nvPr/>
          </p:nvSpPr>
          <p:spPr>
            <a:xfrm>
              <a:off x="11067351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8" name="pl4188"/>
            <p:cNvSpPr/>
            <p:nvPr/>
          </p:nvSpPr>
          <p:spPr>
            <a:xfrm>
              <a:off x="11397967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9" name="pl4189"/>
            <p:cNvSpPr/>
            <p:nvPr/>
          </p:nvSpPr>
          <p:spPr>
            <a:xfrm>
              <a:off x="11728583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0" name="tx4190"/>
            <p:cNvSpPr/>
            <p:nvPr/>
          </p:nvSpPr>
          <p:spPr>
            <a:xfrm>
              <a:off x="11036273" y="8657731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4191" name="tx4191"/>
            <p:cNvSpPr/>
            <p:nvPr/>
          </p:nvSpPr>
          <p:spPr>
            <a:xfrm>
              <a:off x="11366889" y="8659149"/>
              <a:ext cx="62155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4192" name="tx4192"/>
            <p:cNvSpPr/>
            <p:nvPr/>
          </p:nvSpPr>
          <p:spPr>
            <a:xfrm>
              <a:off x="11666428" y="865773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4193" name="tx4193"/>
            <p:cNvSpPr/>
            <p:nvPr/>
          </p:nvSpPr>
          <p:spPr>
            <a:xfrm>
              <a:off x="10912294" y="8805174"/>
              <a:ext cx="1242361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Years from baseline</a:t>
              </a:r>
            </a:p>
          </p:txBody>
        </p:sp>
        <p:sp>
          <p:nvSpPr>
            <p:cNvPr id="4194" name="tx4194"/>
            <p:cNvSpPr/>
            <p:nvPr/>
          </p:nvSpPr>
          <p:spPr>
            <a:xfrm rot="-5400000">
              <a:off x="9810774" y="7856579"/>
              <a:ext cx="1770124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Plasma pTau181- Jucker (Z)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Tom Wenseleers</dc:creator>
  <cp:lastModifiedBy/>
  <cp:revision>7</cp:revision>
  <dcterms:created xsi:type="dcterms:W3CDTF">2015-07-14T21:05:00Z</dcterms:created>
  <dcterms:modified xsi:type="dcterms:W3CDTF">2026-02-17T12:00:28Z</dcterms:modified>
</cp:coreProperties>
</file>