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4859692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4072786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328588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2498974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425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558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69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0738" y="446623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3679333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2892427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2105521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8589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992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2125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561070" y="4447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265577" y="4491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4396547" y="4275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561070" y="3828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61070" y="4497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61070" y="4333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346174" y="4231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61070" y="4545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61070" y="4456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886607" y="4471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606226" y="4429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948764" y="4491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61070" y="4536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32478" y="4607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119494" y="4558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61070" y="3538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61070" y="443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70250" y="432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612433" y="4359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146390" y="4328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61070" y="4481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124221" y="4465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61070" y="4455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068118" y="449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61070" y="4237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653451" y="4225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61070" y="433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120214" y="4437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61070" y="4514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54690" y="4500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115192" y="4590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61070" y="4417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561070" y="4516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561070" y="374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73385" y="3689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498202" y="3534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61070" y="4533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561070" y="4427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61070" y="4538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353020" y="4602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414428" y="4606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61070" y="4188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432298" y="4104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152866" y="3321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61070" y="2846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61070" y="4192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561070" y="4535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61070" y="4402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61070" y="4496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883459" y="4446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61070" y="4555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61070" y="3168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866908" y="2924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113568" y="3108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61070" y="4546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513845" y="4480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211875" y="4309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561070" y="4209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863143" y="4277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61070" y="4557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449079" y="4438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61070" y="4221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61070" y="4305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194578" y="4316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61070" y="4576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4197213" y="4589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61070" y="4145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406622" y="389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61070" y="445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422453" y="4384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61070" y="4678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561070" y="4480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847478" y="4456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356740" y="4417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895243" y="4404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61070" y="4425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352900" y="4505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881100" y="4401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399945" y="4149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561070" y="4463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102943" y="4383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561070" y="3456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848918" y="3781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561070" y="4558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141802" y="4554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646974" y="4520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165819" y="4573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671711" y="4515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561070" y="4507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561070" y="4559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837874" y="4611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4135076" y="4547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61070" y="4595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837750" y="4592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120933" y="4594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487219" y="465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4866145" y="464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399695" y="4551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561070" y="4607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169924" y="4495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478584" y="4477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901000" y="4573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454386" y="4558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953082" y="4595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561070" y="4406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561070" y="3538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812937" y="3418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561070" y="3637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863105" y="4135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146635" y="3819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561070" y="3783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852889" y="354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561070" y="340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903496" y="3757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442603" y="2918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036669" y="3218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344285" y="348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561070" y="463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61070" y="4513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396547" y="4587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894325" y="4469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561070" y="42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124758" y="4335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561070" y="383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341689" y="3752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61070" y="3465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561070" y="4501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15110" y="4524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61070" y="4421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838123" y="4295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367043" y="4283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906037" y="4414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429200" y="4445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959558" y="4379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561070" y="4552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61070" y="3427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848918" y="3832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095509" y="3313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356968" y="3424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761394" y="3482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61070" y="4494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477144" y="4514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61070" y="263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104663" y="2682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561070" y="434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366323" y="4337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874946" y="4384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5398256" y="4310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561070" y="4488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135868" y="4487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561070" y="4507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402304" y="4322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561070" y="4549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61070" y="4403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397058" y="437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561070" y="444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61070" y="4435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856833" y="3960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561070" y="4592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401345" y="4555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561070" y="4553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351585" y="4567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421734" y="4407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210166" y="4317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705533" y="4326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561070" y="4525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627501" y="3726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196230" y="4542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561070" y="4638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135233" y="4508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61070" y="4396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404463" y="4216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561070" y="4513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368081" y="4538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886206" y="4455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430238" y="4418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61070" y="3977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561070" y="4544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109148" y="4510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61070" y="4474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852889" y="444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561070" y="4440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561070" y="4481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096016" y="4416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82928" y="4454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561070" y="4603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920429" y="4587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36396" y="4581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823011" y="3888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090678" y="3824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561070" y="4446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561070" y="3622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839340" y="3460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61070" y="4610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561070" y="4550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351211" y="4583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561070" y="4566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4351846" y="41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875009" y="4532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5398891" y="451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561070" y="4451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853235" y="4468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391510" y="4340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61610" y="4032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561070" y="454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870056" y="4390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61070" y="4427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172960" y="4345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561070" y="4459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998598" y="4413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497294" y="4462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561070" y="4559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069791" y="4430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561070" y="422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4145058" y="4173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61070" y="4596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561070" y="4430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582928" y="4483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61070" y="4430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395108" y="4406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673870" y="4443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561070" y="4470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561070" y="2385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848918" y="2239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61070" y="4441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26786" y="444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561070" y="4361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51754" y="4266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98664" y="421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422546" y="429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561070" y="3854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833086" y="362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561070" y="4336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869230" y="4372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149718" y="4398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416697" y="4414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61070" y="4284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105405" y="404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561070" y="2447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874824" y="236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1070" y="4533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561070" y="3570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891112" y="3095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133886" y="354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561070" y="451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111159" y="4579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61070" y="436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805563" y="3125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561070" y="4108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827469" y="3789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561070" y="4016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863310" y="3960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61070" y="4517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561070" y="4479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561070" y="424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61070" y="427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561070" y="4405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822514" y="4427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094307" y="437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347613" y="4354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900428" y="4370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423443" y="4386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561070" y="437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784075" y="3955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1070" y="3190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826240" y="2976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093938" y="2411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561070" y="4490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882865" y="4384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154755" y="4495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427491" y="4438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890449" y="4446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676029" y="4298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61070" y="4406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918001" y="430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561070" y="4541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561070" y="443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179981" y="453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648414" y="456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61070" y="3937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561070" y="4366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913585" y="4484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114528" y="4494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376398" y="4452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643376" y="4456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5127135" y="4304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666674" y="4282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561070" y="268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561070" y="4491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561070" y="4503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561070" y="337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843161" y="3755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561070" y="4338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178503" y="4286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561070" y="4383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823894" y="4285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094307" y="435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879561" y="416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131278" y="4238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5378107" y="410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660197" y="438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561070" y="418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832891" y="4199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561070" y="3729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64803" y="2897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608115" y="2345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875093" y="2705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137035" y="2179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561070" y="4434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561070" y="3593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888048" y="3570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561070" y="4559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089270" y="4557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561070" y="4272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395108" y="4177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561070" y="2800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823731" y="3144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561070" y="4429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561070" y="4571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878379" y="4557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561070" y="4529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356249" y="4428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5232325" y="4341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561070" y="4330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3888497" y="433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561070" y="4511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133993" y="4407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4641937" y="4516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561070" y="4454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561070" y="457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561070" y="4548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561070" y="4051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856114" y="3959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4102815" y="3870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4370641" y="3709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561070" y="2312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835245" y="2062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091830" y="2382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561070" y="4488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4886607" y="4415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5424882" y="4497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6014249" y="436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561070" y="4534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561070" y="4502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3561070" y="3215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561070" y="4633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4421734" y="4587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561070" y="4544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829488" y="4520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561070" y="4364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561070" y="4550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084233" y="454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08115" y="453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561070" y="4328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089634" y="4296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561070" y="4414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561070" y="4529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561070" y="4462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4446201" y="457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111728" y="4446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61070" y="4455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133886" y="4509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4639059" y="4454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561070" y="358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61070" y="4434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61070" y="4187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847478" y="431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118566" y="435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385753" y="4415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561070" y="4385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561070" y="4498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381435" y="4489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963876" y="428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561070" y="3130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848198" y="2957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561070" y="4468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561070" y="441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637619" y="4566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561070" y="4460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4120214" y="4389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561070" y="4212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843035" y="4241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115051" y="4266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618172" y="4250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840426" y="4275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5243412" y="4228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561070" y="3869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064306" y="387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351211" y="3809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561070" y="4474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561070" y="4484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852679" y="4477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561070" y="4492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561070" y="4306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351931" y="4277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561070" y="4560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353600" y="4502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5122642" y="4529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5656599" y="4525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6189836" y="4157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561070" y="4389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561070" y="413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858273" y="4053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218801" y="4197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25742" y="4407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812937" y="341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073439" y="3602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4364373" y="3661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4411659" y="4481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5079465" y="4483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5665235" y="4476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561070" y="4416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4381435" y="4469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4893084" y="4527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561070" y="4487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4196493" y="4431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649133" y="4416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561070" y="4547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561070" y="4336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561070" y="446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561070" y="447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561070" y="4369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868514" y="4348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61070" y="4433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4331062" y="3541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4899981" y="44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5685384" y="4524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561070" y="4494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561070" y="4393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399426" y="4426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5202308" y="450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5685384" y="454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561070" y="4203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862854" y="4197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4084233" y="369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397267" y="395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561070" y="4463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561070" y="4455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61070" y="4328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4090438" y="4408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561070" y="3141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879861" y="380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094345" y="4457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561070" y="4394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829138" y="4516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4114457" y="4510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561070" y="4534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141083" y="4566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639778" y="4546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561070" y="4284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833086" y="3988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101057" y="3944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362725" y="422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4705264" y="40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561070" y="4463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4349772" y="4473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4877732" y="448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406891" y="450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561070" y="3570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561070" y="453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180296" y="4451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561070" y="4416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846165" y="439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4074158" y="4407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561070" y="4261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561070" y="3299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827803" y="3037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561070" y="4558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4101903" y="459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561070" y="206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561070" y="448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4449079" y="4525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561070" y="4406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705041" y="421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3561070" y="3625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4411659" y="3734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4693750" y="3794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561070" y="4042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561070" y="462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129840" y="447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629704" y="458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561070" y="4318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4149765" y="4334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561070" y="4566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561070" y="4364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561070" y="4392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29966" y="4237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561070" y="4546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869067" y="4500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141370" y="447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493696" y="4503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561070" y="3584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561070" y="3934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452292" y="3634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4904212" y="3597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5428095" y="3538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561070" y="4611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827840" y="4593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561070" y="3085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876485" y="353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088551" y="3627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561070" y="4505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561070" y="4513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673431" y="4538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160550" y="4486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561070" y="4269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561070" y="4511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561070" y="412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833806" y="3944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4155475" y="3830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871226" y="4220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4122109" y="4295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384314" y="4114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4962887" y="3952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5435676" y="3952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561070" y="4416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4733329" y="4464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5201800" y="4444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61070" y="4615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1070" y="4446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561070" y="4202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868347" y="4584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4230315" y="4492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561070" y="432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4395108" y="4414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561070" y="3489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3561070" y="4370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878318" y="425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561070" y="439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867860" y="4387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114457" y="4350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61070" y="3964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561070" y="4544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149765" y="4432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843880" y="419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105253" y="4195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393669" y="3275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561070" y="4383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4092149" y="4639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631862" y="4478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561070" y="4364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561070" y="4502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362006" y="4417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561070" y="4496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561070" y="456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129667" y="4492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561070" y="4327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352969" y="448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951692" y="4475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394976" y="4474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561070" y="4344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129569" y="4404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88631" y="4460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910355" y="4514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5383864" y="4461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838056" y="3907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125184" y="3838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561070" y="2662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561070" y="365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561070" y="4635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069654" y="4465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561070" y="4550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61070" y="4418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561070" y="450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134999" y="4446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561070" y="4549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104345" y="4613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561070" y="4557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5019955" y="4523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561070" y="446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561070" y="4402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561070" y="4631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561070" y="4565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561070" y="4387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561070" y="3464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561070" y="448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61070" y="4005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958412" y="4003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4136765" y="3842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427491" y="3788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561070" y="4402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61070" y="4605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401585" y="4659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5569525" y="462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561070" y="3888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114528" y="341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4376398" y="3825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022358" y="3936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561070" y="442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561070" y="4320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868318" y="4222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561070" y="4537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4353020" y="4540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5414428" y="4551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561070" y="4383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4074158" y="4424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561070" y="3462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3561070" y="4400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3561070" y="3287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561070" y="4225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111305" y="4054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659928" y="4160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3561070" y="4449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371628" y="4499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894791" y="4530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5418673" y="4475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561070" y="4352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4366642" y="4394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909954" y="4346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5398575" y="4315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561070" y="4410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3561070" y="4484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111578" y="4492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561070" y="3450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862111" y="3328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561070" y="4387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561070" y="4076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421014" y="4516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974401" y="4475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5392499" y="4406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561070" y="3719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561070" y="4248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4089569" y="4336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561070" y="4297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363445" y="4234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159958" y="4171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561070" y="4441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4613872" y="4485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561070" y="4532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331357" y="4517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4854519" y="4425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5383439" y="4414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561070" y="3554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828613" y="3737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092149" y="3300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5030680" y="3069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561070" y="1970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561070" y="449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4118774" y="4475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561070" y="4458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3561070" y="4450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4597321" y="4397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182371" y="3771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5694739" y="334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561070" y="4449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561070" y="3903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561070" y="3968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3883459" y="4129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310913" y="4058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4633302" y="3906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4875093" y="418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561070" y="4467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390790" y="4425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5242818" y="4205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561070" y="440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561070" y="4581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561070" y="4201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561070" y="3366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69035" y="3215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561070" y="4520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355529" y="4538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909175" y="4490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442872" y="4544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561070" y="4440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4170587" y="4394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628264" y="4408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561070" y="4486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561070" y="4545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4356646" y="4479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561070" y="3489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4456995" y="4584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929065" y="4568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5437835" y="4533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561070" y="4527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4351469" y="4457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561070" y="3380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847478" y="3318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4118995" y="3174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561070" y="4255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793839" y="4404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4150770" y="438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936593" y="4188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5449681" y="4093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561070" y="4564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561070" y="434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878422" y="4330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5108199" y="4598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561070" y="4347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561070" y="4498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3561070" y="3719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090709" y="3856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561070" y="433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131997" y="4339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561070" y="4531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4456995" y="4466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3561070" y="4502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844600" y="4449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4355529" y="4520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561070" y="436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561070" y="4317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396673" y="4203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561070" y="4481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090328" y="4463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561070" y="4420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4205595" y="4336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673600" y="446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561070" y="438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104915" y="443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561070" y="4548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874104" y="4497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4498202" y="4501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561070" y="4403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3863294" y="444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205848" y="4409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658488" y="4463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5182371" y="4520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899830" y="4547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561070" y="420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725413" y="3984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561070" y="4519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4526798" y="4524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561070" y="422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3561070" y="4509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561070" y="4553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417487" y="4525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4897472" y="4522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438625" y="455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61070" y="448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155475" y="4100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3561070" y="4221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561070" y="4471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448360" y="4362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3561070" y="4313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367043" y="4352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561070" y="4443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561070" y="4172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561070" y="4518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100064" y="4497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3561070" y="4150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561070" y="3953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844600" y="3998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095747" y="404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561070" y="4598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4160396" y="4608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4613152" y="4594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5142072" y="4573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561070" y="3789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91375" y="3722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561070" y="4513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561070" y="4494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3561070" y="4387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4270970" y="4339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4623227" y="4371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5147109" y="4219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561070" y="4417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561070" y="4579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420800" y="4546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561070" y="4410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561070" y="4329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828049" y="3662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4089726" y="3563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4371361" y="3477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4664245" y="2790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925467" y="2528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5408331" y="2641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561070" y="374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4378221" y="4195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561070" y="3876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185699" y="3379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613152" y="3365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561070" y="4243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4094534" y="4382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561070" y="4511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4352650" y="4500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4876027" y="4446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5404733" y="4337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561070" y="4386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4401585" y="4417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561070" y="440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124402" y="440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632582" y="4298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561070" y="394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843161" y="4001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4110178" y="3764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4356249" y="3899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673600" y="3807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561070" y="4076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4638339" y="3896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5197483" y="390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561070" y="4493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4446920" y="4450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561070" y="4494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118774" y="4432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561070" y="4409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155475" y="4585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561070" y="3640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848804" y="3852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120214" y="3615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3561070" y="4060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4125251" y="3801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613152" y="3599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561070" y="4591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351211" y="451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561070" y="3611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878200" y="3535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561070" y="4373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561070" y="3040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3823011" y="3076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4094653" y="2985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4367043" y="2727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4668563" y="2266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561070" y="451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851076" y="4250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4084952" y="4414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399426" y="437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652731" y="4376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5402623" y="4261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5907026" y="4207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3561070" y="2800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833086" y="2076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4175058" y="2140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4437565" y="2389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708862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561070" y="4358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4374959" y="437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561070" y="4372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908483" y="4427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561070" y="4578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836448" y="4600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4118774" y="4599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391510" y="4516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3561070" y="3999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3830927" y="4265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103548" y="4206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4366323" y="4207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617470" y="425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561070" y="4490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845652" y="4375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561070" y="4496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4160396" y="4479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572854" y="4425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5142072" y="4344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561070" y="403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561070" y="4477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356394" y="4406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843576" y="446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5422869" y="4343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561070" y="3277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832864" y="2803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084730" y="3374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3561070" y="4395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3561070" y="4407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561070" y="4683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3873385" y="4586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3561070" y="4436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4749854" y="4236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5161502" y="4476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561070" y="3903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832172" y="3867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561070" y="4372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4068035" y="4109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561070" y="4493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561070" y="4542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084541" y="4508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3561070" y="4448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4210166" y="334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3561070" y="454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4369921" y="4520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4899560" y="457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5399695" y="4527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5931493" y="4507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561070" y="443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4396547" y="4400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61070" y="4340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981597" y="4433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561070" y="4436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351211" y="4341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561070" y="4285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3561070" y="437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4068118" y="448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3561070" y="451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3561070" y="4459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396547" y="431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3561070" y="4164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3561070" y="4401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561070" y="4576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4210166" y="4613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4658488" y="457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61070" y="3747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43161" y="3836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04769" y="351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371361" y="3501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561070" y="4518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3561070" y="4378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833611" y="4218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561070" y="3929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561070" y="4535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3561070" y="4262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3869786" y="4152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4170587" y="4141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4381740" y="4114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663526" y="4181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3561070" y="4446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4350800" y="4594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561070" y="4518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4407341" y="450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4899971" y="4510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414088" y="4360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561070" y="452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4060485" y="4498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624666" y="4484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5147109" y="4488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3561070" y="3722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3876892" y="3865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561070" y="3301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3834525" y="3189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4101504" y="3070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4356897" y="4081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4513125" y="4402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5043991" y="4473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3561070" y="4150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561070" y="4212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3799816" y="4160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127962" y="413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561070" y="4507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48198" y="4586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142551" y="4557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4375678" y="4396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641217" y="4400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5159465" y="4340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5864569" y="438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561070" y="444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3561070" y="4398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360566" y="4276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561070" y="4511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853235" y="4463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5493965" y="4261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561070" y="3416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4180662" y="3701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4658488" y="296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930504" y="3081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172296" y="2432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561070" y="4348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561070" y="452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4118381" y="4355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3561070" y="4460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3561070" y="4466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3561070" y="4534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3561070" y="4469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5159343" y="4410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5443592" y="4383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3561070" y="4506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4149995" y="4493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4366323" y="453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4664965" y="453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5121696" y="4482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3561070" y="4296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4351931" y="4141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3561070" y="447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3561070" y="3949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3561070" y="4419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858273" y="4455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4343522" y="4297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3561070" y="4321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4381435" y="4377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4980877" y="4339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5682505" y="4247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3561070" y="3928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3837060" y="3691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4124187" y="3740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4622478" y="3260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4920085" y="3549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3561070" y="4223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4482901" y="3784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3561070" y="4412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4389351" y="4363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4875172" y="445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5393938" y="4402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3561070" y="3921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3837626" y="3511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3561070" y="4368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3824051" y="4443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4102223" y="437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3561070" y="4463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3561070" y="4460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561070" y="2570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3873355" y="3039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3561070" y="4408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4174975" y="4104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3561070" y="4393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561070" y="4442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4366323" y="4379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561070" y="4484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4388696" y="4405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5215432" y="4551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5658758" y="4506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6210705" y="4478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3561070" y="45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3561070" y="4253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3856947" y="4308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4118889" y="420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3561070" y="4562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4139643" y="453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3561070" y="2883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3828049" y="2731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3561070" y="4558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4084813" y="4516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4351211" y="451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3561070" y="4451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4124551" y="4461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3561070" y="427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4376583" y="434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4849372" y="4395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5388366" y="422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561070" y="4325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4366323" y="4588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4934236" y="4505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5399695" y="442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3561070" y="3892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3561070" y="2144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3878422" y="3346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3561070" y="2758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3561070" y="4223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3872443" y="4281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4170587" y="417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4679357" y="432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3561070" y="4604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4156574" y="4656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4609554" y="4580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3561070" y="4528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3561070" y="454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4788651" y="4599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561070" y="4371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3561070" y="4240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561070" y="4482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4141083" y="4495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3561070" y="3210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3823011" y="3069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3561070" y="4379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4110310" y="4453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4647694" y="439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3561070" y="4497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4493696" y="4522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3561070" y="4237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3561070" y="379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4350492" y="359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561070" y="4271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4220665" y="4324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4613152" y="426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3561070" y="4483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3561070" y="418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3561070" y="435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4224558" y="4335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4658488" y="4354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3561070" y="4597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4140363" y="4563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3561070" y="4431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4935512" y="4379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561070" y="3384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820852" y="3034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4091555" y="3141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4354090" y="301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3561070" y="4582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3561070" y="4385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4348231" y="4508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3561070" y="4508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4104443" y="4541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3561070" y="4501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561070" y="4460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3827909" y="4438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3561070" y="4040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3827359" y="4295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4089300" y="422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3561070" y="4166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4270970" y="4394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4613152" y="4382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3826405" y="3198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3561070" y="4560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4089180" y="4579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3561070" y="4124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4345549" y="3795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4865019" y="4077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3561070" y="4380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4059439" y="4310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3561070" y="3556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3863862" y="4041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3561070" y="4475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3855125" y="4398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4129569" y="4337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3561070" y="3044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561070" y="4262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3561070" y="440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3561070" y="4071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4869810" y="4149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5383618" y="4204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3561070" y="453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5429919" y="4269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3561070" y="4163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3844600" y="4209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3561070" y="4293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4411659" y="4248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3561070" y="4473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3561070" y="4475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3561070" y="4492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4354090" y="4489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4895243" y="4480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5414088" y="4499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5932933" y="4519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561070" y="4146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4091213" y="398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4357688" y="4079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4638339" y="3808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4876533" y="3623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089799" y="4343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561070" y="4447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4416697" y="4524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915042" y="4498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5404013" y="4514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3561070" y="3481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843161" y="3394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561070" y="4398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888497" y="4360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5087381" y="4268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561070" y="3623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561070" y="4472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4296263" y="441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4875093" y="4483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561070" y="4131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4351931" y="4100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956410" y="377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3561070" y="442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4405902" y="4595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5091579" y="4585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3561070" y="4298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3561070" y="3538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817974" y="379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4104766" y="3626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4350492" y="3815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4657769" y="3986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3561070" y="4195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4456995" y="451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923151" y="4542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5439274" y="45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3561070" y="3844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827606" y="4139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089270" y="374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4356249" y="3992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3561070" y="4500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4104382" y="4570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4618190" y="4500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869337" y="4468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561070" y="2851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3561070" y="4534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4349963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3561070" y="4488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4341689" y="4457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561070" y="3097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3561070" y="4517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3561070" y="4543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561070" y="4449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4096016" y="4268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4582928" y="4265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561070" y="4411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361866" y="4554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3561070" y="3516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3561070" y="4504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3561070" y="452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4414538" y="447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5226267" y="4415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3561070" y="4461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3561070" y="4463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4135153" y="4470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3561070" y="451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561070" y="4617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118774" y="4571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561070" y="422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4111578" y="413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3561070" y="4542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4109911" y="4576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561070" y="4383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561070" y="4382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168715" y="435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3561070" y="3870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4088822" y="4559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4636900" y="4576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3561070" y="4012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3561070" y="4480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4089567" y="4495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3561070" y="4528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3561070" y="4518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341689" y="4506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4881403" y="4502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5405285" y="41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3561070" y="4569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4129569" y="4604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561070" y="4186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4089897" y="3885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561070" y="4485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141083" y="4475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4663526" y="4366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561070" y="4497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368482" y="4535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919790" y="446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373069" y="4509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3561070" y="3926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561070" y="368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3561070" y="4511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3764535" y="4493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4397267" y="4484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4910626" y="4463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388901" y="4493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3561070" y="4243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4391510" y="422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3561070" y="4243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3817783" y="4208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4109948" y="4163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4433735" y="3978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3561070" y="4358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4623227" y="4602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5151427" y="4558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3561070" y="451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3561070" y="4435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3561070" y="4512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3561070" y="4548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4135223" y="4382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4634741" y="4476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3561070" y="4390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3561070" y="3375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3561070" y="450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3585896" y="4472546"/>
              <a:ext cx="704506" cy="43904"/>
            </a:xfrm>
            <a:custGeom>
              <a:avLst/>
              <a:pathLst>
                <a:path w="704506" h="43904">
                  <a:moveTo>
                    <a:pt x="0" y="0"/>
                  </a:moveTo>
                  <a:lnTo>
                    <a:pt x="704506" y="439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3585896" y="4256822"/>
              <a:ext cx="785103" cy="101295"/>
            </a:xfrm>
            <a:custGeom>
              <a:avLst/>
              <a:pathLst>
                <a:path w="785103" h="101295">
                  <a:moveTo>
                    <a:pt x="0" y="101295"/>
                  </a:moveTo>
                  <a:lnTo>
                    <a:pt x="785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3585896" y="4454778"/>
              <a:ext cx="2387693" cy="61181"/>
            </a:xfrm>
            <a:custGeom>
              <a:avLst/>
              <a:pathLst>
                <a:path w="2387693" h="61181">
                  <a:moveTo>
                    <a:pt x="0" y="26609"/>
                  </a:moveTo>
                  <a:lnTo>
                    <a:pt x="1325537" y="41641"/>
                  </a:lnTo>
                  <a:lnTo>
                    <a:pt x="2045155" y="0"/>
                  </a:lnTo>
                  <a:lnTo>
                    <a:pt x="2387693" y="61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3585896" y="4561679"/>
              <a:ext cx="558423" cy="71084"/>
            </a:xfrm>
            <a:custGeom>
              <a:avLst/>
              <a:pathLst>
                <a:path w="558423" h="71084">
                  <a:moveTo>
                    <a:pt x="0" y="0"/>
                  </a:moveTo>
                  <a:lnTo>
                    <a:pt x="271408" y="71084"/>
                  </a:lnTo>
                  <a:lnTo>
                    <a:pt x="558423" y="212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3585896" y="4353776"/>
              <a:ext cx="1585319" cy="101821"/>
            </a:xfrm>
            <a:custGeom>
              <a:avLst/>
              <a:pathLst>
                <a:path w="1585319" h="101821">
                  <a:moveTo>
                    <a:pt x="0" y="101821"/>
                  </a:moveTo>
                  <a:lnTo>
                    <a:pt x="709180" y="165"/>
                  </a:lnTo>
                  <a:lnTo>
                    <a:pt x="1051362" y="30341"/>
                  </a:lnTo>
                  <a:lnTo>
                    <a:pt x="15853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3585896" y="4490483"/>
              <a:ext cx="563150" cy="15590"/>
            </a:xfrm>
            <a:custGeom>
              <a:avLst/>
              <a:pathLst>
                <a:path w="563150" h="15590">
                  <a:moveTo>
                    <a:pt x="0" y="15590"/>
                  </a:moveTo>
                  <a:lnTo>
                    <a:pt x="5631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3585896" y="4480574"/>
              <a:ext cx="507047" cy="39597"/>
            </a:xfrm>
            <a:custGeom>
              <a:avLst/>
              <a:pathLst>
                <a:path w="507047" h="39597">
                  <a:moveTo>
                    <a:pt x="0" y="0"/>
                  </a:moveTo>
                  <a:lnTo>
                    <a:pt x="507047" y="395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3585896" y="4249850"/>
              <a:ext cx="1092380" cy="12336"/>
            </a:xfrm>
            <a:custGeom>
              <a:avLst/>
              <a:pathLst>
                <a:path w="1092380" h="12336">
                  <a:moveTo>
                    <a:pt x="0" y="12336"/>
                  </a:moveTo>
                  <a:lnTo>
                    <a:pt x="1092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3585896" y="4364160"/>
              <a:ext cx="559143" cy="97928"/>
            </a:xfrm>
            <a:custGeom>
              <a:avLst/>
              <a:pathLst>
                <a:path w="559143" h="97928">
                  <a:moveTo>
                    <a:pt x="0" y="0"/>
                  </a:moveTo>
                  <a:lnTo>
                    <a:pt x="559143" y="979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3585896" y="4524981"/>
              <a:ext cx="554121" cy="90427"/>
            </a:xfrm>
            <a:custGeom>
              <a:avLst/>
              <a:pathLst>
                <a:path w="554121" h="90427">
                  <a:moveTo>
                    <a:pt x="0" y="14381"/>
                  </a:moveTo>
                  <a:lnTo>
                    <a:pt x="293620" y="0"/>
                  </a:lnTo>
                  <a:lnTo>
                    <a:pt x="554121" y="904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3585896" y="3559349"/>
              <a:ext cx="937131" cy="213242"/>
            </a:xfrm>
            <a:custGeom>
              <a:avLst/>
              <a:pathLst>
                <a:path w="937131" h="213242">
                  <a:moveTo>
                    <a:pt x="0" y="213242"/>
                  </a:moveTo>
                  <a:lnTo>
                    <a:pt x="312314" y="154663"/>
                  </a:lnTo>
                  <a:lnTo>
                    <a:pt x="937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3585896" y="4563540"/>
              <a:ext cx="1853357" cy="68282"/>
            </a:xfrm>
            <a:custGeom>
              <a:avLst/>
              <a:pathLst>
                <a:path w="1853357" h="68282">
                  <a:moveTo>
                    <a:pt x="0" y="0"/>
                  </a:moveTo>
                  <a:lnTo>
                    <a:pt x="791949" y="63971"/>
                  </a:lnTo>
                  <a:lnTo>
                    <a:pt x="1853357" y="682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3585896" y="3346619"/>
              <a:ext cx="1591795" cy="866772"/>
            </a:xfrm>
            <a:custGeom>
              <a:avLst/>
              <a:pathLst>
                <a:path w="1591795" h="866772">
                  <a:moveTo>
                    <a:pt x="0" y="866772"/>
                  </a:moveTo>
                  <a:lnTo>
                    <a:pt x="871227" y="782610"/>
                  </a:lnTo>
                  <a:lnTo>
                    <a:pt x="15917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3585896" y="4471404"/>
              <a:ext cx="322389" cy="50342"/>
            </a:xfrm>
            <a:custGeom>
              <a:avLst/>
              <a:pathLst>
                <a:path w="322389" h="50342">
                  <a:moveTo>
                    <a:pt x="0" y="50342"/>
                  </a:moveTo>
                  <a:lnTo>
                    <a:pt x="3223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3585896" y="2948918"/>
              <a:ext cx="552497" cy="244245"/>
            </a:xfrm>
            <a:custGeom>
              <a:avLst/>
              <a:pathLst>
                <a:path w="552497" h="244245">
                  <a:moveTo>
                    <a:pt x="0" y="244245"/>
                  </a:moveTo>
                  <a:lnTo>
                    <a:pt x="305837" y="0"/>
                  </a:lnTo>
                  <a:lnTo>
                    <a:pt x="552497" y="1842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3585896" y="4333870"/>
              <a:ext cx="1650804" cy="237367"/>
            </a:xfrm>
            <a:custGeom>
              <a:avLst/>
              <a:pathLst>
                <a:path w="1650804" h="237367">
                  <a:moveTo>
                    <a:pt x="0" y="237367"/>
                  </a:moveTo>
                  <a:lnTo>
                    <a:pt x="952774" y="171113"/>
                  </a:lnTo>
                  <a:lnTo>
                    <a:pt x="16508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3585896" y="4234441"/>
              <a:ext cx="302072" cy="68186"/>
            </a:xfrm>
            <a:custGeom>
              <a:avLst/>
              <a:pathLst>
                <a:path w="302072" h="68186">
                  <a:moveTo>
                    <a:pt x="0" y="0"/>
                  </a:moveTo>
                  <a:lnTo>
                    <a:pt x="302072" y="681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3585896" y="4463286"/>
              <a:ext cx="888009" cy="119173"/>
            </a:xfrm>
            <a:custGeom>
              <a:avLst/>
              <a:pathLst>
                <a:path w="888009" h="119173">
                  <a:moveTo>
                    <a:pt x="0" y="119173"/>
                  </a:moveTo>
                  <a:lnTo>
                    <a:pt x="8880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3585896" y="4330451"/>
              <a:ext cx="633508" cy="11111"/>
            </a:xfrm>
            <a:custGeom>
              <a:avLst/>
              <a:pathLst>
                <a:path w="633508" h="11111">
                  <a:moveTo>
                    <a:pt x="0" y="0"/>
                  </a:moveTo>
                  <a:lnTo>
                    <a:pt x="633508" y="111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3585896" y="4601541"/>
              <a:ext cx="636142" cy="12388"/>
            </a:xfrm>
            <a:custGeom>
              <a:avLst/>
              <a:pathLst>
                <a:path w="636142" h="12388">
                  <a:moveTo>
                    <a:pt x="0" y="0"/>
                  </a:moveTo>
                  <a:lnTo>
                    <a:pt x="636142" y="123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3585896" y="3916231"/>
              <a:ext cx="845551" cy="254360"/>
            </a:xfrm>
            <a:custGeom>
              <a:avLst/>
              <a:pathLst>
                <a:path w="845551" h="254360">
                  <a:moveTo>
                    <a:pt x="0" y="254360"/>
                  </a:moveTo>
                  <a:lnTo>
                    <a:pt x="845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3585896" y="4409446"/>
              <a:ext cx="861383" cy="71410"/>
            </a:xfrm>
            <a:custGeom>
              <a:avLst/>
              <a:pathLst>
                <a:path w="861383" h="71410">
                  <a:moveTo>
                    <a:pt x="0" y="71410"/>
                  </a:moveTo>
                  <a:lnTo>
                    <a:pt x="861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3585896" y="4428853"/>
              <a:ext cx="1334172" cy="76684"/>
            </a:xfrm>
            <a:custGeom>
              <a:avLst/>
              <a:pathLst>
                <a:path w="1334172" h="76684">
                  <a:moveTo>
                    <a:pt x="0" y="76684"/>
                  </a:moveTo>
                  <a:lnTo>
                    <a:pt x="286408" y="51997"/>
                  </a:lnTo>
                  <a:lnTo>
                    <a:pt x="795669" y="13764"/>
                  </a:lnTo>
                  <a:lnTo>
                    <a:pt x="13341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3585896" y="4174650"/>
              <a:ext cx="1838874" cy="355562"/>
            </a:xfrm>
            <a:custGeom>
              <a:avLst/>
              <a:pathLst>
                <a:path w="1838874" h="355562">
                  <a:moveTo>
                    <a:pt x="0" y="276124"/>
                  </a:moveTo>
                  <a:lnTo>
                    <a:pt x="791829" y="355562"/>
                  </a:lnTo>
                  <a:lnTo>
                    <a:pt x="1320029" y="251714"/>
                  </a:lnTo>
                  <a:lnTo>
                    <a:pt x="18388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3585896" y="4408296"/>
              <a:ext cx="541872" cy="80507"/>
            </a:xfrm>
            <a:custGeom>
              <a:avLst/>
              <a:pathLst>
                <a:path w="541872" h="80507">
                  <a:moveTo>
                    <a:pt x="0" y="80507"/>
                  </a:moveTo>
                  <a:lnTo>
                    <a:pt x="5418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3585896" y="3481602"/>
              <a:ext cx="287847" cy="324932"/>
            </a:xfrm>
            <a:custGeom>
              <a:avLst/>
              <a:pathLst>
                <a:path w="287847" h="324932">
                  <a:moveTo>
                    <a:pt x="0" y="0"/>
                  </a:moveTo>
                  <a:lnTo>
                    <a:pt x="287847" y="3249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3585896" y="4539947"/>
              <a:ext cx="2110640" cy="58791"/>
            </a:xfrm>
            <a:custGeom>
              <a:avLst/>
              <a:pathLst>
                <a:path w="2110640" h="58791">
                  <a:moveTo>
                    <a:pt x="0" y="43401"/>
                  </a:moveTo>
                  <a:lnTo>
                    <a:pt x="580732" y="39567"/>
                  </a:lnTo>
                  <a:lnTo>
                    <a:pt x="1085904" y="5739"/>
                  </a:lnTo>
                  <a:lnTo>
                    <a:pt x="1604749" y="58791"/>
                  </a:lnTo>
                  <a:lnTo>
                    <a:pt x="21106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3585896" y="4572270"/>
              <a:ext cx="574005" cy="64126"/>
            </a:xfrm>
            <a:custGeom>
              <a:avLst/>
              <a:pathLst>
                <a:path w="574005" h="64126">
                  <a:moveTo>
                    <a:pt x="0" y="12207"/>
                  </a:moveTo>
                  <a:lnTo>
                    <a:pt x="276803" y="64126"/>
                  </a:lnTo>
                  <a:lnTo>
                    <a:pt x="574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3585896" y="4576355"/>
              <a:ext cx="1838625" cy="102778"/>
            </a:xfrm>
            <a:custGeom>
              <a:avLst/>
              <a:pathLst>
                <a:path w="1838625" h="102778">
                  <a:moveTo>
                    <a:pt x="0" y="43996"/>
                  </a:moveTo>
                  <a:lnTo>
                    <a:pt x="276679" y="41469"/>
                  </a:lnTo>
                  <a:lnTo>
                    <a:pt x="559863" y="42871"/>
                  </a:lnTo>
                  <a:lnTo>
                    <a:pt x="926148" y="102778"/>
                  </a:lnTo>
                  <a:lnTo>
                    <a:pt x="1305075" y="94913"/>
                  </a:lnTo>
                  <a:lnTo>
                    <a:pt x="1838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3585896" y="4502425"/>
              <a:ext cx="2392011" cy="129872"/>
            </a:xfrm>
            <a:custGeom>
              <a:avLst/>
              <a:pathLst>
                <a:path w="2392011" h="129872">
                  <a:moveTo>
                    <a:pt x="0" y="129872"/>
                  </a:moveTo>
                  <a:lnTo>
                    <a:pt x="608854" y="18219"/>
                  </a:lnTo>
                  <a:lnTo>
                    <a:pt x="917513" y="0"/>
                  </a:lnTo>
                  <a:lnTo>
                    <a:pt x="1339929" y="96091"/>
                  </a:lnTo>
                  <a:lnTo>
                    <a:pt x="1893316" y="81392"/>
                  </a:lnTo>
                  <a:lnTo>
                    <a:pt x="2392011" y="1181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3585896" y="3442950"/>
              <a:ext cx="251866" cy="120550"/>
            </a:xfrm>
            <a:custGeom>
              <a:avLst/>
              <a:pathLst>
                <a:path w="251866" h="120550">
                  <a:moveTo>
                    <a:pt x="0" y="120550"/>
                  </a:moveTo>
                  <a:lnTo>
                    <a:pt x="2518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3585896" y="3662638"/>
              <a:ext cx="585564" cy="498130"/>
            </a:xfrm>
            <a:custGeom>
              <a:avLst/>
              <a:pathLst>
                <a:path w="585564" h="498130">
                  <a:moveTo>
                    <a:pt x="0" y="0"/>
                  </a:moveTo>
                  <a:lnTo>
                    <a:pt x="302035" y="498130"/>
                  </a:lnTo>
                  <a:lnTo>
                    <a:pt x="585564" y="1812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3585896" y="3566510"/>
              <a:ext cx="291819" cy="242144"/>
            </a:xfrm>
            <a:custGeom>
              <a:avLst/>
              <a:pathLst>
                <a:path w="291819" h="242144">
                  <a:moveTo>
                    <a:pt x="0" y="242144"/>
                  </a:moveTo>
                  <a:lnTo>
                    <a:pt x="2918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3585896" y="2943314"/>
              <a:ext cx="1783214" cy="838634"/>
            </a:xfrm>
            <a:custGeom>
              <a:avLst/>
              <a:pathLst>
                <a:path w="1783214" h="838634">
                  <a:moveTo>
                    <a:pt x="0" y="483968"/>
                  </a:moveTo>
                  <a:lnTo>
                    <a:pt x="342426" y="838634"/>
                  </a:lnTo>
                  <a:lnTo>
                    <a:pt x="881532" y="0"/>
                  </a:lnTo>
                  <a:lnTo>
                    <a:pt x="1475599" y="300120"/>
                  </a:lnTo>
                  <a:lnTo>
                    <a:pt x="1783214" y="5690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3585896" y="4494481"/>
              <a:ext cx="1333254" cy="117962"/>
            </a:xfrm>
            <a:custGeom>
              <a:avLst/>
              <a:pathLst>
                <a:path w="1333254" h="117962">
                  <a:moveTo>
                    <a:pt x="0" y="44224"/>
                  </a:moveTo>
                  <a:lnTo>
                    <a:pt x="835477" y="117962"/>
                  </a:lnTo>
                  <a:lnTo>
                    <a:pt x="13332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3585896" y="4323481"/>
              <a:ext cx="563687" cy="37283"/>
            </a:xfrm>
            <a:custGeom>
              <a:avLst/>
              <a:pathLst>
                <a:path w="563687" h="37283">
                  <a:moveTo>
                    <a:pt x="0" y="0"/>
                  </a:moveTo>
                  <a:lnTo>
                    <a:pt x="563687" y="372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3585896" y="4525864"/>
              <a:ext cx="554039" cy="23242"/>
            </a:xfrm>
            <a:custGeom>
              <a:avLst/>
              <a:pathLst>
                <a:path w="554039" h="23242">
                  <a:moveTo>
                    <a:pt x="0" y="0"/>
                  </a:moveTo>
                  <a:lnTo>
                    <a:pt x="554039" y="232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3585896" y="4308432"/>
              <a:ext cx="2398488" cy="162285"/>
            </a:xfrm>
            <a:custGeom>
              <a:avLst/>
              <a:pathLst>
                <a:path w="2398488" h="162285">
                  <a:moveTo>
                    <a:pt x="0" y="138363"/>
                  </a:moveTo>
                  <a:lnTo>
                    <a:pt x="277053" y="11661"/>
                  </a:lnTo>
                  <a:lnTo>
                    <a:pt x="805972" y="0"/>
                  </a:lnTo>
                  <a:lnTo>
                    <a:pt x="1344966" y="131260"/>
                  </a:lnTo>
                  <a:lnTo>
                    <a:pt x="1868129" y="162285"/>
                  </a:lnTo>
                  <a:lnTo>
                    <a:pt x="2398488" y="959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3585896" y="3337874"/>
              <a:ext cx="1200323" cy="519890"/>
            </a:xfrm>
            <a:custGeom>
              <a:avLst/>
              <a:pathLst>
                <a:path w="1200323" h="519890">
                  <a:moveTo>
                    <a:pt x="0" y="114692"/>
                  </a:moveTo>
                  <a:lnTo>
                    <a:pt x="287847" y="519890"/>
                  </a:lnTo>
                  <a:lnTo>
                    <a:pt x="534438" y="0"/>
                  </a:lnTo>
                  <a:lnTo>
                    <a:pt x="795897" y="111071"/>
                  </a:lnTo>
                  <a:lnTo>
                    <a:pt x="1200323" y="1691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3585896" y="4519229"/>
              <a:ext cx="916074" cy="19769"/>
            </a:xfrm>
            <a:custGeom>
              <a:avLst/>
              <a:pathLst>
                <a:path w="916074" h="19769">
                  <a:moveTo>
                    <a:pt x="0" y="0"/>
                  </a:moveTo>
                  <a:lnTo>
                    <a:pt x="916074" y="197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3585896" y="4335780"/>
              <a:ext cx="1837185" cy="73569"/>
            </a:xfrm>
            <a:custGeom>
              <a:avLst/>
              <a:pathLst>
                <a:path w="1837185" h="73569">
                  <a:moveTo>
                    <a:pt x="0" y="35144"/>
                  </a:moveTo>
                  <a:lnTo>
                    <a:pt x="805253" y="26517"/>
                  </a:lnTo>
                  <a:lnTo>
                    <a:pt x="1313875" y="73569"/>
                  </a:lnTo>
                  <a:lnTo>
                    <a:pt x="18371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3585896" y="4512105"/>
              <a:ext cx="574798" cy="780"/>
            </a:xfrm>
            <a:custGeom>
              <a:avLst/>
              <a:pathLst>
                <a:path w="574798" h="780">
                  <a:moveTo>
                    <a:pt x="0" y="780"/>
                  </a:moveTo>
                  <a:lnTo>
                    <a:pt x="574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3585896" y="4347669"/>
              <a:ext cx="841233" cy="184819"/>
            </a:xfrm>
            <a:custGeom>
              <a:avLst/>
              <a:pathLst>
                <a:path w="841233" h="184819">
                  <a:moveTo>
                    <a:pt x="0" y="184819"/>
                  </a:moveTo>
                  <a:lnTo>
                    <a:pt x="8412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3585896" y="4580416"/>
              <a:ext cx="840274" cy="36522"/>
            </a:xfrm>
            <a:custGeom>
              <a:avLst/>
              <a:pathLst>
                <a:path w="840274" h="36522">
                  <a:moveTo>
                    <a:pt x="0" y="36522"/>
                  </a:moveTo>
                  <a:lnTo>
                    <a:pt x="8402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3585896" y="4578003"/>
              <a:ext cx="790514" cy="13898"/>
            </a:xfrm>
            <a:custGeom>
              <a:avLst/>
              <a:pathLst>
                <a:path w="790514" h="13898">
                  <a:moveTo>
                    <a:pt x="0" y="0"/>
                  </a:moveTo>
                  <a:lnTo>
                    <a:pt x="790514" y="138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4446560" y="4342396"/>
              <a:ext cx="1283799" cy="90134"/>
            </a:xfrm>
            <a:custGeom>
              <a:avLst/>
              <a:pathLst>
                <a:path w="1283799" h="90134">
                  <a:moveTo>
                    <a:pt x="0" y="90134"/>
                  </a:moveTo>
                  <a:lnTo>
                    <a:pt x="788432" y="0"/>
                  </a:lnTo>
                  <a:lnTo>
                    <a:pt x="1283799" y="90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3585896" y="3751414"/>
              <a:ext cx="1635159" cy="815458"/>
            </a:xfrm>
            <a:custGeom>
              <a:avLst/>
              <a:pathLst>
                <a:path w="1635159" h="815458">
                  <a:moveTo>
                    <a:pt x="0" y="798525"/>
                  </a:moveTo>
                  <a:lnTo>
                    <a:pt x="1066431" y="0"/>
                  </a:lnTo>
                  <a:lnTo>
                    <a:pt x="1635159" y="8154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3585896" y="4533749"/>
              <a:ext cx="574163" cy="129284"/>
            </a:xfrm>
            <a:custGeom>
              <a:avLst/>
              <a:pathLst>
                <a:path w="574163" h="129284">
                  <a:moveTo>
                    <a:pt x="0" y="129284"/>
                  </a:moveTo>
                  <a:lnTo>
                    <a:pt x="5741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3585896" y="4241156"/>
              <a:ext cx="843392" cy="180262"/>
            </a:xfrm>
            <a:custGeom>
              <a:avLst/>
              <a:pathLst>
                <a:path w="843392" h="180262">
                  <a:moveTo>
                    <a:pt x="0" y="180262"/>
                  </a:moveTo>
                  <a:lnTo>
                    <a:pt x="8433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3585896" y="4442860"/>
              <a:ext cx="1869167" cy="120486"/>
            </a:xfrm>
            <a:custGeom>
              <a:avLst/>
              <a:pathLst>
                <a:path w="1869167" h="120486">
                  <a:moveTo>
                    <a:pt x="0" y="95909"/>
                  </a:moveTo>
                  <a:lnTo>
                    <a:pt x="807010" y="120486"/>
                  </a:lnTo>
                  <a:lnTo>
                    <a:pt x="1325136" y="37540"/>
                  </a:lnTo>
                  <a:lnTo>
                    <a:pt x="18691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3585896" y="4535406"/>
              <a:ext cx="548077" cy="33881"/>
            </a:xfrm>
            <a:custGeom>
              <a:avLst/>
              <a:pathLst>
                <a:path w="548077" h="33881">
                  <a:moveTo>
                    <a:pt x="0" y="33881"/>
                  </a:moveTo>
                  <a:lnTo>
                    <a:pt x="5480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3585896" y="4465421"/>
              <a:ext cx="291819" cy="33439"/>
            </a:xfrm>
            <a:custGeom>
              <a:avLst/>
              <a:pathLst>
                <a:path w="291819" h="33439">
                  <a:moveTo>
                    <a:pt x="0" y="33439"/>
                  </a:moveTo>
                  <a:lnTo>
                    <a:pt x="2918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3585896" y="4441360"/>
              <a:ext cx="1021858" cy="64721"/>
            </a:xfrm>
            <a:custGeom>
              <a:avLst/>
              <a:pathLst>
                <a:path w="1021858" h="64721">
                  <a:moveTo>
                    <a:pt x="0" y="64721"/>
                  </a:moveTo>
                  <a:lnTo>
                    <a:pt x="534945" y="0"/>
                  </a:lnTo>
                  <a:lnTo>
                    <a:pt x="1021858" y="380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3585896" y="4606600"/>
              <a:ext cx="1875325" cy="21534"/>
            </a:xfrm>
            <a:custGeom>
              <a:avLst/>
              <a:pathLst>
                <a:path w="1875325" h="21534">
                  <a:moveTo>
                    <a:pt x="0" y="21534"/>
                  </a:moveTo>
                  <a:lnTo>
                    <a:pt x="1359359" y="5429"/>
                  </a:lnTo>
                  <a:lnTo>
                    <a:pt x="18753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3847837" y="3848850"/>
              <a:ext cx="267666" cy="64637"/>
            </a:xfrm>
            <a:custGeom>
              <a:avLst/>
              <a:pathLst>
                <a:path w="267666" h="64637">
                  <a:moveTo>
                    <a:pt x="0" y="64637"/>
                  </a:moveTo>
                  <a:lnTo>
                    <a:pt x="2676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3585896" y="3485818"/>
              <a:ext cx="278270" cy="161190"/>
            </a:xfrm>
            <a:custGeom>
              <a:avLst/>
              <a:pathLst>
                <a:path w="278270" h="161190">
                  <a:moveTo>
                    <a:pt x="0" y="161190"/>
                  </a:moveTo>
                  <a:lnTo>
                    <a:pt x="278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3585896" y="4575287"/>
              <a:ext cx="790141" cy="32902"/>
            </a:xfrm>
            <a:custGeom>
              <a:avLst/>
              <a:pathLst>
                <a:path w="790141" h="32902">
                  <a:moveTo>
                    <a:pt x="0" y="0"/>
                  </a:moveTo>
                  <a:lnTo>
                    <a:pt x="790141" y="329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3585896" y="4125804"/>
              <a:ext cx="1837820" cy="465663"/>
            </a:xfrm>
            <a:custGeom>
              <a:avLst/>
              <a:pathLst>
                <a:path w="1837820" h="465663">
                  <a:moveTo>
                    <a:pt x="0" y="465663"/>
                  </a:moveTo>
                  <a:lnTo>
                    <a:pt x="790776" y="0"/>
                  </a:lnTo>
                  <a:lnTo>
                    <a:pt x="1313938" y="431625"/>
                  </a:lnTo>
                  <a:lnTo>
                    <a:pt x="1837820" y="4132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3585896" y="4057661"/>
              <a:ext cx="1600539" cy="435274"/>
            </a:xfrm>
            <a:custGeom>
              <a:avLst/>
              <a:pathLst>
                <a:path w="1600539" h="435274">
                  <a:moveTo>
                    <a:pt x="0" y="418420"/>
                  </a:moveTo>
                  <a:lnTo>
                    <a:pt x="292165" y="435274"/>
                  </a:lnTo>
                  <a:lnTo>
                    <a:pt x="830439" y="308052"/>
                  </a:lnTo>
                  <a:lnTo>
                    <a:pt x="16005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3585896" y="4415103"/>
              <a:ext cx="1308985" cy="158193"/>
            </a:xfrm>
            <a:custGeom>
              <a:avLst/>
              <a:pathLst>
                <a:path w="1308985" h="158193">
                  <a:moveTo>
                    <a:pt x="0" y="158193"/>
                  </a:moveTo>
                  <a:lnTo>
                    <a:pt x="13089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3585896" y="4370184"/>
              <a:ext cx="1611890" cy="81666"/>
            </a:xfrm>
            <a:custGeom>
              <a:avLst/>
              <a:pathLst>
                <a:path w="1611890" h="81666">
                  <a:moveTo>
                    <a:pt x="0" y="81666"/>
                  </a:moveTo>
                  <a:lnTo>
                    <a:pt x="16118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3585896" y="4438668"/>
              <a:ext cx="936223" cy="48731"/>
            </a:xfrm>
            <a:custGeom>
              <a:avLst/>
              <a:pathLst>
                <a:path w="936223" h="48731">
                  <a:moveTo>
                    <a:pt x="0" y="45291"/>
                  </a:moveTo>
                  <a:lnTo>
                    <a:pt x="437528" y="0"/>
                  </a:lnTo>
                  <a:lnTo>
                    <a:pt x="936223" y="487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3585896" y="4455779"/>
              <a:ext cx="508721" cy="128964"/>
            </a:xfrm>
            <a:custGeom>
              <a:avLst/>
              <a:pathLst>
                <a:path w="508721" h="128964">
                  <a:moveTo>
                    <a:pt x="0" y="128964"/>
                  </a:moveTo>
                  <a:lnTo>
                    <a:pt x="5087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3585896" y="4197945"/>
              <a:ext cx="583988" cy="55536"/>
            </a:xfrm>
            <a:custGeom>
              <a:avLst/>
              <a:pathLst>
                <a:path w="583988" h="55536">
                  <a:moveTo>
                    <a:pt x="0" y="55536"/>
                  </a:moveTo>
                  <a:lnTo>
                    <a:pt x="5839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3585896" y="4431716"/>
              <a:ext cx="2112799" cy="36689"/>
            </a:xfrm>
            <a:custGeom>
              <a:avLst/>
              <a:pathLst>
                <a:path w="2112799" h="36689">
                  <a:moveTo>
                    <a:pt x="0" y="23857"/>
                  </a:moveTo>
                  <a:lnTo>
                    <a:pt x="834037" y="0"/>
                  </a:lnTo>
                  <a:lnTo>
                    <a:pt x="2112799" y="366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3585896" y="2264295"/>
              <a:ext cx="287847" cy="145838"/>
            </a:xfrm>
            <a:custGeom>
              <a:avLst/>
              <a:pathLst>
                <a:path w="287847" h="145838">
                  <a:moveTo>
                    <a:pt x="0" y="145838"/>
                  </a:moveTo>
                  <a:lnTo>
                    <a:pt x="2878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3585896" y="4466165"/>
              <a:ext cx="265716" cy="7600"/>
            </a:xfrm>
            <a:custGeom>
              <a:avLst/>
              <a:pathLst>
                <a:path w="265716" h="7600">
                  <a:moveTo>
                    <a:pt x="0" y="0"/>
                  </a:moveTo>
                  <a:lnTo>
                    <a:pt x="265716" y="76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3585896" y="4241681"/>
              <a:ext cx="1861475" cy="144555"/>
            </a:xfrm>
            <a:custGeom>
              <a:avLst/>
              <a:pathLst>
                <a:path w="1861475" h="144555">
                  <a:moveTo>
                    <a:pt x="0" y="144555"/>
                  </a:moveTo>
                  <a:lnTo>
                    <a:pt x="790683" y="49225"/>
                  </a:lnTo>
                  <a:lnTo>
                    <a:pt x="1337593" y="0"/>
                  </a:lnTo>
                  <a:lnTo>
                    <a:pt x="1861475" y="820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3585896" y="3647752"/>
              <a:ext cx="272015" cy="231163"/>
            </a:xfrm>
            <a:custGeom>
              <a:avLst/>
              <a:pathLst>
                <a:path w="272015" h="231163">
                  <a:moveTo>
                    <a:pt x="0" y="231163"/>
                  </a:moveTo>
                  <a:lnTo>
                    <a:pt x="2720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3585896" y="4361094"/>
              <a:ext cx="855626" cy="78136"/>
            </a:xfrm>
            <a:custGeom>
              <a:avLst/>
              <a:pathLst>
                <a:path w="855626" h="78136">
                  <a:moveTo>
                    <a:pt x="0" y="0"/>
                  </a:moveTo>
                  <a:lnTo>
                    <a:pt x="308159" y="35976"/>
                  </a:lnTo>
                  <a:lnTo>
                    <a:pt x="588647" y="62217"/>
                  </a:lnTo>
                  <a:lnTo>
                    <a:pt x="855626" y="781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3585896" y="4067149"/>
              <a:ext cx="544334" cy="242572"/>
            </a:xfrm>
            <a:custGeom>
              <a:avLst/>
              <a:pathLst>
                <a:path w="544334" h="242572">
                  <a:moveTo>
                    <a:pt x="0" y="242572"/>
                  </a:moveTo>
                  <a:lnTo>
                    <a:pt x="5443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3585896" y="2390858"/>
              <a:ext cx="313753" cy="81944"/>
            </a:xfrm>
            <a:custGeom>
              <a:avLst/>
              <a:pathLst>
                <a:path w="313753" h="81944">
                  <a:moveTo>
                    <a:pt x="0" y="81944"/>
                  </a:moveTo>
                  <a:lnTo>
                    <a:pt x="3137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3585896" y="3120637"/>
              <a:ext cx="572816" cy="474529"/>
            </a:xfrm>
            <a:custGeom>
              <a:avLst/>
              <a:pathLst>
                <a:path w="572816" h="474529">
                  <a:moveTo>
                    <a:pt x="0" y="474529"/>
                  </a:moveTo>
                  <a:lnTo>
                    <a:pt x="330041" y="0"/>
                  </a:lnTo>
                  <a:lnTo>
                    <a:pt x="572816" y="4504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3585896" y="4541794"/>
              <a:ext cx="550089" cy="62823"/>
            </a:xfrm>
            <a:custGeom>
              <a:avLst/>
              <a:pathLst>
                <a:path w="550089" h="62823">
                  <a:moveTo>
                    <a:pt x="0" y="0"/>
                  </a:moveTo>
                  <a:lnTo>
                    <a:pt x="550089" y="62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3585896" y="3813898"/>
              <a:ext cx="266398" cy="318936"/>
            </a:xfrm>
            <a:custGeom>
              <a:avLst/>
              <a:pathLst>
                <a:path w="266398" h="318936">
                  <a:moveTo>
                    <a:pt x="0" y="318936"/>
                  </a:moveTo>
                  <a:lnTo>
                    <a:pt x="266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3585896" y="3985061"/>
              <a:ext cx="302239" cy="55772"/>
            </a:xfrm>
            <a:custGeom>
              <a:avLst/>
              <a:pathLst>
                <a:path w="302239" h="55772">
                  <a:moveTo>
                    <a:pt x="0" y="55772"/>
                  </a:moveTo>
                  <a:lnTo>
                    <a:pt x="302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3585896" y="4378847"/>
              <a:ext cx="1862372" cy="73394"/>
            </a:xfrm>
            <a:custGeom>
              <a:avLst/>
              <a:pathLst>
                <a:path w="1862372" h="73394">
                  <a:moveTo>
                    <a:pt x="0" y="51591"/>
                  </a:moveTo>
                  <a:lnTo>
                    <a:pt x="261443" y="73394"/>
                  </a:lnTo>
                  <a:lnTo>
                    <a:pt x="533237" y="25125"/>
                  </a:lnTo>
                  <a:lnTo>
                    <a:pt x="786542" y="0"/>
                  </a:lnTo>
                  <a:lnTo>
                    <a:pt x="1339357" y="16231"/>
                  </a:lnTo>
                  <a:lnTo>
                    <a:pt x="1862372" y="321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3585896" y="3980156"/>
              <a:ext cx="1223005" cy="421868"/>
            </a:xfrm>
            <a:custGeom>
              <a:avLst/>
              <a:pathLst>
                <a:path w="1223005" h="421868">
                  <a:moveTo>
                    <a:pt x="0" y="421868"/>
                  </a:moveTo>
                  <a:lnTo>
                    <a:pt x="1223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3585896" y="2436549"/>
              <a:ext cx="532867" cy="779245"/>
            </a:xfrm>
            <a:custGeom>
              <a:avLst/>
              <a:pathLst>
                <a:path w="532867" h="779245">
                  <a:moveTo>
                    <a:pt x="0" y="779245"/>
                  </a:moveTo>
                  <a:lnTo>
                    <a:pt x="265169" y="564697"/>
                  </a:lnTo>
                  <a:lnTo>
                    <a:pt x="5328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3585896" y="4323439"/>
              <a:ext cx="2114958" cy="197372"/>
            </a:xfrm>
            <a:custGeom>
              <a:avLst/>
              <a:pathLst>
                <a:path w="2114958" h="197372">
                  <a:moveTo>
                    <a:pt x="0" y="192040"/>
                  </a:moveTo>
                  <a:lnTo>
                    <a:pt x="321795" y="86303"/>
                  </a:lnTo>
                  <a:lnTo>
                    <a:pt x="593685" y="197372"/>
                  </a:lnTo>
                  <a:lnTo>
                    <a:pt x="866420" y="139935"/>
                  </a:lnTo>
                  <a:lnTo>
                    <a:pt x="1329379" y="147590"/>
                  </a:lnTo>
                  <a:lnTo>
                    <a:pt x="21149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3585896" y="4330319"/>
              <a:ext cx="356930" cy="100566"/>
            </a:xfrm>
            <a:custGeom>
              <a:avLst/>
              <a:pathLst>
                <a:path w="356930" h="100566">
                  <a:moveTo>
                    <a:pt x="0" y="100566"/>
                  </a:moveTo>
                  <a:lnTo>
                    <a:pt x="356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3585896" y="4461287"/>
              <a:ext cx="1087343" cy="128933"/>
            </a:xfrm>
            <a:custGeom>
              <a:avLst/>
              <a:pathLst>
                <a:path w="1087343" h="128933">
                  <a:moveTo>
                    <a:pt x="0" y="0"/>
                  </a:moveTo>
                  <a:lnTo>
                    <a:pt x="618911" y="100066"/>
                  </a:lnTo>
                  <a:lnTo>
                    <a:pt x="1087343" y="1289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3585896" y="4307561"/>
              <a:ext cx="2105603" cy="212139"/>
            </a:xfrm>
            <a:custGeom>
              <a:avLst/>
              <a:pathLst>
                <a:path w="2105603" h="212139">
                  <a:moveTo>
                    <a:pt x="0" y="83851"/>
                  </a:moveTo>
                  <a:lnTo>
                    <a:pt x="352514" y="201719"/>
                  </a:lnTo>
                  <a:lnTo>
                    <a:pt x="553457" y="212139"/>
                  </a:lnTo>
                  <a:lnTo>
                    <a:pt x="815327" y="169896"/>
                  </a:lnTo>
                  <a:lnTo>
                    <a:pt x="1082306" y="173411"/>
                  </a:lnTo>
                  <a:lnTo>
                    <a:pt x="1566064" y="22114"/>
                  </a:lnTo>
                  <a:lnTo>
                    <a:pt x="21056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3585896" y="3404135"/>
              <a:ext cx="282090" cy="376366"/>
            </a:xfrm>
            <a:custGeom>
              <a:avLst/>
              <a:pathLst>
                <a:path w="282090" h="376366">
                  <a:moveTo>
                    <a:pt x="0" y="0"/>
                  </a:moveTo>
                  <a:lnTo>
                    <a:pt x="282090" y="3763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3585896" y="4311379"/>
              <a:ext cx="617432" cy="51648"/>
            </a:xfrm>
            <a:custGeom>
              <a:avLst/>
              <a:pathLst>
                <a:path w="617432" h="51648">
                  <a:moveTo>
                    <a:pt x="0" y="51648"/>
                  </a:moveTo>
                  <a:lnTo>
                    <a:pt x="6174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3585896" y="4126317"/>
              <a:ext cx="2099127" cy="281738"/>
            </a:xfrm>
            <a:custGeom>
              <a:avLst/>
              <a:pathLst>
                <a:path w="2099127" h="281738">
                  <a:moveTo>
                    <a:pt x="0" y="281738"/>
                  </a:moveTo>
                  <a:lnTo>
                    <a:pt x="262823" y="184086"/>
                  </a:lnTo>
                  <a:lnTo>
                    <a:pt x="533237" y="251985"/>
                  </a:lnTo>
                  <a:lnTo>
                    <a:pt x="1318490" y="60173"/>
                  </a:lnTo>
                  <a:lnTo>
                    <a:pt x="1570207" y="136754"/>
                  </a:lnTo>
                  <a:lnTo>
                    <a:pt x="1817036" y="0"/>
                  </a:lnTo>
                  <a:lnTo>
                    <a:pt x="2099127" y="2791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3585896" y="4213084"/>
              <a:ext cx="271821" cy="10860"/>
            </a:xfrm>
            <a:custGeom>
              <a:avLst/>
              <a:pathLst>
                <a:path w="271821" h="10860">
                  <a:moveTo>
                    <a:pt x="0" y="0"/>
                  </a:moveTo>
                  <a:lnTo>
                    <a:pt x="271821" y="108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3585896" y="2204643"/>
              <a:ext cx="1575964" cy="1549296"/>
            </a:xfrm>
            <a:custGeom>
              <a:avLst/>
              <a:pathLst>
                <a:path w="1575964" h="1549296">
                  <a:moveTo>
                    <a:pt x="0" y="1549296"/>
                  </a:moveTo>
                  <a:lnTo>
                    <a:pt x="503732" y="717935"/>
                  </a:lnTo>
                  <a:lnTo>
                    <a:pt x="1047044" y="165815"/>
                  </a:lnTo>
                  <a:lnTo>
                    <a:pt x="1314023" y="525734"/>
                  </a:lnTo>
                  <a:lnTo>
                    <a:pt x="1575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3585896" y="3594943"/>
              <a:ext cx="326978" cy="23488"/>
            </a:xfrm>
            <a:custGeom>
              <a:avLst/>
              <a:pathLst>
                <a:path w="326978" h="23488">
                  <a:moveTo>
                    <a:pt x="0" y="23488"/>
                  </a:moveTo>
                  <a:lnTo>
                    <a:pt x="326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3585896" y="4582112"/>
              <a:ext cx="528199" cy="2668"/>
            </a:xfrm>
            <a:custGeom>
              <a:avLst/>
              <a:pathLst>
                <a:path w="528199" h="2668">
                  <a:moveTo>
                    <a:pt x="0" y="2668"/>
                  </a:moveTo>
                  <a:lnTo>
                    <a:pt x="5281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3585896" y="4202603"/>
              <a:ext cx="834037" cy="94791"/>
            </a:xfrm>
            <a:custGeom>
              <a:avLst/>
              <a:pathLst>
                <a:path w="834037" h="94791">
                  <a:moveTo>
                    <a:pt x="0" y="94791"/>
                  </a:moveTo>
                  <a:lnTo>
                    <a:pt x="8340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3585896" y="2825717"/>
              <a:ext cx="262660" cy="343807"/>
            </a:xfrm>
            <a:custGeom>
              <a:avLst/>
              <a:pathLst>
                <a:path w="262660" h="343807">
                  <a:moveTo>
                    <a:pt x="0" y="0"/>
                  </a:moveTo>
                  <a:lnTo>
                    <a:pt x="262660" y="3438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3585896" y="4582565"/>
              <a:ext cx="317308" cy="13882"/>
            </a:xfrm>
            <a:custGeom>
              <a:avLst/>
              <a:pathLst>
                <a:path w="317308" h="13882">
                  <a:moveTo>
                    <a:pt x="0" y="13882"/>
                  </a:moveTo>
                  <a:lnTo>
                    <a:pt x="3173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3585896" y="4365891"/>
              <a:ext cx="1671254" cy="188693"/>
            </a:xfrm>
            <a:custGeom>
              <a:avLst/>
              <a:pathLst>
                <a:path w="1671254" h="188693">
                  <a:moveTo>
                    <a:pt x="0" y="188693"/>
                  </a:moveTo>
                  <a:lnTo>
                    <a:pt x="795178" y="87470"/>
                  </a:lnTo>
                  <a:lnTo>
                    <a:pt x="16712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3585896" y="4355682"/>
              <a:ext cx="327426" cy="6767"/>
            </a:xfrm>
            <a:custGeom>
              <a:avLst/>
              <a:pathLst>
                <a:path w="327426" h="6767">
                  <a:moveTo>
                    <a:pt x="0" y="0"/>
                  </a:moveTo>
                  <a:lnTo>
                    <a:pt x="327426" y="67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3585896" y="4432735"/>
              <a:ext cx="1080866" cy="108436"/>
            </a:xfrm>
            <a:custGeom>
              <a:avLst/>
              <a:pathLst>
                <a:path w="1080866" h="108436">
                  <a:moveTo>
                    <a:pt x="0" y="103208"/>
                  </a:moveTo>
                  <a:lnTo>
                    <a:pt x="572922" y="0"/>
                  </a:lnTo>
                  <a:lnTo>
                    <a:pt x="1080866" y="1084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3585896" y="3734062"/>
              <a:ext cx="809570" cy="342298"/>
            </a:xfrm>
            <a:custGeom>
              <a:avLst/>
              <a:pathLst>
                <a:path w="809570" h="342298">
                  <a:moveTo>
                    <a:pt x="0" y="342298"/>
                  </a:moveTo>
                  <a:lnTo>
                    <a:pt x="295043" y="250441"/>
                  </a:lnTo>
                  <a:lnTo>
                    <a:pt x="541744" y="161203"/>
                  </a:lnTo>
                  <a:lnTo>
                    <a:pt x="8095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3585896" y="2087757"/>
              <a:ext cx="530759" cy="319740"/>
            </a:xfrm>
            <a:custGeom>
              <a:avLst/>
              <a:pathLst>
                <a:path w="530759" h="319740">
                  <a:moveTo>
                    <a:pt x="0" y="249782"/>
                  </a:moveTo>
                  <a:lnTo>
                    <a:pt x="274174" y="0"/>
                  </a:lnTo>
                  <a:lnTo>
                    <a:pt x="530759" y="3197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3585896" y="4391065"/>
              <a:ext cx="2453179" cy="130970"/>
            </a:xfrm>
            <a:custGeom>
              <a:avLst/>
              <a:pathLst>
                <a:path w="2453179" h="130970">
                  <a:moveTo>
                    <a:pt x="0" y="122702"/>
                  </a:moveTo>
                  <a:lnTo>
                    <a:pt x="1325537" y="49232"/>
                  </a:lnTo>
                  <a:lnTo>
                    <a:pt x="1863811" y="130970"/>
                  </a:lnTo>
                  <a:lnTo>
                    <a:pt x="24531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3585896" y="4612491"/>
              <a:ext cx="860663" cy="45915"/>
            </a:xfrm>
            <a:custGeom>
              <a:avLst/>
              <a:pathLst>
                <a:path w="860663" h="45915">
                  <a:moveTo>
                    <a:pt x="0" y="45915"/>
                  </a:moveTo>
                  <a:lnTo>
                    <a:pt x="860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3585896" y="4545822"/>
              <a:ext cx="268417" cy="23372"/>
            </a:xfrm>
            <a:custGeom>
              <a:avLst/>
              <a:pathLst>
                <a:path w="268417" h="23372">
                  <a:moveTo>
                    <a:pt x="0" y="23372"/>
                  </a:moveTo>
                  <a:lnTo>
                    <a:pt x="2684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3585896" y="4564390"/>
              <a:ext cx="1047044" cy="11059"/>
            </a:xfrm>
            <a:custGeom>
              <a:avLst/>
              <a:pathLst>
                <a:path w="1047044" h="11059">
                  <a:moveTo>
                    <a:pt x="0" y="11059"/>
                  </a:moveTo>
                  <a:lnTo>
                    <a:pt x="523162" y="7914"/>
                  </a:lnTo>
                  <a:lnTo>
                    <a:pt x="10470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585896" y="4320920"/>
              <a:ext cx="528563" cy="32637"/>
            </a:xfrm>
            <a:custGeom>
              <a:avLst/>
              <a:pathLst>
                <a:path w="528563" h="32637">
                  <a:moveTo>
                    <a:pt x="0" y="32637"/>
                  </a:moveTo>
                  <a:lnTo>
                    <a:pt x="5285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585896" y="4470877"/>
              <a:ext cx="1550657" cy="125930"/>
            </a:xfrm>
            <a:custGeom>
              <a:avLst/>
              <a:pathLst>
                <a:path w="1550657" h="125930">
                  <a:moveTo>
                    <a:pt x="0" y="16472"/>
                  </a:moveTo>
                  <a:lnTo>
                    <a:pt x="885130" y="125930"/>
                  </a:lnTo>
                  <a:lnTo>
                    <a:pt x="15506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585896" y="4479033"/>
              <a:ext cx="1077988" cy="55659"/>
            </a:xfrm>
            <a:custGeom>
              <a:avLst/>
              <a:pathLst>
                <a:path w="1077988" h="55659">
                  <a:moveTo>
                    <a:pt x="0" y="1490"/>
                  </a:moveTo>
                  <a:lnTo>
                    <a:pt x="572816" y="55659"/>
                  </a:lnTo>
                  <a:lnTo>
                    <a:pt x="10779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585896" y="4212439"/>
              <a:ext cx="824682" cy="228099"/>
            </a:xfrm>
            <a:custGeom>
              <a:avLst/>
              <a:pathLst>
                <a:path w="824682" h="228099">
                  <a:moveTo>
                    <a:pt x="0" y="0"/>
                  </a:moveTo>
                  <a:lnTo>
                    <a:pt x="286408" y="122976"/>
                  </a:lnTo>
                  <a:lnTo>
                    <a:pt x="557495" y="166685"/>
                  </a:lnTo>
                  <a:lnTo>
                    <a:pt x="824682" y="2280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585896" y="4310165"/>
              <a:ext cx="2402805" cy="213500"/>
            </a:xfrm>
            <a:custGeom>
              <a:avLst/>
              <a:pathLst>
                <a:path w="2402805" h="213500">
                  <a:moveTo>
                    <a:pt x="0" y="213500"/>
                  </a:moveTo>
                  <a:lnTo>
                    <a:pt x="820365" y="203699"/>
                  </a:lnTo>
                  <a:lnTo>
                    <a:pt x="24028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585896" y="2982580"/>
              <a:ext cx="287127" cy="172648"/>
            </a:xfrm>
            <a:custGeom>
              <a:avLst/>
              <a:pathLst>
                <a:path w="287127" h="172648">
                  <a:moveTo>
                    <a:pt x="0" y="172648"/>
                  </a:moveTo>
                  <a:lnTo>
                    <a:pt x="2871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585896" y="4442402"/>
              <a:ext cx="1076549" cy="148811"/>
            </a:xfrm>
            <a:custGeom>
              <a:avLst/>
              <a:pathLst>
                <a:path w="1076549" h="148811">
                  <a:moveTo>
                    <a:pt x="0" y="0"/>
                  </a:moveTo>
                  <a:lnTo>
                    <a:pt x="1076549" y="148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585896" y="4414386"/>
              <a:ext cx="559143" cy="71247"/>
            </a:xfrm>
            <a:custGeom>
              <a:avLst/>
              <a:pathLst>
                <a:path w="559143" h="71247">
                  <a:moveTo>
                    <a:pt x="0" y="71247"/>
                  </a:moveTo>
                  <a:lnTo>
                    <a:pt x="5591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585896" y="4237363"/>
              <a:ext cx="1682342" cy="63187"/>
            </a:xfrm>
            <a:custGeom>
              <a:avLst/>
              <a:pathLst>
                <a:path w="1682342" h="63187">
                  <a:moveTo>
                    <a:pt x="0" y="0"/>
                  </a:moveTo>
                  <a:lnTo>
                    <a:pt x="281964" y="28927"/>
                  </a:lnTo>
                  <a:lnTo>
                    <a:pt x="553980" y="54072"/>
                  </a:lnTo>
                  <a:lnTo>
                    <a:pt x="1057101" y="38452"/>
                  </a:lnTo>
                  <a:lnTo>
                    <a:pt x="1279355" y="63187"/>
                  </a:lnTo>
                  <a:lnTo>
                    <a:pt x="1682342" y="159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585896" y="3834247"/>
              <a:ext cx="790141" cy="67564"/>
            </a:xfrm>
            <a:custGeom>
              <a:avLst/>
              <a:pathLst>
                <a:path w="790141" h="67564">
                  <a:moveTo>
                    <a:pt x="0" y="59819"/>
                  </a:moveTo>
                  <a:lnTo>
                    <a:pt x="503235" y="67564"/>
                  </a:ln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585896" y="4502659"/>
              <a:ext cx="291608" cy="6309"/>
            </a:xfrm>
            <a:custGeom>
              <a:avLst/>
              <a:pathLst>
                <a:path w="291608" h="6309">
                  <a:moveTo>
                    <a:pt x="0" y="6309"/>
                  </a:moveTo>
                  <a:lnTo>
                    <a:pt x="2916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585896" y="4302429"/>
              <a:ext cx="790860" cy="28896"/>
            </a:xfrm>
            <a:custGeom>
              <a:avLst/>
              <a:pathLst>
                <a:path w="790860" h="28896">
                  <a:moveTo>
                    <a:pt x="0" y="28896"/>
                  </a:moveTo>
                  <a:lnTo>
                    <a:pt x="790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585896" y="4182088"/>
              <a:ext cx="2628766" cy="403729"/>
            </a:xfrm>
            <a:custGeom>
              <a:avLst/>
              <a:pathLst>
                <a:path w="2628766" h="403729">
                  <a:moveTo>
                    <a:pt x="0" y="403729"/>
                  </a:moveTo>
                  <a:lnTo>
                    <a:pt x="792529" y="345340"/>
                  </a:lnTo>
                  <a:lnTo>
                    <a:pt x="1561572" y="372230"/>
                  </a:lnTo>
                  <a:lnTo>
                    <a:pt x="2095528" y="368064"/>
                  </a:lnTo>
                  <a:lnTo>
                    <a:pt x="26287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585896" y="4078801"/>
              <a:ext cx="657731" cy="143753"/>
            </a:xfrm>
            <a:custGeom>
              <a:avLst/>
              <a:pathLst>
                <a:path w="657731" h="143753">
                  <a:moveTo>
                    <a:pt x="0" y="79529"/>
                  </a:moveTo>
                  <a:lnTo>
                    <a:pt x="297202" y="0"/>
                  </a:lnTo>
                  <a:lnTo>
                    <a:pt x="657731" y="1437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837763" y="3440718"/>
              <a:ext cx="551436" cy="245500"/>
            </a:xfrm>
            <a:custGeom>
              <a:avLst/>
              <a:pathLst>
                <a:path w="551436" h="245500">
                  <a:moveTo>
                    <a:pt x="0" y="0"/>
                  </a:moveTo>
                  <a:lnTo>
                    <a:pt x="260501" y="186942"/>
                  </a:lnTo>
                  <a:lnTo>
                    <a:pt x="551436" y="2455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4436485" y="4501573"/>
              <a:ext cx="1253575" cy="7167"/>
            </a:xfrm>
            <a:custGeom>
              <a:avLst/>
              <a:pathLst>
                <a:path w="1253575" h="7167">
                  <a:moveTo>
                    <a:pt x="0" y="5182"/>
                  </a:moveTo>
                  <a:lnTo>
                    <a:pt x="667805" y="7167"/>
                  </a:lnTo>
                  <a:lnTo>
                    <a:pt x="12535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585896" y="4441561"/>
              <a:ext cx="1332013" cy="111222"/>
            </a:xfrm>
            <a:custGeom>
              <a:avLst/>
              <a:pathLst>
                <a:path w="1332013" h="111222">
                  <a:moveTo>
                    <a:pt x="0" y="0"/>
                  </a:moveTo>
                  <a:lnTo>
                    <a:pt x="820365" y="52618"/>
                  </a:lnTo>
                  <a:lnTo>
                    <a:pt x="1332013" y="1112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585896" y="4441354"/>
              <a:ext cx="1088063" cy="70740"/>
            </a:xfrm>
            <a:custGeom>
              <a:avLst/>
              <a:pathLst>
                <a:path w="1088063" h="70740">
                  <a:moveTo>
                    <a:pt x="0" y="70740"/>
                  </a:moveTo>
                  <a:lnTo>
                    <a:pt x="635423" y="14872"/>
                  </a:lnTo>
                  <a:lnTo>
                    <a:pt x="10880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585896" y="4373643"/>
              <a:ext cx="307444" cy="21098"/>
            </a:xfrm>
            <a:custGeom>
              <a:avLst/>
              <a:pathLst>
                <a:path w="307444" h="21098">
                  <a:moveTo>
                    <a:pt x="0" y="21098"/>
                  </a:moveTo>
                  <a:lnTo>
                    <a:pt x="307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585896" y="3566427"/>
              <a:ext cx="2124313" cy="982548"/>
            </a:xfrm>
            <a:custGeom>
              <a:avLst/>
              <a:pathLst>
                <a:path w="2124313" h="982548">
                  <a:moveTo>
                    <a:pt x="0" y="891730"/>
                  </a:moveTo>
                  <a:lnTo>
                    <a:pt x="769991" y="0"/>
                  </a:lnTo>
                  <a:lnTo>
                    <a:pt x="1338911" y="930548"/>
                  </a:lnTo>
                  <a:lnTo>
                    <a:pt x="2124313" y="9825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585896" y="4418647"/>
              <a:ext cx="2124313" cy="151334"/>
            </a:xfrm>
            <a:custGeom>
              <a:avLst/>
              <a:pathLst>
                <a:path w="2124313" h="151334">
                  <a:moveTo>
                    <a:pt x="0" y="0"/>
                  </a:moveTo>
                  <a:lnTo>
                    <a:pt x="838355" y="33106"/>
                  </a:lnTo>
                  <a:lnTo>
                    <a:pt x="1641237" y="113716"/>
                  </a:lnTo>
                  <a:lnTo>
                    <a:pt x="2124313" y="1513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585896" y="3721634"/>
              <a:ext cx="836196" cy="506934"/>
            </a:xfrm>
            <a:custGeom>
              <a:avLst/>
              <a:pathLst>
                <a:path w="836196" h="506934">
                  <a:moveTo>
                    <a:pt x="0" y="506934"/>
                  </a:moveTo>
                  <a:lnTo>
                    <a:pt x="301783" y="500443"/>
                  </a:lnTo>
                  <a:lnTo>
                    <a:pt x="523162" y="0"/>
                  </a:lnTo>
                  <a:lnTo>
                    <a:pt x="836196" y="2628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585896" y="4353532"/>
              <a:ext cx="529367" cy="80244"/>
            </a:xfrm>
            <a:custGeom>
              <a:avLst/>
              <a:pathLst>
                <a:path w="529367" h="80244">
                  <a:moveTo>
                    <a:pt x="0" y="0"/>
                  </a:moveTo>
                  <a:lnTo>
                    <a:pt x="529367" y="80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585896" y="3166537"/>
              <a:ext cx="318790" cy="665093"/>
            </a:xfrm>
            <a:custGeom>
              <a:avLst/>
              <a:pathLst>
                <a:path w="318790" h="665093">
                  <a:moveTo>
                    <a:pt x="0" y="0"/>
                  </a:moveTo>
                  <a:lnTo>
                    <a:pt x="318790" y="6650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585896" y="4419438"/>
              <a:ext cx="553386" cy="121750"/>
            </a:xfrm>
            <a:custGeom>
              <a:avLst/>
              <a:pathLst>
                <a:path w="553386" h="121750">
                  <a:moveTo>
                    <a:pt x="0" y="0"/>
                  </a:moveTo>
                  <a:lnTo>
                    <a:pt x="268067" y="121750"/>
                  </a:lnTo>
                  <a:lnTo>
                    <a:pt x="553386" y="1155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585896" y="4559497"/>
              <a:ext cx="1078708" cy="31540"/>
            </a:xfrm>
            <a:custGeom>
              <a:avLst/>
              <a:pathLst>
                <a:path w="1078708" h="31540">
                  <a:moveTo>
                    <a:pt x="0" y="0"/>
                  </a:moveTo>
                  <a:lnTo>
                    <a:pt x="580012" y="31540"/>
                  </a:lnTo>
                  <a:lnTo>
                    <a:pt x="1078708" y="118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585896" y="3969075"/>
              <a:ext cx="1144193" cy="340589"/>
            </a:xfrm>
            <a:custGeom>
              <a:avLst/>
              <a:pathLst>
                <a:path w="1144193" h="340589">
                  <a:moveTo>
                    <a:pt x="0" y="340589"/>
                  </a:moveTo>
                  <a:lnTo>
                    <a:pt x="272015" y="44743"/>
                  </a:lnTo>
                  <a:lnTo>
                    <a:pt x="539987" y="0"/>
                  </a:lnTo>
                  <a:lnTo>
                    <a:pt x="801654" y="281234"/>
                  </a:lnTo>
                  <a:lnTo>
                    <a:pt x="1144193" y="631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585896" y="4488472"/>
              <a:ext cx="1845821" cy="39502"/>
            </a:xfrm>
            <a:custGeom>
              <a:avLst/>
              <a:pathLst>
                <a:path w="1845821" h="39502">
                  <a:moveTo>
                    <a:pt x="0" y="0"/>
                  </a:moveTo>
                  <a:lnTo>
                    <a:pt x="788701" y="10275"/>
                  </a:lnTo>
                  <a:lnTo>
                    <a:pt x="1316661" y="22985"/>
                  </a:lnTo>
                  <a:lnTo>
                    <a:pt x="1845821" y="395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585896" y="4476456"/>
              <a:ext cx="619225" cy="81159"/>
            </a:xfrm>
            <a:custGeom>
              <a:avLst/>
              <a:pathLst>
                <a:path w="619225" h="81159">
                  <a:moveTo>
                    <a:pt x="0" y="81159"/>
                  </a:moveTo>
                  <a:lnTo>
                    <a:pt x="6192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585896" y="4419232"/>
              <a:ext cx="513087" cy="21880"/>
            </a:xfrm>
            <a:custGeom>
              <a:avLst/>
              <a:pathLst>
                <a:path w="513087" h="21880">
                  <a:moveTo>
                    <a:pt x="0" y="21880"/>
                  </a:moveTo>
                  <a:lnTo>
                    <a:pt x="285094" y="0"/>
                  </a:lnTo>
                  <a:lnTo>
                    <a:pt x="513087" y="131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585896" y="3062068"/>
              <a:ext cx="266732" cy="262220"/>
            </a:xfrm>
            <a:custGeom>
              <a:avLst/>
              <a:pathLst>
                <a:path w="266732" h="262220">
                  <a:moveTo>
                    <a:pt x="0" y="262220"/>
                  </a:moveTo>
                  <a:lnTo>
                    <a:pt x="266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585896" y="4583111"/>
              <a:ext cx="540832" cy="36201"/>
            </a:xfrm>
            <a:custGeom>
              <a:avLst/>
              <a:pathLst>
                <a:path w="540832" h="36201">
                  <a:moveTo>
                    <a:pt x="0" y="0"/>
                  </a:moveTo>
                  <a:lnTo>
                    <a:pt x="540832" y="362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585896" y="4505631"/>
              <a:ext cx="888009" cy="45140"/>
            </a:xfrm>
            <a:custGeom>
              <a:avLst/>
              <a:pathLst>
                <a:path w="888009" h="45140">
                  <a:moveTo>
                    <a:pt x="0" y="0"/>
                  </a:moveTo>
                  <a:lnTo>
                    <a:pt x="888009" y="451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585896" y="3650506"/>
              <a:ext cx="1132679" cy="168956"/>
            </a:xfrm>
            <a:custGeom>
              <a:avLst/>
              <a:pathLst>
                <a:path w="1132679" h="168956">
                  <a:moveTo>
                    <a:pt x="0" y="0"/>
                  </a:moveTo>
                  <a:lnTo>
                    <a:pt x="850589" y="108486"/>
                  </a:lnTo>
                  <a:lnTo>
                    <a:pt x="1132679" y="1689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585896" y="4497956"/>
              <a:ext cx="1068633" cy="149282"/>
            </a:xfrm>
            <a:custGeom>
              <a:avLst/>
              <a:pathLst>
                <a:path w="1068633" h="149282">
                  <a:moveTo>
                    <a:pt x="0" y="149282"/>
                  </a:moveTo>
                  <a:lnTo>
                    <a:pt x="568769" y="0"/>
                  </a:lnTo>
                  <a:lnTo>
                    <a:pt x="1068633" y="1095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585896" y="4343592"/>
              <a:ext cx="588695" cy="15637"/>
            </a:xfrm>
            <a:custGeom>
              <a:avLst/>
              <a:pathLst>
                <a:path w="588695" h="15637">
                  <a:moveTo>
                    <a:pt x="0" y="0"/>
                  </a:moveTo>
                  <a:lnTo>
                    <a:pt x="588695" y="156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585896" y="4261988"/>
              <a:ext cx="568895" cy="155071"/>
            </a:xfrm>
            <a:custGeom>
              <a:avLst/>
              <a:pathLst>
                <a:path w="568895" h="155071">
                  <a:moveTo>
                    <a:pt x="0" y="155071"/>
                  </a:moveTo>
                  <a:lnTo>
                    <a:pt x="5688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585896" y="4499406"/>
              <a:ext cx="932625" cy="72265"/>
            </a:xfrm>
            <a:custGeom>
              <a:avLst/>
              <a:pathLst>
                <a:path w="932625" h="72265">
                  <a:moveTo>
                    <a:pt x="0" y="72265"/>
                  </a:moveTo>
                  <a:lnTo>
                    <a:pt x="307996" y="25723"/>
                  </a:lnTo>
                  <a:lnTo>
                    <a:pt x="580299" y="0"/>
                  </a:lnTo>
                  <a:lnTo>
                    <a:pt x="932625" y="292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585896" y="3562943"/>
              <a:ext cx="1867024" cy="396246"/>
            </a:xfrm>
            <a:custGeom>
              <a:avLst/>
              <a:pathLst>
                <a:path w="1867024" h="396246">
                  <a:moveTo>
                    <a:pt x="0" y="396246"/>
                  </a:moveTo>
                  <a:lnTo>
                    <a:pt x="891221" y="96286"/>
                  </a:lnTo>
                  <a:lnTo>
                    <a:pt x="1343142" y="59688"/>
                  </a:lnTo>
                  <a:lnTo>
                    <a:pt x="18670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585896" y="4618608"/>
              <a:ext cx="266770" cy="17253"/>
            </a:xfrm>
            <a:custGeom>
              <a:avLst/>
              <a:pathLst>
                <a:path w="266770" h="17253">
                  <a:moveTo>
                    <a:pt x="0" y="17253"/>
                  </a:moveTo>
                  <a:lnTo>
                    <a:pt x="2667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585896" y="3110237"/>
              <a:ext cx="527480" cy="541678"/>
            </a:xfrm>
            <a:custGeom>
              <a:avLst/>
              <a:pathLst>
                <a:path w="527480" h="541678">
                  <a:moveTo>
                    <a:pt x="0" y="0"/>
                  </a:moveTo>
                  <a:lnTo>
                    <a:pt x="315415" y="452928"/>
                  </a:lnTo>
                  <a:lnTo>
                    <a:pt x="527480" y="5416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585896" y="4511488"/>
              <a:ext cx="1599479" cy="52210"/>
            </a:xfrm>
            <a:custGeom>
              <a:avLst/>
              <a:pathLst>
                <a:path w="1599479" h="52210">
                  <a:moveTo>
                    <a:pt x="0" y="26339"/>
                  </a:moveTo>
                  <a:lnTo>
                    <a:pt x="1112361" y="52210"/>
                  </a:lnTo>
                  <a:lnTo>
                    <a:pt x="15994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585896" y="3855600"/>
              <a:ext cx="594404" cy="290528"/>
            </a:xfrm>
            <a:custGeom>
              <a:avLst/>
              <a:pathLst>
                <a:path w="594404" h="290528">
                  <a:moveTo>
                    <a:pt x="0" y="290528"/>
                  </a:moveTo>
                  <a:lnTo>
                    <a:pt x="272735" y="113545"/>
                  </a:lnTo>
                  <a:lnTo>
                    <a:pt x="594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896052" y="3977040"/>
              <a:ext cx="1564450" cy="343130"/>
            </a:xfrm>
            <a:custGeom>
              <a:avLst/>
              <a:pathLst>
                <a:path w="1564450" h="343130">
                  <a:moveTo>
                    <a:pt x="0" y="268452"/>
                  </a:moveTo>
                  <a:lnTo>
                    <a:pt x="250883" y="343130"/>
                  </a:lnTo>
                  <a:lnTo>
                    <a:pt x="513087" y="162493"/>
                  </a:lnTo>
                  <a:lnTo>
                    <a:pt x="1091661" y="0"/>
                  </a:lnTo>
                  <a:lnTo>
                    <a:pt x="1564450" y="6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585896" y="4441107"/>
              <a:ext cx="1640730" cy="48646"/>
            </a:xfrm>
            <a:custGeom>
              <a:avLst/>
              <a:pathLst>
                <a:path w="1640730" h="48646">
                  <a:moveTo>
                    <a:pt x="0" y="0"/>
                  </a:moveTo>
                  <a:lnTo>
                    <a:pt x="1172258" y="48646"/>
                  </a:lnTo>
                  <a:lnTo>
                    <a:pt x="1640730" y="283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585896" y="4226877"/>
              <a:ext cx="669245" cy="382709"/>
            </a:xfrm>
            <a:custGeom>
              <a:avLst/>
              <a:pathLst>
                <a:path w="669245" h="382709">
                  <a:moveTo>
                    <a:pt x="0" y="0"/>
                  </a:moveTo>
                  <a:lnTo>
                    <a:pt x="307277" y="382709"/>
                  </a:lnTo>
                  <a:lnTo>
                    <a:pt x="669245" y="2900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585896" y="4351266"/>
              <a:ext cx="834037" cy="87995"/>
            </a:xfrm>
            <a:custGeom>
              <a:avLst/>
              <a:pathLst>
                <a:path w="834037" h="87995">
                  <a:moveTo>
                    <a:pt x="0" y="0"/>
                  </a:moveTo>
                  <a:lnTo>
                    <a:pt x="834037" y="879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585896" y="4281871"/>
              <a:ext cx="317247" cy="113638"/>
            </a:xfrm>
            <a:custGeom>
              <a:avLst/>
              <a:pathLst>
                <a:path w="317247" h="113638">
                  <a:moveTo>
                    <a:pt x="0" y="113638"/>
                  </a:moveTo>
                  <a:lnTo>
                    <a:pt x="31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585896" y="4375488"/>
              <a:ext cx="553386" cy="47519"/>
            </a:xfrm>
            <a:custGeom>
              <a:avLst/>
              <a:pathLst>
                <a:path w="553386" h="47519">
                  <a:moveTo>
                    <a:pt x="0" y="47519"/>
                  </a:moveTo>
                  <a:lnTo>
                    <a:pt x="306789" y="37330"/>
                  </a:lnTo>
                  <a:lnTo>
                    <a:pt x="5533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585896" y="4457609"/>
              <a:ext cx="588695" cy="111888"/>
            </a:xfrm>
            <a:custGeom>
              <a:avLst/>
              <a:pathLst>
                <a:path w="588695" h="111888">
                  <a:moveTo>
                    <a:pt x="0" y="111888"/>
                  </a:moveTo>
                  <a:lnTo>
                    <a:pt x="5886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868706" y="3300497"/>
              <a:ext cx="549788" cy="922076"/>
            </a:xfrm>
            <a:custGeom>
              <a:avLst/>
              <a:pathLst>
                <a:path w="549788" h="922076">
                  <a:moveTo>
                    <a:pt x="0" y="922076"/>
                  </a:moveTo>
                  <a:lnTo>
                    <a:pt x="261372" y="919421"/>
                  </a:lnTo>
                  <a:lnTo>
                    <a:pt x="5497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585896" y="4407850"/>
              <a:ext cx="1070792" cy="256436"/>
            </a:xfrm>
            <a:custGeom>
              <a:avLst/>
              <a:pathLst>
                <a:path w="1070792" h="256436">
                  <a:moveTo>
                    <a:pt x="0" y="0"/>
                  </a:moveTo>
                  <a:lnTo>
                    <a:pt x="531078" y="256436"/>
                  </a:lnTo>
                  <a:lnTo>
                    <a:pt x="1070792" y="952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585896" y="4442243"/>
              <a:ext cx="800935" cy="84858"/>
            </a:xfrm>
            <a:custGeom>
              <a:avLst/>
              <a:pathLst>
                <a:path w="800935" h="84858">
                  <a:moveTo>
                    <a:pt x="0" y="84858"/>
                  </a:moveTo>
                  <a:lnTo>
                    <a:pt x="800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585896" y="4517427"/>
              <a:ext cx="568596" cy="72420"/>
            </a:xfrm>
            <a:custGeom>
              <a:avLst/>
              <a:pathLst>
                <a:path w="568596" h="72420">
                  <a:moveTo>
                    <a:pt x="0" y="72420"/>
                  </a:moveTo>
                  <a:lnTo>
                    <a:pt x="5685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585896" y="4352230"/>
              <a:ext cx="1833906" cy="158120"/>
            </a:xfrm>
            <a:custGeom>
              <a:avLst/>
              <a:pathLst>
                <a:path w="1833906" h="158120">
                  <a:moveTo>
                    <a:pt x="0" y="0"/>
                  </a:moveTo>
                  <a:lnTo>
                    <a:pt x="791898" y="158120"/>
                  </a:lnTo>
                  <a:lnTo>
                    <a:pt x="1390621" y="148540"/>
                  </a:lnTo>
                  <a:lnTo>
                    <a:pt x="1833906" y="1471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585896" y="4369177"/>
              <a:ext cx="1822793" cy="169878"/>
            </a:xfrm>
            <a:custGeom>
              <a:avLst/>
              <a:pathLst>
                <a:path w="1822793" h="169878">
                  <a:moveTo>
                    <a:pt x="0" y="0"/>
                  </a:moveTo>
                  <a:lnTo>
                    <a:pt x="568498" y="60633"/>
                  </a:lnTo>
                  <a:lnTo>
                    <a:pt x="827561" y="116240"/>
                  </a:lnTo>
                  <a:lnTo>
                    <a:pt x="1349284" y="169878"/>
                  </a:lnTo>
                  <a:lnTo>
                    <a:pt x="1822793" y="1172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862882" y="3863031"/>
              <a:ext cx="287127" cy="69780"/>
            </a:xfrm>
            <a:custGeom>
              <a:avLst/>
              <a:pathLst>
                <a:path w="287127" h="69780">
                  <a:moveTo>
                    <a:pt x="0" y="69780"/>
                  </a:moveTo>
                  <a:lnTo>
                    <a:pt x="2871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585896" y="4490162"/>
              <a:ext cx="508583" cy="170419"/>
            </a:xfrm>
            <a:custGeom>
              <a:avLst/>
              <a:pathLst>
                <a:path w="508583" h="170419">
                  <a:moveTo>
                    <a:pt x="0" y="170419"/>
                  </a:moveTo>
                  <a:lnTo>
                    <a:pt x="5085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585896" y="4471350"/>
              <a:ext cx="573929" cy="54398"/>
            </a:xfrm>
            <a:custGeom>
              <a:avLst/>
              <a:pathLst>
                <a:path w="573929" h="54398">
                  <a:moveTo>
                    <a:pt x="0" y="54398"/>
                  </a:moveTo>
                  <a:lnTo>
                    <a:pt x="5739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585896" y="4574298"/>
              <a:ext cx="543274" cy="63663"/>
            </a:xfrm>
            <a:custGeom>
              <a:avLst/>
              <a:pathLst>
                <a:path w="543274" h="63663">
                  <a:moveTo>
                    <a:pt x="0" y="0"/>
                  </a:moveTo>
                  <a:lnTo>
                    <a:pt x="543274" y="636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585896" y="4548383"/>
              <a:ext cx="1458884" cy="34406"/>
            </a:xfrm>
            <a:custGeom>
              <a:avLst/>
              <a:pathLst>
                <a:path w="1458884" h="34406">
                  <a:moveTo>
                    <a:pt x="0" y="34406"/>
                  </a:moveTo>
                  <a:lnTo>
                    <a:pt x="14588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585896" y="3813718"/>
              <a:ext cx="866420" cy="217088"/>
            </a:xfrm>
            <a:custGeom>
              <a:avLst/>
              <a:pathLst>
                <a:path w="866420" h="217088">
                  <a:moveTo>
                    <a:pt x="0" y="217088"/>
                  </a:moveTo>
                  <a:lnTo>
                    <a:pt x="397341" y="214827"/>
                  </a:lnTo>
                  <a:lnTo>
                    <a:pt x="575694" y="53157"/>
                  </a:lnTo>
                  <a:lnTo>
                    <a:pt x="8664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585896" y="4630538"/>
              <a:ext cx="2008455" cy="53943"/>
            </a:xfrm>
            <a:custGeom>
              <a:avLst/>
              <a:pathLst>
                <a:path w="2008455" h="53943">
                  <a:moveTo>
                    <a:pt x="0" y="0"/>
                  </a:moveTo>
                  <a:lnTo>
                    <a:pt x="840514" y="53943"/>
                  </a:lnTo>
                  <a:lnTo>
                    <a:pt x="2008455" y="240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585896" y="3441926"/>
              <a:ext cx="1461287" cy="519796"/>
            </a:xfrm>
            <a:custGeom>
              <a:avLst/>
              <a:pathLst>
                <a:path w="1461287" h="519796">
                  <a:moveTo>
                    <a:pt x="0" y="471133"/>
                  </a:moveTo>
                  <a:lnTo>
                    <a:pt x="553457" y="0"/>
                  </a:lnTo>
                  <a:lnTo>
                    <a:pt x="815327" y="408121"/>
                  </a:lnTo>
                  <a:lnTo>
                    <a:pt x="1461287" y="5197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585896" y="4247035"/>
              <a:ext cx="307247" cy="98407"/>
            </a:xfrm>
            <a:custGeom>
              <a:avLst/>
              <a:pathLst>
                <a:path w="307247" h="98407">
                  <a:moveTo>
                    <a:pt x="0" y="98407"/>
                  </a:moveTo>
                  <a:lnTo>
                    <a:pt x="30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585896" y="4562278"/>
              <a:ext cx="1853357" cy="13693"/>
            </a:xfrm>
            <a:custGeom>
              <a:avLst/>
              <a:pathLst>
                <a:path w="1853357" h="13693">
                  <a:moveTo>
                    <a:pt x="0" y="0"/>
                  </a:moveTo>
                  <a:lnTo>
                    <a:pt x="791949" y="2906"/>
                  </a:lnTo>
                  <a:lnTo>
                    <a:pt x="1853357" y="136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585896" y="4408824"/>
              <a:ext cx="513087" cy="40751"/>
            </a:xfrm>
            <a:custGeom>
              <a:avLst/>
              <a:pathLst>
                <a:path w="513087" h="40751">
                  <a:moveTo>
                    <a:pt x="0" y="0"/>
                  </a:moveTo>
                  <a:lnTo>
                    <a:pt x="513087" y="407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585896" y="4078931"/>
              <a:ext cx="1098857" cy="171306"/>
            </a:xfrm>
            <a:custGeom>
              <a:avLst/>
              <a:pathLst>
                <a:path w="1098857" h="171306">
                  <a:moveTo>
                    <a:pt x="0" y="171306"/>
                  </a:moveTo>
                  <a:lnTo>
                    <a:pt x="550234" y="0"/>
                  </a:lnTo>
                  <a:lnTo>
                    <a:pt x="1098857" y="1068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585896" y="4474312"/>
              <a:ext cx="1857602" cy="80976"/>
            </a:xfrm>
            <a:custGeom>
              <a:avLst/>
              <a:pathLst>
                <a:path w="1857602" h="80976">
                  <a:moveTo>
                    <a:pt x="0" y="0"/>
                  </a:moveTo>
                  <a:lnTo>
                    <a:pt x="810557" y="49627"/>
                  </a:lnTo>
                  <a:lnTo>
                    <a:pt x="1333720" y="80976"/>
                  </a:lnTo>
                  <a:lnTo>
                    <a:pt x="1857602" y="255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585896" y="4340190"/>
              <a:ext cx="1837504" cy="79207"/>
            </a:xfrm>
            <a:custGeom>
              <a:avLst/>
              <a:pathLst>
                <a:path w="1837504" h="79207">
                  <a:moveTo>
                    <a:pt x="0" y="37544"/>
                  </a:moveTo>
                  <a:lnTo>
                    <a:pt x="805571" y="79207"/>
                  </a:lnTo>
                  <a:lnTo>
                    <a:pt x="1348883" y="31133"/>
                  </a:lnTo>
                  <a:lnTo>
                    <a:pt x="18375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585896" y="3353783"/>
              <a:ext cx="301040" cy="121118"/>
            </a:xfrm>
            <a:custGeom>
              <a:avLst/>
              <a:pathLst>
                <a:path w="301040" h="121118">
                  <a:moveTo>
                    <a:pt x="0" y="121118"/>
                  </a:moveTo>
                  <a:lnTo>
                    <a:pt x="3010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585896" y="4101700"/>
              <a:ext cx="1831428" cy="439796"/>
            </a:xfrm>
            <a:custGeom>
              <a:avLst/>
              <a:pathLst>
                <a:path w="1831428" h="439796">
                  <a:moveTo>
                    <a:pt x="0" y="0"/>
                  </a:moveTo>
                  <a:lnTo>
                    <a:pt x="859944" y="439796"/>
                  </a:lnTo>
                  <a:lnTo>
                    <a:pt x="1413330" y="398497"/>
                  </a:lnTo>
                  <a:lnTo>
                    <a:pt x="1831428" y="3298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585896" y="4273018"/>
              <a:ext cx="528498" cy="88473"/>
            </a:xfrm>
            <a:custGeom>
              <a:avLst/>
              <a:pathLst>
                <a:path w="528498" h="88473">
                  <a:moveTo>
                    <a:pt x="0" y="0"/>
                  </a:moveTo>
                  <a:lnTo>
                    <a:pt x="528498" y="884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585896" y="4196769"/>
              <a:ext cx="1598887" cy="126006"/>
            </a:xfrm>
            <a:custGeom>
              <a:avLst/>
              <a:pathLst>
                <a:path w="1598887" h="126006">
                  <a:moveTo>
                    <a:pt x="0" y="126006"/>
                  </a:moveTo>
                  <a:lnTo>
                    <a:pt x="802374" y="62377"/>
                  </a:lnTo>
                  <a:lnTo>
                    <a:pt x="15988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585896" y="4466051"/>
              <a:ext cx="1052801" cy="44320"/>
            </a:xfrm>
            <a:custGeom>
              <a:avLst/>
              <a:pathLst>
                <a:path w="1052801" h="44320">
                  <a:moveTo>
                    <a:pt x="0" y="0"/>
                  </a:moveTo>
                  <a:lnTo>
                    <a:pt x="1052801" y="443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585896" y="4439451"/>
              <a:ext cx="1822368" cy="118370"/>
            </a:xfrm>
            <a:custGeom>
              <a:avLst/>
              <a:pathLst>
                <a:path w="1822368" h="118370">
                  <a:moveTo>
                    <a:pt x="0" y="118370"/>
                  </a:moveTo>
                  <a:lnTo>
                    <a:pt x="770286" y="102881"/>
                  </a:lnTo>
                  <a:lnTo>
                    <a:pt x="1293449" y="10563"/>
                  </a:lnTo>
                  <a:lnTo>
                    <a:pt x="18223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585896" y="3094794"/>
              <a:ext cx="1469610" cy="667799"/>
            </a:xfrm>
            <a:custGeom>
              <a:avLst/>
              <a:pathLst>
                <a:path w="1469610" h="667799">
                  <a:moveTo>
                    <a:pt x="0" y="484277"/>
                  </a:moveTo>
                  <a:lnTo>
                    <a:pt x="267542" y="667799"/>
                  </a:lnTo>
                  <a:lnTo>
                    <a:pt x="531078" y="230068"/>
                  </a:lnTo>
                  <a:lnTo>
                    <a:pt x="14696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585896" y="4500738"/>
              <a:ext cx="557704" cy="14200"/>
            </a:xfrm>
            <a:custGeom>
              <a:avLst/>
              <a:pathLst>
                <a:path w="557704" h="14200">
                  <a:moveTo>
                    <a:pt x="0" y="14200"/>
                  </a:moveTo>
                  <a:lnTo>
                    <a:pt x="557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585896" y="3374198"/>
              <a:ext cx="2133668" cy="1101370"/>
            </a:xfrm>
            <a:custGeom>
              <a:avLst/>
              <a:pathLst>
                <a:path w="2133668" h="1101370">
                  <a:moveTo>
                    <a:pt x="0" y="1101370"/>
                  </a:moveTo>
                  <a:lnTo>
                    <a:pt x="1036250" y="1048257"/>
                  </a:lnTo>
                  <a:lnTo>
                    <a:pt x="1621300" y="422325"/>
                  </a:lnTo>
                  <a:lnTo>
                    <a:pt x="21336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585896" y="3930903"/>
              <a:ext cx="1314023" cy="279090"/>
            </a:xfrm>
            <a:custGeom>
              <a:avLst/>
              <a:pathLst>
                <a:path w="1314023" h="279090">
                  <a:moveTo>
                    <a:pt x="0" y="61980"/>
                  </a:moveTo>
                  <a:lnTo>
                    <a:pt x="322389" y="223323"/>
                  </a:lnTo>
                  <a:lnTo>
                    <a:pt x="749842" y="152633"/>
                  </a:lnTo>
                  <a:lnTo>
                    <a:pt x="1072231" y="0"/>
                  </a:lnTo>
                  <a:lnTo>
                    <a:pt x="1314023" y="2790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585896" y="4230253"/>
              <a:ext cx="1681748" cy="262331"/>
            </a:xfrm>
            <a:custGeom>
              <a:avLst/>
              <a:pathLst>
                <a:path w="1681748" h="262331">
                  <a:moveTo>
                    <a:pt x="0" y="262331"/>
                  </a:moveTo>
                  <a:lnTo>
                    <a:pt x="829720" y="220455"/>
                  </a:lnTo>
                  <a:lnTo>
                    <a:pt x="16817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585896" y="3240583"/>
              <a:ext cx="307965" cy="150487"/>
            </a:xfrm>
            <a:custGeom>
              <a:avLst/>
              <a:pathLst>
                <a:path w="307965" h="150487">
                  <a:moveTo>
                    <a:pt x="0" y="150487"/>
                  </a:moveTo>
                  <a:lnTo>
                    <a:pt x="3079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585896" y="4515656"/>
              <a:ext cx="1881802" cy="53657"/>
            </a:xfrm>
            <a:custGeom>
              <a:avLst/>
              <a:pathLst>
                <a:path w="1881802" h="53657">
                  <a:moveTo>
                    <a:pt x="0" y="29730"/>
                  </a:moveTo>
                  <a:lnTo>
                    <a:pt x="794458" y="47868"/>
                  </a:lnTo>
                  <a:lnTo>
                    <a:pt x="1348104" y="0"/>
                  </a:lnTo>
                  <a:lnTo>
                    <a:pt x="1881802" y="536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585896" y="4419021"/>
              <a:ext cx="1067194" cy="46261"/>
            </a:xfrm>
            <a:custGeom>
              <a:avLst/>
              <a:pathLst>
                <a:path w="1067194" h="46261">
                  <a:moveTo>
                    <a:pt x="0" y="46261"/>
                  </a:moveTo>
                  <a:lnTo>
                    <a:pt x="609516" y="0"/>
                  </a:lnTo>
                  <a:lnTo>
                    <a:pt x="1067194" y="143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585896" y="4504282"/>
              <a:ext cx="795575" cy="65865"/>
            </a:xfrm>
            <a:custGeom>
              <a:avLst/>
              <a:pathLst>
                <a:path w="795575" h="65865">
                  <a:moveTo>
                    <a:pt x="0" y="65865"/>
                  </a:moveTo>
                  <a:lnTo>
                    <a:pt x="7955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585896" y="3514311"/>
              <a:ext cx="1876764" cy="1095452"/>
            </a:xfrm>
            <a:custGeom>
              <a:avLst/>
              <a:pathLst>
                <a:path w="1876764" h="1095452">
                  <a:moveTo>
                    <a:pt x="0" y="0"/>
                  </a:moveTo>
                  <a:lnTo>
                    <a:pt x="895924" y="1095452"/>
                  </a:lnTo>
                  <a:lnTo>
                    <a:pt x="1367994" y="1079224"/>
                  </a:lnTo>
                  <a:lnTo>
                    <a:pt x="1876764" y="10445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585896" y="4482494"/>
              <a:ext cx="790398" cy="69784"/>
            </a:xfrm>
            <a:custGeom>
              <a:avLst/>
              <a:pathLst>
                <a:path w="790398" h="69784">
                  <a:moveTo>
                    <a:pt x="0" y="69784"/>
                  </a:moveTo>
                  <a:lnTo>
                    <a:pt x="79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585896" y="3199823"/>
              <a:ext cx="557924" cy="205880"/>
            </a:xfrm>
            <a:custGeom>
              <a:avLst/>
              <a:pathLst>
                <a:path w="557924" h="205880">
                  <a:moveTo>
                    <a:pt x="0" y="205880"/>
                  </a:moveTo>
                  <a:lnTo>
                    <a:pt x="286408" y="143137"/>
                  </a:lnTo>
                  <a:lnTo>
                    <a:pt x="5579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585896" y="4118422"/>
              <a:ext cx="1888611" cy="310897"/>
            </a:xfrm>
            <a:custGeom>
              <a:avLst/>
              <a:pathLst>
                <a:path w="1888611" h="310897">
                  <a:moveTo>
                    <a:pt x="0" y="162260"/>
                  </a:moveTo>
                  <a:lnTo>
                    <a:pt x="232769" y="310897"/>
                  </a:lnTo>
                  <a:lnTo>
                    <a:pt x="589699" y="289908"/>
                  </a:lnTo>
                  <a:lnTo>
                    <a:pt x="1375523" y="94959"/>
                  </a:lnTo>
                  <a:lnTo>
                    <a:pt x="18886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585896" y="4354834"/>
              <a:ext cx="317351" cy="18173"/>
            </a:xfrm>
            <a:custGeom>
              <a:avLst/>
              <a:pathLst>
                <a:path w="317351" h="18173">
                  <a:moveTo>
                    <a:pt x="0" y="18173"/>
                  </a:moveTo>
                  <a:lnTo>
                    <a:pt x="3173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585896" y="3744278"/>
              <a:ext cx="529639" cy="136895"/>
            </a:xfrm>
            <a:custGeom>
              <a:avLst/>
              <a:pathLst>
                <a:path w="529639" h="136895">
                  <a:moveTo>
                    <a:pt x="0" y="0"/>
                  </a:moveTo>
                  <a:lnTo>
                    <a:pt x="529639" y="1368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585896" y="4491488"/>
              <a:ext cx="895924" cy="64969"/>
            </a:xfrm>
            <a:custGeom>
              <a:avLst/>
              <a:pathLst>
                <a:path w="895924" h="64969">
                  <a:moveTo>
                    <a:pt x="0" y="64969"/>
                  </a:moveTo>
                  <a:lnTo>
                    <a:pt x="8959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585896" y="4474187"/>
              <a:ext cx="794458" cy="70666"/>
            </a:xfrm>
            <a:custGeom>
              <a:avLst/>
              <a:pathLst>
                <a:path w="794458" h="70666">
                  <a:moveTo>
                    <a:pt x="0" y="53207"/>
                  </a:moveTo>
                  <a:lnTo>
                    <a:pt x="283529" y="0"/>
                  </a:lnTo>
                  <a:lnTo>
                    <a:pt x="794458" y="706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585896" y="4227873"/>
              <a:ext cx="835602" cy="113990"/>
            </a:xfrm>
            <a:custGeom>
              <a:avLst/>
              <a:pathLst>
                <a:path w="835602" h="113990">
                  <a:moveTo>
                    <a:pt x="0" y="113990"/>
                  </a:moveTo>
                  <a:lnTo>
                    <a:pt x="8356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3585896" y="4487838"/>
              <a:ext cx="529257" cy="18908"/>
            </a:xfrm>
            <a:custGeom>
              <a:avLst/>
              <a:pathLst>
                <a:path w="529257" h="18908">
                  <a:moveTo>
                    <a:pt x="0" y="18908"/>
                  </a:moveTo>
                  <a:lnTo>
                    <a:pt x="5292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585896" y="4360890"/>
              <a:ext cx="1112530" cy="129216"/>
            </a:xfrm>
            <a:custGeom>
              <a:avLst/>
              <a:pathLst>
                <a:path w="1112530" h="129216">
                  <a:moveTo>
                    <a:pt x="0" y="84124"/>
                  </a:moveTo>
                  <a:lnTo>
                    <a:pt x="644524" y="0"/>
                  </a:lnTo>
                  <a:lnTo>
                    <a:pt x="1112530" y="129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3585896" y="4413853"/>
              <a:ext cx="543844" cy="44818"/>
            </a:xfrm>
            <a:custGeom>
              <a:avLst/>
              <a:pathLst>
                <a:path w="543844" h="44818">
                  <a:moveTo>
                    <a:pt x="0" y="0"/>
                  </a:moveTo>
                  <a:lnTo>
                    <a:pt x="543844" y="448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3585896" y="4522714"/>
              <a:ext cx="937131" cy="50820"/>
            </a:xfrm>
            <a:custGeom>
              <a:avLst/>
              <a:pathLst>
                <a:path w="937131" h="50820">
                  <a:moveTo>
                    <a:pt x="0" y="50820"/>
                  </a:moveTo>
                  <a:lnTo>
                    <a:pt x="313034" y="0"/>
                  </a:lnTo>
                  <a:lnTo>
                    <a:pt x="937131" y="31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3585896" y="4428251"/>
              <a:ext cx="2338759" cy="143777"/>
            </a:xfrm>
            <a:custGeom>
              <a:avLst/>
              <a:pathLst>
                <a:path w="2338759" h="143777">
                  <a:moveTo>
                    <a:pt x="0" y="0"/>
                  </a:moveTo>
                  <a:lnTo>
                    <a:pt x="302224" y="37369"/>
                  </a:lnTo>
                  <a:lnTo>
                    <a:pt x="644778" y="6422"/>
                  </a:lnTo>
                  <a:lnTo>
                    <a:pt x="1097418" y="59739"/>
                  </a:lnTo>
                  <a:lnTo>
                    <a:pt x="1621300" y="117456"/>
                  </a:lnTo>
                  <a:lnTo>
                    <a:pt x="2338759" y="1437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3585896" y="4009566"/>
              <a:ext cx="1164342" cy="222448"/>
            </a:xfrm>
            <a:custGeom>
              <a:avLst/>
              <a:pathLst>
                <a:path w="1164342" h="222448">
                  <a:moveTo>
                    <a:pt x="0" y="222448"/>
                  </a:moveTo>
                  <a:lnTo>
                    <a:pt x="11643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3585896" y="4543942"/>
              <a:ext cx="965727" cy="5220"/>
            </a:xfrm>
            <a:custGeom>
              <a:avLst/>
              <a:pathLst>
                <a:path w="965727" h="5220">
                  <a:moveTo>
                    <a:pt x="0" y="0"/>
                  </a:moveTo>
                  <a:lnTo>
                    <a:pt x="965727" y="52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3585896" y="4547668"/>
              <a:ext cx="1877555" cy="31667"/>
            </a:xfrm>
            <a:custGeom>
              <a:avLst/>
              <a:pathLst>
                <a:path w="1877555" h="31667">
                  <a:moveTo>
                    <a:pt x="0" y="30602"/>
                  </a:moveTo>
                  <a:lnTo>
                    <a:pt x="856416" y="2608"/>
                  </a:lnTo>
                  <a:lnTo>
                    <a:pt x="1336402" y="0"/>
                  </a:lnTo>
                  <a:lnTo>
                    <a:pt x="1877555" y="316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3585896" y="4386969"/>
              <a:ext cx="887289" cy="109675"/>
            </a:xfrm>
            <a:custGeom>
              <a:avLst/>
              <a:pathLst>
                <a:path w="887289" h="109675">
                  <a:moveTo>
                    <a:pt x="0" y="109675"/>
                  </a:moveTo>
                  <a:lnTo>
                    <a:pt x="8872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3585896" y="4338398"/>
              <a:ext cx="805972" cy="39055"/>
            </a:xfrm>
            <a:custGeom>
              <a:avLst/>
              <a:pathLst>
                <a:path w="805972" h="39055">
                  <a:moveTo>
                    <a:pt x="0" y="0"/>
                  </a:moveTo>
                  <a:lnTo>
                    <a:pt x="805972" y="390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3585896" y="4522282"/>
              <a:ext cx="538994" cy="21046"/>
            </a:xfrm>
            <a:custGeom>
              <a:avLst/>
              <a:pathLst>
                <a:path w="538994" h="21046">
                  <a:moveTo>
                    <a:pt x="0" y="21046"/>
                  </a:moveTo>
                  <a:lnTo>
                    <a:pt x="5389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3585896" y="3978657"/>
              <a:ext cx="534676" cy="91538"/>
            </a:xfrm>
            <a:custGeom>
              <a:avLst/>
              <a:pathLst>
                <a:path w="534676" h="91538">
                  <a:moveTo>
                    <a:pt x="0" y="0"/>
                  </a:moveTo>
                  <a:lnTo>
                    <a:pt x="283529" y="44799"/>
                  </a:lnTo>
                  <a:lnTo>
                    <a:pt x="534676" y="915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3585896" y="4598474"/>
              <a:ext cx="1581001" cy="35252"/>
            </a:xfrm>
            <a:custGeom>
              <a:avLst/>
              <a:pathLst>
                <a:path w="1581001" h="35252">
                  <a:moveTo>
                    <a:pt x="0" y="25198"/>
                  </a:moveTo>
                  <a:lnTo>
                    <a:pt x="599326" y="35252"/>
                  </a:lnTo>
                  <a:lnTo>
                    <a:pt x="1052082" y="20944"/>
                  </a:lnTo>
                  <a:lnTo>
                    <a:pt x="15810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3585896" y="3747450"/>
              <a:ext cx="330304" cy="66791"/>
            </a:xfrm>
            <a:custGeom>
              <a:avLst/>
              <a:pathLst>
                <a:path w="330304" h="66791">
                  <a:moveTo>
                    <a:pt x="0" y="66791"/>
                  </a:moveTo>
                  <a:lnTo>
                    <a:pt x="3303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585896" y="4244254"/>
              <a:ext cx="1586039" cy="167906"/>
            </a:xfrm>
            <a:custGeom>
              <a:avLst/>
              <a:pathLst>
                <a:path w="1586039" h="167906">
                  <a:moveTo>
                    <a:pt x="0" y="167906"/>
                  </a:moveTo>
                  <a:lnTo>
                    <a:pt x="709899" y="120139"/>
                  </a:lnTo>
                  <a:lnTo>
                    <a:pt x="1062156" y="152005"/>
                  </a:lnTo>
                  <a:lnTo>
                    <a:pt x="15860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585896" y="4571251"/>
              <a:ext cx="859729" cy="33397"/>
            </a:xfrm>
            <a:custGeom>
              <a:avLst/>
              <a:pathLst>
                <a:path w="859729" h="33397">
                  <a:moveTo>
                    <a:pt x="0" y="33397"/>
                  </a:moveTo>
                  <a:lnTo>
                    <a:pt x="8597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852875" y="2553232"/>
              <a:ext cx="1580282" cy="1134255"/>
            </a:xfrm>
            <a:custGeom>
              <a:avLst/>
              <a:pathLst>
                <a:path w="1580282" h="1134255">
                  <a:moveTo>
                    <a:pt x="0" y="1134255"/>
                  </a:moveTo>
                  <a:lnTo>
                    <a:pt x="261677" y="1034621"/>
                  </a:lnTo>
                  <a:lnTo>
                    <a:pt x="543311" y="949160"/>
                  </a:lnTo>
                  <a:lnTo>
                    <a:pt x="836196" y="261878"/>
                  </a:lnTo>
                  <a:lnTo>
                    <a:pt x="1097418" y="0"/>
                  </a:lnTo>
                  <a:lnTo>
                    <a:pt x="1580282" y="1132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585896" y="3389852"/>
              <a:ext cx="1052082" cy="511046"/>
            </a:xfrm>
            <a:custGeom>
              <a:avLst/>
              <a:pathLst>
                <a:path w="1052082" h="511046">
                  <a:moveTo>
                    <a:pt x="0" y="511046"/>
                  </a:moveTo>
                  <a:lnTo>
                    <a:pt x="624628" y="14724"/>
                  </a:lnTo>
                  <a:lnTo>
                    <a:pt x="10520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585896" y="4268761"/>
              <a:ext cx="533463" cy="138329"/>
            </a:xfrm>
            <a:custGeom>
              <a:avLst/>
              <a:pathLst>
                <a:path w="533463" h="138329">
                  <a:moveTo>
                    <a:pt x="0" y="0"/>
                  </a:moveTo>
                  <a:lnTo>
                    <a:pt x="533463" y="1383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585896" y="4362425"/>
              <a:ext cx="1843662" cy="173771"/>
            </a:xfrm>
            <a:custGeom>
              <a:avLst/>
              <a:pathLst>
                <a:path w="1843662" h="173771">
                  <a:moveTo>
                    <a:pt x="0" y="173771"/>
                  </a:moveTo>
                  <a:lnTo>
                    <a:pt x="791580" y="162905"/>
                  </a:lnTo>
                  <a:lnTo>
                    <a:pt x="1314957" y="108852"/>
                  </a:lnTo>
                  <a:lnTo>
                    <a:pt x="18436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585896" y="4411005"/>
              <a:ext cx="840514" cy="31613"/>
            </a:xfrm>
            <a:custGeom>
              <a:avLst/>
              <a:pathLst>
                <a:path w="840514" h="31613">
                  <a:moveTo>
                    <a:pt x="0" y="0"/>
                  </a:moveTo>
                  <a:lnTo>
                    <a:pt x="840514" y="316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585896" y="4322893"/>
              <a:ext cx="1071511" cy="111670"/>
            </a:xfrm>
            <a:custGeom>
              <a:avLst/>
              <a:pathLst>
                <a:path w="1071511" h="111670">
                  <a:moveTo>
                    <a:pt x="0" y="111670"/>
                  </a:moveTo>
                  <a:lnTo>
                    <a:pt x="563331" y="104854"/>
                  </a:lnTo>
                  <a:lnTo>
                    <a:pt x="10715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585896" y="3789712"/>
              <a:ext cx="1112530" cy="236270"/>
            </a:xfrm>
            <a:custGeom>
              <a:avLst/>
              <a:pathLst>
                <a:path w="1112530" h="236270">
                  <a:moveTo>
                    <a:pt x="0" y="184578"/>
                  </a:moveTo>
                  <a:lnTo>
                    <a:pt x="282090" y="236270"/>
                  </a:lnTo>
                  <a:lnTo>
                    <a:pt x="549108" y="0"/>
                  </a:lnTo>
                  <a:lnTo>
                    <a:pt x="795178" y="134473"/>
                  </a:lnTo>
                  <a:lnTo>
                    <a:pt x="1112530" y="430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585896" y="3921070"/>
              <a:ext cx="1636412" cy="180583"/>
            </a:xfrm>
            <a:custGeom>
              <a:avLst/>
              <a:pathLst>
                <a:path w="1636412" h="180583">
                  <a:moveTo>
                    <a:pt x="0" y="180583"/>
                  </a:moveTo>
                  <a:lnTo>
                    <a:pt x="1077268" y="0"/>
                  </a:lnTo>
                  <a:lnTo>
                    <a:pt x="1636412" y="87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585896" y="4475472"/>
              <a:ext cx="885850" cy="43137"/>
            </a:xfrm>
            <a:custGeom>
              <a:avLst/>
              <a:pathLst>
                <a:path w="885850" h="43137">
                  <a:moveTo>
                    <a:pt x="0" y="43137"/>
                  </a:moveTo>
                  <a:lnTo>
                    <a:pt x="8858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585896" y="4457341"/>
              <a:ext cx="557704" cy="61615"/>
            </a:xfrm>
            <a:custGeom>
              <a:avLst/>
              <a:pathLst>
                <a:path w="557704" h="61615">
                  <a:moveTo>
                    <a:pt x="0" y="61615"/>
                  </a:moveTo>
                  <a:lnTo>
                    <a:pt x="557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585896" y="4434761"/>
              <a:ext cx="594404" cy="175381"/>
            </a:xfrm>
            <a:custGeom>
              <a:avLst/>
              <a:pathLst>
                <a:path w="594404" h="175381">
                  <a:moveTo>
                    <a:pt x="0" y="0"/>
                  </a:moveTo>
                  <a:lnTo>
                    <a:pt x="594404" y="1753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585896" y="3640085"/>
              <a:ext cx="559143" cy="237545"/>
            </a:xfrm>
            <a:custGeom>
              <a:avLst/>
              <a:pathLst>
                <a:path w="559143" h="237545">
                  <a:moveTo>
                    <a:pt x="0" y="25084"/>
                  </a:moveTo>
                  <a:lnTo>
                    <a:pt x="287733" y="237545"/>
                  </a:lnTo>
                  <a:lnTo>
                    <a:pt x="5591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585896" y="3624673"/>
              <a:ext cx="1052082" cy="460789"/>
            </a:xfrm>
            <a:custGeom>
              <a:avLst/>
              <a:pathLst>
                <a:path w="1052082" h="460789">
                  <a:moveTo>
                    <a:pt x="0" y="460789"/>
                  </a:moveTo>
                  <a:lnTo>
                    <a:pt x="564180" y="201264"/>
                  </a:lnTo>
                  <a:lnTo>
                    <a:pt x="10520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585896" y="4536231"/>
              <a:ext cx="790141" cy="79893"/>
            </a:xfrm>
            <a:custGeom>
              <a:avLst/>
              <a:pathLst>
                <a:path w="790141" h="79893">
                  <a:moveTo>
                    <a:pt x="0" y="79893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585896" y="3560545"/>
              <a:ext cx="317129" cy="75569"/>
            </a:xfrm>
            <a:custGeom>
              <a:avLst/>
              <a:pathLst>
                <a:path w="317129" h="75569">
                  <a:moveTo>
                    <a:pt x="0" y="75569"/>
                  </a:moveTo>
                  <a:lnTo>
                    <a:pt x="3171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585896" y="2291004"/>
              <a:ext cx="1107492" cy="810430"/>
            </a:xfrm>
            <a:custGeom>
              <a:avLst/>
              <a:pathLst>
                <a:path w="1107492" h="810430">
                  <a:moveTo>
                    <a:pt x="0" y="774584"/>
                  </a:moveTo>
                  <a:lnTo>
                    <a:pt x="261941" y="810430"/>
                  </a:lnTo>
                  <a:lnTo>
                    <a:pt x="533583" y="719442"/>
                  </a:lnTo>
                  <a:lnTo>
                    <a:pt x="805972" y="461275"/>
                  </a:lnTo>
                  <a:lnTo>
                    <a:pt x="11074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585896" y="4232660"/>
              <a:ext cx="2345956" cy="304313"/>
            </a:xfrm>
            <a:custGeom>
              <a:avLst/>
              <a:pathLst>
                <a:path w="2345956" h="304313">
                  <a:moveTo>
                    <a:pt x="0" y="304313"/>
                  </a:moveTo>
                  <a:lnTo>
                    <a:pt x="290006" y="42997"/>
                  </a:lnTo>
                  <a:lnTo>
                    <a:pt x="523882" y="207105"/>
                  </a:lnTo>
                  <a:lnTo>
                    <a:pt x="838355" y="172006"/>
                  </a:lnTo>
                  <a:lnTo>
                    <a:pt x="1091661" y="168788"/>
                  </a:lnTo>
                  <a:lnTo>
                    <a:pt x="1841552" y="53533"/>
                  </a:lnTo>
                  <a:lnTo>
                    <a:pt x="23459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585896" y="1905530"/>
              <a:ext cx="1147791" cy="919780"/>
            </a:xfrm>
            <a:custGeom>
              <a:avLst/>
              <a:pathLst>
                <a:path w="1147791" h="919780">
                  <a:moveTo>
                    <a:pt x="0" y="919780"/>
                  </a:moveTo>
                  <a:lnTo>
                    <a:pt x="272015" y="195753"/>
                  </a:lnTo>
                  <a:lnTo>
                    <a:pt x="613987" y="259633"/>
                  </a:lnTo>
                  <a:lnTo>
                    <a:pt x="876495" y="508359"/>
                  </a:lnTo>
                  <a:lnTo>
                    <a:pt x="11477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585896" y="4383185"/>
              <a:ext cx="813888" cy="18610"/>
            </a:xfrm>
            <a:custGeom>
              <a:avLst/>
              <a:pathLst>
                <a:path w="813888" h="18610">
                  <a:moveTo>
                    <a:pt x="0" y="0"/>
                  </a:moveTo>
                  <a:lnTo>
                    <a:pt x="813888" y="186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585896" y="4396850"/>
              <a:ext cx="347412" cy="55585"/>
            </a:xfrm>
            <a:custGeom>
              <a:avLst/>
              <a:pathLst>
                <a:path w="347412" h="55585">
                  <a:moveTo>
                    <a:pt x="0" y="0"/>
                  </a:moveTo>
                  <a:lnTo>
                    <a:pt x="347412" y="555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585896" y="4540973"/>
              <a:ext cx="830439" cy="84362"/>
            </a:xfrm>
            <a:custGeom>
              <a:avLst/>
              <a:pathLst>
                <a:path w="830439" h="84362">
                  <a:moveTo>
                    <a:pt x="0" y="62143"/>
                  </a:moveTo>
                  <a:lnTo>
                    <a:pt x="275377" y="84362"/>
                  </a:lnTo>
                  <a:lnTo>
                    <a:pt x="557704" y="83824"/>
                  </a:lnTo>
                  <a:lnTo>
                    <a:pt x="8304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585896" y="4024352"/>
              <a:ext cx="1056399" cy="265538"/>
            </a:xfrm>
            <a:custGeom>
              <a:avLst/>
              <a:pathLst>
                <a:path w="1056399" h="265538">
                  <a:moveTo>
                    <a:pt x="0" y="0"/>
                  </a:moveTo>
                  <a:lnTo>
                    <a:pt x="269856" y="265538"/>
                  </a:lnTo>
                  <a:lnTo>
                    <a:pt x="542478" y="206823"/>
                  </a:lnTo>
                  <a:lnTo>
                    <a:pt x="805253" y="207857"/>
                  </a:lnTo>
                  <a:lnTo>
                    <a:pt x="1056399" y="2530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585896" y="4400334"/>
              <a:ext cx="284581" cy="115457"/>
            </a:xfrm>
            <a:custGeom>
              <a:avLst/>
              <a:pathLst>
                <a:path w="284581" h="115457">
                  <a:moveTo>
                    <a:pt x="0" y="115457"/>
                  </a:moveTo>
                  <a:lnTo>
                    <a:pt x="2845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585896" y="4369325"/>
              <a:ext cx="1581001" cy="152029"/>
            </a:xfrm>
            <a:custGeom>
              <a:avLst/>
              <a:pathLst>
                <a:path w="1581001" h="152029">
                  <a:moveTo>
                    <a:pt x="0" y="152029"/>
                  </a:moveTo>
                  <a:lnTo>
                    <a:pt x="599326" y="135092"/>
                  </a:lnTo>
                  <a:lnTo>
                    <a:pt x="1011783" y="81126"/>
                  </a:lnTo>
                  <a:lnTo>
                    <a:pt x="15810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585896" y="4367878"/>
              <a:ext cx="1861798" cy="134605"/>
            </a:xfrm>
            <a:custGeom>
              <a:avLst/>
              <a:pathLst>
                <a:path w="1861798" h="134605">
                  <a:moveTo>
                    <a:pt x="0" y="134605"/>
                  </a:moveTo>
                  <a:lnTo>
                    <a:pt x="795323" y="63652"/>
                  </a:lnTo>
                  <a:lnTo>
                    <a:pt x="1282505" y="117480"/>
                  </a:lnTo>
                  <a:lnTo>
                    <a:pt x="18617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585896" y="2828123"/>
              <a:ext cx="523660" cy="571588"/>
            </a:xfrm>
            <a:custGeom>
              <a:avLst/>
              <a:pathLst>
                <a:path w="523660" h="571588">
                  <a:moveTo>
                    <a:pt x="0" y="474441"/>
                  </a:moveTo>
                  <a:lnTo>
                    <a:pt x="271793" y="0"/>
                  </a:lnTo>
                  <a:lnTo>
                    <a:pt x="523660" y="5715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585896" y="4611002"/>
              <a:ext cx="312314" cy="97407"/>
            </a:xfrm>
            <a:custGeom>
              <a:avLst/>
              <a:pathLst>
                <a:path w="312314" h="97407">
                  <a:moveTo>
                    <a:pt x="0" y="97407"/>
                  </a:moveTo>
                  <a:lnTo>
                    <a:pt x="3123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585896" y="4261645"/>
              <a:ext cx="1600431" cy="239664"/>
            </a:xfrm>
            <a:custGeom>
              <a:avLst/>
              <a:pathLst>
                <a:path w="1600431" h="239664">
                  <a:moveTo>
                    <a:pt x="0" y="199284"/>
                  </a:moveTo>
                  <a:lnTo>
                    <a:pt x="1188784" y="0"/>
                  </a:lnTo>
                  <a:lnTo>
                    <a:pt x="1600431" y="2396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585896" y="3892345"/>
              <a:ext cx="271101" cy="35863"/>
            </a:xfrm>
            <a:custGeom>
              <a:avLst/>
              <a:pathLst>
                <a:path w="271101" h="35863">
                  <a:moveTo>
                    <a:pt x="0" y="35863"/>
                  </a:moveTo>
                  <a:lnTo>
                    <a:pt x="271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585896" y="4134658"/>
              <a:ext cx="506965" cy="262811"/>
            </a:xfrm>
            <a:custGeom>
              <a:avLst/>
              <a:pathLst>
                <a:path w="506965" h="262811">
                  <a:moveTo>
                    <a:pt x="0" y="262811"/>
                  </a:moveTo>
                  <a:lnTo>
                    <a:pt x="5069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585896" y="4533003"/>
              <a:ext cx="523471" cy="34213"/>
            </a:xfrm>
            <a:custGeom>
              <a:avLst/>
              <a:pathLst>
                <a:path w="523471" h="34213">
                  <a:moveTo>
                    <a:pt x="0" y="34213"/>
                  </a:moveTo>
                  <a:lnTo>
                    <a:pt x="523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585896" y="3370488"/>
              <a:ext cx="649095" cy="1102831"/>
            </a:xfrm>
            <a:custGeom>
              <a:avLst/>
              <a:pathLst>
                <a:path w="649095" h="1102831">
                  <a:moveTo>
                    <a:pt x="0" y="1102831"/>
                  </a:moveTo>
                  <a:lnTo>
                    <a:pt x="6490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585896" y="4532452"/>
              <a:ext cx="2370423" cy="70848"/>
            </a:xfrm>
            <a:custGeom>
              <a:avLst/>
              <a:pathLst>
                <a:path w="2370423" h="70848">
                  <a:moveTo>
                    <a:pt x="0" y="42203"/>
                  </a:moveTo>
                  <a:lnTo>
                    <a:pt x="808851" y="13346"/>
                  </a:lnTo>
                  <a:lnTo>
                    <a:pt x="1338490" y="70848"/>
                  </a:lnTo>
                  <a:lnTo>
                    <a:pt x="1838625" y="20006"/>
                  </a:lnTo>
                  <a:lnTo>
                    <a:pt x="23704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585896" y="4425661"/>
              <a:ext cx="835477" cy="36615"/>
            </a:xfrm>
            <a:custGeom>
              <a:avLst/>
              <a:pathLst>
                <a:path w="835477" h="36615">
                  <a:moveTo>
                    <a:pt x="0" y="36615"/>
                  </a:moveTo>
                  <a:lnTo>
                    <a:pt x="8354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585896" y="4365620"/>
              <a:ext cx="1420526" cy="92910"/>
            </a:xfrm>
            <a:custGeom>
              <a:avLst/>
              <a:pathLst>
                <a:path w="1420526" h="92910">
                  <a:moveTo>
                    <a:pt x="0" y="0"/>
                  </a:moveTo>
                  <a:lnTo>
                    <a:pt x="1420526" y="929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585896" y="4366582"/>
              <a:ext cx="790141" cy="95175"/>
            </a:xfrm>
            <a:custGeom>
              <a:avLst/>
              <a:pathLst>
                <a:path w="790141" h="95175">
                  <a:moveTo>
                    <a:pt x="0" y="95175"/>
                  </a:move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585896" y="4402772"/>
              <a:ext cx="507047" cy="103928"/>
            </a:xfrm>
            <a:custGeom>
              <a:avLst/>
              <a:pathLst>
                <a:path w="507047" h="103928">
                  <a:moveTo>
                    <a:pt x="0" y="0"/>
                  </a:moveTo>
                  <a:lnTo>
                    <a:pt x="507047" y="1039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585896" y="4338170"/>
              <a:ext cx="835477" cy="145671"/>
            </a:xfrm>
            <a:custGeom>
              <a:avLst/>
              <a:pathLst>
                <a:path w="835477" h="145671">
                  <a:moveTo>
                    <a:pt x="0" y="145671"/>
                  </a:moveTo>
                  <a:lnTo>
                    <a:pt x="8354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585896" y="4598371"/>
              <a:ext cx="1097418" cy="40400"/>
            </a:xfrm>
            <a:custGeom>
              <a:avLst/>
              <a:pathLst>
                <a:path w="1097418" h="40400">
                  <a:moveTo>
                    <a:pt x="0" y="2738"/>
                  </a:moveTo>
                  <a:lnTo>
                    <a:pt x="649095" y="40400"/>
                  </a:lnTo>
                  <a:lnTo>
                    <a:pt x="10974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585896" y="3526212"/>
              <a:ext cx="810290" cy="335541"/>
            </a:xfrm>
            <a:custGeom>
              <a:avLst/>
              <a:pathLst>
                <a:path w="810290" h="335541">
                  <a:moveTo>
                    <a:pt x="0" y="246163"/>
                  </a:moveTo>
                  <a:lnTo>
                    <a:pt x="282090" y="335541"/>
                  </a:lnTo>
                  <a:lnTo>
                    <a:pt x="543699" y="12145"/>
                  </a:lnTo>
                  <a:lnTo>
                    <a:pt x="810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585896" y="4243736"/>
              <a:ext cx="272540" cy="159487"/>
            </a:xfrm>
            <a:custGeom>
              <a:avLst/>
              <a:pathLst>
                <a:path w="272540" h="159487">
                  <a:moveTo>
                    <a:pt x="0" y="159487"/>
                  </a:moveTo>
                  <a:lnTo>
                    <a:pt x="272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585896" y="4139101"/>
              <a:ext cx="1102455" cy="148410"/>
            </a:xfrm>
            <a:custGeom>
              <a:avLst/>
              <a:pathLst>
                <a:path w="1102455" h="148410">
                  <a:moveTo>
                    <a:pt x="0" y="148410"/>
                  </a:moveTo>
                  <a:lnTo>
                    <a:pt x="308716" y="38283"/>
                  </a:lnTo>
                  <a:lnTo>
                    <a:pt x="609516" y="27505"/>
                  </a:lnTo>
                  <a:lnTo>
                    <a:pt x="820669" y="0"/>
                  </a:lnTo>
                  <a:lnTo>
                    <a:pt x="1102455" y="672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585896" y="4471534"/>
              <a:ext cx="789730" cy="147363"/>
            </a:xfrm>
            <a:custGeom>
              <a:avLst/>
              <a:pathLst>
                <a:path w="789730" h="147363">
                  <a:moveTo>
                    <a:pt x="0" y="0"/>
                  </a:moveTo>
                  <a:lnTo>
                    <a:pt x="789730" y="1473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585896" y="4384917"/>
              <a:ext cx="1853017" cy="158246"/>
            </a:xfrm>
            <a:custGeom>
              <a:avLst/>
              <a:pathLst>
                <a:path w="1853017" h="158246">
                  <a:moveTo>
                    <a:pt x="0" y="158246"/>
                  </a:moveTo>
                  <a:lnTo>
                    <a:pt x="846271" y="145732"/>
                  </a:lnTo>
                  <a:lnTo>
                    <a:pt x="1338901" y="150430"/>
                  </a:lnTo>
                  <a:lnTo>
                    <a:pt x="18530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585896" y="4509348"/>
              <a:ext cx="1586039" cy="44253"/>
            </a:xfrm>
            <a:custGeom>
              <a:avLst/>
              <a:pathLst>
                <a:path w="1586039" h="44253">
                  <a:moveTo>
                    <a:pt x="0" y="44253"/>
                  </a:moveTo>
                  <a:lnTo>
                    <a:pt x="499415" y="13537"/>
                  </a:lnTo>
                  <a:lnTo>
                    <a:pt x="1063596" y="0"/>
                  </a:lnTo>
                  <a:lnTo>
                    <a:pt x="1586039" y="35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585896" y="3746925"/>
              <a:ext cx="315822" cy="143737"/>
            </a:xfrm>
            <a:custGeom>
              <a:avLst/>
              <a:pathLst>
                <a:path w="315822" h="143737">
                  <a:moveTo>
                    <a:pt x="0" y="0"/>
                  </a:moveTo>
                  <a:lnTo>
                    <a:pt x="315822" y="1437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585896" y="3095221"/>
              <a:ext cx="540433" cy="230843"/>
            </a:xfrm>
            <a:custGeom>
              <a:avLst/>
              <a:pathLst>
                <a:path w="540433" h="230843">
                  <a:moveTo>
                    <a:pt x="0" y="230843"/>
                  </a:moveTo>
                  <a:lnTo>
                    <a:pt x="273455" y="119145"/>
                  </a:lnTo>
                  <a:lnTo>
                    <a:pt x="5404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4537951" y="4427672"/>
              <a:ext cx="530866" cy="70906"/>
            </a:xfrm>
            <a:custGeom>
              <a:avLst/>
              <a:pathLst>
                <a:path w="530866" h="70906">
                  <a:moveTo>
                    <a:pt x="0" y="0"/>
                  </a:moveTo>
                  <a:lnTo>
                    <a:pt x="530866" y="709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585896" y="4155018"/>
              <a:ext cx="566892" cy="82595"/>
            </a:xfrm>
            <a:custGeom>
              <a:avLst/>
              <a:pathLst>
                <a:path w="566892" h="82595">
                  <a:moveTo>
                    <a:pt x="0" y="82595"/>
                  </a:moveTo>
                  <a:lnTo>
                    <a:pt x="238746" y="30296"/>
                  </a:lnTo>
                  <a:lnTo>
                    <a:pt x="5668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585896" y="4365063"/>
              <a:ext cx="2303498" cy="246285"/>
            </a:xfrm>
            <a:custGeom>
              <a:avLst/>
              <a:pathLst>
                <a:path w="2303498" h="246285">
                  <a:moveTo>
                    <a:pt x="0" y="167301"/>
                  </a:moveTo>
                  <a:lnTo>
                    <a:pt x="287127" y="246285"/>
                  </a:lnTo>
                  <a:lnTo>
                    <a:pt x="581481" y="217245"/>
                  </a:lnTo>
                  <a:lnTo>
                    <a:pt x="814608" y="56168"/>
                  </a:lnTo>
                  <a:lnTo>
                    <a:pt x="1080147" y="59804"/>
                  </a:lnTo>
                  <a:lnTo>
                    <a:pt x="1598394" y="0"/>
                  </a:lnTo>
                  <a:lnTo>
                    <a:pt x="2303498" y="456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585896" y="4301207"/>
              <a:ext cx="799496" cy="122494"/>
            </a:xfrm>
            <a:custGeom>
              <a:avLst/>
              <a:pathLst>
                <a:path w="799496" h="122494">
                  <a:moveTo>
                    <a:pt x="0" y="122494"/>
                  </a:moveTo>
                  <a:lnTo>
                    <a:pt x="7994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585896" y="4285995"/>
              <a:ext cx="1932895" cy="250064"/>
            </a:xfrm>
            <a:custGeom>
              <a:avLst/>
              <a:pathLst>
                <a:path w="1932895" h="250064">
                  <a:moveTo>
                    <a:pt x="0" y="250064"/>
                  </a:moveTo>
                  <a:lnTo>
                    <a:pt x="292165" y="202179"/>
                  </a:lnTo>
                  <a:lnTo>
                    <a:pt x="19328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585896" y="2457466"/>
              <a:ext cx="1611225" cy="1269240"/>
            </a:xfrm>
            <a:custGeom>
              <a:avLst/>
              <a:pathLst>
                <a:path w="1611225" h="1269240">
                  <a:moveTo>
                    <a:pt x="0" y="983899"/>
                  </a:moveTo>
                  <a:lnTo>
                    <a:pt x="619591" y="1269240"/>
                  </a:lnTo>
                  <a:lnTo>
                    <a:pt x="1097418" y="533058"/>
                  </a:lnTo>
                  <a:lnTo>
                    <a:pt x="1369433" y="649258"/>
                  </a:lnTo>
                  <a:lnTo>
                    <a:pt x="16112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585896" y="4379960"/>
              <a:ext cx="557311" cy="169259"/>
            </a:xfrm>
            <a:custGeom>
              <a:avLst/>
              <a:pathLst>
                <a:path w="557311" h="169259">
                  <a:moveTo>
                    <a:pt x="0" y="169259"/>
                  </a:moveTo>
                  <a:lnTo>
                    <a:pt x="557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5184169" y="4408676"/>
              <a:ext cx="284249" cy="26421"/>
            </a:xfrm>
            <a:custGeom>
              <a:avLst/>
              <a:pathLst>
                <a:path w="284249" h="26421">
                  <a:moveTo>
                    <a:pt x="0" y="26421"/>
                  </a:moveTo>
                  <a:lnTo>
                    <a:pt x="2842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585896" y="4507013"/>
              <a:ext cx="1560626" cy="55202"/>
            </a:xfrm>
            <a:custGeom>
              <a:avLst/>
              <a:pathLst>
                <a:path w="1560626" h="55202">
                  <a:moveTo>
                    <a:pt x="0" y="24135"/>
                  </a:moveTo>
                  <a:lnTo>
                    <a:pt x="588925" y="11503"/>
                  </a:lnTo>
                  <a:lnTo>
                    <a:pt x="805253" y="54210"/>
                  </a:lnTo>
                  <a:lnTo>
                    <a:pt x="1103894" y="55202"/>
                  </a:lnTo>
                  <a:lnTo>
                    <a:pt x="15606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585896" y="4166210"/>
              <a:ext cx="790860" cy="155355"/>
            </a:xfrm>
            <a:custGeom>
              <a:avLst/>
              <a:pathLst>
                <a:path w="790860" h="155355">
                  <a:moveTo>
                    <a:pt x="0" y="155355"/>
                  </a:moveTo>
                  <a:lnTo>
                    <a:pt x="790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585896" y="4322116"/>
              <a:ext cx="782451" cy="157792"/>
            </a:xfrm>
            <a:custGeom>
              <a:avLst/>
              <a:pathLst>
                <a:path w="782451" h="157792">
                  <a:moveTo>
                    <a:pt x="0" y="121929"/>
                  </a:moveTo>
                  <a:lnTo>
                    <a:pt x="297202" y="157792"/>
                  </a:lnTo>
                  <a:lnTo>
                    <a:pt x="7824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585896" y="4272563"/>
              <a:ext cx="2121435" cy="130242"/>
            </a:xfrm>
            <a:custGeom>
              <a:avLst/>
              <a:pathLst>
                <a:path w="2121435" h="130242">
                  <a:moveTo>
                    <a:pt x="0" y="73275"/>
                  </a:moveTo>
                  <a:lnTo>
                    <a:pt x="820365" y="130242"/>
                  </a:lnTo>
                  <a:lnTo>
                    <a:pt x="1419807" y="91820"/>
                  </a:lnTo>
                  <a:lnTo>
                    <a:pt x="2121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585896" y="3285425"/>
              <a:ext cx="1359015" cy="667966"/>
            </a:xfrm>
            <a:custGeom>
              <a:avLst/>
              <a:pathLst>
                <a:path w="1359015" h="667966">
                  <a:moveTo>
                    <a:pt x="0" y="667966"/>
                  </a:moveTo>
                  <a:lnTo>
                    <a:pt x="275989" y="430474"/>
                  </a:lnTo>
                  <a:lnTo>
                    <a:pt x="563117" y="479465"/>
                  </a:lnTo>
                  <a:lnTo>
                    <a:pt x="1061407" y="0"/>
                  </a:lnTo>
                  <a:lnTo>
                    <a:pt x="1359015" y="2888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585896" y="3809683"/>
              <a:ext cx="921831" cy="439037"/>
            </a:xfrm>
            <a:custGeom>
              <a:avLst/>
              <a:pathLst>
                <a:path w="921831" h="439037">
                  <a:moveTo>
                    <a:pt x="0" y="439037"/>
                  </a:moveTo>
                  <a:lnTo>
                    <a:pt x="9218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585896" y="4388743"/>
              <a:ext cx="1832868" cy="87185"/>
            </a:xfrm>
            <a:custGeom>
              <a:avLst/>
              <a:pathLst>
                <a:path w="1832868" h="87185">
                  <a:moveTo>
                    <a:pt x="0" y="48408"/>
                  </a:moveTo>
                  <a:lnTo>
                    <a:pt x="828280" y="0"/>
                  </a:lnTo>
                  <a:lnTo>
                    <a:pt x="1314101" y="87185"/>
                  </a:lnTo>
                  <a:lnTo>
                    <a:pt x="1832868" y="386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585896" y="3536587"/>
              <a:ext cx="276555" cy="409411"/>
            </a:xfrm>
            <a:custGeom>
              <a:avLst/>
              <a:pathLst>
                <a:path w="276555" h="409411">
                  <a:moveTo>
                    <a:pt x="0" y="409411"/>
                  </a:moveTo>
                  <a:lnTo>
                    <a:pt x="27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585896" y="4393477"/>
              <a:ext cx="541153" cy="74870"/>
            </a:xfrm>
            <a:custGeom>
              <a:avLst/>
              <a:pathLst>
                <a:path w="541153" h="74870">
                  <a:moveTo>
                    <a:pt x="0" y="0"/>
                  </a:moveTo>
                  <a:lnTo>
                    <a:pt x="262981" y="74870"/>
                  </a:lnTo>
                  <a:lnTo>
                    <a:pt x="541153" y="57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585896" y="2595254"/>
              <a:ext cx="312284" cy="468634"/>
            </a:xfrm>
            <a:custGeom>
              <a:avLst/>
              <a:pathLst>
                <a:path w="312284" h="468634">
                  <a:moveTo>
                    <a:pt x="0" y="0"/>
                  </a:moveTo>
                  <a:lnTo>
                    <a:pt x="312284" y="4686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585896" y="4129509"/>
              <a:ext cx="613905" cy="303369"/>
            </a:xfrm>
            <a:custGeom>
              <a:avLst/>
              <a:pathLst>
                <a:path w="613905" h="303369">
                  <a:moveTo>
                    <a:pt x="0" y="303369"/>
                  </a:moveTo>
                  <a:lnTo>
                    <a:pt x="6139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585896" y="4430604"/>
              <a:ext cx="2649635" cy="146171"/>
            </a:xfrm>
            <a:custGeom>
              <a:avLst/>
              <a:pathLst>
                <a:path w="2649635" h="146171">
                  <a:moveTo>
                    <a:pt x="0" y="79026"/>
                  </a:moveTo>
                  <a:lnTo>
                    <a:pt x="827626" y="0"/>
                  </a:lnTo>
                  <a:lnTo>
                    <a:pt x="1654361" y="146171"/>
                  </a:lnTo>
                  <a:lnTo>
                    <a:pt x="2097687" y="101039"/>
                  </a:lnTo>
                  <a:lnTo>
                    <a:pt x="2649635" y="722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585896" y="4224885"/>
              <a:ext cx="557818" cy="108413"/>
            </a:xfrm>
            <a:custGeom>
              <a:avLst/>
              <a:pathLst>
                <a:path w="557818" h="108413">
                  <a:moveTo>
                    <a:pt x="0" y="53551"/>
                  </a:moveTo>
                  <a:lnTo>
                    <a:pt x="295877" y="108413"/>
                  </a:lnTo>
                  <a:lnTo>
                    <a:pt x="5578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585896" y="4563099"/>
              <a:ext cx="578573" cy="23852"/>
            </a:xfrm>
            <a:custGeom>
              <a:avLst/>
              <a:pathLst>
                <a:path w="578573" h="23852">
                  <a:moveTo>
                    <a:pt x="0" y="23852"/>
                  </a:moveTo>
                  <a:lnTo>
                    <a:pt x="578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585896" y="2756546"/>
              <a:ext cx="266978" cy="152057"/>
            </a:xfrm>
            <a:custGeom>
              <a:avLst/>
              <a:pathLst>
                <a:path w="266978" h="152057">
                  <a:moveTo>
                    <a:pt x="0" y="152057"/>
                  </a:moveTo>
                  <a:lnTo>
                    <a:pt x="266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585896" y="4540459"/>
              <a:ext cx="790141" cy="43322"/>
            </a:xfrm>
            <a:custGeom>
              <a:avLst/>
              <a:pathLst>
                <a:path w="790141" h="43322">
                  <a:moveTo>
                    <a:pt x="0" y="43322"/>
                  </a:moveTo>
                  <a:lnTo>
                    <a:pt x="523742" y="1080"/>
                  </a:lnTo>
                  <a:lnTo>
                    <a:pt x="7901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585896" y="4476092"/>
              <a:ext cx="563480" cy="10456"/>
            </a:xfrm>
            <a:custGeom>
              <a:avLst/>
              <a:pathLst>
                <a:path w="563480" h="10456">
                  <a:moveTo>
                    <a:pt x="0" y="0"/>
                  </a:moveTo>
                  <a:lnTo>
                    <a:pt x="563480" y="104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585896" y="4252032"/>
              <a:ext cx="1827296" cy="168303"/>
            </a:xfrm>
            <a:custGeom>
              <a:avLst/>
              <a:pathLst>
                <a:path w="1827296" h="168303">
                  <a:moveTo>
                    <a:pt x="0" y="50159"/>
                  </a:moveTo>
                  <a:lnTo>
                    <a:pt x="815512" y="117020"/>
                  </a:lnTo>
                  <a:lnTo>
                    <a:pt x="1288301" y="168303"/>
                  </a:lnTo>
                  <a:lnTo>
                    <a:pt x="18272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585896" y="4350742"/>
              <a:ext cx="1838625" cy="262959"/>
            </a:xfrm>
            <a:custGeom>
              <a:avLst/>
              <a:pathLst>
                <a:path w="1838625" h="262959">
                  <a:moveTo>
                    <a:pt x="0" y="0"/>
                  </a:moveTo>
                  <a:lnTo>
                    <a:pt x="805253" y="262959"/>
                  </a:lnTo>
                  <a:lnTo>
                    <a:pt x="1373165" y="179695"/>
                  </a:lnTo>
                  <a:lnTo>
                    <a:pt x="1838625" y="970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585896" y="2168875"/>
              <a:ext cx="317351" cy="1202702"/>
            </a:xfrm>
            <a:custGeom>
              <a:avLst/>
              <a:pathLst>
                <a:path w="317351" h="1202702">
                  <a:moveTo>
                    <a:pt x="0" y="0"/>
                  </a:moveTo>
                  <a:lnTo>
                    <a:pt x="317351" y="12027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585896" y="4197752"/>
              <a:ext cx="1118287" cy="155178"/>
            </a:xfrm>
            <a:custGeom>
              <a:avLst/>
              <a:pathLst>
                <a:path w="1118287" h="155178">
                  <a:moveTo>
                    <a:pt x="0" y="50085"/>
                  </a:moveTo>
                  <a:lnTo>
                    <a:pt x="311372" y="108285"/>
                  </a:lnTo>
                  <a:lnTo>
                    <a:pt x="609516" y="0"/>
                  </a:lnTo>
                  <a:lnTo>
                    <a:pt x="1118287" y="1551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585896" y="4605596"/>
              <a:ext cx="1048484" cy="76194"/>
            </a:xfrm>
            <a:custGeom>
              <a:avLst/>
              <a:pathLst>
                <a:path w="1048484" h="76194">
                  <a:moveTo>
                    <a:pt x="0" y="23411"/>
                  </a:moveTo>
                  <a:lnTo>
                    <a:pt x="595503" y="76194"/>
                  </a:lnTo>
                  <a:lnTo>
                    <a:pt x="10484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585896" y="4565968"/>
              <a:ext cx="1227580" cy="58735"/>
            </a:xfrm>
            <a:custGeom>
              <a:avLst/>
              <a:pathLst>
                <a:path w="1227580" h="58735">
                  <a:moveTo>
                    <a:pt x="0" y="0"/>
                  </a:moveTo>
                  <a:lnTo>
                    <a:pt x="1227580" y="587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585896" y="4507472"/>
              <a:ext cx="580012" cy="13179"/>
            </a:xfrm>
            <a:custGeom>
              <a:avLst/>
              <a:pathLst>
                <a:path w="580012" h="13179">
                  <a:moveTo>
                    <a:pt x="0" y="0"/>
                  </a:moveTo>
                  <a:lnTo>
                    <a:pt x="580012" y="131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585896" y="3094600"/>
              <a:ext cx="261941" cy="140325"/>
            </a:xfrm>
            <a:custGeom>
              <a:avLst/>
              <a:pathLst>
                <a:path w="261941" h="140325">
                  <a:moveTo>
                    <a:pt x="0" y="140325"/>
                  </a:moveTo>
                  <a:lnTo>
                    <a:pt x="2619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585896" y="4403862"/>
              <a:ext cx="1086623" cy="74800"/>
            </a:xfrm>
            <a:custGeom>
              <a:avLst/>
              <a:pathLst>
                <a:path w="1086623" h="74800">
                  <a:moveTo>
                    <a:pt x="0" y="0"/>
                  </a:moveTo>
                  <a:lnTo>
                    <a:pt x="549239" y="74800"/>
                  </a:lnTo>
                  <a:lnTo>
                    <a:pt x="1086623" y="169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585896" y="4522028"/>
              <a:ext cx="932625" cy="25734"/>
            </a:xfrm>
            <a:custGeom>
              <a:avLst/>
              <a:pathLst>
                <a:path w="932625" h="25734">
                  <a:moveTo>
                    <a:pt x="0" y="0"/>
                  </a:moveTo>
                  <a:lnTo>
                    <a:pt x="932625" y="257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3585896" y="3616808"/>
              <a:ext cx="789421" cy="201227"/>
            </a:xfrm>
            <a:custGeom>
              <a:avLst/>
              <a:pathLst>
                <a:path w="789421" h="201227">
                  <a:moveTo>
                    <a:pt x="0" y="201227"/>
                  </a:moveTo>
                  <a:lnTo>
                    <a:pt x="7894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3585896" y="4293972"/>
              <a:ext cx="1052082" cy="55023"/>
            </a:xfrm>
            <a:custGeom>
              <a:avLst/>
              <a:pathLst>
                <a:path w="1052082" h="55023">
                  <a:moveTo>
                    <a:pt x="0" y="2431"/>
                  </a:moveTo>
                  <a:lnTo>
                    <a:pt x="659595" y="55023"/>
                  </a:lnTo>
                  <a:lnTo>
                    <a:pt x="10520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3585896" y="4360054"/>
              <a:ext cx="1097418" cy="20058"/>
            </a:xfrm>
            <a:custGeom>
              <a:avLst/>
              <a:pathLst>
                <a:path w="1097418" h="20058">
                  <a:moveTo>
                    <a:pt x="0" y="20058"/>
                  </a:moveTo>
                  <a:lnTo>
                    <a:pt x="663488" y="0"/>
                  </a:lnTo>
                  <a:lnTo>
                    <a:pt x="1097418" y="188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3585896" y="4588801"/>
              <a:ext cx="579292" cy="33598"/>
            </a:xfrm>
            <a:custGeom>
              <a:avLst/>
              <a:pathLst>
                <a:path w="579292" h="33598">
                  <a:moveTo>
                    <a:pt x="0" y="33598"/>
                  </a:moveTo>
                  <a:lnTo>
                    <a:pt x="579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3585896" y="4404226"/>
              <a:ext cx="1374441" cy="52563"/>
            </a:xfrm>
            <a:custGeom>
              <a:avLst/>
              <a:pathLst>
                <a:path w="1374441" h="52563">
                  <a:moveTo>
                    <a:pt x="0" y="52563"/>
                  </a:moveTo>
                  <a:lnTo>
                    <a:pt x="13744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3585896" y="3034868"/>
              <a:ext cx="793019" cy="374920"/>
            </a:xfrm>
            <a:custGeom>
              <a:avLst/>
              <a:pathLst>
                <a:path w="793019" h="374920">
                  <a:moveTo>
                    <a:pt x="0" y="374920"/>
                  </a:moveTo>
                  <a:lnTo>
                    <a:pt x="259782" y="24384"/>
                  </a:lnTo>
                  <a:lnTo>
                    <a:pt x="530484" y="131445"/>
                  </a:lnTo>
                  <a:lnTo>
                    <a:pt x="7930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3585896" y="4409941"/>
              <a:ext cx="787160" cy="123124"/>
            </a:xfrm>
            <a:custGeom>
              <a:avLst/>
              <a:pathLst>
                <a:path w="787160" h="123124">
                  <a:moveTo>
                    <a:pt x="0" y="0"/>
                  </a:moveTo>
                  <a:lnTo>
                    <a:pt x="787160" y="1231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3585896" y="4533391"/>
              <a:ext cx="543372" cy="33180"/>
            </a:xfrm>
            <a:custGeom>
              <a:avLst/>
              <a:pathLst>
                <a:path w="543372" h="33180">
                  <a:moveTo>
                    <a:pt x="0" y="0"/>
                  </a:moveTo>
                  <a:lnTo>
                    <a:pt x="543372" y="331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3585896" y="4463725"/>
              <a:ext cx="266838" cy="21117"/>
            </a:xfrm>
            <a:custGeom>
              <a:avLst/>
              <a:pathLst>
                <a:path w="266838" h="21117">
                  <a:moveTo>
                    <a:pt x="0" y="21117"/>
                  </a:moveTo>
                  <a:lnTo>
                    <a:pt x="26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3585896" y="4065272"/>
              <a:ext cx="528229" cy="255308"/>
            </a:xfrm>
            <a:custGeom>
              <a:avLst/>
              <a:pathLst>
                <a:path w="528229" h="255308">
                  <a:moveTo>
                    <a:pt x="0" y="0"/>
                  </a:moveTo>
                  <a:lnTo>
                    <a:pt x="266288" y="255308"/>
                  </a:lnTo>
                  <a:lnTo>
                    <a:pt x="528229" y="1840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3585896" y="4191115"/>
              <a:ext cx="1052082" cy="228198"/>
            </a:xfrm>
            <a:custGeom>
              <a:avLst/>
              <a:pathLst>
                <a:path w="1052082" h="228198">
                  <a:moveTo>
                    <a:pt x="0" y="0"/>
                  </a:moveTo>
                  <a:lnTo>
                    <a:pt x="709899" y="228198"/>
                  </a:lnTo>
                  <a:lnTo>
                    <a:pt x="1052082" y="2164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3585896" y="4584835"/>
              <a:ext cx="528109" cy="19358"/>
            </a:xfrm>
            <a:custGeom>
              <a:avLst/>
              <a:pathLst>
                <a:path w="528109" h="19358">
                  <a:moveTo>
                    <a:pt x="0" y="0"/>
                  </a:moveTo>
                  <a:lnTo>
                    <a:pt x="528109" y="193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3585896" y="3820096"/>
              <a:ext cx="1303948" cy="329112"/>
            </a:xfrm>
            <a:custGeom>
              <a:avLst/>
              <a:pathLst>
                <a:path w="1303948" h="329112">
                  <a:moveTo>
                    <a:pt x="0" y="329112"/>
                  </a:moveTo>
                  <a:lnTo>
                    <a:pt x="784478" y="0"/>
                  </a:lnTo>
                  <a:lnTo>
                    <a:pt x="1303948" y="2818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585896" y="4335665"/>
              <a:ext cx="498369" cy="69513"/>
            </a:xfrm>
            <a:custGeom>
              <a:avLst/>
              <a:pathLst>
                <a:path w="498369" h="69513">
                  <a:moveTo>
                    <a:pt x="0" y="69513"/>
                  </a:moveTo>
                  <a:lnTo>
                    <a:pt x="498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3585896" y="3581138"/>
              <a:ext cx="302792" cy="485039"/>
            </a:xfrm>
            <a:custGeom>
              <a:avLst/>
              <a:pathLst>
                <a:path w="302792" h="485039">
                  <a:moveTo>
                    <a:pt x="0" y="0"/>
                  </a:moveTo>
                  <a:lnTo>
                    <a:pt x="302792" y="4850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585896" y="4362344"/>
              <a:ext cx="568498" cy="138297"/>
            </a:xfrm>
            <a:custGeom>
              <a:avLst/>
              <a:pathLst>
                <a:path w="568498" h="138297">
                  <a:moveTo>
                    <a:pt x="0" y="138297"/>
                  </a:moveTo>
                  <a:lnTo>
                    <a:pt x="294054" y="60794"/>
                  </a:lnTo>
                  <a:lnTo>
                    <a:pt x="5684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4894636" y="4173878"/>
              <a:ext cx="513807" cy="55835"/>
            </a:xfrm>
            <a:custGeom>
              <a:avLst/>
              <a:pathLst>
                <a:path w="513807" h="55835">
                  <a:moveTo>
                    <a:pt x="0" y="0"/>
                  </a:moveTo>
                  <a:lnTo>
                    <a:pt x="513807" y="558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3585896" y="4294165"/>
              <a:ext cx="1868849" cy="262736"/>
            </a:xfrm>
            <a:custGeom>
              <a:avLst/>
              <a:pathLst>
                <a:path w="1868849" h="262736">
                  <a:moveTo>
                    <a:pt x="0" y="262736"/>
                  </a:moveTo>
                  <a:lnTo>
                    <a:pt x="18688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3585896" y="4188804"/>
              <a:ext cx="283529" cy="45914"/>
            </a:xfrm>
            <a:custGeom>
              <a:avLst/>
              <a:pathLst>
                <a:path w="283529" h="45914">
                  <a:moveTo>
                    <a:pt x="0" y="0"/>
                  </a:moveTo>
                  <a:lnTo>
                    <a:pt x="283529" y="459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3585896" y="4273141"/>
              <a:ext cx="850589" cy="44714"/>
            </a:xfrm>
            <a:custGeom>
              <a:avLst/>
              <a:pathLst>
                <a:path w="850589" h="44714">
                  <a:moveTo>
                    <a:pt x="0" y="44714"/>
                  </a:moveTo>
                  <a:lnTo>
                    <a:pt x="8505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3585896" y="4505101"/>
              <a:ext cx="2371862" cy="39570"/>
            </a:xfrm>
            <a:custGeom>
              <a:avLst/>
              <a:pathLst>
                <a:path w="2371862" h="39570">
                  <a:moveTo>
                    <a:pt x="0" y="12664"/>
                  </a:moveTo>
                  <a:lnTo>
                    <a:pt x="793019" y="8882"/>
                  </a:lnTo>
                  <a:lnTo>
                    <a:pt x="1334172" y="0"/>
                  </a:lnTo>
                  <a:lnTo>
                    <a:pt x="1853017" y="19035"/>
                  </a:lnTo>
                  <a:lnTo>
                    <a:pt x="2371862" y="395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3585896" y="3648614"/>
              <a:ext cx="1315462" cy="522879"/>
            </a:xfrm>
            <a:custGeom>
              <a:avLst/>
              <a:pathLst>
                <a:path w="1315462" h="522879">
                  <a:moveTo>
                    <a:pt x="0" y="522879"/>
                  </a:moveTo>
                  <a:lnTo>
                    <a:pt x="530142" y="357852"/>
                  </a:lnTo>
                  <a:lnTo>
                    <a:pt x="796617" y="456036"/>
                  </a:lnTo>
                  <a:lnTo>
                    <a:pt x="1077268" y="184595"/>
                  </a:lnTo>
                  <a:lnTo>
                    <a:pt x="1315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3585896" y="4472669"/>
              <a:ext cx="1842942" cy="76774"/>
            </a:xfrm>
            <a:custGeom>
              <a:avLst/>
              <a:pathLst>
                <a:path w="1842942" h="76774">
                  <a:moveTo>
                    <a:pt x="0" y="0"/>
                  </a:moveTo>
                  <a:lnTo>
                    <a:pt x="855626" y="76774"/>
                  </a:lnTo>
                  <a:lnTo>
                    <a:pt x="1353971" y="50727"/>
                  </a:lnTo>
                  <a:lnTo>
                    <a:pt x="1842942" y="664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3585896" y="3419039"/>
              <a:ext cx="282090" cy="87474"/>
            </a:xfrm>
            <a:custGeom>
              <a:avLst/>
              <a:pathLst>
                <a:path w="282090" h="87474">
                  <a:moveTo>
                    <a:pt x="0" y="87474"/>
                  </a:moveTo>
                  <a:lnTo>
                    <a:pt x="28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3585896" y="4293273"/>
              <a:ext cx="1526310" cy="130481"/>
            </a:xfrm>
            <a:custGeom>
              <a:avLst/>
              <a:pathLst>
                <a:path w="1526310" h="130481">
                  <a:moveTo>
                    <a:pt x="0" y="130481"/>
                  </a:moveTo>
                  <a:lnTo>
                    <a:pt x="327426" y="91810"/>
                  </a:lnTo>
                  <a:lnTo>
                    <a:pt x="15263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3585896" y="4437108"/>
              <a:ext cx="1314023" cy="71054"/>
            </a:xfrm>
            <a:custGeom>
              <a:avLst/>
              <a:pathLst>
                <a:path w="1314023" h="71054">
                  <a:moveTo>
                    <a:pt x="0" y="59941"/>
                  </a:moveTo>
                  <a:lnTo>
                    <a:pt x="735192" y="0"/>
                  </a:lnTo>
                  <a:lnTo>
                    <a:pt x="1314023" y="71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3585896" y="3798081"/>
              <a:ext cx="1395340" cy="358157"/>
            </a:xfrm>
            <a:custGeom>
              <a:avLst/>
              <a:pathLst>
                <a:path w="1395340" h="358157">
                  <a:moveTo>
                    <a:pt x="0" y="358157"/>
                  </a:moveTo>
                  <a:lnTo>
                    <a:pt x="790860" y="327222"/>
                  </a:lnTo>
                  <a:lnTo>
                    <a:pt x="13953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3585896" y="4447590"/>
              <a:ext cx="1530508" cy="173093"/>
            </a:xfrm>
            <a:custGeom>
              <a:avLst/>
              <a:pathLst>
                <a:path w="1530508" h="173093">
                  <a:moveTo>
                    <a:pt x="0" y="0"/>
                  </a:moveTo>
                  <a:lnTo>
                    <a:pt x="844832" y="173093"/>
                  </a:lnTo>
                  <a:lnTo>
                    <a:pt x="1530508" y="1630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3585896" y="3563662"/>
              <a:ext cx="1096698" cy="447409"/>
            </a:xfrm>
            <a:custGeom>
              <a:avLst/>
              <a:pathLst>
                <a:path w="1096698" h="447409">
                  <a:moveTo>
                    <a:pt x="0" y="0"/>
                  </a:moveTo>
                  <a:lnTo>
                    <a:pt x="256903" y="255608"/>
                  </a:lnTo>
                  <a:lnTo>
                    <a:pt x="543695" y="87346"/>
                  </a:lnTo>
                  <a:lnTo>
                    <a:pt x="789421" y="277097"/>
                  </a:lnTo>
                  <a:lnTo>
                    <a:pt x="1096698" y="4474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3585896" y="4220644"/>
              <a:ext cx="1878204" cy="346743"/>
            </a:xfrm>
            <a:custGeom>
              <a:avLst/>
              <a:pathLst>
                <a:path w="1878204" h="346743">
                  <a:moveTo>
                    <a:pt x="0" y="0"/>
                  </a:moveTo>
                  <a:lnTo>
                    <a:pt x="895924" y="321943"/>
                  </a:lnTo>
                  <a:lnTo>
                    <a:pt x="1362080" y="346743"/>
                  </a:lnTo>
                  <a:lnTo>
                    <a:pt x="1878204" y="3383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3585896" y="3773005"/>
              <a:ext cx="795178" cy="391253"/>
            </a:xfrm>
            <a:custGeom>
              <a:avLst/>
              <a:pathLst>
                <a:path w="795178" h="391253">
                  <a:moveTo>
                    <a:pt x="0" y="95920"/>
                  </a:moveTo>
                  <a:lnTo>
                    <a:pt x="266536" y="391253"/>
                  </a:lnTo>
                  <a:lnTo>
                    <a:pt x="528199" y="0"/>
                  </a:lnTo>
                  <a:lnTo>
                    <a:pt x="795178" y="2439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3585896" y="4524918"/>
              <a:ext cx="1057119" cy="70055"/>
            </a:xfrm>
            <a:custGeom>
              <a:avLst/>
              <a:pathLst>
                <a:path w="1057119" h="70055">
                  <a:moveTo>
                    <a:pt x="0" y="249"/>
                  </a:moveTo>
                  <a:lnTo>
                    <a:pt x="543311" y="70055"/>
                  </a:lnTo>
                  <a:lnTo>
                    <a:pt x="10571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3585896" y="4559216"/>
              <a:ext cx="788892" cy="235516"/>
            </a:xfrm>
            <a:custGeom>
              <a:avLst/>
              <a:pathLst>
                <a:path w="788892" h="235516">
                  <a:moveTo>
                    <a:pt x="0" y="0"/>
                  </a:moveTo>
                  <a:lnTo>
                    <a:pt x="788892" y="2355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3585896" y="4482164"/>
              <a:ext cx="780618" cy="31570"/>
            </a:xfrm>
            <a:custGeom>
              <a:avLst/>
              <a:pathLst>
                <a:path w="780618" h="31570">
                  <a:moveTo>
                    <a:pt x="0" y="31570"/>
                  </a:moveTo>
                  <a:lnTo>
                    <a:pt x="7806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3585896" y="4289940"/>
              <a:ext cx="1021858" cy="184311"/>
            </a:xfrm>
            <a:custGeom>
              <a:avLst/>
              <a:pathLst>
                <a:path w="1021858" h="184311">
                  <a:moveTo>
                    <a:pt x="0" y="184311"/>
                  </a:moveTo>
                  <a:lnTo>
                    <a:pt x="534945" y="3520"/>
                  </a:lnTo>
                  <a:lnTo>
                    <a:pt x="10218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3585896" y="4435944"/>
              <a:ext cx="800795" cy="143166"/>
            </a:xfrm>
            <a:custGeom>
              <a:avLst/>
              <a:pathLst>
                <a:path w="800795" h="143166">
                  <a:moveTo>
                    <a:pt x="0" y="0"/>
                  </a:moveTo>
                  <a:lnTo>
                    <a:pt x="800795" y="1431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3585896" y="4439936"/>
              <a:ext cx="1665197" cy="105217"/>
            </a:xfrm>
            <a:custGeom>
              <a:avLst/>
              <a:pathLst>
                <a:path w="1665197" h="105217">
                  <a:moveTo>
                    <a:pt x="0" y="105217"/>
                  </a:moveTo>
                  <a:lnTo>
                    <a:pt x="853467" y="56407"/>
                  </a:lnTo>
                  <a:lnTo>
                    <a:pt x="16651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3585896" y="4488032"/>
              <a:ext cx="574082" cy="7744"/>
            </a:xfrm>
            <a:custGeom>
              <a:avLst/>
              <a:pathLst>
                <a:path w="574082" h="7744">
                  <a:moveTo>
                    <a:pt x="0" y="0"/>
                  </a:moveTo>
                  <a:lnTo>
                    <a:pt x="574082" y="77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3585896" y="4596429"/>
              <a:ext cx="557704" cy="46333"/>
            </a:xfrm>
            <a:custGeom>
              <a:avLst/>
              <a:pathLst>
                <a:path w="557704" h="46333">
                  <a:moveTo>
                    <a:pt x="0" y="46333"/>
                  </a:moveTo>
                  <a:lnTo>
                    <a:pt x="557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3585896" y="4157615"/>
              <a:ext cx="550508" cy="87492"/>
            </a:xfrm>
            <a:custGeom>
              <a:avLst/>
              <a:pathLst>
                <a:path w="550508" h="87492">
                  <a:moveTo>
                    <a:pt x="0" y="87492"/>
                  </a:moveTo>
                  <a:lnTo>
                    <a:pt x="5505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3585896" y="4567350"/>
              <a:ext cx="548840" cy="33922"/>
            </a:xfrm>
            <a:custGeom>
              <a:avLst/>
              <a:pathLst>
                <a:path w="548840" h="33922">
                  <a:moveTo>
                    <a:pt x="0" y="0"/>
                  </a:moveTo>
                  <a:lnTo>
                    <a:pt x="548840" y="339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3585896" y="4377680"/>
              <a:ext cx="607645" cy="30126"/>
            </a:xfrm>
            <a:custGeom>
              <a:avLst/>
              <a:pathLst>
                <a:path w="607645" h="30126">
                  <a:moveTo>
                    <a:pt x="0" y="30126"/>
                  </a:moveTo>
                  <a:lnTo>
                    <a:pt x="60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4113648" y="4584542"/>
              <a:ext cx="548077" cy="17148"/>
            </a:xfrm>
            <a:custGeom>
              <a:avLst/>
              <a:pathLst>
                <a:path w="548077" h="17148">
                  <a:moveTo>
                    <a:pt x="0" y="0"/>
                  </a:moveTo>
                  <a:lnTo>
                    <a:pt x="548077" y="171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3585896" y="4505783"/>
              <a:ext cx="528496" cy="14889"/>
            </a:xfrm>
            <a:custGeom>
              <a:avLst/>
              <a:pathLst>
                <a:path w="528496" h="14889">
                  <a:moveTo>
                    <a:pt x="0" y="0"/>
                  </a:moveTo>
                  <a:lnTo>
                    <a:pt x="528496" y="148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3585896" y="4224135"/>
              <a:ext cx="1844214" cy="319182"/>
            </a:xfrm>
            <a:custGeom>
              <a:avLst/>
              <a:pathLst>
                <a:path w="1844214" h="319182">
                  <a:moveTo>
                    <a:pt x="0" y="319182"/>
                  </a:moveTo>
                  <a:lnTo>
                    <a:pt x="780618" y="306795"/>
                  </a:lnTo>
                  <a:lnTo>
                    <a:pt x="1320332" y="302967"/>
                  </a:lnTo>
                  <a:lnTo>
                    <a:pt x="18442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3585896" y="4594640"/>
              <a:ext cx="568498" cy="34868"/>
            </a:xfrm>
            <a:custGeom>
              <a:avLst/>
              <a:pathLst>
                <a:path w="568498" h="34868">
                  <a:moveTo>
                    <a:pt x="0" y="0"/>
                  </a:moveTo>
                  <a:lnTo>
                    <a:pt x="568498" y="348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3585896" y="3910085"/>
              <a:ext cx="528827" cy="301431"/>
            </a:xfrm>
            <a:custGeom>
              <a:avLst/>
              <a:pathLst>
                <a:path w="528827" h="301431">
                  <a:moveTo>
                    <a:pt x="0" y="301431"/>
                  </a:moveTo>
                  <a:lnTo>
                    <a:pt x="528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3585896" y="4391580"/>
              <a:ext cx="1102455" cy="119169"/>
            </a:xfrm>
            <a:custGeom>
              <a:avLst/>
              <a:pathLst>
                <a:path w="1102455" h="119169">
                  <a:moveTo>
                    <a:pt x="0" y="119169"/>
                  </a:moveTo>
                  <a:lnTo>
                    <a:pt x="580012" y="109073"/>
                  </a:lnTo>
                  <a:lnTo>
                    <a:pt x="11024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3585896" y="4492774"/>
              <a:ext cx="1811999" cy="67972"/>
            </a:xfrm>
            <a:custGeom>
              <a:avLst/>
              <a:pathLst>
                <a:path w="1811999" h="67972">
                  <a:moveTo>
                    <a:pt x="0" y="29390"/>
                  </a:moveTo>
                  <a:lnTo>
                    <a:pt x="807411" y="67972"/>
                  </a:lnTo>
                  <a:lnTo>
                    <a:pt x="1358720" y="0"/>
                  </a:lnTo>
                  <a:lnTo>
                    <a:pt x="1811999" y="412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3585896" y="4488273"/>
              <a:ext cx="1827830" cy="47854"/>
            </a:xfrm>
            <a:custGeom>
              <a:avLst/>
              <a:pathLst>
                <a:path w="1827830" h="47854">
                  <a:moveTo>
                    <a:pt x="0" y="47854"/>
                  </a:moveTo>
                  <a:lnTo>
                    <a:pt x="203465" y="29937"/>
                  </a:lnTo>
                  <a:lnTo>
                    <a:pt x="836196" y="20621"/>
                  </a:lnTo>
                  <a:lnTo>
                    <a:pt x="1349555" y="0"/>
                  </a:lnTo>
                  <a:lnTo>
                    <a:pt x="1827830" y="299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3585896" y="4249060"/>
              <a:ext cx="830439" cy="18765"/>
            </a:xfrm>
            <a:custGeom>
              <a:avLst/>
              <a:pathLst>
                <a:path w="830439" h="18765">
                  <a:moveTo>
                    <a:pt x="0" y="18765"/>
                  </a:moveTo>
                  <a:lnTo>
                    <a:pt x="8304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3585896" y="4002838"/>
              <a:ext cx="872665" cy="265776"/>
            </a:xfrm>
            <a:custGeom>
              <a:avLst/>
              <a:pathLst>
                <a:path w="872665" h="265776">
                  <a:moveTo>
                    <a:pt x="0" y="265776"/>
                  </a:moveTo>
                  <a:lnTo>
                    <a:pt x="256713" y="230548"/>
                  </a:lnTo>
                  <a:lnTo>
                    <a:pt x="548878" y="185818"/>
                  </a:lnTo>
                  <a:lnTo>
                    <a:pt x="8726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3585896" y="4383014"/>
              <a:ext cx="1590356" cy="244019"/>
            </a:xfrm>
            <a:custGeom>
              <a:avLst/>
              <a:pathLst>
                <a:path w="1590356" h="244019">
                  <a:moveTo>
                    <a:pt x="0" y="0"/>
                  </a:moveTo>
                  <a:lnTo>
                    <a:pt x="1062156" y="244019"/>
                  </a:lnTo>
                  <a:lnTo>
                    <a:pt x="1590356" y="2007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3585896" y="4407039"/>
              <a:ext cx="1073670" cy="166716"/>
            </a:xfrm>
            <a:custGeom>
              <a:avLst/>
              <a:pathLst>
                <a:path w="1073670" h="166716">
                  <a:moveTo>
                    <a:pt x="0" y="166716"/>
                  </a:moveTo>
                  <a:lnTo>
                    <a:pt x="574153" y="0"/>
                  </a:lnTo>
                  <a:lnTo>
                    <a:pt x="1073670" y="940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rc1597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tx1598"/>
            <p:cNvSpPr/>
            <p:nvPr/>
          </p:nvSpPr>
          <p:spPr>
            <a:xfrm>
              <a:off x="3275953" y="442454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99" name="tx1599"/>
            <p:cNvSpPr/>
            <p:nvPr/>
          </p:nvSpPr>
          <p:spPr>
            <a:xfrm>
              <a:off x="3275953" y="3639060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600" name="tx1600"/>
            <p:cNvSpPr/>
            <p:nvPr/>
          </p:nvSpPr>
          <p:spPr>
            <a:xfrm>
              <a:off x="3213797" y="285073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01" name="tx1601"/>
            <p:cNvSpPr/>
            <p:nvPr/>
          </p:nvSpPr>
          <p:spPr>
            <a:xfrm>
              <a:off x="3213797" y="206383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602" name="pl1602"/>
            <p:cNvSpPr/>
            <p:nvPr/>
          </p:nvSpPr>
          <p:spPr>
            <a:xfrm>
              <a:off x="3365944" y="44662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3365944" y="36793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3365944" y="28924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3365944" y="21055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358589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489920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621250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tx1609"/>
            <p:cNvSpPr/>
            <p:nvPr/>
          </p:nvSpPr>
          <p:spPr>
            <a:xfrm>
              <a:off x="3554818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10" name="tx1610"/>
            <p:cNvSpPr/>
            <p:nvPr/>
          </p:nvSpPr>
          <p:spPr>
            <a:xfrm>
              <a:off x="4868122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611" name="tx1611"/>
            <p:cNvSpPr/>
            <p:nvPr/>
          </p:nvSpPr>
          <p:spPr>
            <a:xfrm>
              <a:off x="6150348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612" name="tx1612"/>
            <p:cNvSpPr/>
            <p:nvPr/>
          </p:nvSpPr>
          <p:spPr>
            <a:xfrm>
              <a:off x="4816294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613" name="tx1613"/>
            <p:cNvSpPr/>
            <p:nvPr/>
          </p:nvSpPr>
          <p:spPr>
            <a:xfrm rot="-5400000">
              <a:off x="2190774" y="3284579"/>
              <a:ext cx="177012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pTau181- Jucker (Z)</a:t>
              </a:r>
            </a:p>
          </p:txBody>
        </p:sp>
        <p:sp>
          <p:nvSpPr>
            <p:cNvPr id="1614" name="rc1614"/>
            <p:cNvSpPr/>
            <p:nvPr/>
          </p:nvSpPr>
          <p:spPr>
            <a:xfrm>
              <a:off x="7543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rc1615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7613389" y="4397136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7613389" y="3601942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7613389" y="2806749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7613389" y="2011556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781488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86208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942681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1023278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1103875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1184471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7613389" y="4794732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7613389" y="3999539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7613389" y="3204346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7613389" y="2409153"/>
              <a:ext cx="4432821" cy="0"/>
            </a:xfrm>
            <a:custGeom>
              <a:avLst/>
              <a:pathLst>
                <a:path w="4432821" h="0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821786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902383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982979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1063576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11441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rc1635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6" name="rc1636"/>
            <p:cNvSpPr/>
            <p:nvPr/>
          </p:nvSpPr>
          <p:spPr>
            <a:xfrm>
              <a:off x="8023320" y="4741719"/>
              <a:ext cx="138959" cy="5301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7" name="rc1637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8" name="rc1638"/>
            <p:cNvSpPr/>
            <p:nvPr/>
          </p:nvSpPr>
          <p:spPr>
            <a:xfrm>
              <a:off x="8301240" y="4741719"/>
              <a:ext cx="138959" cy="5301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0" name="rc1640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1" name="rc1641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3" name="rc1643"/>
            <p:cNvSpPr/>
            <p:nvPr/>
          </p:nvSpPr>
          <p:spPr>
            <a:xfrm>
              <a:off x="8996040" y="4768226"/>
              <a:ext cx="138959" cy="2650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4" name="rc1644"/>
            <p:cNvSpPr/>
            <p:nvPr/>
          </p:nvSpPr>
          <p:spPr>
            <a:xfrm>
              <a:off x="9135000" y="4741719"/>
              <a:ext cx="138959" cy="5301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9273960" y="4688706"/>
              <a:ext cx="138959" cy="10602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6" name="rc1646"/>
            <p:cNvSpPr/>
            <p:nvPr/>
          </p:nvSpPr>
          <p:spPr>
            <a:xfrm>
              <a:off x="9412920" y="4609187"/>
              <a:ext cx="138959" cy="18554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7" name="rc1647"/>
            <p:cNvSpPr/>
            <p:nvPr/>
          </p:nvSpPr>
          <p:spPr>
            <a:xfrm>
              <a:off x="9551880" y="4052552"/>
              <a:ext cx="138959" cy="74218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8" name="rc1648"/>
            <p:cNvSpPr/>
            <p:nvPr/>
          </p:nvSpPr>
          <p:spPr>
            <a:xfrm>
              <a:off x="9690840" y="2674217"/>
              <a:ext cx="138959" cy="212051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49" name="rc1649"/>
            <p:cNvSpPr/>
            <p:nvPr/>
          </p:nvSpPr>
          <p:spPr>
            <a:xfrm>
              <a:off x="9829799" y="1905530"/>
              <a:ext cx="13895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0" name="rc1650"/>
            <p:cNvSpPr/>
            <p:nvPr/>
          </p:nvSpPr>
          <p:spPr>
            <a:xfrm>
              <a:off x="9968759" y="3654955"/>
              <a:ext cx="138959" cy="113977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1" name="rc1651"/>
            <p:cNvSpPr/>
            <p:nvPr/>
          </p:nvSpPr>
          <p:spPr>
            <a:xfrm>
              <a:off x="10107719" y="4503161"/>
              <a:ext cx="138959" cy="29157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2" name="rc1652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4" name="rc1654"/>
            <p:cNvSpPr/>
            <p:nvPr/>
          </p:nvSpPr>
          <p:spPr>
            <a:xfrm>
              <a:off x="105245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5" name="rc1655"/>
            <p:cNvSpPr/>
            <p:nvPr/>
          </p:nvSpPr>
          <p:spPr>
            <a:xfrm>
              <a:off x="106635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6" name="rc1656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7" name="rc1657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8" name="rc1658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59" name="rc1659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0" name="rc1660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1" name="rc1661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2" name="rc1662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3" name="rc1663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4" name="rc1664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5" name="rc1665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6" name="rc1666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7" name="rc1667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8" name="rc1668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69" name="rc1669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0" name="rc1670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1" name="rc1671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2" name="rc1672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3" name="rc1673"/>
            <p:cNvSpPr/>
            <p:nvPr/>
          </p:nvSpPr>
          <p:spPr>
            <a:xfrm>
              <a:off x="92739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4" name="rc1674"/>
            <p:cNvSpPr/>
            <p:nvPr/>
          </p:nvSpPr>
          <p:spPr>
            <a:xfrm>
              <a:off x="94129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5" name="rc1675"/>
            <p:cNvSpPr/>
            <p:nvPr/>
          </p:nvSpPr>
          <p:spPr>
            <a:xfrm>
              <a:off x="95518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6" name="rc1676"/>
            <p:cNvSpPr/>
            <p:nvPr/>
          </p:nvSpPr>
          <p:spPr>
            <a:xfrm>
              <a:off x="96908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7" name="rc1677"/>
            <p:cNvSpPr/>
            <p:nvPr/>
          </p:nvSpPr>
          <p:spPr>
            <a:xfrm>
              <a:off x="98297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8" name="rc1678"/>
            <p:cNvSpPr/>
            <p:nvPr/>
          </p:nvSpPr>
          <p:spPr>
            <a:xfrm>
              <a:off x="99687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79" name="rc1679"/>
            <p:cNvSpPr/>
            <p:nvPr/>
          </p:nvSpPr>
          <p:spPr>
            <a:xfrm>
              <a:off x="10107719" y="4529668"/>
              <a:ext cx="138959" cy="265064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0" name="rc1680"/>
            <p:cNvSpPr/>
            <p:nvPr/>
          </p:nvSpPr>
          <p:spPr>
            <a:xfrm>
              <a:off x="10246679" y="4423642"/>
              <a:ext cx="138959" cy="37109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1" name="rc1681"/>
            <p:cNvSpPr/>
            <p:nvPr/>
          </p:nvSpPr>
          <p:spPr>
            <a:xfrm>
              <a:off x="10385639" y="4476655"/>
              <a:ext cx="138959" cy="31807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2" name="rc1682"/>
            <p:cNvSpPr/>
            <p:nvPr/>
          </p:nvSpPr>
          <p:spPr>
            <a:xfrm>
              <a:off x="10524599" y="4503161"/>
              <a:ext cx="138959" cy="29157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3" name="rc1683"/>
            <p:cNvSpPr/>
            <p:nvPr/>
          </p:nvSpPr>
          <p:spPr>
            <a:xfrm>
              <a:off x="10663559" y="4768226"/>
              <a:ext cx="138959" cy="2650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4" name="rc1684"/>
            <p:cNvSpPr/>
            <p:nvPr/>
          </p:nvSpPr>
          <p:spPr>
            <a:xfrm>
              <a:off x="10802519" y="4768226"/>
              <a:ext cx="138959" cy="2650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5" name="rc1685"/>
            <p:cNvSpPr/>
            <p:nvPr/>
          </p:nvSpPr>
          <p:spPr>
            <a:xfrm>
              <a:off x="10941479" y="4715213"/>
              <a:ext cx="138959" cy="79519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6" name="rc1686"/>
            <p:cNvSpPr/>
            <p:nvPr/>
          </p:nvSpPr>
          <p:spPr>
            <a:xfrm>
              <a:off x="11080439" y="4768226"/>
              <a:ext cx="138959" cy="2650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7" name="rc1687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8" name="rc1688"/>
            <p:cNvSpPr/>
            <p:nvPr/>
          </p:nvSpPr>
          <p:spPr>
            <a:xfrm>
              <a:off x="11358359" y="4768226"/>
              <a:ext cx="138959" cy="26506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89" name="rc1689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90" name="rc1690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1016038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92" name="pg1692"/>
            <p:cNvSpPr/>
            <p:nvPr/>
          </p:nvSpPr>
          <p:spPr>
            <a:xfrm>
              <a:off x="10193440" y="2313729"/>
              <a:ext cx="942074" cy="787324"/>
            </a:xfrm>
            <a:custGeom>
              <a:avLst/>
              <a:pathLst>
                <a:path w="942074" h="787324">
                  <a:moveTo>
                    <a:pt x="25146" y="787324"/>
                  </a:moveTo>
                  <a:lnTo>
                    <a:pt x="916928" y="787324"/>
                  </a:lnTo>
                  <a:lnTo>
                    <a:pt x="915916" y="787303"/>
                  </a:lnTo>
                  <a:lnTo>
                    <a:pt x="919959" y="787140"/>
                  </a:lnTo>
                  <a:lnTo>
                    <a:pt x="923924" y="786331"/>
                  </a:lnTo>
                  <a:lnTo>
                    <a:pt x="927708" y="784896"/>
                  </a:lnTo>
                  <a:lnTo>
                    <a:pt x="931213" y="782872"/>
                  </a:lnTo>
                  <a:lnTo>
                    <a:pt x="934347" y="780313"/>
                  </a:lnTo>
                  <a:lnTo>
                    <a:pt x="937031" y="777284"/>
                  </a:lnTo>
                  <a:lnTo>
                    <a:pt x="939194" y="773864"/>
                  </a:lnTo>
                  <a:lnTo>
                    <a:pt x="940780" y="770141"/>
                  </a:lnTo>
                  <a:lnTo>
                    <a:pt x="941748" y="766211"/>
                  </a:lnTo>
                  <a:lnTo>
                    <a:pt x="942074" y="762178"/>
                  </a:lnTo>
                  <a:lnTo>
                    <a:pt x="942074" y="25145"/>
                  </a:lnTo>
                  <a:lnTo>
                    <a:pt x="941748" y="21112"/>
                  </a:lnTo>
                  <a:lnTo>
                    <a:pt x="940780" y="17183"/>
                  </a:lnTo>
                  <a:lnTo>
                    <a:pt x="939194" y="13460"/>
                  </a:lnTo>
                  <a:lnTo>
                    <a:pt x="937031" y="10039"/>
                  </a:lnTo>
                  <a:lnTo>
                    <a:pt x="934347" y="7010"/>
                  </a:lnTo>
                  <a:lnTo>
                    <a:pt x="931213" y="4451"/>
                  </a:lnTo>
                  <a:lnTo>
                    <a:pt x="927708" y="2427"/>
                  </a:lnTo>
                  <a:lnTo>
                    <a:pt x="923924" y="992"/>
                  </a:lnTo>
                  <a:lnTo>
                    <a:pt x="919959" y="183"/>
                  </a:lnTo>
                  <a:lnTo>
                    <a:pt x="916928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762178"/>
                  </a:lnTo>
                  <a:lnTo>
                    <a:pt x="81" y="760154"/>
                  </a:lnTo>
                  <a:lnTo>
                    <a:pt x="81" y="764201"/>
                  </a:lnTo>
                  <a:lnTo>
                    <a:pt x="730" y="768195"/>
                  </a:lnTo>
                  <a:lnTo>
                    <a:pt x="2012" y="772034"/>
                  </a:lnTo>
                  <a:lnTo>
                    <a:pt x="3892" y="775617"/>
                  </a:lnTo>
                  <a:lnTo>
                    <a:pt x="6323" y="778852"/>
                  </a:lnTo>
                  <a:lnTo>
                    <a:pt x="9242" y="781656"/>
                  </a:lnTo>
                  <a:lnTo>
                    <a:pt x="12573" y="783955"/>
                  </a:lnTo>
                  <a:lnTo>
                    <a:pt x="16229" y="785690"/>
                  </a:lnTo>
                  <a:lnTo>
                    <a:pt x="20116" y="786815"/>
                  </a:lnTo>
                  <a:lnTo>
                    <a:pt x="24133" y="787303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tx1693"/>
            <p:cNvSpPr/>
            <p:nvPr/>
          </p:nvSpPr>
          <p:spPr>
            <a:xfrm>
              <a:off x="10235350" y="2324534"/>
              <a:ext cx="70661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0.41 Z/year</a:t>
              </a:r>
            </a:p>
          </p:txBody>
        </p:sp>
        <p:sp>
          <p:nvSpPr>
            <p:cNvPr id="1694" name="tx1694"/>
            <p:cNvSpPr/>
            <p:nvPr/>
          </p:nvSpPr>
          <p:spPr>
            <a:xfrm>
              <a:off x="10235350" y="2554693"/>
              <a:ext cx="656208" cy="102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-0.224</a:t>
              </a:r>
            </a:p>
          </p:txBody>
        </p:sp>
        <p:sp>
          <p:nvSpPr>
            <p:cNvPr id="1695" name="tx1695"/>
            <p:cNvSpPr/>
            <p:nvPr/>
          </p:nvSpPr>
          <p:spPr>
            <a:xfrm>
              <a:off x="10235350" y="2728166"/>
              <a:ext cx="858254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0.65</a:t>
              </a:r>
            </a:p>
          </p:txBody>
        </p:sp>
        <p:sp>
          <p:nvSpPr>
            <p:cNvPr id="1696" name="tx1696"/>
            <p:cNvSpPr/>
            <p:nvPr/>
          </p:nvSpPr>
          <p:spPr>
            <a:xfrm>
              <a:off x="10235350" y="2930971"/>
              <a:ext cx="772920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0.94</a:t>
              </a:r>
            </a:p>
          </p:txBody>
        </p:sp>
        <p:sp>
          <p:nvSpPr>
            <p:cNvPr id="1697" name="pg1697"/>
            <p:cNvSpPr/>
            <p:nvPr/>
          </p:nvSpPr>
          <p:spPr>
            <a:xfrm>
              <a:off x="7814880" y="2140447"/>
              <a:ext cx="4029838" cy="2654285"/>
            </a:xfrm>
            <a:custGeom>
              <a:avLst/>
              <a:pathLst>
                <a:path w="4029838" h="2654285">
                  <a:moveTo>
                    <a:pt x="0" y="2653920"/>
                  </a:moveTo>
                  <a:lnTo>
                    <a:pt x="7886" y="2653792"/>
                  </a:lnTo>
                  <a:lnTo>
                    <a:pt x="15772" y="2653626"/>
                  </a:lnTo>
                  <a:lnTo>
                    <a:pt x="23658" y="2653415"/>
                  </a:lnTo>
                  <a:lnTo>
                    <a:pt x="31544" y="2653149"/>
                  </a:lnTo>
                  <a:lnTo>
                    <a:pt x="39430" y="2652807"/>
                  </a:lnTo>
                  <a:lnTo>
                    <a:pt x="47317" y="2652380"/>
                  </a:lnTo>
                  <a:lnTo>
                    <a:pt x="55203" y="2651859"/>
                  </a:lnTo>
                  <a:lnTo>
                    <a:pt x="63089" y="2651230"/>
                  </a:lnTo>
                  <a:lnTo>
                    <a:pt x="70975" y="2650482"/>
                  </a:lnTo>
                  <a:lnTo>
                    <a:pt x="78861" y="2649602"/>
                  </a:lnTo>
                  <a:lnTo>
                    <a:pt x="86747" y="2648578"/>
                  </a:lnTo>
                  <a:lnTo>
                    <a:pt x="94634" y="2647400"/>
                  </a:lnTo>
                  <a:lnTo>
                    <a:pt x="102520" y="2646037"/>
                  </a:lnTo>
                  <a:lnTo>
                    <a:pt x="110406" y="2644514"/>
                  </a:lnTo>
                  <a:lnTo>
                    <a:pt x="118292" y="2642835"/>
                  </a:lnTo>
                  <a:lnTo>
                    <a:pt x="126178" y="2641008"/>
                  </a:lnTo>
                  <a:lnTo>
                    <a:pt x="134065" y="2639050"/>
                  </a:lnTo>
                  <a:lnTo>
                    <a:pt x="141951" y="2636979"/>
                  </a:lnTo>
                  <a:lnTo>
                    <a:pt x="149837" y="2634822"/>
                  </a:lnTo>
                  <a:lnTo>
                    <a:pt x="157723" y="2632611"/>
                  </a:lnTo>
                  <a:lnTo>
                    <a:pt x="165609" y="2630396"/>
                  </a:lnTo>
                  <a:lnTo>
                    <a:pt x="173495" y="2628226"/>
                  </a:lnTo>
                  <a:lnTo>
                    <a:pt x="181382" y="2626146"/>
                  </a:lnTo>
                  <a:lnTo>
                    <a:pt x="189268" y="2624204"/>
                  </a:lnTo>
                  <a:lnTo>
                    <a:pt x="197154" y="2622445"/>
                  </a:lnTo>
                  <a:lnTo>
                    <a:pt x="205040" y="2620914"/>
                  </a:lnTo>
                  <a:lnTo>
                    <a:pt x="212926" y="2619649"/>
                  </a:lnTo>
                  <a:lnTo>
                    <a:pt x="220813" y="2618740"/>
                  </a:lnTo>
                  <a:lnTo>
                    <a:pt x="228699" y="2618173"/>
                  </a:lnTo>
                  <a:lnTo>
                    <a:pt x="236585" y="2617955"/>
                  </a:lnTo>
                  <a:lnTo>
                    <a:pt x="244471" y="2618087"/>
                  </a:lnTo>
                  <a:lnTo>
                    <a:pt x="252357" y="2618565"/>
                  </a:lnTo>
                  <a:lnTo>
                    <a:pt x="260243" y="2619370"/>
                  </a:lnTo>
                  <a:lnTo>
                    <a:pt x="268130" y="2620480"/>
                  </a:lnTo>
                  <a:lnTo>
                    <a:pt x="276016" y="2621870"/>
                  </a:lnTo>
                  <a:lnTo>
                    <a:pt x="283902" y="2623503"/>
                  </a:lnTo>
                  <a:lnTo>
                    <a:pt x="291788" y="2625295"/>
                  </a:lnTo>
                  <a:lnTo>
                    <a:pt x="299674" y="2627193"/>
                  </a:lnTo>
                  <a:lnTo>
                    <a:pt x="307561" y="2629144"/>
                  </a:lnTo>
                  <a:lnTo>
                    <a:pt x="315447" y="2631094"/>
                  </a:lnTo>
                  <a:lnTo>
                    <a:pt x="323333" y="2632993"/>
                  </a:lnTo>
                  <a:lnTo>
                    <a:pt x="331219" y="2634791"/>
                  </a:lnTo>
                  <a:lnTo>
                    <a:pt x="339105" y="2636422"/>
                  </a:lnTo>
                  <a:lnTo>
                    <a:pt x="346991" y="2637848"/>
                  </a:lnTo>
                  <a:lnTo>
                    <a:pt x="354878" y="2639050"/>
                  </a:lnTo>
                  <a:lnTo>
                    <a:pt x="362764" y="2640007"/>
                  </a:lnTo>
                  <a:lnTo>
                    <a:pt x="370650" y="2640705"/>
                  </a:lnTo>
                  <a:lnTo>
                    <a:pt x="378536" y="2641136"/>
                  </a:lnTo>
                  <a:lnTo>
                    <a:pt x="386422" y="2641299"/>
                  </a:lnTo>
                  <a:lnTo>
                    <a:pt x="394309" y="2641197"/>
                  </a:lnTo>
                  <a:lnTo>
                    <a:pt x="402195" y="2640806"/>
                  </a:lnTo>
                  <a:lnTo>
                    <a:pt x="410081" y="2640189"/>
                  </a:lnTo>
                  <a:lnTo>
                    <a:pt x="417967" y="2639371"/>
                  </a:lnTo>
                  <a:lnTo>
                    <a:pt x="425853" y="2638377"/>
                  </a:lnTo>
                  <a:lnTo>
                    <a:pt x="433739" y="2637239"/>
                  </a:lnTo>
                  <a:lnTo>
                    <a:pt x="441626" y="2635985"/>
                  </a:lnTo>
                  <a:lnTo>
                    <a:pt x="449512" y="2634650"/>
                  </a:lnTo>
                  <a:lnTo>
                    <a:pt x="457398" y="2633265"/>
                  </a:lnTo>
                  <a:lnTo>
                    <a:pt x="465284" y="2631874"/>
                  </a:lnTo>
                  <a:lnTo>
                    <a:pt x="473170" y="2630510"/>
                  </a:lnTo>
                  <a:lnTo>
                    <a:pt x="481056" y="2629204"/>
                  </a:lnTo>
                  <a:lnTo>
                    <a:pt x="488943" y="2627982"/>
                  </a:lnTo>
                  <a:lnTo>
                    <a:pt x="496829" y="2626867"/>
                  </a:lnTo>
                  <a:lnTo>
                    <a:pt x="504715" y="2625882"/>
                  </a:lnTo>
                  <a:lnTo>
                    <a:pt x="512601" y="2625046"/>
                  </a:lnTo>
                  <a:lnTo>
                    <a:pt x="520487" y="2624399"/>
                  </a:lnTo>
                  <a:lnTo>
                    <a:pt x="528374" y="2623938"/>
                  </a:lnTo>
                  <a:lnTo>
                    <a:pt x="536260" y="2623664"/>
                  </a:lnTo>
                  <a:lnTo>
                    <a:pt x="544146" y="2623582"/>
                  </a:lnTo>
                  <a:lnTo>
                    <a:pt x="552032" y="2623694"/>
                  </a:lnTo>
                  <a:lnTo>
                    <a:pt x="559918" y="2623999"/>
                  </a:lnTo>
                  <a:lnTo>
                    <a:pt x="567804" y="2624495"/>
                  </a:lnTo>
                  <a:lnTo>
                    <a:pt x="575691" y="2625181"/>
                  </a:lnTo>
                  <a:lnTo>
                    <a:pt x="583577" y="2626065"/>
                  </a:lnTo>
                  <a:lnTo>
                    <a:pt x="591463" y="2627106"/>
                  </a:lnTo>
                  <a:lnTo>
                    <a:pt x="599349" y="2628290"/>
                  </a:lnTo>
                  <a:lnTo>
                    <a:pt x="607235" y="2629600"/>
                  </a:lnTo>
                  <a:lnTo>
                    <a:pt x="615122" y="2631016"/>
                  </a:lnTo>
                  <a:lnTo>
                    <a:pt x="623008" y="2632518"/>
                  </a:lnTo>
                  <a:lnTo>
                    <a:pt x="630894" y="2634084"/>
                  </a:lnTo>
                  <a:lnTo>
                    <a:pt x="638780" y="2635692"/>
                  </a:lnTo>
                  <a:lnTo>
                    <a:pt x="646666" y="2637312"/>
                  </a:lnTo>
                  <a:lnTo>
                    <a:pt x="654552" y="2638920"/>
                  </a:lnTo>
                  <a:lnTo>
                    <a:pt x="662439" y="2640494"/>
                  </a:lnTo>
                  <a:lnTo>
                    <a:pt x="670325" y="2642017"/>
                  </a:lnTo>
                  <a:lnTo>
                    <a:pt x="678211" y="2643472"/>
                  </a:lnTo>
                  <a:lnTo>
                    <a:pt x="686097" y="2644845"/>
                  </a:lnTo>
                  <a:lnTo>
                    <a:pt x="693983" y="2646124"/>
                  </a:lnTo>
                  <a:lnTo>
                    <a:pt x="701870" y="2647283"/>
                  </a:lnTo>
                  <a:lnTo>
                    <a:pt x="709756" y="2648335"/>
                  </a:lnTo>
                  <a:lnTo>
                    <a:pt x="717642" y="2649278"/>
                  </a:lnTo>
                  <a:lnTo>
                    <a:pt x="725528" y="2650114"/>
                  </a:lnTo>
                  <a:lnTo>
                    <a:pt x="733414" y="2650847"/>
                  </a:lnTo>
                  <a:lnTo>
                    <a:pt x="741300" y="2651482"/>
                  </a:lnTo>
                  <a:lnTo>
                    <a:pt x="749187" y="2652025"/>
                  </a:lnTo>
                  <a:lnTo>
                    <a:pt x="757073" y="2652478"/>
                  </a:lnTo>
                  <a:lnTo>
                    <a:pt x="764959" y="2652850"/>
                  </a:lnTo>
                  <a:lnTo>
                    <a:pt x="772845" y="2653158"/>
                  </a:lnTo>
                  <a:lnTo>
                    <a:pt x="780731" y="2653409"/>
                  </a:lnTo>
                  <a:lnTo>
                    <a:pt x="788618" y="2653613"/>
                  </a:lnTo>
                  <a:lnTo>
                    <a:pt x="796504" y="2653775"/>
                  </a:lnTo>
                  <a:lnTo>
                    <a:pt x="804390" y="2653903"/>
                  </a:lnTo>
                  <a:lnTo>
                    <a:pt x="812276" y="2654002"/>
                  </a:lnTo>
                  <a:lnTo>
                    <a:pt x="820162" y="2654076"/>
                  </a:lnTo>
                  <a:lnTo>
                    <a:pt x="828048" y="2654132"/>
                  </a:lnTo>
                  <a:lnTo>
                    <a:pt x="835935" y="2654174"/>
                  </a:lnTo>
                  <a:lnTo>
                    <a:pt x="843821" y="2654206"/>
                  </a:lnTo>
                  <a:lnTo>
                    <a:pt x="851707" y="2654229"/>
                  </a:lnTo>
                  <a:lnTo>
                    <a:pt x="859593" y="2654246"/>
                  </a:lnTo>
                  <a:lnTo>
                    <a:pt x="867479" y="2654258"/>
                  </a:lnTo>
                  <a:lnTo>
                    <a:pt x="875366" y="2654267"/>
                  </a:lnTo>
                  <a:lnTo>
                    <a:pt x="883252" y="2654272"/>
                  </a:lnTo>
                  <a:lnTo>
                    <a:pt x="891138" y="2654276"/>
                  </a:lnTo>
                  <a:lnTo>
                    <a:pt x="899024" y="2654279"/>
                  </a:lnTo>
                  <a:lnTo>
                    <a:pt x="906910" y="2654280"/>
                  </a:lnTo>
                  <a:lnTo>
                    <a:pt x="914796" y="2654281"/>
                  </a:lnTo>
                  <a:lnTo>
                    <a:pt x="922683" y="2654282"/>
                  </a:lnTo>
                  <a:lnTo>
                    <a:pt x="930569" y="2654281"/>
                  </a:lnTo>
                  <a:lnTo>
                    <a:pt x="938455" y="2654280"/>
                  </a:lnTo>
                  <a:lnTo>
                    <a:pt x="946341" y="2654278"/>
                  </a:lnTo>
                  <a:lnTo>
                    <a:pt x="954227" y="2654275"/>
                  </a:lnTo>
                  <a:lnTo>
                    <a:pt x="962113" y="2654270"/>
                  </a:lnTo>
                  <a:lnTo>
                    <a:pt x="970000" y="2654263"/>
                  </a:lnTo>
                  <a:lnTo>
                    <a:pt x="977886" y="2654253"/>
                  </a:lnTo>
                  <a:lnTo>
                    <a:pt x="985772" y="2654239"/>
                  </a:lnTo>
                  <a:lnTo>
                    <a:pt x="993658" y="2654220"/>
                  </a:lnTo>
                  <a:lnTo>
                    <a:pt x="1001544" y="2654193"/>
                  </a:lnTo>
                  <a:lnTo>
                    <a:pt x="1009431" y="2654156"/>
                  </a:lnTo>
                  <a:lnTo>
                    <a:pt x="1017317" y="2654107"/>
                  </a:lnTo>
                  <a:lnTo>
                    <a:pt x="1025203" y="2654042"/>
                  </a:lnTo>
                  <a:lnTo>
                    <a:pt x="1033089" y="2653958"/>
                  </a:lnTo>
                  <a:lnTo>
                    <a:pt x="1040975" y="2653850"/>
                  </a:lnTo>
                  <a:lnTo>
                    <a:pt x="1048861" y="2653713"/>
                  </a:lnTo>
                  <a:lnTo>
                    <a:pt x="1056748" y="2653539"/>
                  </a:lnTo>
                  <a:lnTo>
                    <a:pt x="1064634" y="2653317"/>
                  </a:lnTo>
                  <a:lnTo>
                    <a:pt x="1072520" y="2653044"/>
                  </a:lnTo>
                  <a:lnTo>
                    <a:pt x="1080406" y="2652713"/>
                  </a:lnTo>
                  <a:lnTo>
                    <a:pt x="1088292" y="2652317"/>
                  </a:lnTo>
                  <a:lnTo>
                    <a:pt x="1096179" y="2651848"/>
                  </a:lnTo>
                  <a:lnTo>
                    <a:pt x="1104065" y="2651302"/>
                  </a:lnTo>
                  <a:lnTo>
                    <a:pt x="1111951" y="2650671"/>
                  </a:lnTo>
                  <a:lnTo>
                    <a:pt x="1119837" y="2649941"/>
                  </a:lnTo>
                  <a:lnTo>
                    <a:pt x="1127723" y="2649116"/>
                  </a:lnTo>
                  <a:lnTo>
                    <a:pt x="1135609" y="2648202"/>
                  </a:lnTo>
                  <a:lnTo>
                    <a:pt x="1143496" y="2647203"/>
                  </a:lnTo>
                  <a:lnTo>
                    <a:pt x="1151382" y="2646124"/>
                  </a:lnTo>
                  <a:lnTo>
                    <a:pt x="1159268" y="2644975"/>
                  </a:lnTo>
                  <a:lnTo>
                    <a:pt x="1167154" y="2643766"/>
                  </a:lnTo>
                  <a:lnTo>
                    <a:pt x="1175040" y="2642512"/>
                  </a:lnTo>
                  <a:lnTo>
                    <a:pt x="1182927" y="2641227"/>
                  </a:lnTo>
                  <a:lnTo>
                    <a:pt x="1190813" y="2639935"/>
                  </a:lnTo>
                  <a:lnTo>
                    <a:pt x="1198699" y="2638653"/>
                  </a:lnTo>
                  <a:lnTo>
                    <a:pt x="1206585" y="2637395"/>
                  </a:lnTo>
                  <a:lnTo>
                    <a:pt x="1214471" y="2636173"/>
                  </a:lnTo>
                  <a:lnTo>
                    <a:pt x="1222357" y="2634997"/>
                  </a:lnTo>
                  <a:lnTo>
                    <a:pt x="1230244" y="2633871"/>
                  </a:lnTo>
                  <a:lnTo>
                    <a:pt x="1238130" y="2632801"/>
                  </a:lnTo>
                  <a:lnTo>
                    <a:pt x="1246016" y="2631777"/>
                  </a:lnTo>
                  <a:lnTo>
                    <a:pt x="1253902" y="2630780"/>
                  </a:lnTo>
                  <a:lnTo>
                    <a:pt x="1261788" y="2629791"/>
                  </a:lnTo>
                  <a:lnTo>
                    <a:pt x="1269675" y="2628787"/>
                  </a:lnTo>
                  <a:lnTo>
                    <a:pt x="1277561" y="2627742"/>
                  </a:lnTo>
                  <a:lnTo>
                    <a:pt x="1285447" y="2626628"/>
                  </a:lnTo>
                  <a:lnTo>
                    <a:pt x="1293333" y="2625415"/>
                  </a:lnTo>
                  <a:lnTo>
                    <a:pt x="1301219" y="2624052"/>
                  </a:lnTo>
                  <a:lnTo>
                    <a:pt x="1309105" y="2622527"/>
                  </a:lnTo>
                  <a:lnTo>
                    <a:pt x="1316992" y="2620828"/>
                  </a:lnTo>
                  <a:lnTo>
                    <a:pt x="1324878" y="2618945"/>
                  </a:lnTo>
                  <a:lnTo>
                    <a:pt x="1332764" y="2616876"/>
                  </a:lnTo>
                  <a:lnTo>
                    <a:pt x="1340650" y="2614628"/>
                  </a:lnTo>
                  <a:lnTo>
                    <a:pt x="1348536" y="2612213"/>
                  </a:lnTo>
                  <a:lnTo>
                    <a:pt x="1356423" y="2609649"/>
                  </a:lnTo>
                  <a:lnTo>
                    <a:pt x="1364309" y="2606959"/>
                  </a:lnTo>
                  <a:lnTo>
                    <a:pt x="1372195" y="2604198"/>
                  </a:lnTo>
                  <a:lnTo>
                    <a:pt x="1380081" y="2601399"/>
                  </a:lnTo>
                  <a:lnTo>
                    <a:pt x="1387967" y="2598596"/>
                  </a:lnTo>
                  <a:lnTo>
                    <a:pt x="1395853" y="2595817"/>
                  </a:lnTo>
                  <a:lnTo>
                    <a:pt x="1403740" y="2593089"/>
                  </a:lnTo>
                  <a:lnTo>
                    <a:pt x="1411626" y="2590427"/>
                  </a:lnTo>
                  <a:lnTo>
                    <a:pt x="1419512" y="2587850"/>
                  </a:lnTo>
                  <a:lnTo>
                    <a:pt x="1427398" y="2585349"/>
                  </a:lnTo>
                  <a:lnTo>
                    <a:pt x="1435284" y="2582902"/>
                  </a:lnTo>
                  <a:lnTo>
                    <a:pt x="1443170" y="2580483"/>
                  </a:lnTo>
                  <a:lnTo>
                    <a:pt x="1451057" y="2578060"/>
                  </a:lnTo>
                  <a:lnTo>
                    <a:pt x="1458943" y="2575594"/>
                  </a:lnTo>
                  <a:lnTo>
                    <a:pt x="1466829" y="2573043"/>
                  </a:lnTo>
                  <a:lnTo>
                    <a:pt x="1474715" y="2570361"/>
                  </a:lnTo>
                  <a:lnTo>
                    <a:pt x="1482601" y="2567465"/>
                  </a:lnTo>
                  <a:lnTo>
                    <a:pt x="1490488" y="2564338"/>
                  </a:lnTo>
                  <a:lnTo>
                    <a:pt x="1498374" y="2560948"/>
                  </a:lnTo>
                  <a:lnTo>
                    <a:pt x="1506260" y="2557271"/>
                  </a:lnTo>
                  <a:lnTo>
                    <a:pt x="1514146" y="2553289"/>
                  </a:lnTo>
                  <a:lnTo>
                    <a:pt x="1522032" y="2548990"/>
                  </a:lnTo>
                  <a:lnTo>
                    <a:pt x="1529918" y="2544371"/>
                  </a:lnTo>
                  <a:lnTo>
                    <a:pt x="1537805" y="2539412"/>
                  </a:lnTo>
                  <a:lnTo>
                    <a:pt x="1545691" y="2534109"/>
                  </a:lnTo>
                  <a:lnTo>
                    <a:pt x="1553577" y="2528505"/>
                  </a:lnTo>
                  <a:lnTo>
                    <a:pt x="1561463" y="2522603"/>
                  </a:lnTo>
                  <a:lnTo>
                    <a:pt x="1569349" y="2516403"/>
                  </a:lnTo>
                  <a:lnTo>
                    <a:pt x="1577236" y="2509898"/>
                  </a:lnTo>
                  <a:lnTo>
                    <a:pt x="1585122" y="2503070"/>
                  </a:lnTo>
                  <a:lnTo>
                    <a:pt x="1593008" y="2495892"/>
                  </a:lnTo>
                  <a:lnTo>
                    <a:pt x="1600894" y="2488258"/>
                  </a:lnTo>
                  <a:lnTo>
                    <a:pt x="1608780" y="2480136"/>
                  </a:lnTo>
                  <a:lnTo>
                    <a:pt x="1616666" y="2471470"/>
                  </a:lnTo>
                  <a:lnTo>
                    <a:pt x="1624553" y="2462175"/>
                  </a:lnTo>
                  <a:lnTo>
                    <a:pt x="1632439" y="2452162"/>
                  </a:lnTo>
                  <a:lnTo>
                    <a:pt x="1640325" y="2441335"/>
                  </a:lnTo>
                  <a:lnTo>
                    <a:pt x="1648211" y="2429598"/>
                  </a:lnTo>
                  <a:lnTo>
                    <a:pt x="1656097" y="2416820"/>
                  </a:lnTo>
                  <a:lnTo>
                    <a:pt x="1663984" y="2402761"/>
                  </a:lnTo>
                  <a:lnTo>
                    <a:pt x="1671870" y="2387499"/>
                  </a:lnTo>
                  <a:lnTo>
                    <a:pt x="1679756" y="2370975"/>
                  </a:lnTo>
                  <a:lnTo>
                    <a:pt x="1687642" y="2353151"/>
                  </a:lnTo>
                  <a:lnTo>
                    <a:pt x="1695528" y="2334005"/>
                  </a:lnTo>
                  <a:lnTo>
                    <a:pt x="1703414" y="2313531"/>
                  </a:lnTo>
                  <a:lnTo>
                    <a:pt x="1711301" y="2291744"/>
                  </a:lnTo>
                  <a:lnTo>
                    <a:pt x="1719187" y="2268548"/>
                  </a:lnTo>
                  <a:lnTo>
                    <a:pt x="1727073" y="2244029"/>
                  </a:lnTo>
                  <a:lnTo>
                    <a:pt x="1734959" y="2218333"/>
                  </a:lnTo>
                  <a:lnTo>
                    <a:pt x="1742845" y="2191498"/>
                  </a:lnTo>
                  <a:lnTo>
                    <a:pt x="1750732" y="2163551"/>
                  </a:lnTo>
                  <a:lnTo>
                    <a:pt x="1758618" y="2134500"/>
                  </a:lnTo>
                  <a:lnTo>
                    <a:pt x="1766504" y="2104322"/>
                  </a:lnTo>
                  <a:lnTo>
                    <a:pt x="1774390" y="2072966"/>
                  </a:lnTo>
                  <a:lnTo>
                    <a:pt x="1782276" y="2040088"/>
                  </a:lnTo>
                  <a:lnTo>
                    <a:pt x="1790162" y="2005704"/>
                  </a:lnTo>
                  <a:lnTo>
                    <a:pt x="1798049" y="1969613"/>
                  </a:lnTo>
                  <a:lnTo>
                    <a:pt x="1805935" y="1931565"/>
                  </a:lnTo>
                  <a:lnTo>
                    <a:pt x="1813821" y="1891275"/>
                  </a:lnTo>
                  <a:lnTo>
                    <a:pt x="1821707" y="1848433"/>
                  </a:lnTo>
                  <a:lnTo>
                    <a:pt x="1829593" y="1802713"/>
                  </a:lnTo>
                  <a:lnTo>
                    <a:pt x="1837479" y="1753568"/>
                  </a:lnTo>
                  <a:lnTo>
                    <a:pt x="1845366" y="1700393"/>
                  </a:lnTo>
                  <a:lnTo>
                    <a:pt x="1853252" y="1643310"/>
                  </a:lnTo>
                  <a:lnTo>
                    <a:pt x="1861138" y="1582125"/>
                  </a:lnTo>
                  <a:lnTo>
                    <a:pt x="1869024" y="1516714"/>
                  </a:lnTo>
                  <a:lnTo>
                    <a:pt x="1876910" y="1447041"/>
                  </a:lnTo>
                  <a:lnTo>
                    <a:pt x="1884797" y="1373168"/>
                  </a:lnTo>
                  <a:lnTo>
                    <a:pt x="1892683" y="1295262"/>
                  </a:lnTo>
                  <a:lnTo>
                    <a:pt x="1900569" y="1213198"/>
                  </a:lnTo>
                  <a:lnTo>
                    <a:pt x="1908455" y="1127845"/>
                  </a:lnTo>
                  <a:lnTo>
                    <a:pt x="1916341" y="1039986"/>
                  </a:lnTo>
                  <a:lnTo>
                    <a:pt x="1924227" y="950319"/>
                  </a:lnTo>
                  <a:lnTo>
                    <a:pt x="1932114" y="859632"/>
                  </a:lnTo>
                  <a:lnTo>
                    <a:pt x="1940000" y="768785"/>
                  </a:lnTo>
                  <a:lnTo>
                    <a:pt x="1947886" y="678695"/>
                  </a:lnTo>
                  <a:lnTo>
                    <a:pt x="1955772" y="590375"/>
                  </a:lnTo>
                  <a:lnTo>
                    <a:pt x="1963658" y="505429"/>
                  </a:lnTo>
                  <a:lnTo>
                    <a:pt x="1971545" y="424526"/>
                  </a:lnTo>
                  <a:lnTo>
                    <a:pt x="1979431" y="348558"/>
                  </a:lnTo>
                  <a:lnTo>
                    <a:pt x="1987317" y="278352"/>
                  </a:lnTo>
                  <a:lnTo>
                    <a:pt x="1995203" y="214657"/>
                  </a:lnTo>
                  <a:lnTo>
                    <a:pt x="2003089" y="158129"/>
                  </a:lnTo>
                  <a:lnTo>
                    <a:pt x="2010975" y="109327"/>
                  </a:lnTo>
                  <a:lnTo>
                    <a:pt x="2018862" y="69464"/>
                  </a:lnTo>
                  <a:lnTo>
                    <a:pt x="2026748" y="38936"/>
                  </a:lnTo>
                  <a:lnTo>
                    <a:pt x="2034634" y="17162"/>
                  </a:lnTo>
                  <a:lnTo>
                    <a:pt x="2042520" y="4195"/>
                  </a:lnTo>
                  <a:lnTo>
                    <a:pt x="2050406" y="0"/>
                  </a:lnTo>
                  <a:lnTo>
                    <a:pt x="2058293" y="4459"/>
                  </a:lnTo>
                  <a:lnTo>
                    <a:pt x="2066179" y="17386"/>
                  </a:lnTo>
                  <a:lnTo>
                    <a:pt x="2074065" y="38531"/>
                  </a:lnTo>
                  <a:lnTo>
                    <a:pt x="2081951" y="68758"/>
                  </a:lnTo>
                  <a:lnTo>
                    <a:pt x="2089837" y="106529"/>
                  </a:lnTo>
                  <a:lnTo>
                    <a:pt x="2097723" y="151275"/>
                  </a:lnTo>
                  <a:lnTo>
                    <a:pt x="2105610" y="202555"/>
                  </a:lnTo>
                  <a:lnTo>
                    <a:pt x="2113496" y="259904"/>
                  </a:lnTo>
                  <a:lnTo>
                    <a:pt x="2121382" y="322834"/>
                  </a:lnTo>
                  <a:lnTo>
                    <a:pt x="2129268" y="390833"/>
                  </a:lnTo>
                  <a:lnTo>
                    <a:pt x="2137154" y="463557"/>
                  </a:lnTo>
                  <a:lnTo>
                    <a:pt x="2145041" y="540606"/>
                  </a:lnTo>
                  <a:lnTo>
                    <a:pt x="2152927" y="620815"/>
                  </a:lnTo>
                  <a:lnTo>
                    <a:pt x="2160813" y="703593"/>
                  </a:lnTo>
                  <a:lnTo>
                    <a:pt x="2168699" y="788340"/>
                  </a:lnTo>
                  <a:lnTo>
                    <a:pt x="2176585" y="874454"/>
                  </a:lnTo>
                  <a:lnTo>
                    <a:pt x="2184471" y="961336"/>
                  </a:lnTo>
                  <a:lnTo>
                    <a:pt x="2192358" y="1048397"/>
                  </a:lnTo>
                  <a:lnTo>
                    <a:pt x="2200244" y="1134933"/>
                  </a:lnTo>
                  <a:lnTo>
                    <a:pt x="2208130" y="1220287"/>
                  </a:lnTo>
                  <a:lnTo>
                    <a:pt x="2216016" y="1304014"/>
                  </a:lnTo>
                  <a:lnTo>
                    <a:pt x="2223902" y="1385689"/>
                  </a:lnTo>
                  <a:lnTo>
                    <a:pt x="2231789" y="1464942"/>
                  </a:lnTo>
                  <a:lnTo>
                    <a:pt x="2239675" y="1541465"/>
                  </a:lnTo>
                  <a:lnTo>
                    <a:pt x="2247561" y="1615014"/>
                  </a:lnTo>
                  <a:lnTo>
                    <a:pt x="2255447" y="1685379"/>
                  </a:lnTo>
                  <a:lnTo>
                    <a:pt x="2263333" y="1751914"/>
                  </a:lnTo>
                  <a:lnTo>
                    <a:pt x="2271219" y="1815148"/>
                  </a:lnTo>
                  <a:lnTo>
                    <a:pt x="2279106" y="1875126"/>
                  </a:lnTo>
                  <a:lnTo>
                    <a:pt x="2286992" y="1931934"/>
                  </a:lnTo>
                  <a:lnTo>
                    <a:pt x="2294878" y="1985693"/>
                  </a:lnTo>
                  <a:lnTo>
                    <a:pt x="2302764" y="2036548"/>
                  </a:lnTo>
                  <a:lnTo>
                    <a:pt x="2310650" y="2084660"/>
                  </a:lnTo>
                  <a:lnTo>
                    <a:pt x="2318536" y="2130014"/>
                  </a:lnTo>
                  <a:lnTo>
                    <a:pt x="2326423" y="2172767"/>
                  </a:lnTo>
                  <a:lnTo>
                    <a:pt x="2334309" y="2213316"/>
                  </a:lnTo>
                  <a:lnTo>
                    <a:pt x="2342195" y="2251781"/>
                  </a:lnTo>
                  <a:lnTo>
                    <a:pt x="2350081" y="2288259"/>
                  </a:lnTo>
                  <a:lnTo>
                    <a:pt x="2357967" y="2322824"/>
                  </a:lnTo>
                  <a:lnTo>
                    <a:pt x="2365854" y="2355524"/>
                  </a:lnTo>
                  <a:lnTo>
                    <a:pt x="2373740" y="2386391"/>
                  </a:lnTo>
                  <a:lnTo>
                    <a:pt x="2381626" y="2415168"/>
                  </a:lnTo>
                  <a:lnTo>
                    <a:pt x="2389512" y="2442059"/>
                  </a:lnTo>
                  <a:lnTo>
                    <a:pt x="2397398" y="2467112"/>
                  </a:lnTo>
                  <a:lnTo>
                    <a:pt x="2405284" y="2490319"/>
                  </a:lnTo>
                  <a:lnTo>
                    <a:pt x="2413171" y="2511680"/>
                  </a:lnTo>
                  <a:lnTo>
                    <a:pt x="2421057" y="2531204"/>
                  </a:lnTo>
                  <a:lnTo>
                    <a:pt x="2428943" y="2548912"/>
                  </a:lnTo>
                  <a:lnTo>
                    <a:pt x="2436829" y="2564776"/>
                  </a:lnTo>
                  <a:lnTo>
                    <a:pt x="2444715" y="2578690"/>
                  </a:lnTo>
                  <a:lnTo>
                    <a:pt x="2452602" y="2590983"/>
                  </a:lnTo>
                  <a:lnTo>
                    <a:pt x="2460488" y="2601746"/>
                  </a:lnTo>
                  <a:lnTo>
                    <a:pt x="2468374" y="2611082"/>
                  </a:lnTo>
                  <a:lnTo>
                    <a:pt x="2476260" y="2619100"/>
                  </a:lnTo>
                  <a:lnTo>
                    <a:pt x="2484146" y="2625916"/>
                  </a:lnTo>
                  <a:lnTo>
                    <a:pt x="2492032" y="2631647"/>
                  </a:lnTo>
                  <a:lnTo>
                    <a:pt x="2499919" y="2636328"/>
                  </a:lnTo>
                  <a:lnTo>
                    <a:pt x="2507805" y="2640139"/>
                  </a:lnTo>
                  <a:lnTo>
                    <a:pt x="2515691" y="2643255"/>
                  </a:lnTo>
                  <a:lnTo>
                    <a:pt x="2523577" y="2645776"/>
                  </a:lnTo>
                  <a:lnTo>
                    <a:pt x="2531463" y="2647793"/>
                  </a:lnTo>
                  <a:lnTo>
                    <a:pt x="2539350" y="2649388"/>
                  </a:lnTo>
                  <a:lnTo>
                    <a:pt x="2547236" y="2650634"/>
                  </a:lnTo>
                  <a:lnTo>
                    <a:pt x="2555122" y="2651595"/>
                  </a:lnTo>
                  <a:lnTo>
                    <a:pt x="2563008" y="2652299"/>
                  </a:lnTo>
                  <a:lnTo>
                    <a:pt x="2570894" y="2652835"/>
                  </a:lnTo>
                  <a:lnTo>
                    <a:pt x="2578780" y="2653238"/>
                  </a:lnTo>
                  <a:lnTo>
                    <a:pt x="2586667" y="2653539"/>
                  </a:lnTo>
                  <a:lnTo>
                    <a:pt x="2594553" y="2653760"/>
                  </a:lnTo>
                  <a:lnTo>
                    <a:pt x="2602439" y="2653920"/>
                  </a:lnTo>
                  <a:lnTo>
                    <a:pt x="2610325" y="2654035"/>
                  </a:lnTo>
                  <a:lnTo>
                    <a:pt x="2618211" y="2654114"/>
                  </a:lnTo>
                  <a:lnTo>
                    <a:pt x="2626098" y="2654168"/>
                  </a:lnTo>
                  <a:lnTo>
                    <a:pt x="2633984" y="2654206"/>
                  </a:lnTo>
                  <a:lnTo>
                    <a:pt x="2641870" y="2654233"/>
                  </a:lnTo>
                  <a:lnTo>
                    <a:pt x="2649756" y="2654251"/>
                  </a:lnTo>
                  <a:lnTo>
                    <a:pt x="2657642" y="2654263"/>
                  </a:lnTo>
                  <a:lnTo>
                    <a:pt x="2665528" y="2654271"/>
                  </a:lnTo>
                  <a:lnTo>
                    <a:pt x="2673415" y="2654276"/>
                  </a:lnTo>
                  <a:lnTo>
                    <a:pt x="2681301" y="2654279"/>
                  </a:lnTo>
                  <a:lnTo>
                    <a:pt x="2689187" y="2654281"/>
                  </a:lnTo>
                  <a:lnTo>
                    <a:pt x="2697073" y="2654283"/>
                  </a:lnTo>
                  <a:lnTo>
                    <a:pt x="2704959" y="2654284"/>
                  </a:lnTo>
                  <a:lnTo>
                    <a:pt x="2712846" y="2654284"/>
                  </a:lnTo>
                  <a:lnTo>
                    <a:pt x="2720732" y="2654284"/>
                  </a:lnTo>
                  <a:lnTo>
                    <a:pt x="2728618" y="2654285"/>
                  </a:lnTo>
                  <a:lnTo>
                    <a:pt x="2736504" y="2654285"/>
                  </a:lnTo>
                  <a:lnTo>
                    <a:pt x="2744390" y="2654285"/>
                  </a:lnTo>
                  <a:lnTo>
                    <a:pt x="2752276" y="2654285"/>
                  </a:lnTo>
                  <a:lnTo>
                    <a:pt x="2760163" y="2654285"/>
                  </a:lnTo>
                  <a:lnTo>
                    <a:pt x="2768049" y="2654285"/>
                  </a:lnTo>
                  <a:lnTo>
                    <a:pt x="2775935" y="2654285"/>
                  </a:lnTo>
                  <a:lnTo>
                    <a:pt x="2783821" y="2654285"/>
                  </a:lnTo>
                  <a:lnTo>
                    <a:pt x="2791707" y="2654285"/>
                  </a:lnTo>
                  <a:lnTo>
                    <a:pt x="2799593" y="2654285"/>
                  </a:lnTo>
                  <a:lnTo>
                    <a:pt x="2807480" y="2654285"/>
                  </a:lnTo>
                  <a:lnTo>
                    <a:pt x="2815366" y="2654285"/>
                  </a:lnTo>
                  <a:lnTo>
                    <a:pt x="2823252" y="2654285"/>
                  </a:lnTo>
                  <a:lnTo>
                    <a:pt x="2831138" y="2654285"/>
                  </a:lnTo>
                  <a:lnTo>
                    <a:pt x="2839024" y="2654285"/>
                  </a:lnTo>
                  <a:lnTo>
                    <a:pt x="2846911" y="2654285"/>
                  </a:lnTo>
                  <a:lnTo>
                    <a:pt x="2854797" y="2654285"/>
                  </a:lnTo>
                  <a:lnTo>
                    <a:pt x="2862683" y="2654285"/>
                  </a:lnTo>
                  <a:lnTo>
                    <a:pt x="2870569" y="2654285"/>
                  </a:lnTo>
                  <a:lnTo>
                    <a:pt x="2878455" y="2654285"/>
                  </a:lnTo>
                  <a:lnTo>
                    <a:pt x="2886341" y="2654285"/>
                  </a:lnTo>
                  <a:lnTo>
                    <a:pt x="2894228" y="2654285"/>
                  </a:lnTo>
                  <a:lnTo>
                    <a:pt x="2902114" y="2654285"/>
                  </a:lnTo>
                  <a:lnTo>
                    <a:pt x="2910000" y="2654285"/>
                  </a:lnTo>
                  <a:lnTo>
                    <a:pt x="2917886" y="2654285"/>
                  </a:lnTo>
                  <a:lnTo>
                    <a:pt x="2925772" y="2654285"/>
                  </a:lnTo>
                  <a:lnTo>
                    <a:pt x="2933659" y="2654285"/>
                  </a:lnTo>
                  <a:lnTo>
                    <a:pt x="2941545" y="2654285"/>
                  </a:lnTo>
                  <a:lnTo>
                    <a:pt x="2949431" y="2654285"/>
                  </a:lnTo>
                  <a:lnTo>
                    <a:pt x="2957317" y="2654285"/>
                  </a:lnTo>
                  <a:lnTo>
                    <a:pt x="2965203" y="2654285"/>
                  </a:lnTo>
                  <a:lnTo>
                    <a:pt x="2973089" y="2654285"/>
                  </a:lnTo>
                  <a:lnTo>
                    <a:pt x="2980976" y="2654285"/>
                  </a:lnTo>
                  <a:lnTo>
                    <a:pt x="2988862" y="2654285"/>
                  </a:lnTo>
                  <a:lnTo>
                    <a:pt x="2996748" y="2654285"/>
                  </a:lnTo>
                  <a:lnTo>
                    <a:pt x="3004634" y="2654285"/>
                  </a:lnTo>
                  <a:lnTo>
                    <a:pt x="3012520" y="2654285"/>
                  </a:lnTo>
                  <a:lnTo>
                    <a:pt x="3020407" y="2654285"/>
                  </a:lnTo>
                  <a:lnTo>
                    <a:pt x="3028293" y="2654285"/>
                  </a:lnTo>
                  <a:lnTo>
                    <a:pt x="3036179" y="2654285"/>
                  </a:lnTo>
                  <a:lnTo>
                    <a:pt x="3044065" y="2654285"/>
                  </a:lnTo>
                  <a:lnTo>
                    <a:pt x="3051951" y="2654285"/>
                  </a:lnTo>
                  <a:lnTo>
                    <a:pt x="3059837" y="2654285"/>
                  </a:lnTo>
                  <a:lnTo>
                    <a:pt x="3067724" y="2654285"/>
                  </a:lnTo>
                  <a:lnTo>
                    <a:pt x="3075610" y="2654285"/>
                  </a:lnTo>
                  <a:lnTo>
                    <a:pt x="3083496" y="2654285"/>
                  </a:lnTo>
                  <a:lnTo>
                    <a:pt x="3091382" y="2654285"/>
                  </a:lnTo>
                  <a:lnTo>
                    <a:pt x="3099268" y="2654285"/>
                  </a:lnTo>
                  <a:lnTo>
                    <a:pt x="3107155" y="2654285"/>
                  </a:lnTo>
                  <a:lnTo>
                    <a:pt x="3115041" y="2654285"/>
                  </a:lnTo>
                  <a:lnTo>
                    <a:pt x="3122927" y="2654285"/>
                  </a:lnTo>
                  <a:lnTo>
                    <a:pt x="3130813" y="2654285"/>
                  </a:lnTo>
                  <a:lnTo>
                    <a:pt x="3138699" y="2654285"/>
                  </a:lnTo>
                  <a:lnTo>
                    <a:pt x="3146585" y="2654285"/>
                  </a:lnTo>
                  <a:lnTo>
                    <a:pt x="3154472" y="2654285"/>
                  </a:lnTo>
                  <a:lnTo>
                    <a:pt x="3162358" y="2654285"/>
                  </a:lnTo>
                  <a:lnTo>
                    <a:pt x="3170244" y="2654285"/>
                  </a:lnTo>
                  <a:lnTo>
                    <a:pt x="3178130" y="2654285"/>
                  </a:lnTo>
                  <a:lnTo>
                    <a:pt x="3186016" y="2654285"/>
                  </a:lnTo>
                  <a:lnTo>
                    <a:pt x="3193903" y="2654285"/>
                  </a:lnTo>
                  <a:lnTo>
                    <a:pt x="3201789" y="2654285"/>
                  </a:lnTo>
                  <a:lnTo>
                    <a:pt x="3209675" y="2654285"/>
                  </a:lnTo>
                  <a:lnTo>
                    <a:pt x="3217561" y="2654285"/>
                  </a:lnTo>
                  <a:lnTo>
                    <a:pt x="3225447" y="2654285"/>
                  </a:lnTo>
                  <a:lnTo>
                    <a:pt x="3233333" y="2654285"/>
                  </a:lnTo>
                  <a:lnTo>
                    <a:pt x="3241220" y="2654285"/>
                  </a:lnTo>
                  <a:lnTo>
                    <a:pt x="3249106" y="2654285"/>
                  </a:lnTo>
                  <a:lnTo>
                    <a:pt x="3256992" y="2654285"/>
                  </a:lnTo>
                  <a:lnTo>
                    <a:pt x="3264878" y="2654285"/>
                  </a:lnTo>
                  <a:lnTo>
                    <a:pt x="3272764" y="2654285"/>
                  </a:lnTo>
                  <a:lnTo>
                    <a:pt x="3280650" y="2654285"/>
                  </a:lnTo>
                  <a:lnTo>
                    <a:pt x="3288537" y="2654285"/>
                  </a:lnTo>
                  <a:lnTo>
                    <a:pt x="3296423" y="2654285"/>
                  </a:lnTo>
                  <a:lnTo>
                    <a:pt x="3304309" y="2654285"/>
                  </a:lnTo>
                  <a:lnTo>
                    <a:pt x="3312195" y="2654285"/>
                  </a:lnTo>
                  <a:lnTo>
                    <a:pt x="3320081" y="2654285"/>
                  </a:lnTo>
                  <a:lnTo>
                    <a:pt x="3327968" y="2654285"/>
                  </a:lnTo>
                  <a:lnTo>
                    <a:pt x="3335854" y="2654285"/>
                  </a:lnTo>
                  <a:lnTo>
                    <a:pt x="3343740" y="2654285"/>
                  </a:lnTo>
                  <a:lnTo>
                    <a:pt x="3351626" y="2654285"/>
                  </a:lnTo>
                  <a:lnTo>
                    <a:pt x="3359512" y="2654285"/>
                  </a:lnTo>
                  <a:lnTo>
                    <a:pt x="3367398" y="2654285"/>
                  </a:lnTo>
                  <a:lnTo>
                    <a:pt x="3375285" y="2654285"/>
                  </a:lnTo>
                  <a:lnTo>
                    <a:pt x="3383171" y="2654285"/>
                  </a:lnTo>
                  <a:lnTo>
                    <a:pt x="3391057" y="2654285"/>
                  </a:lnTo>
                  <a:lnTo>
                    <a:pt x="3398943" y="2654285"/>
                  </a:lnTo>
                  <a:lnTo>
                    <a:pt x="3406829" y="2654285"/>
                  </a:lnTo>
                  <a:lnTo>
                    <a:pt x="3414716" y="2654285"/>
                  </a:lnTo>
                  <a:lnTo>
                    <a:pt x="3422602" y="2654285"/>
                  </a:lnTo>
                  <a:lnTo>
                    <a:pt x="3430488" y="2654285"/>
                  </a:lnTo>
                  <a:lnTo>
                    <a:pt x="3438374" y="2654285"/>
                  </a:lnTo>
                  <a:lnTo>
                    <a:pt x="3446260" y="2654285"/>
                  </a:lnTo>
                  <a:lnTo>
                    <a:pt x="3454146" y="2654285"/>
                  </a:lnTo>
                  <a:lnTo>
                    <a:pt x="3462033" y="2654285"/>
                  </a:lnTo>
                  <a:lnTo>
                    <a:pt x="3469919" y="2654285"/>
                  </a:lnTo>
                  <a:lnTo>
                    <a:pt x="3477805" y="2654285"/>
                  </a:lnTo>
                  <a:lnTo>
                    <a:pt x="3485691" y="2654285"/>
                  </a:lnTo>
                  <a:lnTo>
                    <a:pt x="3493577" y="2654285"/>
                  </a:lnTo>
                  <a:lnTo>
                    <a:pt x="3501464" y="2654285"/>
                  </a:lnTo>
                  <a:lnTo>
                    <a:pt x="3509350" y="2654285"/>
                  </a:lnTo>
                  <a:lnTo>
                    <a:pt x="3517236" y="2654285"/>
                  </a:lnTo>
                  <a:lnTo>
                    <a:pt x="3525122" y="2654285"/>
                  </a:lnTo>
                  <a:lnTo>
                    <a:pt x="3533008" y="2654285"/>
                  </a:lnTo>
                  <a:lnTo>
                    <a:pt x="3540894" y="2654285"/>
                  </a:lnTo>
                  <a:lnTo>
                    <a:pt x="3548781" y="2654285"/>
                  </a:lnTo>
                  <a:lnTo>
                    <a:pt x="3556667" y="2654285"/>
                  </a:lnTo>
                  <a:lnTo>
                    <a:pt x="3564553" y="2654285"/>
                  </a:lnTo>
                  <a:lnTo>
                    <a:pt x="3572439" y="2654285"/>
                  </a:lnTo>
                  <a:lnTo>
                    <a:pt x="3580325" y="2654285"/>
                  </a:lnTo>
                  <a:lnTo>
                    <a:pt x="3588212" y="2654285"/>
                  </a:lnTo>
                  <a:lnTo>
                    <a:pt x="3596098" y="2654285"/>
                  </a:lnTo>
                  <a:lnTo>
                    <a:pt x="3603984" y="2654285"/>
                  </a:lnTo>
                  <a:lnTo>
                    <a:pt x="3611870" y="2654285"/>
                  </a:lnTo>
                  <a:lnTo>
                    <a:pt x="3619756" y="2654285"/>
                  </a:lnTo>
                  <a:lnTo>
                    <a:pt x="3627642" y="2654285"/>
                  </a:lnTo>
                  <a:lnTo>
                    <a:pt x="3635529" y="2654285"/>
                  </a:lnTo>
                  <a:lnTo>
                    <a:pt x="3643415" y="2654285"/>
                  </a:lnTo>
                  <a:lnTo>
                    <a:pt x="3651301" y="2654285"/>
                  </a:lnTo>
                  <a:lnTo>
                    <a:pt x="3659187" y="2654285"/>
                  </a:lnTo>
                  <a:lnTo>
                    <a:pt x="3667073" y="2654285"/>
                  </a:lnTo>
                  <a:lnTo>
                    <a:pt x="3674959" y="2654285"/>
                  </a:lnTo>
                  <a:lnTo>
                    <a:pt x="3682846" y="2654285"/>
                  </a:lnTo>
                  <a:lnTo>
                    <a:pt x="3690732" y="2654285"/>
                  </a:lnTo>
                  <a:lnTo>
                    <a:pt x="3698618" y="2654285"/>
                  </a:lnTo>
                  <a:lnTo>
                    <a:pt x="3706504" y="2654285"/>
                  </a:lnTo>
                  <a:lnTo>
                    <a:pt x="3714390" y="2654285"/>
                  </a:lnTo>
                  <a:lnTo>
                    <a:pt x="3722277" y="2654285"/>
                  </a:lnTo>
                  <a:lnTo>
                    <a:pt x="3730163" y="2654285"/>
                  </a:lnTo>
                  <a:lnTo>
                    <a:pt x="3738049" y="2654285"/>
                  </a:lnTo>
                  <a:lnTo>
                    <a:pt x="3745935" y="2654285"/>
                  </a:lnTo>
                  <a:lnTo>
                    <a:pt x="3753821" y="2654285"/>
                  </a:lnTo>
                  <a:lnTo>
                    <a:pt x="3761707" y="2654285"/>
                  </a:lnTo>
                  <a:lnTo>
                    <a:pt x="3769594" y="2654285"/>
                  </a:lnTo>
                  <a:lnTo>
                    <a:pt x="3777480" y="2654285"/>
                  </a:lnTo>
                  <a:lnTo>
                    <a:pt x="3785366" y="2654285"/>
                  </a:lnTo>
                  <a:lnTo>
                    <a:pt x="3793252" y="2654285"/>
                  </a:lnTo>
                  <a:lnTo>
                    <a:pt x="3801138" y="2654285"/>
                  </a:lnTo>
                  <a:lnTo>
                    <a:pt x="3809025" y="2654285"/>
                  </a:lnTo>
                  <a:lnTo>
                    <a:pt x="3816911" y="2654285"/>
                  </a:lnTo>
                  <a:lnTo>
                    <a:pt x="3824797" y="2654285"/>
                  </a:lnTo>
                  <a:lnTo>
                    <a:pt x="3832683" y="2654285"/>
                  </a:lnTo>
                  <a:lnTo>
                    <a:pt x="3840569" y="2654285"/>
                  </a:lnTo>
                  <a:lnTo>
                    <a:pt x="3848455" y="2654285"/>
                  </a:lnTo>
                  <a:lnTo>
                    <a:pt x="3856342" y="2654285"/>
                  </a:lnTo>
                  <a:lnTo>
                    <a:pt x="3864228" y="2654285"/>
                  </a:lnTo>
                  <a:lnTo>
                    <a:pt x="3872114" y="2654285"/>
                  </a:lnTo>
                  <a:lnTo>
                    <a:pt x="3880000" y="2654285"/>
                  </a:lnTo>
                  <a:lnTo>
                    <a:pt x="3887886" y="2654285"/>
                  </a:lnTo>
                  <a:lnTo>
                    <a:pt x="3895773" y="2654285"/>
                  </a:lnTo>
                  <a:lnTo>
                    <a:pt x="3903659" y="2654285"/>
                  </a:lnTo>
                  <a:lnTo>
                    <a:pt x="3911545" y="2654285"/>
                  </a:lnTo>
                  <a:lnTo>
                    <a:pt x="3919431" y="2654285"/>
                  </a:lnTo>
                  <a:lnTo>
                    <a:pt x="3927317" y="2654285"/>
                  </a:lnTo>
                  <a:lnTo>
                    <a:pt x="3935203" y="2654285"/>
                  </a:lnTo>
                  <a:lnTo>
                    <a:pt x="3943090" y="2654285"/>
                  </a:lnTo>
                  <a:lnTo>
                    <a:pt x="3950976" y="2654285"/>
                  </a:lnTo>
                  <a:lnTo>
                    <a:pt x="3958862" y="2654285"/>
                  </a:lnTo>
                  <a:lnTo>
                    <a:pt x="3966748" y="2654285"/>
                  </a:lnTo>
                  <a:lnTo>
                    <a:pt x="3974634" y="2654285"/>
                  </a:lnTo>
                  <a:lnTo>
                    <a:pt x="3982521" y="2654285"/>
                  </a:lnTo>
                  <a:lnTo>
                    <a:pt x="3990407" y="2654285"/>
                  </a:lnTo>
                  <a:lnTo>
                    <a:pt x="3998293" y="2654285"/>
                  </a:lnTo>
                  <a:lnTo>
                    <a:pt x="4006179" y="2654285"/>
                  </a:lnTo>
                  <a:lnTo>
                    <a:pt x="4014065" y="2654285"/>
                  </a:lnTo>
                  <a:lnTo>
                    <a:pt x="4021951" y="2654285"/>
                  </a:lnTo>
                  <a:lnTo>
                    <a:pt x="4029838" y="2654285"/>
                  </a:lnTo>
                  <a:lnTo>
                    <a:pt x="4021951" y="2654285"/>
                  </a:lnTo>
                  <a:lnTo>
                    <a:pt x="4014065" y="2654285"/>
                  </a:lnTo>
                  <a:lnTo>
                    <a:pt x="4006179" y="2654285"/>
                  </a:lnTo>
                  <a:lnTo>
                    <a:pt x="3998293" y="2654285"/>
                  </a:lnTo>
                  <a:lnTo>
                    <a:pt x="3990407" y="2654285"/>
                  </a:lnTo>
                  <a:lnTo>
                    <a:pt x="3982521" y="2654285"/>
                  </a:lnTo>
                  <a:lnTo>
                    <a:pt x="3974634" y="2654285"/>
                  </a:lnTo>
                  <a:lnTo>
                    <a:pt x="3966748" y="2654285"/>
                  </a:lnTo>
                  <a:lnTo>
                    <a:pt x="3958862" y="2654285"/>
                  </a:lnTo>
                  <a:lnTo>
                    <a:pt x="3950976" y="2654285"/>
                  </a:lnTo>
                  <a:lnTo>
                    <a:pt x="3943090" y="2654285"/>
                  </a:lnTo>
                  <a:lnTo>
                    <a:pt x="3935203" y="2654285"/>
                  </a:lnTo>
                  <a:lnTo>
                    <a:pt x="3927317" y="2654285"/>
                  </a:lnTo>
                  <a:lnTo>
                    <a:pt x="3919431" y="2654285"/>
                  </a:lnTo>
                  <a:lnTo>
                    <a:pt x="3911545" y="2654285"/>
                  </a:lnTo>
                  <a:lnTo>
                    <a:pt x="3903659" y="2654285"/>
                  </a:lnTo>
                  <a:lnTo>
                    <a:pt x="3895773" y="2654285"/>
                  </a:lnTo>
                  <a:lnTo>
                    <a:pt x="3887886" y="2654285"/>
                  </a:lnTo>
                  <a:lnTo>
                    <a:pt x="3880000" y="2654285"/>
                  </a:lnTo>
                  <a:lnTo>
                    <a:pt x="3872114" y="2654285"/>
                  </a:lnTo>
                  <a:lnTo>
                    <a:pt x="3864228" y="2654285"/>
                  </a:lnTo>
                  <a:lnTo>
                    <a:pt x="3856342" y="2654285"/>
                  </a:lnTo>
                  <a:lnTo>
                    <a:pt x="3848455" y="2654285"/>
                  </a:lnTo>
                  <a:lnTo>
                    <a:pt x="3840569" y="2654285"/>
                  </a:lnTo>
                  <a:lnTo>
                    <a:pt x="3832683" y="2654285"/>
                  </a:lnTo>
                  <a:lnTo>
                    <a:pt x="3824797" y="2654285"/>
                  </a:lnTo>
                  <a:lnTo>
                    <a:pt x="3816911" y="2654285"/>
                  </a:lnTo>
                  <a:lnTo>
                    <a:pt x="3809025" y="2654285"/>
                  </a:lnTo>
                  <a:lnTo>
                    <a:pt x="3801138" y="2654285"/>
                  </a:lnTo>
                  <a:lnTo>
                    <a:pt x="3793252" y="2654285"/>
                  </a:lnTo>
                  <a:lnTo>
                    <a:pt x="3785366" y="2654285"/>
                  </a:lnTo>
                  <a:lnTo>
                    <a:pt x="3777480" y="2654285"/>
                  </a:lnTo>
                  <a:lnTo>
                    <a:pt x="3769594" y="2654285"/>
                  </a:lnTo>
                  <a:lnTo>
                    <a:pt x="3761707" y="2654285"/>
                  </a:lnTo>
                  <a:lnTo>
                    <a:pt x="3753821" y="2654285"/>
                  </a:lnTo>
                  <a:lnTo>
                    <a:pt x="3745935" y="2654285"/>
                  </a:lnTo>
                  <a:lnTo>
                    <a:pt x="3738049" y="2654285"/>
                  </a:lnTo>
                  <a:lnTo>
                    <a:pt x="3730163" y="2654285"/>
                  </a:lnTo>
                  <a:lnTo>
                    <a:pt x="3722277" y="2654285"/>
                  </a:lnTo>
                  <a:lnTo>
                    <a:pt x="3714390" y="2654285"/>
                  </a:lnTo>
                  <a:lnTo>
                    <a:pt x="3706504" y="2654285"/>
                  </a:lnTo>
                  <a:lnTo>
                    <a:pt x="3698618" y="2654285"/>
                  </a:lnTo>
                  <a:lnTo>
                    <a:pt x="3690732" y="2654285"/>
                  </a:lnTo>
                  <a:lnTo>
                    <a:pt x="3682846" y="2654285"/>
                  </a:lnTo>
                  <a:lnTo>
                    <a:pt x="3674959" y="2654285"/>
                  </a:lnTo>
                  <a:lnTo>
                    <a:pt x="3667073" y="2654285"/>
                  </a:lnTo>
                  <a:lnTo>
                    <a:pt x="3659187" y="2654285"/>
                  </a:lnTo>
                  <a:lnTo>
                    <a:pt x="3651301" y="2654285"/>
                  </a:lnTo>
                  <a:lnTo>
                    <a:pt x="3643415" y="2654285"/>
                  </a:lnTo>
                  <a:lnTo>
                    <a:pt x="3635529" y="2654285"/>
                  </a:lnTo>
                  <a:lnTo>
                    <a:pt x="3627642" y="2654285"/>
                  </a:lnTo>
                  <a:lnTo>
                    <a:pt x="3619756" y="2654285"/>
                  </a:lnTo>
                  <a:lnTo>
                    <a:pt x="3611870" y="2654285"/>
                  </a:lnTo>
                  <a:lnTo>
                    <a:pt x="3603984" y="2654285"/>
                  </a:lnTo>
                  <a:lnTo>
                    <a:pt x="3596098" y="2654285"/>
                  </a:lnTo>
                  <a:lnTo>
                    <a:pt x="3588212" y="2654285"/>
                  </a:lnTo>
                  <a:lnTo>
                    <a:pt x="3580325" y="2654285"/>
                  </a:lnTo>
                  <a:lnTo>
                    <a:pt x="3572439" y="2654285"/>
                  </a:lnTo>
                  <a:lnTo>
                    <a:pt x="3564553" y="2654285"/>
                  </a:lnTo>
                  <a:lnTo>
                    <a:pt x="3556667" y="2654285"/>
                  </a:lnTo>
                  <a:lnTo>
                    <a:pt x="3548781" y="2654285"/>
                  </a:lnTo>
                  <a:lnTo>
                    <a:pt x="3540894" y="2654285"/>
                  </a:lnTo>
                  <a:lnTo>
                    <a:pt x="3533008" y="2654285"/>
                  </a:lnTo>
                  <a:lnTo>
                    <a:pt x="3525122" y="2654285"/>
                  </a:lnTo>
                  <a:lnTo>
                    <a:pt x="3517236" y="2654285"/>
                  </a:lnTo>
                  <a:lnTo>
                    <a:pt x="3509350" y="2654285"/>
                  </a:lnTo>
                  <a:lnTo>
                    <a:pt x="3501464" y="2654285"/>
                  </a:lnTo>
                  <a:lnTo>
                    <a:pt x="3493577" y="2654285"/>
                  </a:lnTo>
                  <a:lnTo>
                    <a:pt x="3485691" y="2654285"/>
                  </a:lnTo>
                  <a:lnTo>
                    <a:pt x="3477805" y="2654285"/>
                  </a:lnTo>
                  <a:lnTo>
                    <a:pt x="3469919" y="2654285"/>
                  </a:lnTo>
                  <a:lnTo>
                    <a:pt x="3462033" y="2654285"/>
                  </a:lnTo>
                  <a:lnTo>
                    <a:pt x="3454146" y="2654285"/>
                  </a:lnTo>
                  <a:lnTo>
                    <a:pt x="3446260" y="2654285"/>
                  </a:lnTo>
                  <a:lnTo>
                    <a:pt x="3438374" y="2654285"/>
                  </a:lnTo>
                  <a:lnTo>
                    <a:pt x="3430488" y="2654285"/>
                  </a:lnTo>
                  <a:lnTo>
                    <a:pt x="3422602" y="2654285"/>
                  </a:lnTo>
                  <a:lnTo>
                    <a:pt x="3414716" y="2654285"/>
                  </a:lnTo>
                  <a:lnTo>
                    <a:pt x="3406829" y="2654285"/>
                  </a:lnTo>
                  <a:lnTo>
                    <a:pt x="3398943" y="2654285"/>
                  </a:lnTo>
                  <a:lnTo>
                    <a:pt x="3391057" y="2654285"/>
                  </a:lnTo>
                  <a:lnTo>
                    <a:pt x="3383171" y="2654285"/>
                  </a:lnTo>
                  <a:lnTo>
                    <a:pt x="3375285" y="2654285"/>
                  </a:lnTo>
                  <a:lnTo>
                    <a:pt x="3367398" y="2654285"/>
                  </a:lnTo>
                  <a:lnTo>
                    <a:pt x="3359512" y="2654285"/>
                  </a:lnTo>
                  <a:lnTo>
                    <a:pt x="3351626" y="2654285"/>
                  </a:lnTo>
                  <a:lnTo>
                    <a:pt x="3343740" y="2654285"/>
                  </a:lnTo>
                  <a:lnTo>
                    <a:pt x="3335854" y="2654285"/>
                  </a:lnTo>
                  <a:lnTo>
                    <a:pt x="3327968" y="2654285"/>
                  </a:lnTo>
                  <a:lnTo>
                    <a:pt x="3320081" y="2654285"/>
                  </a:lnTo>
                  <a:lnTo>
                    <a:pt x="3312195" y="2654285"/>
                  </a:lnTo>
                  <a:lnTo>
                    <a:pt x="3304309" y="2654285"/>
                  </a:lnTo>
                  <a:lnTo>
                    <a:pt x="3296423" y="2654285"/>
                  </a:lnTo>
                  <a:lnTo>
                    <a:pt x="3288537" y="2654285"/>
                  </a:lnTo>
                  <a:lnTo>
                    <a:pt x="3280650" y="2654285"/>
                  </a:lnTo>
                  <a:lnTo>
                    <a:pt x="3272764" y="2654285"/>
                  </a:lnTo>
                  <a:lnTo>
                    <a:pt x="3264878" y="2654285"/>
                  </a:lnTo>
                  <a:lnTo>
                    <a:pt x="3256992" y="2654285"/>
                  </a:lnTo>
                  <a:lnTo>
                    <a:pt x="3249106" y="2654285"/>
                  </a:lnTo>
                  <a:lnTo>
                    <a:pt x="3241220" y="2654285"/>
                  </a:lnTo>
                  <a:lnTo>
                    <a:pt x="3233333" y="2654285"/>
                  </a:lnTo>
                  <a:lnTo>
                    <a:pt x="3225447" y="2654285"/>
                  </a:lnTo>
                  <a:lnTo>
                    <a:pt x="3217561" y="2654285"/>
                  </a:lnTo>
                  <a:lnTo>
                    <a:pt x="3209675" y="2654285"/>
                  </a:lnTo>
                  <a:lnTo>
                    <a:pt x="3201789" y="2654285"/>
                  </a:lnTo>
                  <a:lnTo>
                    <a:pt x="3193903" y="2654285"/>
                  </a:lnTo>
                  <a:lnTo>
                    <a:pt x="3186016" y="2654285"/>
                  </a:lnTo>
                  <a:lnTo>
                    <a:pt x="3178130" y="2654285"/>
                  </a:lnTo>
                  <a:lnTo>
                    <a:pt x="3170244" y="2654285"/>
                  </a:lnTo>
                  <a:lnTo>
                    <a:pt x="3162358" y="2654285"/>
                  </a:lnTo>
                  <a:lnTo>
                    <a:pt x="3154472" y="2654285"/>
                  </a:lnTo>
                  <a:lnTo>
                    <a:pt x="3146585" y="2654285"/>
                  </a:lnTo>
                  <a:lnTo>
                    <a:pt x="3138699" y="2654285"/>
                  </a:lnTo>
                  <a:lnTo>
                    <a:pt x="3130813" y="2654285"/>
                  </a:lnTo>
                  <a:lnTo>
                    <a:pt x="3122927" y="2654285"/>
                  </a:lnTo>
                  <a:lnTo>
                    <a:pt x="3115041" y="2654285"/>
                  </a:lnTo>
                  <a:lnTo>
                    <a:pt x="3107155" y="2654285"/>
                  </a:lnTo>
                  <a:lnTo>
                    <a:pt x="3099268" y="2654285"/>
                  </a:lnTo>
                  <a:lnTo>
                    <a:pt x="3091382" y="2654285"/>
                  </a:lnTo>
                  <a:lnTo>
                    <a:pt x="3083496" y="2654285"/>
                  </a:lnTo>
                  <a:lnTo>
                    <a:pt x="3075610" y="2654285"/>
                  </a:lnTo>
                  <a:lnTo>
                    <a:pt x="3067724" y="2654285"/>
                  </a:lnTo>
                  <a:lnTo>
                    <a:pt x="3059837" y="2654285"/>
                  </a:lnTo>
                  <a:lnTo>
                    <a:pt x="3051951" y="2654285"/>
                  </a:lnTo>
                  <a:lnTo>
                    <a:pt x="3044065" y="2654285"/>
                  </a:lnTo>
                  <a:lnTo>
                    <a:pt x="3036179" y="2654285"/>
                  </a:lnTo>
                  <a:lnTo>
                    <a:pt x="3028293" y="2654285"/>
                  </a:lnTo>
                  <a:lnTo>
                    <a:pt x="3020407" y="2654285"/>
                  </a:lnTo>
                  <a:lnTo>
                    <a:pt x="3012520" y="2654285"/>
                  </a:lnTo>
                  <a:lnTo>
                    <a:pt x="3004634" y="2654285"/>
                  </a:lnTo>
                  <a:lnTo>
                    <a:pt x="2996748" y="2654285"/>
                  </a:lnTo>
                  <a:lnTo>
                    <a:pt x="2988862" y="2654285"/>
                  </a:lnTo>
                  <a:lnTo>
                    <a:pt x="2980976" y="2654285"/>
                  </a:lnTo>
                  <a:lnTo>
                    <a:pt x="2973089" y="2654285"/>
                  </a:lnTo>
                  <a:lnTo>
                    <a:pt x="2965203" y="2654285"/>
                  </a:lnTo>
                  <a:lnTo>
                    <a:pt x="2957317" y="2654285"/>
                  </a:lnTo>
                  <a:lnTo>
                    <a:pt x="2949431" y="2654285"/>
                  </a:lnTo>
                  <a:lnTo>
                    <a:pt x="2941545" y="2654285"/>
                  </a:lnTo>
                  <a:lnTo>
                    <a:pt x="2933659" y="2654285"/>
                  </a:lnTo>
                  <a:lnTo>
                    <a:pt x="2925772" y="2654285"/>
                  </a:lnTo>
                  <a:lnTo>
                    <a:pt x="2917886" y="2654285"/>
                  </a:lnTo>
                  <a:lnTo>
                    <a:pt x="2910000" y="2654285"/>
                  </a:lnTo>
                  <a:lnTo>
                    <a:pt x="2902114" y="2654285"/>
                  </a:lnTo>
                  <a:lnTo>
                    <a:pt x="2894228" y="2654285"/>
                  </a:lnTo>
                  <a:lnTo>
                    <a:pt x="2886341" y="2654285"/>
                  </a:lnTo>
                  <a:lnTo>
                    <a:pt x="2878455" y="2654285"/>
                  </a:lnTo>
                  <a:lnTo>
                    <a:pt x="2870569" y="2654285"/>
                  </a:lnTo>
                  <a:lnTo>
                    <a:pt x="2862683" y="2654285"/>
                  </a:lnTo>
                  <a:lnTo>
                    <a:pt x="2854797" y="2654285"/>
                  </a:lnTo>
                  <a:lnTo>
                    <a:pt x="2846911" y="2654285"/>
                  </a:lnTo>
                  <a:lnTo>
                    <a:pt x="2839024" y="2654285"/>
                  </a:lnTo>
                  <a:lnTo>
                    <a:pt x="2831138" y="2654285"/>
                  </a:lnTo>
                  <a:lnTo>
                    <a:pt x="2823252" y="2654285"/>
                  </a:lnTo>
                  <a:lnTo>
                    <a:pt x="2815366" y="2654285"/>
                  </a:lnTo>
                  <a:lnTo>
                    <a:pt x="2807480" y="2654285"/>
                  </a:lnTo>
                  <a:lnTo>
                    <a:pt x="2799593" y="2654285"/>
                  </a:lnTo>
                  <a:lnTo>
                    <a:pt x="2791707" y="2654285"/>
                  </a:lnTo>
                  <a:lnTo>
                    <a:pt x="2783821" y="2654285"/>
                  </a:lnTo>
                  <a:lnTo>
                    <a:pt x="2775935" y="2654285"/>
                  </a:lnTo>
                  <a:lnTo>
                    <a:pt x="2768049" y="2654285"/>
                  </a:lnTo>
                  <a:lnTo>
                    <a:pt x="2760163" y="2654285"/>
                  </a:lnTo>
                  <a:lnTo>
                    <a:pt x="2752276" y="2654285"/>
                  </a:lnTo>
                  <a:lnTo>
                    <a:pt x="2744390" y="2654285"/>
                  </a:lnTo>
                  <a:lnTo>
                    <a:pt x="2736504" y="2654285"/>
                  </a:lnTo>
                  <a:lnTo>
                    <a:pt x="2728618" y="2654285"/>
                  </a:lnTo>
                  <a:lnTo>
                    <a:pt x="2720732" y="2654285"/>
                  </a:lnTo>
                  <a:lnTo>
                    <a:pt x="2712846" y="2654285"/>
                  </a:lnTo>
                  <a:lnTo>
                    <a:pt x="2704959" y="2654285"/>
                  </a:lnTo>
                  <a:lnTo>
                    <a:pt x="2697073" y="2654285"/>
                  </a:lnTo>
                  <a:lnTo>
                    <a:pt x="2689187" y="2654285"/>
                  </a:lnTo>
                  <a:lnTo>
                    <a:pt x="2681301" y="2654285"/>
                  </a:lnTo>
                  <a:lnTo>
                    <a:pt x="2673415" y="2654285"/>
                  </a:lnTo>
                  <a:lnTo>
                    <a:pt x="2665528" y="2654285"/>
                  </a:lnTo>
                  <a:lnTo>
                    <a:pt x="2657642" y="2654285"/>
                  </a:lnTo>
                  <a:lnTo>
                    <a:pt x="2649756" y="2654285"/>
                  </a:lnTo>
                  <a:lnTo>
                    <a:pt x="2641870" y="2654285"/>
                  </a:lnTo>
                  <a:lnTo>
                    <a:pt x="2633984" y="2654285"/>
                  </a:lnTo>
                  <a:lnTo>
                    <a:pt x="2626098" y="2654285"/>
                  </a:lnTo>
                  <a:lnTo>
                    <a:pt x="2618211" y="2654285"/>
                  </a:lnTo>
                  <a:lnTo>
                    <a:pt x="2610325" y="2654285"/>
                  </a:lnTo>
                  <a:lnTo>
                    <a:pt x="2602439" y="2654285"/>
                  </a:lnTo>
                  <a:lnTo>
                    <a:pt x="2594553" y="2654285"/>
                  </a:lnTo>
                  <a:lnTo>
                    <a:pt x="2586667" y="2654285"/>
                  </a:lnTo>
                  <a:lnTo>
                    <a:pt x="2578780" y="2654285"/>
                  </a:lnTo>
                  <a:lnTo>
                    <a:pt x="2570894" y="2654285"/>
                  </a:lnTo>
                  <a:lnTo>
                    <a:pt x="2563008" y="2654285"/>
                  </a:lnTo>
                  <a:lnTo>
                    <a:pt x="2555122" y="2654285"/>
                  </a:lnTo>
                  <a:lnTo>
                    <a:pt x="2547236" y="2654285"/>
                  </a:lnTo>
                  <a:lnTo>
                    <a:pt x="2539350" y="2654285"/>
                  </a:lnTo>
                  <a:lnTo>
                    <a:pt x="2531463" y="2654285"/>
                  </a:lnTo>
                  <a:lnTo>
                    <a:pt x="2523577" y="2654285"/>
                  </a:lnTo>
                  <a:lnTo>
                    <a:pt x="2515691" y="2654285"/>
                  </a:lnTo>
                  <a:lnTo>
                    <a:pt x="2507805" y="2654285"/>
                  </a:lnTo>
                  <a:lnTo>
                    <a:pt x="2499919" y="2654285"/>
                  </a:lnTo>
                  <a:lnTo>
                    <a:pt x="2492032" y="2654285"/>
                  </a:lnTo>
                  <a:lnTo>
                    <a:pt x="2484146" y="2654285"/>
                  </a:lnTo>
                  <a:lnTo>
                    <a:pt x="2476260" y="2654285"/>
                  </a:lnTo>
                  <a:lnTo>
                    <a:pt x="2468374" y="2654285"/>
                  </a:lnTo>
                  <a:lnTo>
                    <a:pt x="2460488" y="2654285"/>
                  </a:lnTo>
                  <a:lnTo>
                    <a:pt x="2452602" y="2654285"/>
                  </a:lnTo>
                  <a:lnTo>
                    <a:pt x="2444715" y="2654285"/>
                  </a:lnTo>
                  <a:lnTo>
                    <a:pt x="2436829" y="2654285"/>
                  </a:lnTo>
                  <a:lnTo>
                    <a:pt x="2428943" y="2654285"/>
                  </a:lnTo>
                  <a:lnTo>
                    <a:pt x="2421057" y="2654285"/>
                  </a:lnTo>
                  <a:lnTo>
                    <a:pt x="2413171" y="2654285"/>
                  </a:lnTo>
                  <a:lnTo>
                    <a:pt x="2405284" y="2654285"/>
                  </a:lnTo>
                  <a:lnTo>
                    <a:pt x="2397398" y="2654285"/>
                  </a:lnTo>
                  <a:lnTo>
                    <a:pt x="2389512" y="2654285"/>
                  </a:lnTo>
                  <a:lnTo>
                    <a:pt x="2381626" y="2654285"/>
                  </a:lnTo>
                  <a:lnTo>
                    <a:pt x="2373740" y="2654285"/>
                  </a:lnTo>
                  <a:lnTo>
                    <a:pt x="2365854" y="2654285"/>
                  </a:lnTo>
                  <a:lnTo>
                    <a:pt x="2357967" y="2654285"/>
                  </a:lnTo>
                  <a:lnTo>
                    <a:pt x="2350081" y="2654285"/>
                  </a:lnTo>
                  <a:lnTo>
                    <a:pt x="2342195" y="2654285"/>
                  </a:lnTo>
                  <a:lnTo>
                    <a:pt x="2334309" y="2654285"/>
                  </a:lnTo>
                  <a:lnTo>
                    <a:pt x="2326423" y="2654285"/>
                  </a:lnTo>
                  <a:lnTo>
                    <a:pt x="2318536" y="2654285"/>
                  </a:lnTo>
                  <a:lnTo>
                    <a:pt x="2310650" y="2654285"/>
                  </a:lnTo>
                  <a:lnTo>
                    <a:pt x="2302764" y="2654285"/>
                  </a:lnTo>
                  <a:lnTo>
                    <a:pt x="2294878" y="2654285"/>
                  </a:lnTo>
                  <a:lnTo>
                    <a:pt x="2286992" y="2654285"/>
                  </a:lnTo>
                  <a:lnTo>
                    <a:pt x="2279106" y="2654285"/>
                  </a:lnTo>
                  <a:lnTo>
                    <a:pt x="2271219" y="2654285"/>
                  </a:lnTo>
                  <a:lnTo>
                    <a:pt x="2263333" y="2654285"/>
                  </a:lnTo>
                  <a:lnTo>
                    <a:pt x="2255447" y="2654285"/>
                  </a:lnTo>
                  <a:lnTo>
                    <a:pt x="2247561" y="2654285"/>
                  </a:lnTo>
                  <a:lnTo>
                    <a:pt x="2239675" y="2654285"/>
                  </a:lnTo>
                  <a:lnTo>
                    <a:pt x="2231789" y="2654285"/>
                  </a:lnTo>
                  <a:lnTo>
                    <a:pt x="2223902" y="2654285"/>
                  </a:lnTo>
                  <a:lnTo>
                    <a:pt x="2216016" y="2654285"/>
                  </a:lnTo>
                  <a:lnTo>
                    <a:pt x="2208130" y="2654285"/>
                  </a:lnTo>
                  <a:lnTo>
                    <a:pt x="2200244" y="2654285"/>
                  </a:lnTo>
                  <a:lnTo>
                    <a:pt x="2192358" y="2654285"/>
                  </a:lnTo>
                  <a:lnTo>
                    <a:pt x="2184471" y="2654285"/>
                  </a:lnTo>
                  <a:lnTo>
                    <a:pt x="2176585" y="2654285"/>
                  </a:lnTo>
                  <a:lnTo>
                    <a:pt x="2168699" y="2654285"/>
                  </a:lnTo>
                  <a:lnTo>
                    <a:pt x="2160813" y="2654285"/>
                  </a:lnTo>
                  <a:lnTo>
                    <a:pt x="2152927" y="2654285"/>
                  </a:lnTo>
                  <a:lnTo>
                    <a:pt x="2145041" y="2654285"/>
                  </a:lnTo>
                  <a:lnTo>
                    <a:pt x="2137154" y="2654285"/>
                  </a:lnTo>
                  <a:lnTo>
                    <a:pt x="2129268" y="2654285"/>
                  </a:lnTo>
                  <a:lnTo>
                    <a:pt x="2121382" y="2654285"/>
                  </a:lnTo>
                  <a:lnTo>
                    <a:pt x="2113496" y="2654285"/>
                  </a:lnTo>
                  <a:lnTo>
                    <a:pt x="2105610" y="2654285"/>
                  </a:lnTo>
                  <a:lnTo>
                    <a:pt x="2097723" y="2654285"/>
                  </a:lnTo>
                  <a:lnTo>
                    <a:pt x="2089837" y="2654285"/>
                  </a:lnTo>
                  <a:lnTo>
                    <a:pt x="2081951" y="2654285"/>
                  </a:lnTo>
                  <a:lnTo>
                    <a:pt x="2074065" y="2654285"/>
                  </a:lnTo>
                  <a:lnTo>
                    <a:pt x="2066179" y="2654285"/>
                  </a:lnTo>
                  <a:lnTo>
                    <a:pt x="2058293" y="2654285"/>
                  </a:lnTo>
                  <a:lnTo>
                    <a:pt x="2050406" y="2654285"/>
                  </a:lnTo>
                  <a:lnTo>
                    <a:pt x="2042520" y="2654285"/>
                  </a:lnTo>
                  <a:lnTo>
                    <a:pt x="2034634" y="2654285"/>
                  </a:lnTo>
                  <a:lnTo>
                    <a:pt x="2026748" y="2654285"/>
                  </a:lnTo>
                  <a:lnTo>
                    <a:pt x="2018862" y="2654285"/>
                  </a:lnTo>
                  <a:lnTo>
                    <a:pt x="2010975" y="2654285"/>
                  </a:lnTo>
                  <a:lnTo>
                    <a:pt x="2003089" y="2654285"/>
                  </a:lnTo>
                  <a:lnTo>
                    <a:pt x="1995203" y="2654285"/>
                  </a:lnTo>
                  <a:lnTo>
                    <a:pt x="1987317" y="2654285"/>
                  </a:lnTo>
                  <a:lnTo>
                    <a:pt x="1979431" y="2654285"/>
                  </a:lnTo>
                  <a:lnTo>
                    <a:pt x="1971545" y="2654285"/>
                  </a:lnTo>
                  <a:lnTo>
                    <a:pt x="1963658" y="2654285"/>
                  </a:lnTo>
                  <a:lnTo>
                    <a:pt x="1955772" y="2654285"/>
                  </a:lnTo>
                  <a:lnTo>
                    <a:pt x="1947886" y="2654285"/>
                  </a:lnTo>
                  <a:lnTo>
                    <a:pt x="1940000" y="2654285"/>
                  </a:lnTo>
                  <a:lnTo>
                    <a:pt x="1932114" y="2654285"/>
                  </a:lnTo>
                  <a:lnTo>
                    <a:pt x="1924227" y="2654285"/>
                  </a:lnTo>
                  <a:lnTo>
                    <a:pt x="1916341" y="2654285"/>
                  </a:lnTo>
                  <a:lnTo>
                    <a:pt x="1908455" y="2654285"/>
                  </a:lnTo>
                  <a:lnTo>
                    <a:pt x="1900569" y="2654285"/>
                  </a:lnTo>
                  <a:lnTo>
                    <a:pt x="1892683" y="2654285"/>
                  </a:lnTo>
                  <a:lnTo>
                    <a:pt x="1884797" y="2654285"/>
                  </a:lnTo>
                  <a:lnTo>
                    <a:pt x="1876910" y="2654285"/>
                  </a:lnTo>
                  <a:lnTo>
                    <a:pt x="1869024" y="2654285"/>
                  </a:lnTo>
                  <a:lnTo>
                    <a:pt x="1861138" y="2654285"/>
                  </a:lnTo>
                  <a:lnTo>
                    <a:pt x="1853252" y="2654285"/>
                  </a:lnTo>
                  <a:lnTo>
                    <a:pt x="1845366" y="2654285"/>
                  </a:lnTo>
                  <a:lnTo>
                    <a:pt x="1837479" y="2654285"/>
                  </a:lnTo>
                  <a:lnTo>
                    <a:pt x="1829593" y="2654285"/>
                  </a:lnTo>
                  <a:lnTo>
                    <a:pt x="1821707" y="2654285"/>
                  </a:lnTo>
                  <a:lnTo>
                    <a:pt x="1813821" y="2654285"/>
                  </a:lnTo>
                  <a:lnTo>
                    <a:pt x="1805935" y="2654285"/>
                  </a:lnTo>
                  <a:lnTo>
                    <a:pt x="1798049" y="2654285"/>
                  </a:lnTo>
                  <a:lnTo>
                    <a:pt x="1790162" y="2654285"/>
                  </a:lnTo>
                  <a:lnTo>
                    <a:pt x="1782276" y="2654285"/>
                  </a:lnTo>
                  <a:lnTo>
                    <a:pt x="1774390" y="2654285"/>
                  </a:lnTo>
                  <a:lnTo>
                    <a:pt x="1766504" y="2654285"/>
                  </a:lnTo>
                  <a:lnTo>
                    <a:pt x="1758618" y="2654285"/>
                  </a:lnTo>
                  <a:lnTo>
                    <a:pt x="1750732" y="2654285"/>
                  </a:lnTo>
                  <a:lnTo>
                    <a:pt x="1742845" y="2654285"/>
                  </a:lnTo>
                  <a:lnTo>
                    <a:pt x="1734959" y="2654285"/>
                  </a:lnTo>
                  <a:lnTo>
                    <a:pt x="1727073" y="2654285"/>
                  </a:lnTo>
                  <a:lnTo>
                    <a:pt x="1719187" y="2654285"/>
                  </a:lnTo>
                  <a:lnTo>
                    <a:pt x="1711301" y="2654285"/>
                  </a:lnTo>
                  <a:lnTo>
                    <a:pt x="1703414" y="2654285"/>
                  </a:lnTo>
                  <a:lnTo>
                    <a:pt x="1695528" y="2654285"/>
                  </a:lnTo>
                  <a:lnTo>
                    <a:pt x="1687642" y="2654285"/>
                  </a:lnTo>
                  <a:lnTo>
                    <a:pt x="1679756" y="2654285"/>
                  </a:lnTo>
                  <a:lnTo>
                    <a:pt x="1671870" y="2654285"/>
                  </a:lnTo>
                  <a:lnTo>
                    <a:pt x="1663984" y="2654285"/>
                  </a:lnTo>
                  <a:lnTo>
                    <a:pt x="1656097" y="2654285"/>
                  </a:lnTo>
                  <a:lnTo>
                    <a:pt x="1648211" y="2654285"/>
                  </a:lnTo>
                  <a:lnTo>
                    <a:pt x="1640325" y="2654285"/>
                  </a:lnTo>
                  <a:lnTo>
                    <a:pt x="1632439" y="2654285"/>
                  </a:lnTo>
                  <a:lnTo>
                    <a:pt x="1624553" y="2654285"/>
                  </a:lnTo>
                  <a:lnTo>
                    <a:pt x="1616666" y="2654285"/>
                  </a:lnTo>
                  <a:lnTo>
                    <a:pt x="1608780" y="2654285"/>
                  </a:lnTo>
                  <a:lnTo>
                    <a:pt x="1600894" y="2654285"/>
                  </a:lnTo>
                  <a:lnTo>
                    <a:pt x="1593008" y="2654285"/>
                  </a:lnTo>
                  <a:lnTo>
                    <a:pt x="1585122" y="2654285"/>
                  </a:lnTo>
                  <a:lnTo>
                    <a:pt x="1577236" y="2654285"/>
                  </a:lnTo>
                  <a:lnTo>
                    <a:pt x="1569349" y="2654285"/>
                  </a:lnTo>
                  <a:lnTo>
                    <a:pt x="1561463" y="2654285"/>
                  </a:lnTo>
                  <a:lnTo>
                    <a:pt x="1553577" y="2654285"/>
                  </a:lnTo>
                  <a:lnTo>
                    <a:pt x="1545691" y="2654285"/>
                  </a:lnTo>
                  <a:lnTo>
                    <a:pt x="1537805" y="2654285"/>
                  </a:lnTo>
                  <a:lnTo>
                    <a:pt x="1529918" y="2654285"/>
                  </a:lnTo>
                  <a:lnTo>
                    <a:pt x="1522032" y="2654285"/>
                  </a:lnTo>
                  <a:lnTo>
                    <a:pt x="1514146" y="2654285"/>
                  </a:lnTo>
                  <a:lnTo>
                    <a:pt x="1506260" y="2654285"/>
                  </a:lnTo>
                  <a:lnTo>
                    <a:pt x="1498374" y="2654285"/>
                  </a:lnTo>
                  <a:lnTo>
                    <a:pt x="1490488" y="2654285"/>
                  </a:lnTo>
                  <a:lnTo>
                    <a:pt x="1482601" y="2654285"/>
                  </a:lnTo>
                  <a:lnTo>
                    <a:pt x="1474715" y="2654285"/>
                  </a:lnTo>
                  <a:lnTo>
                    <a:pt x="1466829" y="2654285"/>
                  </a:lnTo>
                  <a:lnTo>
                    <a:pt x="1458943" y="2654285"/>
                  </a:lnTo>
                  <a:lnTo>
                    <a:pt x="1451057" y="2654285"/>
                  </a:lnTo>
                  <a:lnTo>
                    <a:pt x="1443170" y="2654285"/>
                  </a:lnTo>
                  <a:lnTo>
                    <a:pt x="1435284" y="2654285"/>
                  </a:lnTo>
                  <a:lnTo>
                    <a:pt x="1427398" y="2654285"/>
                  </a:lnTo>
                  <a:lnTo>
                    <a:pt x="1419512" y="2654285"/>
                  </a:lnTo>
                  <a:lnTo>
                    <a:pt x="1411626" y="2654285"/>
                  </a:lnTo>
                  <a:lnTo>
                    <a:pt x="1403740" y="2654285"/>
                  </a:lnTo>
                  <a:lnTo>
                    <a:pt x="1395853" y="2654285"/>
                  </a:lnTo>
                  <a:lnTo>
                    <a:pt x="1387967" y="2654285"/>
                  </a:lnTo>
                  <a:lnTo>
                    <a:pt x="1380081" y="2654285"/>
                  </a:lnTo>
                  <a:lnTo>
                    <a:pt x="1372195" y="2654285"/>
                  </a:lnTo>
                  <a:lnTo>
                    <a:pt x="1364309" y="2654285"/>
                  </a:lnTo>
                  <a:lnTo>
                    <a:pt x="1356423" y="2654285"/>
                  </a:lnTo>
                  <a:lnTo>
                    <a:pt x="1348536" y="2654285"/>
                  </a:lnTo>
                  <a:lnTo>
                    <a:pt x="1340650" y="2654285"/>
                  </a:lnTo>
                  <a:lnTo>
                    <a:pt x="1332764" y="2654285"/>
                  </a:lnTo>
                  <a:lnTo>
                    <a:pt x="1324878" y="2654285"/>
                  </a:lnTo>
                  <a:lnTo>
                    <a:pt x="1316992" y="2654285"/>
                  </a:lnTo>
                  <a:lnTo>
                    <a:pt x="1309105" y="2654285"/>
                  </a:lnTo>
                  <a:lnTo>
                    <a:pt x="1301219" y="2654285"/>
                  </a:lnTo>
                  <a:lnTo>
                    <a:pt x="1293333" y="2654285"/>
                  </a:lnTo>
                  <a:lnTo>
                    <a:pt x="1285447" y="2654285"/>
                  </a:lnTo>
                  <a:lnTo>
                    <a:pt x="1277561" y="2654285"/>
                  </a:lnTo>
                  <a:lnTo>
                    <a:pt x="1269675" y="2654285"/>
                  </a:lnTo>
                  <a:lnTo>
                    <a:pt x="1261788" y="2654285"/>
                  </a:lnTo>
                  <a:lnTo>
                    <a:pt x="1253902" y="2654285"/>
                  </a:lnTo>
                  <a:lnTo>
                    <a:pt x="1246016" y="2654285"/>
                  </a:lnTo>
                  <a:lnTo>
                    <a:pt x="1238130" y="2654285"/>
                  </a:lnTo>
                  <a:lnTo>
                    <a:pt x="1230244" y="2654285"/>
                  </a:lnTo>
                  <a:lnTo>
                    <a:pt x="1222357" y="2654285"/>
                  </a:lnTo>
                  <a:lnTo>
                    <a:pt x="1214471" y="2654285"/>
                  </a:lnTo>
                  <a:lnTo>
                    <a:pt x="1206585" y="2654285"/>
                  </a:lnTo>
                  <a:lnTo>
                    <a:pt x="1198699" y="2654285"/>
                  </a:lnTo>
                  <a:lnTo>
                    <a:pt x="1190813" y="2654285"/>
                  </a:lnTo>
                  <a:lnTo>
                    <a:pt x="1182927" y="2654285"/>
                  </a:lnTo>
                  <a:lnTo>
                    <a:pt x="1175040" y="2654285"/>
                  </a:lnTo>
                  <a:lnTo>
                    <a:pt x="1167154" y="2654285"/>
                  </a:lnTo>
                  <a:lnTo>
                    <a:pt x="1159268" y="2654285"/>
                  </a:lnTo>
                  <a:lnTo>
                    <a:pt x="1151382" y="2654285"/>
                  </a:lnTo>
                  <a:lnTo>
                    <a:pt x="1143496" y="2654285"/>
                  </a:lnTo>
                  <a:lnTo>
                    <a:pt x="1135609" y="2654285"/>
                  </a:lnTo>
                  <a:lnTo>
                    <a:pt x="1127723" y="2654285"/>
                  </a:lnTo>
                  <a:lnTo>
                    <a:pt x="1119837" y="2654285"/>
                  </a:lnTo>
                  <a:lnTo>
                    <a:pt x="1111951" y="2654285"/>
                  </a:lnTo>
                  <a:lnTo>
                    <a:pt x="1104065" y="2654285"/>
                  </a:lnTo>
                  <a:lnTo>
                    <a:pt x="1096179" y="2654285"/>
                  </a:lnTo>
                  <a:lnTo>
                    <a:pt x="1088292" y="2654285"/>
                  </a:lnTo>
                  <a:lnTo>
                    <a:pt x="1080406" y="2654285"/>
                  </a:lnTo>
                  <a:lnTo>
                    <a:pt x="1072520" y="2654285"/>
                  </a:lnTo>
                  <a:lnTo>
                    <a:pt x="1064634" y="2654285"/>
                  </a:lnTo>
                  <a:lnTo>
                    <a:pt x="1056748" y="2654285"/>
                  </a:lnTo>
                  <a:lnTo>
                    <a:pt x="1048861" y="2654285"/>
                  </a:lnTo>
                  <a:lnTo>
                    <a:pt x="1040975" y="2654285"/>
                  </a:lnTo>
                  <a:lnTo>
                    <a:pt x="1033089" y="2654285"/>
                  </a:lnTo>
                  <a:lnTo>
                    <a:pt x="1025203" y="2654285"/>
                  </a:lnTo>
                  <a:lnTo>
                    <a:pt x="1017317" y="2654285"/>
                  </a:lnTo>
                  <a:lnTo>
                    <a:pt x="1009431" y="2654285"/>
                  </a:lnTo>
                  <a:lnTo>
                    <a:pt x="1001544" y="2654285"/>
                  </a:lnTo>
                  <a:lnTo>
                    <a:pt x="993658" y="2654285"/>
                  </a:lnTo>
                  <a:lnTo>
                    <a:pt x="985772" y="2654285"/>
                  </a:lnTo>
                  <a:lnTo>
                    <a:pt x="977886" y="2654285"/>
                  </a:lnTo>
                  <a:lnTo>
                    <a:pt x="970000" y="2654285"/>
                  </a:lnTo>
                  <a:lnTo>
                    <a:pt x="962113" y="2654285"/>
                  </a:lnTo>
                  <a:lnTo>
                    <a:pt x="954227" y="2654285"/>
                  </a:lnTo>
                  <a:lnTo>
                    <a:pt x="946341" y="2654285"/>
                  </a:lnTo>
                  <a:lnTo>
                    <a:pt x="938455" y="2654285"/>
                  </a:lnTo>
                  <a:lnTo>
                    <a:pt x="930569" y="2654285"/>
                  </a:lnTo>
                  <a:lnTo>
                    <a:pt x="922683" y="2654285"/>
                  </a:lnTo>
                  <a:lnTo>
                    <a:pt x="914796" y="2654285"/>
                  </a:lnTo>
                  <a:lnTo>
                    <a:pt x="906910" y="2654285"/>
                  </a:lnTo>
                  <a:lnTo>
                    <a:pt x="899024" y="2654285"/>
                  </a:lnTo>
                  <a:lnTo>
                    <a:pt x="891138" y="2654285"/>
                  </a:lnTo>
                  <a:lnTo>
                    <a:pt x="883252" y="2654285"/>
                  </a:lnTo>
                  <a:lnTo>
                    <a:pt x="875366" y="2654285"/>
                  </a:lnTo>
                  <a:lnTo>
                    <a:pt x="867479" y="2654285"/>
                  </a:lnTo>
                  <a:lnTo>
                    <a:pt x="859593" y="2654285"/>
                  </a:lnTo>
                  <a:lnTo>
                    <a:pt x="851707" y="2654285"/>
                  </a:lnTo>
                  <a:lnTo>
                    <a:pt x="843821" y="2654285"/>
                  </a:lnTo>
                  <a:lnTo>
                    <a:pt x="835935" y="2654285"/>
                  </a:lnTo>
                  <a:lnTo>
                    <a:pt x="828048" y="2654285"/>
                  </a:lnTo>
                  <a:lnTo>
                    <a:pt x="820162" y="2654285"/>
                  </a:lnTo>
                  <a:lnTo>
                    <a:pt x="812276" y="2654285"/>
                  </a:lnTo>
                  <a:lnTo>
                    <a:pt x="804390" y="2654285"/>
                  </a:lnTo>
                  <a:lnTo>
                    <a:pt x="796504" y="2654285"/>
                  </a:lnTo>
                  <a:lnTo>
                    <a:pt x="788618" y="2654285"/>
                  </a:lnTo>
                  <a:lnTo>
                    <a:pt x="780731" y="2654285"/>
                  </a:lnTo>
                  <a:lnTo>
                    <a:pt x="772845" y="2654285"/>
                  </a:lnTo>
                  <a:lnTo>
                    <a:pt x="764959" y="2654285"/>
                  </a:lnTo>
                  <a:lnTo>
                    <a:pt x="757073" y="2654285"/>
                  </a:lnTo>
                  <a:lnTo>
                    <a:pt x="749187" y="2654285"/>
                  </a:lnTo>
                  <a:lnTo>
                    <a:pt x="741300" y="2654285"/>
                  </a:lnTo>
                  <a:lnTo>
                    <a:pt x="733414" y="2654285"/>
                  </a:lnTo>
                  <a:lnTo>
                    <a:pt x="725528" y="2654285"/>
                  </a:lnTo>
                  <a:lnTo>
                    <a:pt x="717642" y="2654285"/>
                  </a:lnTo>
                  <a:lnTo>
                    <a:pt x="709756" y="2654285"/>
                  </a:lnTo>
                  <a:lnTo>
                    <a:pt x="701870" y="2654285"/>
                  </a:lnTo>
                  <a:lnTo>
                    <a:pt x="693983" y="2654285"/>
                  </a:lnTo>
                  <a:lnTo>
                    <a:pt x="686097" y="2654285"/>
                  </a:lnTo>
                  <a:lnTo>
                    <a:pt x="678211" y="2654285"/>
                  </a:lnTo>
                  <a:lnTo>
                    <a:pt x="670325" y="2654285"/>
                  </a:lnTo>
                  <a:lnTo>
                    <a:pt x="662439" y="2654285"/>
                  </a:lnTo>
                  <a:lnTo>
                    <a:pt x="654552" y="2654285"/>
                  </a:lnTo>
                  <a:lnTo>
                    <a:pt x="646666" y="2654285"/>
                  </a:lnTo>
                  <a:lnTo>
                    <a:pt x="638780" y="2654285"/>
                  </a:lnTo>
                  <a:lnTo>
                    <a:pt x="630894" y="2654285"/>
                  </a:lnTo>
                  <a:lnTo>
                    <a:pt x="623008" y="2654285"/>
                  </a:lnTo>
                  <a:lnTo>
                    <a:pt x="615122" y="2654285"/>
                  </a:lnTo>
                  <a:lnTo>
                    <a:pt x="607235" y="2654285"/>
                  </a:lnTo>
                  <a:lnTo>
                    <a:pt x="599349" y="2654285"/>
                  </a:lnTo>
                  <a:lnTo>
                    <a:pt x="591463" y="2654285"/>
                  </a:lnTo>
                  <a:lnTo>
                    <a:pt x="583577" y="2654285"/>
                  </a:lnTo>
                  <a:lnTo>
                    <a:pt x="575691" y="2654285"/>
                  </a:lnTo>
                  <a:lnTo>
                    <a:pt x="567804" y="2654285"/>
                  </a:lnTo>
                  <a:lnTo>
                    <a:pt x="559918" y="2654285"/>
                  </a:lnTo>
                  <a:lnTo>
                    <a:pt x="552032" y="2654285"/>
                  </a:lnTo>
                  <a:lnTo>
                    <a:pt x="544146" y="2654285"/>
                  </a:lnTo>
                  <a:lnTo>
                    <a:pt x="536260" y="2654285"/>
                  </a:lnTo>
                  <a:lnTo>
                    <a:pt x="528374" y="2654285"/>
                  </a:lnTo>
                  <a:lnTo>
                    <a:pt x="520487" y="2654285"/>
                  </a:lnTo>
                  <a:lnTo>
                    <a:pt x="512601" y="2654285"/>
                  </a:lnTo>
                  <a:lnTo>
                    <a:pt x="504715" y="2654285"/>
                  </a:lnTo>
                  <a:lnTo>
                    <a:pt x="496829" y="2654285"/>
                  </a:lnTo>
                  <a:lnTo>
                    <a:pt x="488943" y="2654285"/>
                  </a:lnTo>
                  <a:lnTo>
                    <a:pt x="481056" y="2654285"/>
                  </a:lnTo>
                  <a:lnTo>
                    <a:pt x="473170" y="2654285"/>
                  </a:lnTo>
                  <a:lnTo>
                    <a:pt x="465284" y="2654285"/>
                  </a:lnTo>
                  <a:lnTo>
                    <a:pt x="457398" y="2654285"/>
                  </a:lnTo>
                  <a:lnTo>
                    <a:pt x="449512" y="2654285"/>
                  </a:lnTo>
                  <a:lnTo>
                    <a:pt x="441626" y="2654285"/>
                  </a:lnTo>
                  <a:lnTo>
                    <a:pt x="433739" y="2654285"/>
                  </a:lnTo>
                  <a:lnTo>
                    <a:pt x="425853" y="2654285"/>
                  </a:lnTo>
                  <a:lnTo>
                    <a:pt x="417967" y="2654285"/>
                  </a:lnTo>
                  <a:lnTo>
                    <a:pt x="410081" y="2654285"/>
                  </a:lnTo>
                  <a:lnTo>
                    <a:pt x="402195" y="2654285"/>
                  </a:lnTo>
                  <a:lnTo>
                    <a:pt x="394309" y="2654285"/>
                  </a:lnTo>
                  <a:lnTo>
                    <a:pt x="386422" y="2654285"/>
                  </a:lnTo>
                  <a:lnTo>
                    <a:pt x="378536" y="2654285"/>
                  </a:lnTo>
                  <a:lnTo>
                    <a:pt x="370650" y="2654285"/>
                  </a:lnTo>
                  <a:lnTo>
                    <a:pt x="362764" y="2654285"/>
                  </a:lnTo>
                  <a:lnTo>
                    <a:pt x="354878" y="2654285"/>
                  </a:lnTo>
                  <a:lnTo>
                    <a:pt x="346991" y="2654285"/>
                  </a:lnTo>
                  <a:lnTo>
                    <a:pt x="339105" y="2654285"/>
                  </a:lnTo>
                  <a:lnTo>
                    <a:pt x="331219" y="2654285"/>
                  </a:lnTo>
                  <a:lnTo>
                    <a:pt x="323333" y="2654285"/>
                  </a:lnTo>
                  <a:lnTo>
                    <a:pt x="315447" y="2654285"/>
                  </a:lnTo>
                  <a:lnTo>
                    <a:pt x="307561" y="2654285"/>
                  </a:lnTo>
                  <a:lnTo>
                    <a:pt x="299674" y="2654285"/>
                  </a:lnTo>
                  <a:lnTo>
                    <a:pt x="291788" y="2654285"/>
                  </a:lnTo>
                  <a:lnTo>
                    <a:pt x="283902" y="2654285"/>
                  </a:lnTo>
                  <a:lnTo>
                    <a:pt x="276016" y="2654285"/>
                  </a:lnTo>
                  <a:lnTo>
                    <a:pt x="268130" y="2654285"/>
                  </a:lnTo>
                  <a:lnTo>
                    <a:pt x="260243" y="2654285"/>
                  </a:lnTo>
                  <a:lnTo>
                    <a:pt x="252357" y="2654285"/>
                  </a:lnTo>
                  <a:lnTo>
                    <a:pt x="244471" y="2654285"/>
                  </a:lnTo>
                  <a:lnTo>
                    <a:pt x="236585" y="2654285"/>
                  </a:lnTo>
                  <a:lnTo>
                    <a:pt x="228699" y="2654285"/>
                  </a:lnTo>
                  <a:lnTo>
                    <a:pt x="220813" y="2654285"/>
                  </a:lnTo>
                  <a:lnTo>
                    <a:pt x="212926" y="2654285"/>
                  </a:lnTo>
                  <a:lnTo>
                    <a:pt x="205040" y="2654285"/>
                  </a:lnTo>
                  <a:lnTo>
                    <a:pt x="197154" y="2654285"/>
                  </a:lnTo>
                  <a:lnTo>
                    <a:pt x="189268" y="2654285"/>
                  </a:lnTo>
                  <a:lnTo>
                    <a:pt x="181382" y="2654285"/>
                  </a:lnTo>
                  <a:lnTo>
                    <a:pt x="173495" y="2654285"/>
                  </a:lnTo>
                  <a:lnTo>
                    <a:pt x="165609" y="2654285"/>
                  </a:lnTo>
                  <a:lnTo>
                    <a:pt x="157723" y="2654285"/>
                  </a:lnTo>
                  <a:lnTo>
                    <a:pt x="149837" y="2654285"/>
                  </a:lnTo>
                  <a:lnTo>
                    <a:pt x="141951" y="2654285"/>
                  </a:lnTo>
                  <a:lnTo>
                    <a:pt x="134065" y="2654285"/>
                  </a:lnTo>
                  <a:lnTo>
                    <a:pt x="126178" y="2654285"/>
                  </a:lnTo>
                  <a:lnTo>
                    <a:pt x="118292" y="2654285"/>
                  </a:lnTo>
                  <a:lnTo>
                    <a:pt x="110406" y="2654285"/>
                  </a:lnTo>
                  <a:lnTo>
                    <a:pt x="102520" y="2654285"/>
                  </a:lnTo>
                  <a:lnTo>
                    <a:pt x="94634" y="2654285"/>
                  </a:lnTo>
                  <a:lnTo>
                    <a:pt x="86747" y="2654285"/>
                  </a:lnTo>
                  <a:lnTo>
                    <a:pt x="78861" y="2654285"/>
                  </a:lnTo>
                  <a:lnTo>
                    <a:pt x="70975" y="2654285"/>
                  </a:lnTo>
                  <a:lnTo>
                    <a:pt x="63089" y="2654285"/>
                  </a:lnTo>
                  <a:lnTo>
                    <a:pt x="55203" y="2654285"/>
                  </a:lnTo>
                  <a:lnTo>
                    <a:pt x="47317" y="2654285"/>
                  </a:lnTo>
                  <a:lnTo>
                    <a:pt x="39430" y="2654285"/>
                  </a:lnTo>
                  <a:lnTo>
                    <a:pt x="31544" y="2654285"/>
                  </a:lnTo>
                  <a:lnTo>
                    <a:pt x="23658" y="2654285"/>
                  </a:lnTo>
                  <a:lnTo>
                    <a:pt x="15772" y="2654285"/>
                  </a:lnTo>
                  <a:lnTo>
                    <a:pt x="7886" y="2654285"/>
                  </a:lnTo>
                  <a:lnTo>
                    <a:pt x="0" y="265428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7814880" y="2140447"/>
              <a:ext cx="4029838" cy="2654285"/>
            </a:xfrm>
            <a:custGeom>
              <a:avLst/>
              <a:pathLst>
                <a:path w="4029838" h="2654285">
                  <a:moveTo>
                    <a:pt x="0" y="2653920"/>
                  </a:moveTo>
                  <a:lnTo>
                    <a:pt x="7886" y="2653792"/>
                  </a:lnTo>
                  <a:lnTo>
                    <a:pt x="15772" y="2653626"/>
                  </a:lnTo>
                  <a:lnTo>
                    <a:pt x="23658" y="2653415"/>
                  </a:lnTo>
                  <a:lnTo>
                    <a:pt x="31544" y="2653149"/>
                  </a:lnTo>
                  <a:lnTo>
                    <a:pt x="39430" y="2652807"/>
                  </a:lnTo>
                  <a:lnTo>
                    <a:pt x="47317" y="2652380"/>
                  </a:lnTo>
                  <a:lnTo>
                    <a:pt x="55203" y="2651859"/>
                  </a:lnTo>
                  <a:lnTo>
                    <a:pt x="63089" y="2651230"/>
                  </a:lnTo>
                  <a:lnTo>
                    <a:pt x="70975" y="2650482"/>
                  </a:lnTo>
                  <a:lnTo>
                    <a:pt x="78861" y="2649602"/>
                  </a:lnTo>
                  <a:lnTo>
                    <a:pt x="86747" y="2648578"/>
                  </a:lnTo>
                  <a:lnTo>
                    <a:pt x="94634" y="2647400"/>
                  </a:lnTo>
                  <a:lnTo>
                    <a:pt x="102520" y="2646037"/>
                  </a:lnTo>
                  <a:lnTo>
                    <a:pt x="110406" y="2644514"/>
                  </a:lnTo>
                  <a:lnTo>
                    <a:pt x="118292" y="2642835"/>
                  </a:lnTo>
                  <a:lnTo>
                    <a:pt x="126178" y="2641008"/>
                  </a:lnTo>
                  <a:lnTo>
                    <a:pt x="134065" y="2639050"/>
                  </a:lnTo>
                  <a:lnTo>
                    <a:pt x="141951" y="2636979"/>
                  </a:lnTo>
                  <a:lnTo>
                    <a:pt x="149837" y="2634822"/>
                  </a:lnTo>
                  <a:lnTo>
                    <a:pt x="157723" y="2632611"/>
                  </a:lnTo>
                  <a:lnTo>
                    <a:pt x="165609" y="2630396"/>
                  </a:lnTo>
                  <a:lnTo>
                    <a:pt x="173495" y="2628226"/>
                  </a:lnTo>
                  <a:lnTo>
                    <a:pt x="181382" y="2626146"/>
                  </a:lnTo>
                  <a:lnTo>
                    <a:pt x="189268" y="2624204"/>
                  </a:lnTo>
                  <a:lnTo>
                    <a:pt x="197154" y="2622445"/>
                  </a:lnTo>
                  <a:lnTo>
                    <a:pt x="205040" y="2620914"/>
                  </a:lnTo>
                  <a:lnTo>
                    <a:pt x="212926" y="2619649"/>
                  </a:lnTo>
                  <a:lnTo>
                    <a:pt x="220813" y="2618740"/>
                  </a:lnTo>
                  <a:lnTo>
                    <a:pt x="228699" y="2618173"/>
                  </a:lnTo>
                  <a:lnTo>
                    <a:pt x="236585" y="2617955"/>
                  </a:lnTo>
                  <a:lnTo>
                    <a:pt x="244471" y="2618087"/>
                  </a:lnTo>
                  <a:lnTo>
                    <a:pt x="252357" y="2618565"/>
                  </a:lnTo>
                  <a:lnTo>
                    <a:pt x="260243" y="2619370"/>
                  </a:lnTo>
                  <a:lnTo>
                    <a:pt x="268130" y="2620480"/>
                  </a:lnTo>
                  <a:lnTo>
                    <a:pt x="276016" y="2621870"/>
                  </a:lnTo>
                  <a:lnTo>
                    <a:pt x="283902" y="2623503"/>
                  </a:lnTo>
                  <a:lnTo>
                    <a:pt x="291788" y="2625295"/>
                  </a:lnTo>
                  <a:lnTo>
                    <a:pt x="299674" y="2627193"/>
                  </a:lnTo>
                  <a:lnTo>
                    <a:pt x="307561" y="2629144"/>
                  </a:lnTo>
                  <a:lnTo>
                    <a:pt x="315447" y="2631094"/>
                  </a:lnTo>
                  <a:lnTo>
                    <a:pt x="323333" y="2632993"/>
                  </a:lnTo>
                  <a:lnTo>
                    <a:pt x="331219" y="2634791"/>
                  </a:lnTo>
                  <a:lnTo>
                    <a:pt x="339105" y="2636422"/>
                  </a:lnTo>
                  <a:lnTo>
                    <a:pt x="346991" y="2637848"/>
                  </a:lnTo>
                  <a:lnTo>
                    <a:pt x="354878" y="2639050"/>
                  </a:lnTo>
                  <a:lnTo>
                    <a:pt x="362764" y="2640007"/>
                  </a:lnTo>
                  <a:lnTo>
                    <a:pt x="370650" y="2640705"/>
                  </a:lnTo>
                  <a:lnTo>
                    <a:pt x="378536" y="2641136"/>
                  </a:lnTo>
                  <a:lnTo>
                    <a:pt x="386422" y="2641299"/>
                  </a:lnTo>
                  <a:lnTo>
                    <a:pt x="394309" y="2641197"/>
                  </a:lnTo>
                  <a:lnTo>
                    <a:pt x="402195" y="2640806"/>
                  </a:lnTo>
                  <a:lnTo>
                    <a:pt x="410081" y="2640189"/>
                  </a:lnTo>
                  <a:lnTo>
                    <a:pt x="417967" y="2639371"/>
                  </a:lnTo>
                  <a:lnTo>
                    <a:pt x="425853" y="2638377"/>
                  </a:lnTo>
                  <a:lnTo>
                    <a:pt x="433739" y="2637239"/>
                  </a:lnTo>
                  <a:lnTo>
                    <a:pt x="441626" y="2635985"/>
                  </a:lnTo>
                  <a:lnTo>
                    <a:pt x="449512" y="2634650"/>
                  </a:lnTo>
                  <a:lnTo>
                    <a:pt x="457398" y="2633265"/>
                  </a:lnTo>
                  <a:lnTo>
                    <a:pt x="465284" y="2631874"/>
                  </a:lnTo>
                  <a:lnTo>
                    <a:pt x="473170" y="2630510"/>
                  </a:lnTo>
                  <a:lnTo>
                    <a:pt x="481056" y="2629204"/>
                  </a:lnTo>
                  <a:lnTo>
                    <a:pt x="488943" y="2627982"/>
                  </a:lnTo>
                  <a:lnTo>
                    <a:pt x="496829" y="2626867"/>
                  </a:lnTo>
                  <a:lnTo>
                    <a:pt x="504715" y="2625882"/>
                  </a:lnTo>
                  <a:lnTo>
                    <a:pt x="512601" y="2625046"/>
                  </a:lnTo>
                  <a:lnTo>
                    <a:pt x="520487" y="2624399"/>
                  </a:lnTo>
                  <a:lnTo>
                    <a:pt x="528374" y="2623938"/>
                  </a:lnTo>
                  <a:lnTo>
                    <a:pt x="536260" y="2623664"/>
                  </a:lnTo>
                  <a:lnTo>
                    <a:pt x="544146" y="2623582"/>
                  </a:lnTo>
                  <a:lnTo>
                    <a:pt x="552032" y="2623694"/>
                  </a:lnTo>
                  <a:lnTo>
                    <a:pt x="559918" y="2623999"/>
                  </a:lnTo>
                  <a:lnTo>
                    <a:pt x="567804" y="2624495"/>
                  </a:lnTo>
                  <a:lnTo>
                    <a:pt x="575691" y="2625181"/>
                  </a:lnTo>
                  <a:lnTo>
                    <a:pt x="583577" y="2626065"/>
                  </a:lnTo>
                  <a:lnTo>
                    <a:pt x="591463" y="2627106"/>
                  </a:lnTo>
                  <a:lnTo>
                    <a:pt x="599349" y="2628290"/>
                  </a:lnTo>
                  <a:lnTo>
                    <a:pt x="607235" y="2629600"/>
                  </a:lnTo>
                  <a:lnTo>
                    <a:pt x="615122" y="2631016"/>
                  </a:lnTo>
                  <a:lnTo>
                    <a:pt x="623008" y="2632518"/>
                  </a:lnTo>
                  <a:lnTo>
                    <a:pt x="630894" y="2634084"/>
                  </a:lnTo>
                  <a:lnTo>
                    <a:pt x="638780" y="2635692"/>
                  </a:lnTo>
                  <a:lnTo>
                    <a:pt x="646666" y="2637312"/>
                  </a:lnTo>
                  <a:lnTo>
                    <a:pt x="654552" y="2638920"/>
                  </a:lnTo>
                  <a:lnTo>
                    <a:pt x="662439" y="2640494"/>
                  </a:lnTo>
                  <a:lnTo>
                    <a:pt x="670325" y="2642017"/>
                  </a:lnTo>
                  <a:lnTo>
                    <a:pt x="678211" y="2643472"/>
                  </a:lnTo>
                  <a:lnTo>
                    <a:pt x="686097" y="2644845"/>
                  </a:lnTo>
                  <a:lnTo>
                    <a:pt x="693983" y="2646124"/>
                  </a:lnTo>
                  <a:lnTo>
                    <a:pt x="701870" y="2647283"/>
                  </a:lnTo>
                  <a:lnTo>
                    <a:pt x="709756" y="2648335"/>
                  </a:lnTo>
                  <a:lnTo>
                    <a:pt x="717642" y="2649278"/>
                  </a:lnTo>
                  <a:lnTo>
                    <a:pt x="725528" y="2650114"/>
                  </a:lnTo>
                  <a:lnTo>
                    <a:pt x="733414" y="2650847"/>
                  </a:lnTo>
                  <a:lnTo>
                    <a:pt x="741300" y="2651482"/>
                  </a:lnTo>
                  <a:lnTo>
                    <a:pt x="749187" y="2652025"/>
                  </a:lnTo>
                  <a:lnTo>
                    <a:pt x="757073" y="2652478"/>
                  </a:lnTo>
                  <a:lnTo>
                    <a:pt x="764959" y="2652850"/>
                  </a:lnTo>
                  <a:lnTo>
                    <a:pt x="772845" y="2653158"/>
                  </a:lnTo>
                  <a:lnTo>
                    <a:pt x="780731" y="2653409"/>
                  </a:lnTo>
                  <a:lnTo>
                    <a:pt x="788618" y="2653613"/>
                  </a:lnTo>
                  <a:lnTo>
                    <a:pt x="796504" y="2653775"/>
                  </a:lnTo>
                  <a:lnTo>
                    <a:pt x="804390" y="2653903"/>
                  </a:lnTo>
                  <a:lnTo>
                    <a:pt x="812276" y="2654002"/>
                  </a:lnTo>
                  <a:lnTo>
                    <a:pt x="820162" y="2654076"/>
                  </a:lnTo>
                  <a:lnTo>
                    <a:pt x="828048" y="2654132"/>
                  </a:lnTo>
                  <a:lnTo>
                    <a:pt x="835935" y="2654174"/>
                  </a:lnTo>
                  <a:lnTo>
                    <a:pt x="843821" y="2654206"/>
                  </a:lnTo>
                  <a:lnTo>
                    <a:pt x="851707" y="2654229"/>
                  </a:lnTo>
                  <a:lnTo>
                    <a:pt x="859593" y="2654246"/>
                  </a:lnTo>
                  <a:lnTo>
                    <a:pt x="867479" y="2654258"/>
                  </a:lnTo>
                  <a:lnTo>
                    <a:pt x="875366" y="2654267"/>
                  </a:lnTo>
                  <a:lnTo>
                    <a:pt x="883252" y="2654272"/>
                  </a:lnTo>
                  <a:lnTo>
                    <a:pt x="891138" y="2654276"/>
                  </a:lnTo>
                  <a:lnTo>
                    <a:pt x="899024" y="2654279"/>
                  </a:lnTo>
                  <a:lnTo>
                    <a:pt x="906910" y="2654280"/>
                  </a:lnTo>
                  <a:lnTo>
                    <a:pt x="914796" y="2654281"/>
                  </a:lnTo>
                  <a:lnTo>
                    <a:pt x="922683" y="2654282"/>
                  </a:lnTo>
                  <a:lnTo>
                    <a:pt x="930569" y="2654281"/>
                  </a:lnTo>
                  <a:lnTo>
                    <a:pt x="938455" y="2654280"/>
                  </a:lnTo>
                  <a:lnTo>
                    <a:pt x="946341" y="2654278"/>
                  </a:lnTo>
                  <a:lnTo>
                    <a:pt x="954227" y="2654275"/>
                  </a:lnTo>
                  <a:lnTo>
                    <a:pt x="962113" y="2654270"/>
                  </a:lnTo>
                  <a:lnTo>
                    <a:pt x="970000" y="2654263"/>
                  </a:lnTo>
                  <a:lnTo>
                    <a:pt x="977886" y="2654253"/>
                  </a:lnTo>
                  <a:lnTo>
                    <a:pt x="985772" y="2654239"/>
                  </a:lnTo>
                  <a:lnTo>
                    <a:pt x="993658" y="2654220"/>
                  </a:lnTo>
                  <a:lnTo>
                    <a:pt x="1001544" y="2654193"/>
                  </a:lnTo>
                  <a:lnTo>
                    <a:pt x="1009431" y="2654156"/>
                  </a:lnTo>
                  <a:lnTo>
                    <a:pt x="1017317" y="2654107"/>
                  </a:lnTo>
                  <a:lnTo>
                    <a:pt x="1025203" y="2654042"/>
                  </a:lnTo>
                  <a:lnTo>
                    <a:pt x="1033089" y="2653958"/>
                  </a:lnTo>
                  <a:lnTo>
                    <a:pt x="1040975" y="2653850"/>
                  </a:lnTo>
                  <a:lnTo>
                    <a:pt x="1048861" y="2653713"/>
                  </a:lnTo>
                  <a:lnTo>
                    <a:pt x="1056748" y="2653539"/>
                  </a:lnTo>
                  <a:lnTo>
                    <a:pt x="1064634" y="2653317"/>
                  </a:lnTo>
                  <a:lnTo>
                    <a:pt x="1072520" y="2653044"/>
                  </a:lnTo>
                  <a:lnTo>
                    <a:pt x="1080406" y="2652713"/>
                  </a:lnTo>
                  <a:lnTo>
                    <a:pt x="1088292" y="2652317"/>
                  </a:lnTo>
                  <a:lnTo>
                    <a:pt x="1096179" y="2651848"/>
                  </a:lnTo>
                  <a:lnTo>
                    <a:pt x="1104065" y="2651302"/>
                  </a:lnTo>
                  <a:lnTo>
                    <a:pt x="1111951" y="2650671"/>
                  </a:lnTo>
                  <a:lnTo>
                    <a:pt x="1119837" y="2649941"/>
                  </a:lnTo>
                  <a:lnTo>
                    <a:pt x="1127723" y="2649116"/>
                  </a:lnTo>
                  <a:lnTo>
                    <a:pt x="1135609" y="2648202"/>
                  </a:lnTo>
                  <a:lnTo>
                    <a:pt x="1143496" y="2647203"/>
                  </a:lnTo>
                  <a:lnTo>
                    <a:pt x="1151382" y="2646124"/>
                  </a:lnTo>
                  <a:lnTo>
                    <a:pt x="1159268" y="2644975"/>
                  </a:lnTo>
                  <a:lnTo>
                    <a:pt x="1167154" y="2643766"/>
                  </a:lnTo>
                  <a:lnTo>
                    <a:pt x="1175040" y="2642512"/>
                  </a:lnTo>
                  <a:lnTo>
                    <a:pt x="1182927" y="2641227"/>
                  </a:lnTo>
                  <a:lnTo>
                    <a:pt x="1190813" y="2639935"/>
                  </a:lnTo>
                  <a:lnTo>
                    <a:pt x="1198699" y="2638653"/>
                  </a:lnTo>
                  <a:lnTo>
                    <a:pt x="1206585" y="2637395"/>
                  </a:lnTo>
                  <a:lnTo>
                    <a:pt x="1214471" y="2636173"/>
                  </a:lnTo>
                  <a:lnTo>
                    <a:pt x="1222357" y="2634997"/>
                  </a:lnTo>
                  <a:lnTo>
                    <a:pt x="1230244" y="2633871"/>
                  </a:lnTo>
                  <a:lnTo>
                    <a:pt x="1238130" y="2632801"/>
                  </a:lnTo>
                  <a:lnTo>
                    <a:pt x="1246016" y="2631777"/>
                  </a:lnTo>
                  <a:lnTo>
                    <a:pt x="1253902" y="2630780"/>
                  </a:lnTo>
                  <a:lnTo>
                    <a:pt x="1261788" y="2629791"/>
                  </a:lnTo>
                  <a:lnTo>
                    <a:pt x="1269675" y="2628787"/>
                  </a:lnTo>
                  <a:lnTo>
                    <a:pt x="1277561" y="2627742"/>
                  </a:lnTo>
                  <a:lnTo>
                    <a:pt x="1285447" y="2626628"/>
                  </a:lnTo>
                  <a:lnTo>
                    <a:pt x="1293333" y="2625415"/>
                  </a:lnTo>
                  <a:lnTo>
                    <a:pt x="1301219" y="2624052"/>
                  </a:lnTo>
                  <a:lnTo>
                    <a:pt x="1309105" y="2622527"/>
                  </a:lnTo>
                  <a:lnTo>
                    <a:pt x="1316992" y="2620828"/>
                  </a:lnTo>
                  <a:lnTo>
                    <a:pt x="1324878" y="2618945"/>
                  </a:lnTo>
                  <a:lnTo>
                    <a:pt x="1332764" y="2616876"/>
                  </a:lnTo>
                  <a:lnTo>
                    <a:pt x="1340650" y="2614628"/>
                  </a:lnTo>
                  <a:lnTo>
                    <a:pt x="1348536" y="2612213"/>
                  </a:lnTo>
                  <a:lnTo>
                    <a:pt x="1356423" y="2609649"/>
                  </a:lnTo>
                  <a:lnTo>
                    <a:pt x="1364309" y="2606959"/>
                  </a:lnTo>
                  <a:lnTo>
                    <a:pt x="1372195" y="2604198"/>
                  </a:lnTo>
                  <a:lnTo>
                    <a:pt x="1380081" y="2601399"/>
                  </a:lnTo>
                  <a:lnTo>
                    <a:pt x="1387967" y="2598596"/>
                  </a:lnTo>
                  <a:lnTo>
                    <a:pt x="1395853" y="2595817"/>
                  </a:lnTo>
                  <a:lnTo>
                    <a:pt x="1403740" y="2593089"/>
                  </a:lnTo>
                  <a:lnTo>
                    <a:pt x="1411626" y="2590427"/>
                  </a:lnTo>
                  <a:lnTo>
                    <a:pt x="1419512" y="2587850"/>
                  </a:lnTo>
                  <a:lnTo>
                    <a:pt x="1427398" y="2585349"/>
                  </a:lnTo>
                  <a:lnTo>
                    <a:pt x="1435284" y="2582902"/>
                  </a:lnTo>
                  <a:lnTo>
                    <a:pt x="1443170" y="2580483"/>
                  </a:lnTo>
                  <a:lnTo>
                    <a:pt x="1451057" y="2578060"/>
                  </a:lnTo>
                  <a:lnTo>
                    <a:pt x="1458943" y="2575594"/>
                  </a:lnTo>
                  <a:lnTo>
                    <a:pt x="1466829" y="2573043"/>
                  </a:lnTo>
                  <a:lnTo>
                    <a:pt x="1474715" y="2570361"/>
                  </a:lnTo>
                  <a:lnTo>
                    <a:pt x="1482601" y="2567465"/>
                  </a:lnTo>
                  <a:lnTo>
                    <a:pt x="1490488" y="2564338"/>
                  </a:lnTo>
                  <a:lnTo>
                    <a:pt x="1498374" y="2560948"/>
                  </a:lnTo>
                  <a:lnTo>
                    <a:pt x="1506260" y="2557271"/>
                  </a:lnTo>
                  <a:lnTo>
                    <a:pt x="1514146" y="2553289"/>
                  </a:lnTo>
                  <a:lnTo>
                    <a:pt x="1522032" y="2548990"/>
                  </a:lnTo>
                  <a:lnTo>
                    <a:pt x="1529918" y="2544371"/>
                  </a:lnTo>
                  <a:lnTo>
                    <a:pt x="1537805" y="2539412"/>
                  </a:lnTo>
                  <a:lnTo>
                    <a:pt x="1545691" y="2534109"/>
                  </a:lnTo>
                  <a:lnTo>
                    <a:pt x="1553577" y="2528505"/>
                  </a:lnTo>
                  <a:lnTo>
                    <a:pt x="1561463" y="2522603"/>
                  </a:lnTo>
                  <a:lnTo>
                    <a:pt x="1569349" y="2516403"/>
                  </a:lnTo>
                  <a:lnTo>
                    <a:pt x="1577236" y="2509898"/>
                  </a:lnTo>
                  <a:lnTo>
                    <a:pt x="1585122" y="2503070"/>
                  </a:lnTo>
                  <a:lnTo>
                    <a:pt x="1593008" y="2495892"/>
                  </a:lnTo>
                  <a:lnTo>
                    <a:pt x="1600894" y="2488258"/>
                  </a:lnTo>
                  <a:lnTo>
                    <a:pt x="1608780" y="2480136"/>
                  </a:lnTo>
                  <a:lnTo>
                    <a:pt x="1616666" y="2471470"/>
                  </a:lnTo>
                  <a:lnTo>
                    <a:pt x="1624553" y="2462175"/>
                  </a:lnTo>
                  <a:lnTo>
                    <a:pt x="1632439" y="2452162"/>
                  </a:lnTo>
                  <a:lnTo>
                    <a:pt x="1640325" y="2441335"/>
                  </a:lnTo>
                  <a:lnTo>
                    <a:pt x="1648211" y="2429598"/>
                  </a:lnTo>
                  <a:lnTo>
                    <a:pt x="1656097" y="2416820"/>
                  </a:lnTo>
                  <a:lnTo>
                    <a:pt x="1663984" y="2402761"/>
                  </a:lnTo>
                  <a:lnTo>
                    <a:pt x="1671870" y="2387499"/>
                  </a:lnTo>
                  <a:lnTo>
                    <a:pt x="1679756" y="2370975"/>
                  </a:lnTo>
                  <a:lnTo>
                    <a:pt x="1687642" y="2353151"/>
                  </a:lnTo>
                  <a:lnTo>
                    <a:pt x="1695528" y="2334005"/>
                  </a:lnTo>
                  <a:lnTo>
                    <a:pt x="1703414" y="2313531"/>
                  </a:lnTo>
                  <a:lnTo>
                    <a:pt x="1711301" y="2291744"/>
                  </a:lnTo>
                  <a:lnTo>
                    <a:pt x="1719187" y="2268548"/>
                  </a:lnTo>
                  <a:lnTo>
                    <a:pt x="1727073" y="2244029"/>
                  </a:lnTo>
                  <a:lnTo>
                    <a:pt x="1734959" y="2218333"/>
                  </a:lnTo>
                  <a:lnTo>
                    <a:pt x="1742845" y="2191498"/>
                  </a:lnTo>
                  <a:lnTo>
                    <a:pt x="1750732" y="2163551"/>
                  </a:lnTo>
                  <a:lnTo>
                    <a:pt x="1758618" y="2134500"/>
                  </a:lnTo>
                  <a:lnTo>
                    <a:pt x="1766504" y="2104322"/>
                  </a:lnTo>
                  <a:lnTo>
                    <a:pt x="1774390" y="2072966"/>
                  </a:lnTo>
                  <a:lnTo>
                    <a:pt x="1782276" y="2040088"/>
                  </a:lnTo>
                  <a:lnTo>
                    <a:pt x="1790162" y="2005704"/>
                  </a:lnTo>
                  <a:lnTo>
                    <a:pt x="1798049" y="1969613"/>
                  </a:lnTo>
                  <a:lnTo>
                    <a:pt x="1805935" y="1931565"/>
                  </a:lnTo>
                  <a:lnTo>
                    <a:pt x="1813821" y="1891275"/>
                  </a:lnTo>
                  <a:lnTo>
                    <a:pt x="1821707" y="1848433"/>
                  </a:lnTo>
                  <a:lnTo>
                    <a:pt x="1829593" y="1802713"/>
                  </a:lnTo>
                  <a:lnTo>
                    <a:pt x="1837479" y="1753568"/>
                  </a:lnTo>
                  <a:lnTo>
                    <a:pt x="1845366" y="1700393"/>
                  </a:lnTo>
                  <a:lnTo>
                    <a:pt x="1853252" y="1643310"/>
                  </a:lnTo>
                  <a:lnTo>
                    <a:pt x="1861138" y="1582125"/>
                  </a:lnTo>
                  <a:lnTo>
                    <a:pt x="1869024" y="1516714"/>
                  </a:lnTo>
                  <a:lnTo>
                    <a:pt x="1876910" y="1447041"/>
                  </a:lnTo>
                  <a:lnTo>
                    <a:pt x="1884797" y="1373168"/>
                  </a:lnTo>
                  <a:lnTo>
                    <a:pt x="1892683" y="1295262"/>
                  </a:lnTo>
                  <a:lnTo>
                    <a:pt x="1900569" y="1213198"/>
                  </a:lnTo>
                  <a:lnTo>
                    <a:pt x="1908455" y="1127845"/>
                  </a:lnTo>
                  <a:lnTo>
                    <a:pt x="1916341" y="1039986"/>
                  </a:lnTo>
                  <a:lnTo>
                    <a:pt x="1924227" y="950319"/>
                  </a:lnTo>
                  <a:lnTo>
                    <a:pt x="1932114" y="859632"/>
                  </a:lnTo>
                  <a:lnTo>
                    <a:pt x="1940000" y="768785"/>
                  </a:lnTo>
                  <a:lnTo>
                    <a:pt x="1947886" y="678695"/>
                  </a:lnTo>
                  <a:lnTo>
                    <a:pt x="1955772" y="590375"/>
                  </a:lnTo>
                  <a:lnTo>
                    <a:pt x="1963658" y="505429"/>
                  </a:lnTo>
                  <a:lnTo>
                    <a:pt x="1971545" y="424526"/>
                  </a:lnTo>
                  <a:lnTo>
                    <a:pt x="1979431" y="348558"/>
                  </a:lnTo>
                  <a:lnTo>
                    <a:pt x="1987317" y="278352"/>
                  </a:lnTo>
                  <a:lnTo>
                    <a:pt x="1995203" y="214657"/>
                  </a:lnTo>
                  <a:lnTo>
                    <a:pt x="2003089" y="158129"/>
                  </a:lnTo>
                  <a:lnTo>
                    <a:pt x="2010975" y="109327"/>
                  </a:lnTo>
                  <a:lnTo>
                    <a:pt x="2018862" y="69464"/>
                  </a:lnTo>
                  <a:lnTo>
                    <a:pt x="2026748" y="38936"/>
                  </a:lnTo>
                  <a:lnTo>
                    <a:pt x="2034634" y="17162"/>
                  </a:lnTo>
                  <a:lnTo>
                    <a:pt x="2042520" y="4195"/>
                  </a:lnTo>
                  <a:lnTo>
                    <a:pt x="2050406" y="0"/>
                  </a:lnTo>
                  <a:lnTo>
                    <a:pt x="2058293" y="4459"/>
                  </a:lnTo>
                  <a:lnTo>
                    <a:pt x="2066179" y="17386"/>
                  </a:lnTo>
                  <a:lnTo>
                    <a:pt x="2074065" y="38531"/>
                  </a:lnTo>
                  <a:lnTo>
                    <a:pt x="2081951" y="68758"/>
                  </a:lnTo>
                  <a:lnTo>
                    <a:pt x="2089837" y="106529"/>
                  </a:lnTo>
                  <a:lnTo>
                    <a:pt x="2097723" y="151275"/>
                  </a:lnTo>
                  <a:lnTo>
                    <a:pt x="2105610" y="202555"/>
                  </a:lnTo>
                  <a:lnTo>
                    <a:pt x="2113496" y="259904"/>
                  </a:lnTo>
                  <a:lnTo>
                    <a:pt x="2121382" y="322834"/>
                  </a:lnTo>
                  <a:lnTo>
                    <a:pt x="2129268" y="390833"/>
                  </a:lnTo>
                  <a:lnTo>
                    <a:pt x="2137154" y="463557"/>
                  </a:lnTo>
                  <a:lnTo>
                    <a:pt x="2145041" y="540606"/>
                  </a:lnTo>
                  <a:lnTo>
                    <a:pt x="2152927" y="620815"/>
                  </a:lnTo>
                  <a:lnTo>
                    <a:pt x="2160813" y="703593"/>
                  </a:lnTo>
                  <a:lnTo>
                    <a:pt x="2168699" y="788340"/>
                  </a:lnTo>
                  <a:lnTo>
                    <a:pt x="2176585" y="874454"/>
                  </a:lnTo>
                  <a:lnTo>
                    <a:pt x="2184471" y="961336"/>
                  </a:lnTo>
                  <a:lnTo>
                    <a:pt x="2192358" y="1048397"/>
                  </a:lnTo>
                  <a:lnTo>
                    <a:pt x="2200244" y="1134933"/>
                  </a:lnTo>
                  <a:lnTo>
                    <a:pt x="2208130" y="1220287"/>
                  </a:lnTo>
                  <a:lnTo>
                    <a:pt x="2216016" y="1304014"/>
                  </a:lnTo>
                  <a:lnTo>
                    <a:pt x="2223902" y="1385689"/>
                  </a:lnTo>
                  <a:lnTo>
                    <a:pt x="2231789" y="1464942"/>
                  </a:lnTo>
                  <a:lnTo>
                    <a:pt x="2239675" y="1541465"/>
                  </a:lnTo>
                  <a:lnTo>
                    <a:pt x="2247561" y="1615014"/>
                  </a:lnTo>
                  <a:lnTo>
                    <a:pt x="2255447" y="1685379"/>
                  </a:lnTo>
                  <a:lnTo>
                    <a:pt x="2263333" y="1751914"/>
                  </a:lnTo>
                  <a:lnTo>
                    <a:pt x="2271219" y="1815148"/>
                  </a:lnTo>
                  <a:lnTo>
                    <a:pt x="2279106" y="1875126"/>
                  </a:lnTo>
                  <a:lnTo>
                    <a:pt x="2286992" y="1931934"/>
                  </a:lnTo>
                  <a:lnTo>
                    <a:pt x="2294878" y="1985693"/>
                  </a:lnTo>
                  <a:lnTo>
                    <a:pt x="2302764" y="2036548"/>
                  </a:lnTo>
                  <a:lnTo>
                    <a:pt x="2310650" y="2084660"/>
                  </a:lnTo>
                  <a:lnTo>
                    <a:pt x="2318536" y="2130014"/>
                  </a:lnTo>
                  <a:lnTo>
                    <a:pt x="2326423" y="2172767"/>
                  </a:lnTo>
                  <a:lnTo>
                    <a:pt x="2334309" y="2213316"/>
                  </a:lnTo>
                  <a:lnTo>
                    <a:pt x="2342195" y="2251781"/>
                  </a:lnTo>
                  <a:lnTo>
                    <a:pt x="2350081" y="2288259"/>
                  </a:lnTo>
                  <a:lnTo>
                    <a:pt x="2357967" y="2322824"/>
                  </a:lnTo>
                  <a:lnTo>
                    <a:pt x="2365854" y="2355524"/>
                  </a:lnTo>
                  <a:lnTo>
                    <a:pt x="2373740" y="2386391"/>
                  </a:lnTo>
                  <a:lnTo>
                    <a:pt x="2381626" y="2415168"/>
                  </a:lnTo>
                  <a:lnTo>
                    <a:pt x="2389512" y="2442059"/>
                  </a:lnTo>
                  <a:lnTo>
                    <a:pt x="2397398" y="2467112"/>
                  </a:lnTo>
                  <a:lnTo>
                    <a:pt x="2405284" y="2490319"/>
                  </a:lnTo>
                  <a:lnTo>
                    <a:pt x="2413171" y="2511680"/>
                  </a:lnTo>
                  <a:lnTo>
                    <a:pt x="2421057" y="2531204"/>
                  </a:lnTo>
                  <a:lnTo>
                    <a:pt x="2428943" y="2548912"/>
                  </a:lnTo>
                  <a:lnTo>
                    <a:pt x="2436829" y="2564776"/>
                  </a:lnTo>
                  <a:lnTo>
                    <a:pt x="2444715" y="2578690"/>
                  </a:lnTo>
                  <a:lnTo>
                    <a:pt x="2452602" y="2590983"/>
                  </a:lnTo>
                  <a:lnTo>
                    <a:pt x="2460488" y="2601746"/>
                  </a:lnTo>
                  <a:lnTo>
                    <a:pt x="2468374" y="2611082"/>
                  </a:lnTo>
                  <a:lnTo>
                    <a:pt x="2476260" y="2619100"/>
                  </a:lnTo>
                  <a:lnTo>
                    <a:pt x="2484146" y="2625916"/>
                  </a:lnTo>
                  <a:lnTo>
                    <a:pt x="2492032" y="2631647"/>
                  </a:lnTo>
                  <a:lnTo>
                    <a:pt x="2499919" y="2636328"/>
                  </a:lnTo>
                  <a:lnTo>
                    <a:pt x="2507805" y="2640139"/>
                  </a:lnTo>
                  <a:lnTo>
                    <a:pt x="2515691" y="2643255"/>
                  </a:lnTo>
                  <a:lnTo>
                    <a:pt x="2523577" y="2645776"/>
                  </a:lnTo>
                  <a:lnTo>
                    <a:pt x="2531463" y="2647793"/>
                  </a:lnTo>
                  <a:lnTo>
                    <a:pt x="2539350" y="2649388"/>
                  </a:lnTo>
                  <a:lnTo>
                    <a:pt x="2547236" y="2650634"/>
                  </a:lnTo>
                  <a:lnTo>
                    <a:pt x="2555122" y="2651595"/>
                  </a:lnTo>
                  <a:lnTo>
                    <a:pt x="2563008" y="2652299"/>
                  </a:lnTo>
                  <a:lnTo>
                    <a:pt x="2570894" y="2652835"/>
                  </a:lnTo>
                  <a:lnTo>
                    <a:pt x="2578780" y="2653238"/>
                  </a:lnTo>
                  <a:lnTo>
                    <a:pt x="2586667" y="2653539"/>
                  </a:lnTo>
                  <a:lnTo>
                    <a:pt x="2594553" y="2653760"/>
                  </a:lnTo>
                  <a:lnTo>
                    <a:pt x="2602439" y="2653920"/>
                  </a:lnTo>
                  <a:lnTo>
                    <a:pt x="2610325" y="2654035"/>
                  </a:lnTo>
                  <a:lnTo>
                    <a:pt x="2618211" y="2654114"/>
                  </a:lnTo>
                  <a:lnTo>
                    <a:pt x="2626098" y="2654168"/>
                  </a:lnTo>
                  <a:lnTo>
                    <a:pt x="2633984" y="2654206"/>
                  </a:lnTo>
                  <a:lnTo>
                    <a:pt x="2641870" y="2654233"/>
                  </a:lnTo>
                  <a:lnTo>
                    <a:pt x="2649756" y="2654251"/>
                  </a:lnTo>
                  <a:lnTo>
                    <a:pt x="2657642" y="2654263"/>
                  </a:lnTo>
                  <a:lnTo>
                    <a:pt x="2665528" y="2654271"/>
                  </a:lnTo>
                  <a:lnTo>
                    <a:pt x="2673415" y="2654276"/>
                  </a:lnTo>
                  <a:lnTo>
                    <a:pt x="2681301" y="2654279"/>
                  </a:lnTo>
                  <a:lnTo>
                    <a:pt x="2689187" y="2654281"/>
                  </a:lnTo>
                  <a:lnTo>
                    <a:pt x="2697073" y="2654283"/>
                  </a:lnTo>
                  <a:lnTo>
                    <a:pt x="2704959" y="2654284"/>
                  </a:lnTo>
                  <a:lnTo>
                    <a:pt x="2712846" y="2654284"/>
                  </a:lnTo>
                  <a:lnTo>
                    <a:pt x="2720732" y="2654284"/>
                  </a:lnTo>
                  <a:lnTo>
                    <a:pt x="2728618" y="2654285"/>
                  </a:lnTo>
                  <a:lnTo>
                    <a:pt x="2736504" y="2654285"/>
                  </a:lnTo>
                  <a:lnTo>
                    <a:pt x="2744390" y="2654285"/>
                  </a:lnTo>
                  <a:lnTo>
                    <a:pt x="2752276" y="2654285"/>
                  </a:lnTo>
                  <a:lnTo>
                    <a:pt x="2760163" y="2654285"/>
                  </a:lnTo>
                  <a:lnTo>
                    <a:pt x="2768049" y="2654285"/>
                  </a:lnTo>
                  <a:lnTo>
                    <a:pt x="2775935" y="2654285"/>
                  </a:lnTo>
                  <a:lnTo>
                    <a:pt x="2783821" y="2654285"/>
                  </a:lnTo>
                  <a:lnTo>
                    <a:pt x="2791707" y="2654285"/>
                  </a:lnTo>
                  <a:lnTo>
                    <a:pt x="2799593" y="2654285"/>
                  </a:lnTo>
                  <a:lnTo>
                    <a:pt x="2807480" y="2654285"/>
                  </a:lnTo>
                  <a:lnTo>
                    <a:pt x="2815366" y="2654285"/>
                  </a:lnTo>
                  <a:lnTo>
                    <a:pt x="2823252" y="2654285"/>
                  </a:lnTo>
                  <a:lnTo>
                    <a:pt x="2831138" y="2654285"/>
                  </a:lnTo>
                  <a:lnTo>
                    <a:pt x="2839024" y="2654285"/>
                  </a:lnTo>
                  <a:lnTo>
                    <a:pt x="2846911" y="2654285"/>
                  </a:lnTo>
                  <a:lnTo>
                    <a:pt x="2854797" y="2654285"/>
                  </a:lnTo>
                  <a:lnTo>
                    <a:pt x="2862683" y="2654285"/>
                  </a:lnTo>
                  <a:lnTo>
                    <a:pt x="2870569" y="2654285"/>
                  </a:lnTo>
                  <a:lnTo>
                    <a:pt x="2878455" y="2654285"/>
                  </a:lnTo>
                  <a:lnTo>
                    <a:pt x="2886341" y="2654285"/>
                  </a:lnTo>
                  <a:lnTo>
                    <a:pt x="2894228" y="2654285"/>
                  </a:lnTo>
                  <a:lnTo>
                    <a:pt x="2902114" y="2654285"/>
                  </a:lnTo>
                  <a:lnTo>
                    <a:pt x="2910000" y="2654285"/>
                  </a:lnTo>
                  <a:lnTo>
                    <a:pt x="2917886" y="2654285"/>
                  </a:lnTo>
                  <a:lnTo>
                    <a:pt x="2925772" y="2654285"/>
                  </a:lnTo>
                  <a:lnTo>
                    <a:pt x="2933659" y="2654285"/>
                  </a:lnTo>
                  <a:lnTo>
                    <a:pt x="2941545" y="2654285"/>
                  </a:lnTo>
                  <a:lnTo>
                    <a:pt x="2949431" y="2654285"/>
                  </a:lnTo>
                  <a:lnTo>
                    <a:pt x="2957317" y="2654285"/>
                  </a:lnTo>
                  <a:lnTo>
                    <a:pt x="2965203" y="2654285"/>
                  </a:lnTo>
                  <a:lnTo>
                    <a:pt x="2973089" y="2654285"/>
                  </a:lnTo>
                  <a:lnTo>
                    <a:pt x="2980976" y="2654285"/>
                  </a:lnTo>
                  <a:lnTo>
                    <a:pt x="2988862" y="2654285"/>
                  </a:lnTo>
                  <a:lnTo>
                    <a:pt x="2996748" y="2654285"/>
                  </a:lnTo>
                  <a:lnTo>
                    <a:pt x="3004634" y="2654285"/>
                  </a:lnTo>
                  <a:lnTo>
                    <a:pt x="3012520" y="2654285"/>
                  </a:lnTo>
                  <a:lnTo>
                    <a:pt x="3020407" y="2654285"/>
                  </a:lnTo>
                  <a:lnTo>
                    <a:pt x="3028293" y="2654285"/>
                  </a:lnTo>
                  <a:lnTo>
                    <a:pt x="3036179" y="2654285"/>
                  </a:lnTo>
                  <a:lnTo>
                    <a:pt x="3044065" y="2654285"/>
                  </a:lnTo>
                  <a:lnTo>
                    <a:pt x="3051951" y="2654285"/>
                  </a:lnTo>
                  <a:lnTo>
                    <a:pt x="3059837" y="2654285"/>
                  </a:lnTo>
                  <a:lnTo>
                    <a:pt x="3067724" y="2654285"/>
                  </a:lnTo>
                  <a:lnTo>
                    <a:pt x="3075610" y="2654285"/>
                  </a:lnTo>
                  <a:lnTo>
                    <a:pt x="3083496" y="2654285"/>
                  </a:lnTo>
                  <a:lnTo>
                    <a:pt x="3091382" y="2654285"/>
                  </a:lnTo>
                  <a:lnTo>
                    <a:pt x="3099268" y="2654285"/>
                  </a:lnTo>
                  <a:lnTo>
                    <a:pt x="3107155" y="2654285"/>
                  </a:lnTo>
                  <a:lnTo>
                    <a:pt x="3115041" y="2654285"/>
                  </a:lnTo>
                  <a:lnTo>
                    <a:pt x="3122927" y="2654285"/>
                  </a:lnTo>
                  <a:lnTo>
                    <a:pt x="3130813" y="2654285"/>
                  </a:lnTo>
                  <a:lnTo>
                    <a:pt x="3138699" y="2654285"/>
                  </a:lnTo>
                  <a:lnTo>
                    <a:pt x="3146585" y="2654285"/>
                  </a:lnTo>
                  <a:lnTo>
                    <a:pt x="3154472" y="2654285"/>
                  </a:lnTo>
                  <a:lnTo>
                    <a:pt x="3162358" y="2654285"/>
                  </a:lnTo>
                  <a:lnTo>
                    <a:pt x="3170244" y="2654285"/>
                  </a:lnTo>
                  <a:lnTo>
                    <a:pt x="3178130" y="2654285"/>
                  </a:lnTo>
                  <a:lnTo>
                    <a:pt x="3186016" y="2654285"/>
                  </a:lnTo>
                  <a:lnTo>
                    <a:pt x="3193903" y="2654285"/>
                  </a:lnTo>
                  <a:lnTo>
                    <a:pt x="3201789" y="2654285"/>
                  </a:lnTo>
                  <a:lnTo>
                    <a:pt x="3209675" y="2654285"/>
                  </a:lnTo>
                  <a:lnTo>
                    <a:pt x="3217561" y="2654285"/>
                  </a:lnTo>
                  <a:lnTo>
                    <a:pt x="3225447" y="2654285"/>
                  </a:lnTo>
                  <a:lnTo>
                    <a:pt x="3233333" y="2654285"/>
                  </a:lnTo>
                  <a:lnTo>
                    <a:pt x="3241220" y="2654285"/>
                  </a:lnTo>
                  <a:lnTo>
                    <a:pt x="3249106" y="2654285"/>
                  </a:lnTo>
                  <a:lnTo>
                    <a:pt x="3256992" y="2654285"/>
                  </a:lnTo>
                  <a:lnTo>
                    <a:pt x="3264878" y="2654285"/>
                  </a:lnTo>
                  <a:lnTo>
                    <a:pt x="3272764" y="2654285"/>
                  </a:lnTo>
                  <a:lnTo>
                    <a:pt x="3280650" y="2654285"/>
                  </a:lnTo>
                  <a:lnTo>
                    <a:pt x="3288537" y="2654285"/>
                  </a:lnTo>
                  <a:lnTo>
                    <a:pt x="3296423" y="2654285"/>
                  </a:lnTo>
                  <a:lnTo>
                    <a:pt x="3304309" y="2654285"/>
                  </a:lnTo>
                  <a:lnTo>
                    <a:pt x="3312195" y="2654285"/>
                  </a:lnTo>
                  <a:lnTo>
                    <a:pt x="3320081" y="2654285"/>
                  </a:lnTo>
                  <a:lnTo>
                    <a:pt x="3327968" y="2654285"/>
                  </a:lnTo>
                  <a:lnTo>
                    <a:pt x="3335854" y="2654285"/>
                  </a:lnTo>
                  <a:lnTo>
                    <a:pt x="3343740" y="2654285"/>
                  </a:lnTo>
                  <a:lnTo>
                    <a:pt x="3351626" y="2654285"/>
                  </a:lnTo>
                  <a:lnTo>
                    <a:pt x="3359512" y="2654285"/>
                  </a:lnTo>
                  <a:lnTo>
                    <a:pt x="3367398" y="2654285"/>
                  </a:lnTo>
                  <a:lnTo>
                    <a:pt x="3375285" y="2654285"/>
                  </a:lnTo>
                  <a:lnTo>
                    <a:pt x="3383171" y="2654285"/>
                  </a:lnTo>
                  <a:lnTo>
                    <a:pt x="3391057" y="2654285"/>
                  </a:lnTo>
                  <a:lnTo>
                    <a:pt x="3398943" y="2654285"/>
                  </a:lnTo>
                  <a:lnTo>
                    <a:pt x="3406829" y="2654285"/>
                  </a:lnTo>
                  <a:lnTo>
                    <a:pt x="3414716" y="2654285"/>
                  </a:lnTo>
                  <a:lnTo>
                    <a:pt x="3422602" y="2654285"/>
                  </a:lnTo>
                  <a:lnTo>
                    <a:pt x="3430488" y="2654285"/>
                  </a:lnTo>
                  <a:lnTo>
                    <a:pt x="3438374" y="2654285"/>
                  </a:lnTo>
                  <a:lnTo>
                    <a:pt x="3446260" y="2654285"/>
                  </a:lnTo>
                  <a:lnTo>
                    <a:pt x="3454146" y="2654285"/>
                  </a:lnTo>
                  <a:lnTo>
                    <a:pt x="3462033" y="2654285"/>
                  </a:lnTo>
                  <a:lnTo>
                    <a:pt x="3469919" y="2654285"/>
                  </a:lnTo>
                  <a:lnTo>
                    <a:pt x="3477805" y="2654285"/>
                  </a:lnTo>
                  <a:lnTo>
                    <a:pt x="3485691" y="2654285"/>
                  </a:lnTo>
                  <a:lnTo>
                    <a:pt x="3493577" y="2654285"/>
                  </a:lnTo>
                  <a:lnTo>
                    <a:pt x="3501464" y="2654285"/>
                  </a:lnTo>
                  <a:lnTo>
                    <a:pt x="3509350" y="2654285"/>
                  </a:lnTo>
                  <a:lnTo>
                    <a:pt x="3517236" y="2654285"/>
                  </a:lnTo>
                  <a:lnTo>
                    <a:pt x="3525122" y="2654285"/>
                  </a:lnTo>
                  <a:lnTo>
                    <a:pt x="3533008" y="2654285"/>
                  </a:lnTo>
                  <a:lnTo>
                    <a:pt x="3540894" y="2654285"/>
                  </a:lnTo>
                  <a:lnTo>
                    <a:pt x="3548781" y="2654285"/>
                  </a:lnTo>
                  <a:lnTo>
                    <a:pt x="3556667" y="2654285"/>
                  </a:lnTo>
                  <a:lnTo>
                    <a:pt x="3564553" y="2654285"/>
                  </a:lnTo>
                  <a:lnTo>
                    <a:pt x="3572439" y="2654285"/>
                  </a:lnTo>
                  <a:lnTo>
                    <a:pt x="3580325" y="2654285"/>
                  </a:lnTo>
                  <a:lnTo>
                    <a:pt x="3588212" y="2654285"/>
                  </a:lnTo>
                  <a:lnTo>
                    <a:pt x="3596098" y="2654285"/>
                  </a:lnTo>
                  <a:lnTo>
                    <a:pt x="3603984" y="2654285"/>
                  </a:lnTo>
                  <a:lnTo>
                    <a:pt x="3611870" y="2654285"/>
                  </a:lnTo>
                  <a:lnTo>
                    <a:pt x="3619756" y="2654285"/>
                  </a:lnTo>
                  <a:lnTo>
                    <a:pt x="3627642" y="2654285"/>
                  </a:lnTo>
                  <a:lnTo>
                    <a:pt x="3635529" y="2654285"/>
                  </a:lnTo>
                  <a:lnTo>
                    <a:pt x="3643415" y="2654285"/>
                  </a:lnTo>
                  <a:lnTo>
                    <a:pt x="3651301" y="2654285"/>
                  </a:lnTo>
                  <a:lnTo>
                    <a:pt x="3659187" y="2654285"/>
                  </a:lnTo>
                  <a:lnTo>
                    <a:pt x="3667073" y="2654285"/>
                  </a:lnTo>
                  <a:lnTo>
                    <a:pt x="3674959" y="2654285"/>
                  </a:lnTo>
                  <a:lnTo>
                    <a:pt x="3682846" y="2654285"/>
                  </a:lnTo>
                  <a:lnTo>
                    <a:pt x="3690732" y="2654285"/>
                  </a:lnTo>
                  <a:lnTo>
                    <a:pt x="3698618" y="2654285"/>
                  </a:lnTo>
                  <a:lnTo>
                    <a:pt x="3706504" y="2654285"/>
                  </a:lnTo>
                  <a:lnTo>
                    <a:pt x="3714390" y="2654285"/>
                  </a:lnTo>
                  <a:lnTo>
                    <a:pt x="3722277" y="2654285"/>
                  </a:lnTo>
                  <a:lnTo>
                    <a:pt x="3730163" y="2654285"/>
                  </a:lnTo>
                  <a:lnTo>
                    <a:pt x="3738049" y="2654285"/>
                  </a:lnTo>
                  <a:lnTo>
                    <a:pt x="3745935" y="2654285"/>
                  </a:lnTo>
                  <a:lnTo>
                    <a:pt x="3753821" y="2654285"/>
                  </a:lnTo>
                  <a:lnTo>
                    <a:pt x="3761707" y="2654285"/>
                  </a:lnTo>
                  <a:lnTo>
                    <a:pt x="3769594" y="2654285"/>
                  </a:lnTo>
                  <a:lnTo>
                    <a:pt x="3777480" y="2654285"/>
                  </a:lnTo>
                  <a:lnTo>
                    <a:pt x="3785366" y="2654285"/>
                  </a:lnTo>
                  <a:lnTo>
                    <a:pt x="3793252" y="2654285"/>
                  </a:lnTo>
                  <a:lnTo>
                    <a:pt x="3801138" y="2654285"/>
                  </a:lnTo>
                  <a:lnTo>
                    <a:pt x="3809025" y="2654285"/>
                  </a:lnTo>
                  <a:lnTo>
                    <a:pt x="3816911" y="2654285"/>
                  </a:lnTo>
                  <a:lnTo>
                    <a:pt x="3824797" y="2654285"/>
                  </a:lnTo>
                  <a:lnTo>
                    <a:pt x="3832683" y="2654285"/>
                  </a:lnTo>
                  <a:lnTo>
                    <a:pt x="3840569" y="2654285"/>
                  </a:lnTo>
                  <a:lnTo>
                    <a:pt x="3848455" y="2654285"/>
                  </a:lnTo>
                  <a:lnTo>
                    <a:pt x="3856342" y="2654285"/>
                  </a:lnTo>
                  <a:lnTo>
                    <a:pt x="3864228" y="2654285"/>
                  </a:lnTo>
                  <a:lnTo>
                    <a:pt x="3872114" y="2654285"/>
                  </a:lnTo>
                  <a:lnTo>
                    <a:pt x="3880000" y="2654285"/>
                  </a:lnTo>
                  <a:lnTo>
                    <a:pt x="3887886" y="2654285"/>
                  </a:lnTo>
                  <a:lnTo>
                    <a:pt x="3895773" y="2654285"/>
                  </a:lnTo>
                  <a:lnTo>
                    <a:pt x="3903659" y="2654285"/>
                  </a:lnTo>
                  <a:lnTo>
                    <a:pt x="3911545" y="2654285"/>
                  </a:lnTo>
                  <a:lnTo>
                    <a:pt x="3919431" y="2654285"/>
                  </a:lnTo>
                  <a:lnTo>
                    <a:pt x="3927317" y="2654285"/>
                  </a:lnTo>
                  <a:lnTo>
                    <a:pt x="3935203" y="2654285"/>
                  </a:lnTo>
                  <a:lnTo>
                    <a:pt x="3943090" y="2654285"/>
                  </a:lnTo>
                  <a:lnTo>
                    <a:pt x="3950976" y="2654285"/>
                  </a:lnTo>
                  <a:lnTo>
                    <a:pt x="3958862" y="2654285"/>
                  </a:lnTo>
                  <a:lnTo>
                    <a:pt x="3966748" y="2654285"/>
                  </a:lnTo>
                  <a:lnTo>
                    <a:pt x="3974634" y="2654285"/>
                  </a:lnTo>
                  <a:lnTo>
                    <a:pt x="3982521" y="2654285"/>
                  </a:lnTo>
                  <a:lnTo>
                    <a:pt x="3990407" y="2654285"/>
                  </a:lnTo>
                  <a:lnTo>
                    <a:pt x="3998293" y="2654285"/>
                  </a:lnTo>
                  <a:lnTo>
                    <a:pt x="4006179" y="2654285"/>
                  </a:lnTo>
                  <a:lnTo>
                    <a:pt x="4014065" y="2654285"/>
                  </a:lnTo>
                  <a:lnTo>
                    <a:pt x="4021951" y="2654285"/>
                  </a:lnTo>
                  <a:lnTo>
                    <a:pt x="4029838" y="265428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g1699"/>
            <p:cNvSpPr/>
            <p:nvPr/>
          </p:nvSpPr>
          <p:spPr>
            <a:xfrm>
              <a:off x="7814880" y="4514870"/>
              <a:ext cx="4029838" cy="279862"/>
            </a:xfrm>
            <a:custGeom>
              <a:avLst/>
              <a:pathLst>
                <a:path w="4029838" h="279862">
                  <a:moveTo>
                    <a:pt x="0" y="279862"/>
                  </a:moveTo>
                  <a:lnTo>
                    <a:pt x="7886" y="279862"/>
                  </a:lnTo>
                  <a:lnTo>
                    <a:pt x="15772" y="279862"/>
                  </a:lnTo>
                  <a:lnTo>
                    <a:pt x="23658" y="279862"/>
                  </a:lnTo>
                  <a:lnTo>
                    <a:pt x="31544" y="279862"/>
                  </a:lnTo>
                  <a:lnTo>
                    <a:pt x="39430" y="279862"/>
                  </a:lnTo>
                  <a:lnTo>
                    <a:pt x="47317" y="279862"/>
                  </a:lnTo>
                  <a:lnTo>
                    <a:pt x="55203" y="279862"/>
                  </a:lnTo>
                  <a:lnTo>
                    <a:pt x="63089" y="279862"/>
                  </a:lnTo>
                  <a:lnTo>
                    <a:pt x="70975" y="279862"/>
                  </a:lnTo>
                  <a:lnTo>
                    <a:pt x="78861" y="279862"/>
                  </a:lnTo>
                  <a:lnTo>
                    <a:pt x="86747" y="279862"/>
                  </a:lnTo>
                  <a:lnTo>
                    <a:pt x="94634" y="279862"/>
                  </a:lnTo>
                  <a:lnTo>
                    <a:pt x="102520" y="279862"/>
                  </a:lnTo>
                  <a:lnTo>
                    <a:pt x="110406" y="279862"/>
                  </a:lnTo>
                  <a:lnTo>
                    <a:pt x="118292" y="279862"/>
                  </a:lnTo>
                  <a:lnTo>
                    <a:pt x="126178" y="279862"/>
                  </a:lnTo>
                  <a:lnTo>
                    <a:pt x="134065" y="279862"/>
                  </a:lnTo>
                  <a:lnTo>
                    <a:pt x="141951" y="279862"/>
                  </a:lnTo>
                  <a:lnTo>
                    <a:pt x="149837" y="279862"/>
                  </a:lnTo>
                  <a:lnTo>
                    <a:pt x="157723" y="279862"/>
                  </a:lnTo>
                  <a:lnTo>
                    <a:pt x="165609" y="279862"/>
                  </a:lnTo>
                  <a:lnTo>
                    <a:pt x="173495" y="279862"/>
                  </a:lnTo>
                  <a:lnTo>
                    <a:pt x="181382" y="279862"/>
                  </a:lnTo>
                  <a:lnTo>
                    <a:pt x="189268" y="279862"/>
                  </a:lnTo>
                  <a:lnTo>
                    <a:pt x="197154" y="279862"/>
                  </a:lnTo>
                  <a:lnTo>
                    <a:pt x="205040" y="279862"/>
                  </a:lnTo>
                  <a:lnTo>
                    <a:pt x="212926" y="279862"/>
                  </a:lnTo>
                  <a:lnTo>
                    <a:pt x="220813" y="279862"/>
                  </a:lnTo>
                  <a:lnTo>
                    <a:pt x="228699" y="279862"/>
                  </a:lnTo>
                  <a:lnTo>
                    <a:pt x="236585" y="279862"/>
                  </a:lnTo>
                  <a:lnTo>
                    <a:pt x="244471" y="279862"/>
                  </a:lnTo>
                  <a:lnTo>
                    <a:pt x="252357" y="279862"/>
                  </a:lnTo>
                  <a:lnTo>
                    <a:pt x="260243" y="279862"/>
                  </a:lnTo>
                  <a:lnTo>
                    <a:pt x="268130" y="279862"/>
                  </a:lnTo>
                  <a:lnTo>
                    <a:pt x="276016" y="279862"/>
                  </a:lnTo>
                  <a:lnTo>
                    <a:pt x="283902" y="279862"/>
                  </a:lnTo>
                  <a:lnTo>
                    <a:pt x="291788" y="279862"/>
                  </a:lnTo>
                  <a:lnTo>
                    <a:pt x="299674" y="279862"/>
                  </a:lnTo>
                  <a:lnTo>
                    <a:pt x="307561" y="279862"/>
                  </a:lnTo>
                  <a:lnTo>
                    <a:pt x="315447" y="279862"/>
                  </a:lnTo>
                  <a:lnTo>
                    <a:pt x="323333" y="279862"/>
                  </a:lnTo>
                  <a:lnTo>
                    <a:pt x="331219" y="279862"/>
                  </a:lnTo>
                  <a:lnTo>
                    <a:pt x="339105" y="279862"/>
                  </a:lnTo>
                  <a:lnTo>
                    <a:pt x="346991" y="279862"/>
                  </a:lnTo>
                  <a:lnTo>
                    <a:pt x="354878" y="279862"/>
                  </a:lnTo>
                  <a:lnTo>
                    <a:pt x="362764" y="279862"/>
                  </a:lnTo>
                  <a:lnTo>
                    <a:pt x="370650" y="279862"/>
                  </a:lnTo>
                  <a:lnTo>
                    <a:pt x="378536" y="279862"/>
                  </a:lnTo>
                  <a:lnTo>
                    <a:pt x="386422" y="279862"/>
                  </a:lnTo>
                  <a:lnTo>
                    <a:pt x="394309" y="279862"/>
                  </a:lnTo>
                  <a:lnTo>
                    <a:pt x="402195" y="279862"/>
                  </a:lnTo>
                  <a:lnTo>
                    <a:pt x="410081" y="279862"/>
                  </a:lnTo>
                  <a:lnTo>
                    <a:pt x="417967" y="279862"/>
                  </a:lnTo>
                  <a:lnTo>
                    <a:pt x="425853" y="279862"/>
                  </a:lnTo>
                  <a:lnTo>
                    <a:pt x="433739" y="279862"/>
                  </a:lnTo>
                  <a:lnTo>
                    <a:pt x="441626" y="279862"/>
                  </a:lnTo>
                  <a:lnTo>
                    <a:pt x="449512" y="279862"/>
                  </a:lnTo>
                  <a:lnTo>
                    <a:pt x="457398" y="279862"/>
                  </a:lnTo>
                  <a:lnTo>
                    <a:pt x="465284" y="279862"/>
                  </a:lnTo>
                  <a:lnTo>
                    <a:pt x="473170" y="279862"/>
                  </a:lnTo>
                  <a:lnTo>
                    <a:pt x="481056" y="279862"/>
                  </a:lnTo>
                  <a:lnTo>
                    <a:pt x="488943" y="279862"/>
                  </a:lnTo>
                  <a:lnTo>
                    <a:pt x="496829" y="279862"/>
                  </a:lnTo>
                  <a:lnTo>
                    <a:pt x="504715" y="279862"/>
                  </a:lnTo>
                  <a:lnTo>
                    <a:pt x="512601" y="279862"/>
                  </a:lnTo>
                  <a:lnTo>
                    <a:pt x="520487" y="279862"/>
                  </a:lnTo>
                  <a:lnTo>
                    <a:pt x="528374" y="279862"/>
                  </a:lnTo>
                  <a:lnTo>
                    <a:pt x="536260" y="279862"/>
                  </a:lnTo>
                  <a:lnTo>
                    <a:pt x="544146" y="279862"/>
                  </a:lnTo>
                  <a:lnTo>
                    <a:pt x="552032" y="279862"/>
                  </a:lnTo>
                  <a:lnTo>
                    <a:pt x="559918" y="279862"/>
                  </a:lnTo>
                  <a:lnTo>
                    <a:pt x="567804" y="279862"/>
                  </a:lnTo>
                  <a:lnTo>
                    <a:pt x="575691" y="279862"/>
                  </a:lnTo>
                  <a:lnTo>
                    <a:pt x="583577" y="279862"/>
                  </a:lnTo>
                  <a:lnTo>
                    <a:pt x="591463" y="279862"/>
                  </a:lnTo>
                  <a:lnTo>
                    <a:pt x="599349" y="279862"/>
                  </a:lnTo>
                  <a:lnTo>
                    <a:pt x="607235" y="279862"/>
                  </a:lnTo>
                  <a:lnTo>
                    <a:pt x="615122" y="279862"/>
                  </a:lnTo>
                  <a:lnTo>
                    <a:pt x="623008" y="279862"/>
                  </a:lnTo>
                  <a:lnTo>
                    <a:pt x="630894" y="279862"/>
                  </a:lnTo>
                  <a:lnTo>
                    <a:pt x="638780" y="279862"/>
                  </a:lnTo>
                  <a:lnTo>
                    <a:pt x="646666" y="279862"/>
                  </a:lnTo>
                  <a:lnTo>
                    <a:pt x="654552" y="279862"/>
                  </a:lnTo>
                  <a:lnTo>
                    <a:pt x="662439" y="279862"/>
                  </a:lnTo>
                  <a:lnTo>
                    <a:pt x="670325" y="279862"/>
                  </a:lnTo>
                  <a:lnTo>
                    <a:pt x="678211" y="279862"/>
                  </a:lnTo>
                  <a:lnTo>
                    <a:pt x="686097" y="279862"/>
                  </a:lnTo>
                  <a:lnTo>
                    <a:pt x="693983" y="279862"/>
                  </a:lnTo>
                  <a:lnTo>
                    <a:pt x="701870" y="279862"/>
                  </a:lnTo>
                  <a:lnTo>
                    <a:pt x="709756" y="279862"/>
                  </a:lnTo>
                  <a:lnTo>
                    <a:pt x="717642" y="279862"/>
                  </a:lnTo>
                  <a:lnTo>
                    <a:pt x="725528" y="279862"/>
                  </a:lnTo>
                  <a:lnTo>
                    <a:pt x="733414" y="279862"/>
                  </a:lnTo>
                  <a:lnTo>
                    <a:pt x="741300" y="279862"/>
                  </a:lnTo>
                  <a:lnTo>
                    <a:pt x="749187" y="279862"/>
                  </a:lnTo>
                  <a:lnTo>
                    <a:pt x="757073" y="279862"/>
                  </a:lnTo>
                  <a:lnTo>
                    <a:pt x="764959" y="279862"/>
                  </a:lnTo>
                  <a:lnTo>
                    <a:pt x="772845" y="279862"/>
                  </a:lnTo>
                  <a:lnTo>
                    <a:pt x="780731" y="279862"/>
                  </a:lnTo>
                  <a:lnTo>
                    <a:pt x="788618" y="279862"/>
                  </a:lnTo>
                  <a:lnTo>
                    <a:pt x="796504" y="279862"/>
                  </a:lnTo>
                  <a:lnTo>
                    <a:pt x="804390" y="279862"/>
                  </a:lnTo>
                  <a:lnTo>
                    <a:pt x="812276" y="279862"/>
                  </a:lnTo>
                  <a:lnTo>
                    <a:pt x="820162" y="279862"/>
                  </a:lnTo>
                  <a:lnTo>
                    <a:pt x="828048" y="279862"/>
                  </a:lnTo>
                  <a:lnTo>
                    <a:pt x="835935" y="279862"/>
                  </a:lnTo>
                  <a:lnTo>
                    <a:pt x="843821" y="279862"/>
                  </a:lnTo>
                  <a:lnTo>
                    <a:pt x="851707" y="279862"/>
                  </a:lnTo>
                  <a:lnTo>
                    <a:pt x="859593" y="279862"/>
                  </a:lnTo>
                  <a:lnTo>
                    <a:pt x="867479" y="279862"/>
                  </a:lnTo>
                  <a:lnTo>
                    <a:pt x="875366" y="279862"/>
                  </a:lnTo>
                  <a:lnTo>
                    <a:pt x="883252" y="279862"/>
                  </a:lnTo>
                  <a:lnTo>
                    <a:pt x="891138" y="279862"/>
                  </a:lnTo>
                  <a:lnTo>
                    <a:pt x="899024" y="279862"/>
                  </a:lnTo>
                  <a:lnTo>
                    <a:pt x="906910" y="279862"/>
                  </a:lnTo>
                  <a:lnTo>
                    <a:pt x="914796" y="279862"/>
                  </a:lnTo>
                  <a:lnTo>
                    <a:pt x="922683" y="279862"/>
                  </a:lnTo>
                  <a:lnTo>
                    <a:pt x="930569" y="279862"/>
                  </a:lnTo>
                  <a:lnTo>
                    <a:pt x="938455" y="279862"/>
                  </a:lnTo>
                  <a:lnTo>
                    <a:pt x="946341" y="279862"/>
                  </a:lnTo>
                  <a:lnTo>
                    <a:pt x="954227" y="279862"/>
                  </a:lnTo>
                  <a:lnTo>
                    <a:pt x="962113" y="279862"/>
                  </a:lnTo>
                  <a:lnTo>
                    <a:pt x="970000" y="279862"/>
                  </a:lnTo>
                  <a:lnTo>
                    <a:pt x="977886" y="279862"/>
                  </a:lnTo>
                  <a:lnTo>
                    <a:pt x="985772" y="279862"/>
                  </a:lnTo>
                  <a:lnTo>
                    <a:pt x="993658" y="279862"/>
                  </a:lnTo>
                  <a:lnTo>
                    <a:pt x="1001544" y="279862"/>
                  </a:lnTo>
                  <a:lnTo>
                    <a:pt x="1009431" y="279862"/>
                  </a:lnTo>
                  <a:lnTo>
                    <a:pt x="1017317" y="279862"/>
                  </a:lnTo>
                  <a:lnTo>
                    <a:pt x="1025203" y="279862"/>
                  </a:lnTo>
                  <a:lnTo>
                    <a:pt x="1033089" y="279862"/>
                  </a:lnTo>
                  <a:lnTo>
                    <a:pt x="1040975" y="279862"/>
                  </a:lnTo>
                  <a:lnTo>
                    <a:pt x="1048861" y="279862"/>
                  </a:lnTo>
                  <a:lnTo>
                    <a:pt x="1056748" y="279862"/>
                  </a:lnTo>
                  <a:lnTo>
                    <a:pt x="1064634" y="279862"/>
                  </a:lnTo>
                  <a:lnTo>
                    <a:pt x="1072520" y="279862"/>
                  </a:lnTo>
                  <a:lnTo>
                    <a:pt x="1080406" y="279862"/>
                  </a:lnTo>
                  <a:lnTo>
                    <a:pt x="1088292" y="279862"/>
                  </a:lnTo>
                  <a:lnTo>
                    <a:pt x="1096179" y="279862"/>
                  </a:lnTo>
                  <a:lnTo>
                    <a:pt x="1104065" y="279862"/>
                  </a:lnTo>
                  <a:lnTo>
                    <a:pt x="1111951" y="279862"/>
                  </a:lnTo>
                  <a:lnTo>
                    <a:pt x="1119837" y="279862"/>
                  </a:lnTo>
                  <a:lnTo>
                    <a:pt x="1127723" y="279862"/>
                  </a:lnTo>
                  <a:lnTo>
                    <a:pt x="1135609" y="279862"/>
                  </a:lnTo>
                  <a:lnTo>
                    <a:pt x="1143496" y="279862"/>
                  </a:lnTo>
                  <a:lnTo>
                    <a:pt x="1151382" y="279862"/>
                  </a:lnTo>
                  <a:lnTo>
                    <a:pt x="1159268" y="279862"/>
                  </a:lnTo>
                  <a:lnTo>
                    <a:pt x="1167154" y="279862"/>
                  </a:lnTo>
                  <a:lnTo>
                    <a:pt x="1175040" y="279862"/>
                  </a:lnTo>
                  <a:lnTo>
                    <a:pt x="1182927" y="279862"/>
                  </a:lnTo>
                  <a:lnTo>
                    <a:pt x="1190813" y="279862"/>
                  </a:lnTo>
                  <a:lnTo>
                    <a:pt x="1198699" y="279862"/>
                  </a:lnTo>
                  <a:lnTo>
                    <a:pt x="1206585" y="279862"/>
                  </a:lnTo>
                  <a:lnTo>
                    <a:pt x="1214471" y="279862"/>
                  </a:lnTo>
                  <a:lnTo>
                    <a:pt x="1222357" y="279862"/>
                  </a:lnTo>
                  <a:lnTo>
                    <a:pt x="1230244" y="279862"/>
                  </a:lnTo>
                  <a:lnTo>
                    <a:pt x="1238130" y="279862"/>
                  </a:lnTo>
                  <a:lnTo>
                    <a:pt x="1246016" y="279862"/>
                  </a:lnTo>
                  <a:lnTo>
                    <a:pt x="1253902" y="279862"/>
                  </a:lnTo>
                  <a:lnTo>
                    <a:pt x="1261788" y="279862"/>
                  </a:lnTo>
                  <a:lnTo>
                    <a:pt x="1269675" y="279862"/>
                  </a:lnTo>
                  <a:lnTo>
                    <a:pt x="1277561" y="279862"/>
                  </a:lnTo>
                  <a:lnTo>
                    <a:pt x="1285447" y="279862"/>
                  </a:lnTo>
                  <a:lnTo>
                    <a:pt x="1293333" y="279862"/>
                  </a:lnTo>
                  <a:lnTo>
                    <a:pt x="1301219" y="279862"/>
                  </a:lnTo>
                  <a:lnTo>
                    <a:pt x="1309105" y="279862"/>
                  </a:lnTo>
                  <a:lnTo>
                    <a:pt x="1316992" y="279862"/>
                  </a:lnTo>
                  <a:lnTo>
                    <a:pt x="1324878" y="279862"/>
                  </a:lnTo>
                  <a:lnTo>
                    <a:pt x="1332764" y="279862"/>
                  </a:lnTo>
                  <a:lnTo>
                    <a:pt x="1340650" y="279862"/>
                  </a:lnTo>
                  <a:lnTo>
                    <a:pt x="1348536" y="279862"/>
                  </a:lnTo>
                  <a:lnTo>
                    <a:pt x="1356423" y="279862"/>
                  </a:lnTo>
                  <a:lnTo>
                    <a:pt x="1364309" y="279862"/>
                  </a:lnTo>
                  <a:lnTo>
                    <a:pt x="1372195" y="279862"/>
                  </a:lnTo>
                  <a:lnTo>
                    <a:pt x="1380081" y="279862"/>
                  </a:lnTo>
                  <a:lnTo>
                    <a:pt x="1387967" y="279862"/>
                  </a:lnTo>
                  <a:lnTo>
                    <a:pt x="1395853" y="279862"/>
                  </a:lnTo>
                  <a:lnTo>
                    <a:pt x="1403740" y="279862"/>
                  </a:lnTo>
                  <a:lnTo>
                    <a:pt x="1411626" y="279862"/>
                  </a:lnTo>
                  <a:lnTo>
                    <a:pt x="1419512" y="279862"/>
                  </a:lnTo>
                  <a:lnTo>
                    <a:pt x="1427398" y="279862"/>
                  </a:lnTo>
                  <a:lnTo>
                    <a:pt x="1435284" y="279862"/>
                  </a:lnTo>
                  <a:lnTo>
                    <a:pt x="1443170" y="279862"/>
                  </a:lnTo>
                  <a:lnTo>
                    <a:pt x="1451057" y="279862"/>
                  </a:lnTo>
                  <a:lnTo>
                    <a:pt x="1458943" y="279862"/>
                  </a:lnTo>
                  <a:lnTo>
                    <a:pt x="1466829" y="279862"/>
                  </a:lnTo>
                  <a:lnTo>
                    <a:pt x="1474715" y="279862"/>
                  </a:lnTo>
                  <a:lnTo>
                    <a:pt x="1482601" y="279862"/>
                  </a:lnTo>
                  <a:lnTo>
                    <a:pt x="1490488" y="279861"/>
                  </a:lnTo>
                  <a:lnTo>
                    <a:pt x="1498374" y="279861"/>
                  </a:lnTo>
                  <a:lnTo>
                    <a:pt x="1506260" y="279861"/>
                  </a:lnTo>
                  <a:lnTo>
                    <a:pt x="1514146" y="279861"/>
                  </a:lnTo>
                  <a:lnTo>
                    <a:pt x="1522032" y="279861"/>
                  </a:lnTo>
                  <a:lnTo>
                    <a:pt x="1529918" y="279860"/>
                  </a:lnTo>
                  <a:lnTo>
                    <a:pt x="1537805" y="279860"/>
                  </a:lnTo>
                  <a:lnTo>
                    <a:pt x="1545691" y="279859"/>
                  </a:lnTo>
                  <a:lnTo>
                    <a:pt x="1553577" y="279859"/>
                  </a:lnTo>
                  <a:lnTo>
                    <a:pt x="1561463" y="279858"/>
                  </a:lnTo>
                  <a:lnTo>
                    <a:pt x="1569349" y="279857"/>
                  </a:lnTo>
                  <a:lnTo>
                    <a:pt x="1577236" y="279856"/>
                  </a:lnTo>
                  <a:lnTo>
                    <a:pt x="1585122" y="279855"/>
                  </a:lnTo>
                  <a:lnTo>
                    <a:pt x="1593008" y="279854"/>
                  </a:lnTo>
                  <a:lnTo>
                    <a:pt x="1600894" y="279852"/>
                  </a:lnTo>
                  <a:lnTo>
                    <a:pt x="1608780" y="279850"/>
                  </a:lnTo>
                  <a:lnTo>
                    <a:pt x="1616666" y="279847"/>
                  </a:lnTo>
                  <a:lnTo>
                    <a:pt x="1624553" y="279844"/>
                  </a:lnTo>
                  <a:lnTo>
                    <a:pt x="1632439" y="279841"/>
                  </a:lnTo>
                  <a:lnTo>
                    <a:pt x="1640325" y="279837"/>
                  </a:lnTo>
                  <a:lnTo>
                    <a:pt x="1648211" y="279832"/>
                  </a:lnTo>
                  <a:lnTo>
                    <a:pt x="1656097" y="279826"/>
                  </a:lnTo>
                  <a:lnTo>
                    <a:pt x="1663984" y="279820"/>
                  </a:lnTo>
                  <a:lnTo>
                    <a:pt x="1671870" y="279812"/>
                  </a:lnTo>
                  <a:lnTo>
                    <a:pt x="1679756" y="279803"/>
                  </a:lnTo>
                  <a:lnTo>
                    <a:pt x="1687642" y="279792"/>
                  </a:lnTo>
                  <a:lnTo>
                    <a:pt x="1695528" y="279780"/>
                  </a:lnTo>
                  <a:lnTo>
                    <a:pt x="1703414" y="279765"/>
                  </a:lnTo>
                  <a:lnTo>
                    <a:pt x="1711301" y="279748"/>
                  </a:lnTo>
                  <a:lnTo>
                    <a:pt x="1719187" y="279729"/>
                  </a:lnTo>
                  <a:lnTo>
                    <a:pt x="1727073" y="279706"/>
                  </a:lnTo>
                  <a:lnTo>
                    <a:pt x="1734959" y="279680"/>
                  </a:lnTo>
                  <a:lnTo>
                    <a:pt x="1742845" y="279650"/>
                  </a:lnTo>
                  <a:lnTo>
                    <a:pt x="1750732" y="279616"/>
                  </a:lnTo>
                  <a:lnTo>
                    <a:pt x="1758618" y="279576"/>
                  </a:lnTo>
                  <a:lnTo>
                    <a:pt x="1766504" y="279530"/>
                  </a:lnTo>
                  <a:lnTo>
                    <a:pt x="1774390" y="279478"/>
                  </a:lnTo>
                  <a:lnTo>
                    <a:pt x="1782276" y="279419"/>
                  </a:lnTo>
                  <a:lnTo>
                    <a:pt x="1790162" y="279350"/>
                  </a:lnTo>
                  <a:lnTo>
                    <a:pt x="1798049" y="279273"/>
                  </a:lnTo>
                  <a:lnTo>
                    <a:pt x="1805935" y="279187"/>
                  </a:lnTo>
                  <a:lnTo>
                    <a:pt x="1813821" y="279086"/>
                  </a:lnTo>
                  <a:lnTo>
                    <a:pt x="1821707" y="278973"/>
                  </a:lnTo>
                  <a:lnTo>
                    <a:pt x="1829593" y="278846"/>
                  </a:lnTo>
                  <a:lnTo>
                    <a:pt x="1837479" y="278706"/>
                  </a:lnTo>
                  <a:lnTo>
                    <a:pt x="1845366" y="278542"/>
                  </a:lnTo>
                  <a:lnTo>
                    <a:pt x="1853252" y="278359"/>
                  </a:lnTo>
                  <a:lnTo>
                    <a:pt x="1861138" y="278158"/>
                  </a:lnTo>
                  <a:lnTo>
                    <a:pt x="1869024" y="277933"/>
                  </a:lnTo>
                  <a:lnTo>
                    <a:pt x="1876910" y="277675"/>
                  </a:lnTo>
                  <a:lnTo>
                    <a:pt x="1884797" y="277392"/>
                  </a:lnTo>
                  <a:lnTo>
                    <a:pt x="1892683" y="277080"/>
                  </a:lnTo>
                  <a:lnTo>
                    <a:pt x="1900569" y="276731"/>
                  </a:lnTo>
                  <a:lnTo>
                    <a:pt x="1908455" y="276339"/>
                  </a:lnTo>
                  <a:lnTo>
                    <a:pt x="1916341" y="275911"/>
                  </a:lnTo>
                  <a:lnTo>
                    <a:pt x="1924227" y="275444"/>
                  </a:lnTo>
                  <a:lnTo>
                    <a:pt x="1932114" y="274918"/>
                  </a:lnTo>
                  <a:lnTo>
                    <a:pt x="1940000" y="274339"/>
                  </a:lnTo>
                  <a:lnTo>
                    <a:pt x="1947886" y="273711"/>
                  </a:lnTo>
                  <a:lnTo>
                    <a:pt x="1955772" y="273032"/>
                  </a:lnTo>
                  <a:lnTo>
                    <a:pt x="1963658" y="272264"/>
                  </a:lnTo>
                  <a:lnTo>
                    <a:pt x="1971545" y="271435"/>
                  </a:lnTo>
                  <a:lnTo>
                    <a:pt x="1979431" y="270541"/>
                  </a:lnTo>
                  <a:lnTo>
                    <a:pt x="1987317" y="269571"/>
                  </a:lnTo>
                  <a:lnTo>
                    <a:pt x="1995203" y="268496"/>
                  </a:lnTo>
                  <a:lnTo>
                    <a:pt x="2003089" y="267342"/>
                  </a:lnTo>
                  <a:lnTo>
                    <a:pt x="2010975" y="266108"/>
                  </a:lnTo>
                  <a:lnTo>
                    <a:pt x="2018862" y="264765"/>
                  </a:lnTo>
                  <a:lnTo>
                    <a:pt x="2026748" y="263304"/>
                  </a:lnTo>
                  <a:lnTo>
                    <a:pt x="2034634" y="261747"/>
                  </a:lnTo>
                  <a:lnTo>
                    <a:pt x="2042520" y="260093"/>
                  </a:lnTo>
                  <a:lnTo>
                    <a:pt x="2050406" y="258291"/>
                  </a:lnTo>
                  <a:lnTo>
                    <a:pt x="2058293" y="256365"/>
                  </a:lnTo>
                  <a:lnTo>
                    <a:pt x="2066179" y="254326"/>
                  </a:lnTo>
                  <a:lnTo>
                    <a:pt x="2074065" y="252173"/>
                  </a:lnTo>
                  <a:lnTo>
                    <a:pt x="2081951" y="249833"/>
                  </a:lnTo>
                  <a:lnTo>
                    <a:pt x="2089837" y="247369"/>
                  </a:lnTo>
                  <a:lnTo>
                    <a:pt x="2097723" y="244779"/>
                  </a:lnTo>
                  <a:lnTo>
                    <a:pt x="2105610" y="242041"/>
                  </a:lnTo>
                  <a:lnTo>
                    <a:pt x="2113496" y="239116"/>
                  </a:lnTo>
                  <a:lnTo>
                    <a:pt x="2121382" y="236058"/>
                  </a:lnTo>
                  <a:lnTo>
                    <a:pt x="2129268" y="232864"/>
                  </a:lnTo>
                  <a:lnTo>
                    <a:pt x="2137154" y="229494"/>
                  </a:lnTo>
                  <a:lnTo>
                    <a:pt x="2145041" y="225949"/>
                  </a:lnTo>
                  <a:lnTo>
                    <a:pt x="2152927" y="222266"/>
                  </a:lnTo>
                  <a:lnTo>
                    <a:pt x="2160813" y="218447"/>
                  </a:lnTo>
                  <a:lnTo>
                    <a:pt x="2168699" y="214431"/>
                  </a:lnTo>
                  <a:lnTo>
                    <a:pt x="2176585" y="210264"/>
                  </a:lnTo>
                  <a:lnTo>
                    <a:pt x="2184471" y="205965"/>
                  </a:lnTo>
                  <a:lnTo>
                    <a:pt x="2192358" y="201533"/>
                  </a:lnTo>
                  <a:lnTo>
                    <a:pt x="2200244" y="196905"/>
                  </a:lnTo>
                  <a:lnTo>
                    <a:pt x="2208130" y="192156"/>
                  </a:lnTo>
                  <a:lnTo>
                    <a:pt x="2216016" y="187290"/>
                  </a:lnTo>
                  <a:lnTo>
                    <a:pt x="2223902" y="182293"/>
                  </a:lnTo>
                  <a:lnTo>
                    <a:pt x="2231789" y="177147"/>
                  </a:lnTo>
                  <a:lnTo>
                    <a:pt x="2239675" y="171905"/>
                  </a:lnTo>
                  <a:lnTo>
                    <a:pt x="2247561" y="166569"/>
                  </a:lnTo>
                  <a:lnTo>
                    <a:pt x="2255447" y="161123"/>
                  </a:lnTo>
                  <a:lnTo>
                    <a:pt x="2263333" y="155583"/>
                  </a:lnTo>
                  <a:lnTo>
                    <a:pt x="2271219" y="149978"/>
                  </a:lnTo>
                  <a:lnTo>
                    <a:pt x="2279106" y="144315"/>
                  </a:lnTo>
                  <a:lnTo>
                    <a:pt x="2286992" y="138582"/>
                  </a:lnTo>
                  <a:lnTo>
                    <a:pt x="2294878" y="132813"/>
                  </a:lnTo>
                  <a:lnTo>
                    <a:pt x="2302764" y="127018"/>
                  </a:lnTo>
                  <a:lnTo>
                    <a:pt x="2310650" y="121205"/>
                  </a:lnTo>
                  <a:lnTo>
                    <a:pt x="2318536" y="115388"/>
                  </a:lnTo>
                  <a:lnTo>
                    <a:pt x="2326423" y="109584"/>
                  </a:lnTo>
                  <a:lnTo>
                    <a:pt x="2334309" y="103799"/>
                  </a:lnTo>
                  <a:lnTo>
                    <a:pt x="2342195" y="98049"/>
                  </a:lnTo>
                  <a:lnTo>
                    <a:pt x="2350081" y="92363"/>
                  </a:lnTo>
                  <a:lnTo>
                    <a:pt x="2357967" y="86736"/>
                  </a:lnTo>
                  <a:lnTo>
                    <a:pt x="2365854" y="81175"/>
                  </a:lnTo>
                  <a:lnTo>
                    <a:pt x="2373740" y="75717"/>
                  </a:lnTo>
                  <a:lnTo>
                    <a:pt x="2381626" y="70377"/>
                  </a:lnTo>
                  <a:lnTo>
                    <a:pt x="2389512" y="65141"/>
                  </a:lnTo>
                  <a:lnTo>
                    <a:pt x="2397398" y="60015"/>
                  </a:lnTo>
                  <a:lnTo>
                    <a:pt x="2405284" y="55072"/>
                  </a:lnTo>
                  <a:lnTo>
                    <a:pt x="2413171" y="50280"/>
                  </a:lnTo>
                  <a:lnTo>
                    <a:pt x="2421057" y="45634"/>
                  </a:lnTo>
                  <a:lnTo>
                    <a:pt x="2428943" y="41145"/>
                  </a:lnTo>
                  <a:lnTo>
                    <a:pt x="2436829" y="36907"/>
                  </a:lnTo>
                  <a:lnTo>
                    <a:pt x="2444715" y="32843"/>
                  </a:lnTo>
                  <a:lnTo>
                    <a:pt x="2452602" y="28958"/>
                  </a:lnTo>
                  <a:lnTo>
                    <a:pt x="2460488" y="25293"/>
                  </a:lnTo>
                  <a:lnTo>
                    <a:pt x="2468374" y="21898"/>
                  </a:lnTo>
                  <a:lnTo>
                    <a:pt x="2476260" y="18705"/>
                  </a:lnTo>
                  <a:lnTo>
                    <a:pt x="2484146" y="15716"/>
                  </a:lnTo>
                  <a:lnTo>
                    <a:pt x="2492032" y="13008"/>
                  </a:lnTo>
                  <a:lnTo>
                    <a:pt x="2499919" y="10567"/>
                  </a:lnTo>
                  <a:lnTo>
                    <a:pt x="2507805" y="8346"/>
                  </a:lnTo>
                  <a:lnTo>
                    <a:pt x="2515691" y="6346"/>
                  </a:lnTo>
                  <a:lnTo>
                    <a:pt x="2523577" y="4678"/>
                  </a:lnTo>
                  <a:lnTo>
                    <a:pt x="2531463" y="3259"/>
                  </a:lnTo>
                  <a:lnTo>
                    <a:pt x="2539350" y="2068"/>
                  </a:lnTo>
                  <a:lnTo>
                    <a:pt x="2547236" y="1118"/>
                  </a:lnTo>
                  <a:lnTo>
                    <a:pt x="2555122" y="517"/>
                  </a:lnTo>
                  <a:lnTo>
                    <a:pt x="2563008" y="144"/>
                  </a:lnTo>
                  <a:lnTo>
                    <a:pt x="2570894" y="0"/>
                  </a:lnTo>
                  <a:lnTo>
                    <a:pt x="2578780" y="127"/>
                  </a:lnTo>
                  <a:lnTo>
                    <a:pt x="2586667" y="563"/>
                  </a:lnTo>
                  <a:lnTo>
                    <a:pt x="2594553" y="1222"/>
                  </a:lnTo>
                  <a:lnTo>
                    <a:pt x="2602439" y="2100"/>
                  </a:lnTo>
                  <a:lnTo>
                    <a:pt x="2610325" y="3269"/>
                  </a:lnTo>
                  <a:lnTo>
                    <a:pt x="2618211" y="4699"/>
                  </a:lnTo>
                  <a:lnTo>
                    <a:pt x="2626098" y="6336"/>
                  </a:lnTo>
                  <a:lnTo>
                    <a:pt x="2633984" y="8178"/>
                  </a:lnTo>
                  <a:lnTo>
                    <a:pt x="2641870" y="10315"/>
                  </a:lnTo>
                  <a:lnTo>
                    <a:pt x="2649756" y="12659"/>
                  </a:lnTo>
                  <a:lnTo>
                    <a:pt x="2657642" y="15190"/>
                  </a:lnTo>
                  <a:lnTo>
                    <a:pt x="2665528" y="17915"/>
                  </a:lnTo>
                  <a:lnTo>
                    <a:pt x="2673415" y="20901"/>
                  </a:lnTo>
                  <a:lnTo>
                    <a:pt x="2681301" y="24052"/>
                  </a:lnTo>
                  <a:lnTo>
                    <a:pt x="2689187" y="27362"/>
                  </a:lnTo>
                  <a:lnTo>
                    <a:pt x="2697073" y="30857"/>
                  </a:lnTo>
                  <a:lnTo>
                    <a:pt x="2704959" y="34545"/>
                  </a:lnTo>
                  <a:lnTo>
                    <a:pt x="2712846" y="38367"/>
                  </a:lnTo>
                  <a:lnTo>
                    <a:pt x="2720732" y="42316"/>
                  </a:lnTo>
                  <a:lnTo>
                    <a:pt x="2728618" y="46425"/>
                  </a:lnTo>
                  <a:lnTo>
                    <a:pt x="2736504" y="50663"/>
                  </a:lnTo>
                  <a:lnTo>
                    <a:pt x="2744390" y="54999"/>
                  </a:lnTo>
                  <a:lnTo>
                    <a:pt x="2752276" y="59426"/>
                  </a:lnTo>
                  <a:lnTo>
                    <a:pt x="2760163" y="63972"/>
                  </a:lnTo>
                  <a:lnTo>
                    <a:pt x="2768049" y="68589"/>
                  </a:lnTo>
                  <a:lnTo>
                    <a:pt x="2775935" y="73266"/>
                  </a:lnTo>
                  <a:lnTo>
                    <a:pt x="2783821" y="77998"/>
                  </a:lnTo>
                  <a:lnTo>
                    <a:pt x="2791707" y="82789"/>
                  </a:lnTo>
                  <a:lnTo>
                    <a:pt x="2799593" y="87606"/>
                  </a:lnTo>
                  <a:lnTo>
                    <a:pt x="2807480" y="92443"/>
                  </a:lnTo>
                  <a:lnTo>
                    <a:pt x="2815366" y="97294"/>
                  </a:lnTo>
                  <a:lnTo>
                    <a:pt x="2823252" y="102143"/>
                  </a:lnTo>
                  <a:lnTo>
                    <a:pt x="2831138" y="106981"/>
                  </a:lnTo>
                  <a:lnTo>
                    <a:pt x="2839024" y="111801"/>
                  </a:lnTo>
                  <a:lnTo>
                    <a:pt x="2846911" y="116585"/>
                  </a:lnTo>
                  <a:lnTo>
                    <a:pt x="2854797" y="121323"/>
                  </a:lnTo>
                  <a:lnTo>
                    <a:pt x="2862683" y="126014"/>
                  </a:lnTo>
                  <a:lnTo>
                    <a:pt x="2870569" y="130656"/>
                  </a:lnTo>
                  <a:lnTo>
                    <a:pt x="2878455" y="135206"/>
                  </a:lnTo>
                  <a:lnTo>
                    <a:pt x="2886341" y="139683"/>
                  </a:lnTo>
                  <a:lnTo>
                    <a:pt x="2894228" y="144086"/>
                  </a:lnTo>
                  <a:lnTo>
                    <a:pt x="2902114" y="148404"/>
                  </a:lnTo>
                  <a:lnTo>
                    <a:pt x="2910000" y="152595"/>
                  </a:lnTo>
                  <a:lnTo>
                    <a:pt x="2917886" y="156693"/>
                  </a:lnTo>
                  <a:lnTo>
                    <a:pt x="2925772" y="160698"/>
                  </a:lnTo>
                  <a:lnTo>
                    <a:pt x="2933659" y="164582"/>
                  </a:lnTo>
                  <a:lnTo>
                    <a:pt x="2941545" y="168329"/>
                  </a:lnTo>
                  <a:lnTo>
                    <a:pt x="2949431" y="171972"/>
                  </a:lnTo>
                  <a:lnTo>
                    <a:pt x="2957317" y="175508"/>
                  </a:lnTo>
                  <a:lnTo>
                    <a:pt x="2965203" y="178897"/>
                  </a:lnTo>
                  <a:lnTo>
                    <a:pt x="2973089" y="182155"/>
                  </a:lnTo>
                  <a:lnTo>
                    <a:pt x="2980976" y="185305"/>
                  </a:lnTo>
                  <a:lnTo>
                    <a:pt x="2988862" y="188347"/>
                  </a:lnTo>
                  <a:lnTo>
                    <a:pt x="2996748" y="191224"/>
                  </a:lnTo>
                  <a:lnTo>
                    <a:pt x="3004634" y="193991"/>
                  </a:lnTo>
                  <a:lnTo>
                    <a:pt x="3012520" y="196653"/>
                  </a:lnTo>
                  <a:lnTo>
                    <a:pt x="3020407" y="199201"/>
                  </a:lnTo>
                  <a:lnTo>
                    <a:pt x="3028293" y="201604"/>
                  </a:lnTo>
                  <a:lnTo>
                    <a:pt x="3036179" y="203910"/>
                  </a:lnTo>
                  <a:lnTo>
                    <a:pt x="3044065" y="206123"/>
                  </a:lnTo>
                  <a:lnTo>
                    <a:pt x="3051951" y="208223"/>
                  </a:lnTo>
                  <a:lnTo>
                    <a:pt x="3059837" y="210210"/>
                  </a:lnTo>
                  <a:lnTo>
                    <a:pt x="3067724" y="212116"/>
                  </a:lnTo>
                  <a:lnTo>
                    <a:pt x="3075610" y="213943"/>
                  </a:lnTo>
                  <a:lnTo>
                    <a:pt x="3083496" y="215668"/>
                  </a:lnTo>
                  <a:lnTo>
                    <a:pt x="3091382" y="217313"/>
                  </a:lnTo>
                  <a:lnTo>
                    <a:pt x="3099268" y="218893"/>
                  </a:lnTo>
                  <a:lnTo>
                    <a:pt x="3107155" y="220412"/>
                  </a:lnTo>
                  <a:lnTo>
                    <a:pt x="3115041" y="221846"/>
                  </a:lnTo>
                  <a:lnTo>
                    <a:pt x="3122927" y="223228"/>
                  </a:lnTo>
                  <a:lnTo>
                    <a:pt x="3130813" y="224563"/>
                  </a:lnTo>
                  <a:lnTo>
                    <a:pt x="3138699" y="225849"/>
                  </a:lnTo>
                  <a:lnTo>
                    <a:pt x="3146585" y="227078"/>
                  </a:lnTo>
                  <a:lnTo>
                    <a:pt x="3154472" y="228273"/>
                  </a:lnTo>
                  <a:lnTo>
                    <a:pt x="3162358" y="229436"/>
                  </a:lnTo>
                  <a:lnTo>
                    <a:pt x="3170244" y="230563"/>
                  </a:lnTo>
                  <a:lnTo>
                    <a:pt x="3178130" y="231657"/>
                  </a:lnTo>
                  <a:lnTo>
                    <a:pt x="3186016" y="232728"/>
                  </a:lnTo>
                  <a:lnTo>
                    <a:pt x="3193903" y="233780"/>
                  </a:lnTo>
                  <a:lnTo>
                    <a:pt x="3201789" y="234806"/>
                  </a:lnTo>
                  <a:lnTo>
                    <a:pt x="3209675" y="235815"/>
                  </a:lnTo>
                  <a:lnTo>
                    <a:pt x="3217561" y="236810"/>
                  </a:lnTo>
                  <a:lnTo>
                    <a:pt x="3225447" y="237792"/>
                  </a:lnTo>
                  <a:lnTo>
                    <a:pt x="3233333" y="238758"/>
                  </a:lnTo>
                  <a:lnTo>
                    <a:pt x="3241220" y="239713"/>
                  </a:lnTo>
                  <a:lnTo>
                    <a:pt x="3249106" y="240659"/>
                  </a:lnTo>
                  <a:lnTo>
                    <a:pt x="3256992" y="241596"/>
                  </a:lnTo>
                  <a:lnTo>
                    <a:pt x="3264878" y="242520"/>
                  </a:lnTo>
                  <a:lnTo>
                    <a:pt x="3272764" y="243436"/>
                  </a:lnTo>
                  <a:lnTo>
                    <a:pt x="3280650" y="244344"/>
                  </a:lnTo>
                  <a:lnTo>
                    <a:pt x="3288537" y="245242"/>
                  </a:lnTo>
                  <a:lnTo>
                    <a:pt x="3296423" y="246128"/>
                  </a:lnTo>
                  <a:lnTo>
                    <a:pt x="3304309" y="247004"/>
                  </a:lnTo>
                  <a:lnTo>
                    <a:pt x="3312195" y="247871"/>
                  </a:lnTo>
                  <a:lnTo>
                    <a:pt x="3320081" y="248724"/>
                  </a:lnTo>
                  <a:lnTo>
                    <a:pt x="3327968" y="249564"/>
                  </a:lnTo>
                  <a:lnTo>
                    <a:pt x="3335854" y="250391"/>
                  </a:lnTo>
                  <a:lnTo>
                    <a:pt x="3343740" y="251206"/>
                  </a:lnTo>
                  <a:lnTo>
                    <a:pt x="3351626" y="252001"/>
                  </a:lnTo>
                  <a:lnTo>
                    <a:pt x="3359512" y="252780"/>
                  </a:lnTo>
                  <a:lnTo>
                    <a:pt x="3367398" y="253545"/>
                  </a:lnTo>
                  <a:lnTo>
                    <a:pt x="3375285" y="254291"/>
                  </a:lnTo>
                  <a:lnTo>
                    <a:pt x="3383171" y="255014"/>
                  </a:lnTo>
                  <a:lnTo>
                    <a:pt x="3391057" y="255719"/>
                  </a:lnTo>
                  <a:lnTo>
                    <a:pt x="3398943" y="256406"/>
                  </a:lnTo>
                  <a:lnTo>
                    <a:pt x="3406829" y="257070"/>
                  </a:lnTo>
                  <a:lnTo>
                    <a:pt x="3414716" y="257709"/>
                  </a:lnTo>
                  <a:lnTo>
                    <a:pt x="3422602" y="258328"/>
                  </a:lnTo>
                  <a:lnTo>
                    <a:pt x="3430488" y="258928"/>
                  </a:lnTo>
                  <a:lnTo>
                    <a:pt x="3438374" y="259499"/>
                  </a:lnTo>
                  <a:lnTo>
                    <a:pt x="3446260" y="260046"/>
                  </a:lnTo>
                  <a:lnTo>
                    <a:pt x="3454146" y="260574"/>
                  </a:lnTo>
                  <a:lnTo>
                    <a:pt x="3462033" y="261081"/>
                  </a:lnTo>
                  <a:lnTo>
                    <a:pt x="3469919" y="261555"/>
                  </a:lnTo>
                  <a:lnTo>
                    <a:pt x="3477805" y="262010"/>
                  </a:lnTo>
                  <a:lnTo>
                    <a:pt x="3485691" y="262444"/>
                  </a:lnTo>
                  <a:lnTo>
                    <a:pt x="3493577" y="262856"/>
                  </a:lnTo>
                  <a:lnTo>
                    <a:pt x="3501464" y="263239"/>
                  </a:lnTo>
                  <a:lnTo>
                    <a:pt x="3509350" y="263604"/>
                  </a:lnTo>
                  <a:lnTo>
                    <a:pt x="3517236" y="263950"/>
                  </a:lnTo>
                  <a:lnTo>
                    <a:pt x="3525122" y="264272"/>
                  </a:lnTo>
                  <a:lnTo>
                    <a:pt x="3533008" y="264571"/>
                  </a:lnTo>
                  <a:lnTo>
                    <a:pt x="3540894" y="264852"/>
                  </a:lnTo>
                  <a:lnTo>
                    <a:pt x="3548781" y="265117"/>
                  </a:lnTo>
                  <a:lnTo>
                    <a:pt x="3556667" y="265358"/>
                  </a:lnTo>
                  <a:lnTo>
                    <a:pt x="3564553" y="265581"/>
                  </a:lnTo>
                  <a:lnTo>
                    <a:pt x="3572439" y="265788"/>
                  </a:lnTo>
                  <a:lnTo>
                    <a:pt x="3580325" y="265981"/>
                  </a:lnTo>
                  <a:lnTo>
                    <a:pt x="3588212" y="266150"/>
                  </a:lnTo>
                  <a:lnTo>
                    <a:pt x="3596098" y="266305"/>
                  </a:lnTo>
                  <a:lnTo>
                    <a:pt x="3603984" y="266447"/>
                  </a:lnTo>
                  <a:lnTo>
                    <a:pt x="3611870" y="266573"/>
                  </a:lnTo>
                  <a:lnTo>
                    <a:pt x="3619756" y="266681"/>
                  </a:lnTo>
                  <a:lnTo>
                    <a:pt x="3627642" y="266776"/>
                  </a:lnTo>
                  <a:lnTo>
                    <a:pt x="3635529" y="266859"/>
                  </a:lnTo>
                  <a:lnTo>
                    <a:pt x="3643415" y="266926"/>
                  </a:lnTo>
                  <a:lnTo>
                    <a:pt x="3651301" y="266978"/>
                  </a:lnTo>
                  <a:lnTo>
                    <a:pt x="3659187" y="267018"/>
                  </a:lnTo>
                  <a:lnTo>
                    <a:pt x="3667073" y="267047"/>
                  </a:lnTo>
                  <a:lnTo>
                    <a:pt x="3674959" y="267060"/>
                  </a:lnTo>
                  <a:lnTo>
                    <a:pt x="3682846" y="267060"/>
                  </a:lnTo>
                  <a:lnTo>
                    <a:pt x="3690732" y="267049"/>
                  </a:lnTo>
                  <a:lnTo>
                    <a:pt x="3698618" y="267027"/>
                  </a:lnTo>
                  <a:lnTo>
                    <a:pt x="3706504" y="266988"/>
                  </a:lnTo>
                  <a:lnTo>
                    <a:pt x="3714390" y="266939"/>
                  </a:lnTo>
                  <a:lnTo>
                    <a:pt x="3722277" y="266880"/>
                  </a:lnTo>
                  <a:lnTo>
                    <a:pt x="3730163" y="266810"/>
                  </a:lnTo>
                  <a:lnTo>
                    <a:pt x="3738049" y="266725"/>
                  </a:lnTo>
                  <a:lnTo>
                    <a:pt x="3745935" y="266632"/>
                  </a:lnTo>
                  <a:lnTo>
                    <a:pt x="3753821" y="266529"/>
                  </a:lnTo>
                  <a:lnTo>
                    <a:pt x="3761707" y="266415"/>
                  </a:lnTo>
                  <a:lnTo>
                    <a:pt x="3769594" y="266291"/>
                  </a:lnTo>
                  <a:lnTo>
                    <a:pt x="3777480" y="266160"/>
                  </a:lnTo>
                  <a:lnTo>
                    <a:pt x="3785366" y="266022"/>
                  </a:lnTo>
                  <a:lnTo>
                    <a:pt x="3793252" y="265874"/>
                  </a:lnTo>
                  <a:lnTo>
                    <a:pt x="3801138" y="265720"/>
                  </a:lnTo>
                  <a:lnTo>
                    <a:pt x="3809025" y="265562"/>
                  </a:lnTo>
                  <a:lnTo>
                    <a:pt x="3816911" y="265400"/>
                  </a:lnTo>
                  <a:lnTo>
                    <a:pt x="3824797" y="265234"/>
                  </a:lnTo>
                  <a:lnTo>
                    <a:pt x="3832683" y="265066"/>
                  </a:lnTo>
                  <a:lnTo>
                    <a:pt x="3840569" y="264897"/>
                  </a:lnTo>
                  <a:lnTo>
                    <a:pt x="3848455" y="264728"/>
                  </a:lnTo>
                  <a:lnTo>
                    <a:pt x="3856342" y="264562"/>
                  </a:lnTo>
                  <a:lnTo>
                    <a:pt x="3864228" y="264398"/>
                  </a:lnTo>
                  <a:lnTo>
                    <a:pt x="3872114" y="264239"/>
                  </a:lnTo>
                  <a:lnTo>
                    <a:pt x="3880000" y="264086"/>
                  </a:lnTo>
                  <a:lnTo>
                    <a:pt x="3887886" y="263942"/>
                  </a:lnTo>
                  <a:lnTo>
                    <a:pt x="3895773" y="263805"/>
                  </a:lnTo>
                  <a:lnTo>
                    <a:pt x="3903659" y="263678"/>
                  </a:lnTo>
                  <a:lnTo>
                    <a:pt x="3911545" y="263565"/>
                  </a:lnTo>
                  <a:lnTo>
                    <a:pt x="3919431" y="263465"/>
                  </a:lnTo>
                  <a:lnTo>
                    <a:pt x="3927317" y="263378"/>
                  </a:lnTo>
                  <a:lnTo>
                    <a:pt x="3935203" y="263305"/>
                  </a:lnTo>
                  <a:lnTo>
                    <a:pt x="3943090" y="263254"/>
                  </a:lnTo>
                  <a:lnTo>
                    <a:pt x="3950976" y="263219"/>
                  </a:lnTo>
                  <a:lnTo>
                    <a:pt x="3958862" y="263201"/>
                  </a:lnTo>
                  <a:lnTo>
                    <a:pt x="3966748" y="263202"/>
                  </a:lnTo>
                  <a:lnTo>
                    <a:pt x="3974634" y="263229"/>
                  </a:lnTo>
                  <a:lnTo>
                    <a:pt x="3982521" y="263275"/>
                  </a:lnTo>
                  <a:lnTo>
                    <a:pt x="3990407" y="263339"/>
                  </a:lnTo>
                  <a:lnTo>
                    <a:pt x="3998293" y="263429"/>
                  </a:lnTo>
                  <a:lnTo>
                    <a:pt x="4006179" y="263543"/>
                  </a:lnTo>
                  <a:lnTo>
                    <a:pt x="4014065" y="263676"/>
                  </a:lnTo>
                  <a:lnTo>
                    <a:pt x="4021951" y="263829"/>
                  </a:lnTo>
                  <a:lnTo>
                    <a:pt x="4029838" y="264010"/>
                  </a:lnTo>
                  <a:lnTo>
                    <a:pt x="4029838" y="279862"/>
                  </a:lnTo>
                  <a:lnTo>
                    <a:pt x="4021951" y="279862"/>
                  </a:lnTo>
                  <a:lnTo>
                    <a:pt x="4014065" y="279862"/>
                  </a:lnTo>
                  <a:lnTo>
                    <a:pt x="4006179" y="279862"/>
                  </a:lnTo>
                  <a:lnTo>
                    <a:pt x="3998293" y="279862"/>
                  </a:lnTo>
                  <a:lnTo>
                    <a:pt x="3990407" y="279862"/>
                  </a:lnTo>
                  <a:lnTo>
                    <a:pt x="3982521" y="279862"/>
                  </a:lnTo>
                  <a:lnTo>
                    <a:pt x="3974634" y="279862"/>
                  </a:lnTo>
                  <a:lnTo>
                    <a:pt x="3966748" y="279862"/>
                  </a:lnTo>
                  <a:lnTo>
                    <a:pt x="3958862" y="279862"/>
                  </a:lnTo>
                  <a:lnTo>
                    <a:pt x="3950976" y="279862"/>
                  </a:lnTo>
                  <a:lnTo>
                    <a:pt x="3943090" y="279862"/>
                  </a:lnTo>
                  <a:lnTo>
                    <a:pt x="3935203" y="279862"/>
                  </a:lnTo>
                  <a:lnTo>
                    <a:pt x="3927317" y="279862"/>
                  </a:lnTo>
                  <a:lnTo>
                    <a:pt x="3919431" y="279862"/>
                  </a:lnTo>
                  <a:lnTo>
                    <a:pt x="3911545" y="279862"/>
                  </a:lnTo>
                  <a:lnTo>
                    <a:pt x="3903659" y="279862"/>
                  </a:lnTo>
                  <a:lnTo>
                    <a:pt x="3895773" y="279862"/>
                  </a:lnTo>
                  <a:lnTo>
                    <a:pt x="3887886" y="279862"/>
                  </a:lnTo>
                  <a:lnTo>
                    <a:pt x="3880000" y="279862"/>
                  </a:lnTo>
                  <a:lnTo>
                    <a:pt x="3872114" y="279862"/>
                  </a:lnTo>
                  <a:lnTo>
                    <a:pt x="3864228" y="279862"/>
                  </a:lnTo>
                  <a:lnTo>
                    <a:pt x="3856342" y="279862"/>
                  </a:lnTo>
                  <a:lnTo>
                    <a:pt x="3848455" y="279862"/>
                  </a:lnTo>
                  <a:lnTo>
                    <a:pt x="3840569" y="279862"/>
                  </a:lnTo>
                  <a:lnTo>
                    <a:pt x="3832683" y="279862"/>
                  </a:lnTo>
                  <a:lnTo>
                    <a:pt x="3824797" y="279862"/>
                  </a:lnTo>
                  <a:lnTo>
                    <a:pt x="3816911" y="279862"/>
                  </a:lnTo>
                  <a:lnTo>
                    <a:pt x="3809025" y="279862"/>
                  </a:lnTo>
                  <a:lnTo>
                    <a:pt x="3801138" y="279862"/>
                  </a:lnTo>
                  <a:lnTo>
                    <a:pt x="3793252" y="279862"/>
                  </a:lnTo>
                  <a:lnTo>
                    <a:pt x="3785366" y="279862"/>
                  </a:lnTo>
                  <a:lnTo>
                    <a:pt x="3777480" y="279862"/>
                  </a:lnTo>
                  <a:lnTo>
                    <a:pt x="3769594" y="279862"/>
                  </a:lnTo>
                  <a:lnTo>
                    <a:pt x="3761707" y="279862"/>
                  </a:lnTo>
                  <a:lnTo>
                    <a:pt x="3753821" y="279862"/>
                  </a:lnTo>
                  <a:lnTo>
                    <a:pt x="3745935" y="279862"/>
                  </a:lnTo>
                  <a:lnTo>
                    <a:pt x="3738049" y="279862"/>
                  </a:lnTo>
                  <a:lnTo>
                    <a:pt x="3730163" y="279862"/>
                  </a:lnTo>
                  <a:lnTo>
                    <a:pt x="3722277" y="279862"/>
                  </a:lnTo>
                  <a:lnTo>
                    <a:pt x="3714390" y="279862"/>
                  </a:lnTo>
                  <a:lnTo>
                    <a:pt x="3706504" y="279862"/>
                  </a:lnTo>
                  <a:lnTo>
                    <a:pt x="3698618" y="279862"/>
                  </a:lnTo>
                  <a:lnTo>
                    <a:pt x="3690732" y="279862"/>
                  </a:lnTo>
                  <a:lnTo>
                    <a:pt x="3682846" y="279862"/>
                  </a:lnTo>
                  <a:lnTo>
                    <a:pt x="3674959" y="279862"/>
                  </a:lnTo>
                  <a:lnTo>
                    <a:pt x="3667073" y="279862"/>
                  </a:lnTo>
                  <a:lnTo>
                    <a:pt x="3659187" y="279862"/>
                  </a:lnTo>
                  <a:lnTo>
                    <a:pt x="3651301" y="279862"/>
                  </a:lnTo>
                  <a:lnTo>
                    <a:pt x="3643415" y="279862"/>
                  </a:lnTo>
                  <a:lnTo>
                    <a:pt x="3635529" y="279862"/>
                  </a:lnTo>
                  <a:lnTo>
                    <a:pt x="3627642" y="279862"/>
                  </a:lnTo>
                  <a:lnTo>
                    <a:pt x="3619756" y="279862"/>
                  </a:lnTo>
                  <a:lnTo>
                    <a:pt x="3611870" y="279862"/>
                  </a:lnTo>
                  <a:lnTo>
                    <a:pt x="3603984" y="279862"/>
                  </a:lnTo>
                  <a:lnTo>
                    <a:pt x="3596098" y="279862"/>
                  </a:lnTo>
                  <a:lnTo>
                    <a:pt x="3588212" y="279862"/>
                  </a:lnTo>
                  <a:lnTo>
                    <a:pt x="3580325" y="279862"/>
                  </a:lnTo>
                  <a:lnTo>
                    <a:pt x="3572439" y="279862"/>
                  </a:lnTo>
                  <a:lnTo>
                    <a:pt x="3564553" y="279862"/>
                  </a:lnTo>
                  <a:lnTo>
                    <a:pt x="3556667" y="279862"/>
                  </a:lnTo>
                  <a:lnTo>
                    <a:pt x="3548781" y="279862"/>
                  </a:lnTo>
                  <a:lnTo>
                    <a:pt x="3540894" y="279862"/>
                  </a:lnTo>
                  <a:lnTo>
                    <a:pt x="3533008" y="279862"/>
                  </a:lnTo>
                  <a:lnTo>
                    <a:pt x="3525122" y="279862"/>
                  </a:lnTo>
                  <a:lnTo>
                    <a:pt x="3517236" y="279862"/>
                  </a:lnTo>
                  <a:lnTo>
                    <a:pt x="3509350" y="279862"/>
                  </a:lnTo>
                  <a:lnTo>
                    <a:pt x="3501464" y="279862"/>
                  </a:lnTo>
                  <a:lnTo>
                    <a:pt x="3493577" y="279862"/>
                  </a:lnTo>
                  <a:lnTo>
                    <a:pt x="3485691" y="279862"/>
                  </a:lnTo>
                  <a:lnTo>
                    <a:pt x="3477805" y="279862"/>
                  </a:lnTo>
                  <a:lnTo>
                    <a:pt x="3469919" y="279862"/>
                  </a:lnTo>
                  <a:lnTo>
                    <a:pt x="3462033" y="279862"/>
                  </a:lnTo>
                  <a:lnTo>
                    <a:pt x="3454146" y="279862"/>
                  </a:lnTo>
                  <a:lnTo>
                    <a:pt x="3446260" y="279862"/>
                  </a:lnTo>
                  <a:lnTo>
                    <a:pt x="3438374" y="279862"/>
                  </a:lnTo>
                  <a:lnTo>
                    <a:pt x="3430488" y="279862"/>
                  </a:lnTo>
                  <a:lnTo>
                    <a:pt x="3422602" y="279862"/>
                  </a:lnTo>
                  <a:lnTo>
                    <a:pt x="3414716" y="279862"/>
                  </a:lnTo>
                  <a:lnTo>
                    <a:pt x="3406829" y="279862"/>
                  </a:lnTo>
                  <a:lnTo>
                    <a:pt x="3398943" y="279862"/>
                  </a:lnTo>
                  <a:lnTo>
                    <a:pt x="3391057" y="279862"/>
                  </a:lnTo>
                  <a:lnTo>
                    <a:pt x="3383171" y="279862"/>
                  </a:lnTo>
                  <a:lnTo>
                    <a:pt x="3375285" y="279862"/>
                  </a:lnTo>
                  <a:lnTo>
                    <a:pt x="3367398" y="279862"/>
                  </a:lnTo>
                  <a:lnTo>
                    <a:pt x="3359512" y="279862"/>
                  </a:lnTo>
                  <a:lnTo>
                    <a:pt x="3351626" y="279862"/>
                  </a:lnTo>
                  <a:lnTo>
                    <a:pt x="3343740" y="279862"/>
                  </a:lnTo>
                  <a:lnTo>
                    <a:pt x="3335854" y="279862"/>
                  </a:lnTo>
                  <a:lnTo>
                    <a:pt x="3327968" y="279862"/>
                  </a:lnTo>
                  <a:lnTo>
                    <a:pt x="3320081" y="279862"/>
                  </a:lnTo>
                  <a:lnTo>
                    <a:pt x="3312195" y="279862"/>
                  </a:lnTo>
                  <a:lnTo>
                    <a:pt x="3304309" y="279862"/>
                  </a:lnTo>
                  <a:lnTo>
                    <a:pt x="3296423" y="279862"/>
                  </a:lnTo>
                  <a:lnTo>
                    <a:pt x="3288537" y="279862"/>
                  </a:lnTo>
                  <a:lnTo>
                    <a:pt x="3280650" y="279862"/>
                  </a:lnTo>
                  <a:lnTo>
                    <a:pt x="3272764" y="279862"/>
                  </a:lnTo>
                  <a:lnTo>
                    <a:pt x="3264878" y="279862"/>
                  </a:lnTo>
                  <a:lnTo>
                    <a:pt x="3256992" y="279862"/>
                  </a:lnTo>
                  <a:lnTo>
                    <a:pt x="3249106" y="279862"/>
                  </a:lnTo>
                  <a:lnTo>
                    <a:pt x="3241220" y="279862"/>
                  </a:lnTo>
                  <a:lnTo>
                    <a:pt x="3233333" y="279862"/>
                  </a:lnTo>
                  <a:lnTo>
                    <a:pt x="3225447" y="279862"/>
                  </a:lnTo>
                  <a:lnTo>
                    <a:pt x="3217561" y="279862"/>
                  </a:lnTo>
                  <a:lnTo>
                    <a:pt x="3209675" y="279862"/>
                  </a:lnTo>
                  <a:lnTo>
                    <a:pt x="3201789" y="279862"/>
                  </a:lnTo>
                  <a:lnTo>
                    <a:pt x="3193903" y="279862"/>
                  </a:lnTo>
                  <a:lnTo>
                    <a:pt x="3186016" y="279862"/>
                  </a:lnTo>
                  <a:lnTo>
                    <a:pt x="3178130" y="279862"/>
                  </a:lnTo>
                  <a:lnTo>
                    <a:pt x="3170244" y="279862"/>
                  </a:lnTo>
                  <a:lnTo>
                    <a:pt x="3162358" y="279862"/>
                  </a:lnTo>
                  <a:lnTo>
                    <a:pt x="3154472" y="279862"/>
                  </a:lnTo>
                  <a:lnTo>
                    <a:pt x="3146585" y="279862"/>
                  </a:lnTo>
                  <a:lnTo>
                    <a:pt x="3138699" y="279862"/>
                  </a:lnTo>
                  <a:lnTo>
                    <a:pt x="3130813" y="279862"/>
                  </a:lnTo>
                  <a:lnTo>
                    <a:pt x="3122927" y="279862"/>
                  </a:lnTo>
                  <a:lnTo>
                    <a:pt x="3115041" y="279862"/>
                  </a:lnTo>
                  <a:lnTo>
                    <a:pt x="3107155" y="279862"/>
                  </a:lnTo>
                  <a:lnTo>
                    <a:pt x="3099268" y="279862"/>
                  </a:lnTo>
                  <a:lnTo>
                    <a:pt x="3091382" y="279862"/>
                  </a:lnTo>
                  <a:lnTo>
                    <a:pt x="3083496" y="279862"/>
                  </a:lnTo>
                  <a:lnTo>
                    <a:pt x="3075610" y="279862"/>
                  </a:lnTo>
                  <a:lnTo>
                    <a:pt x="3067724" y="279862"/>
                  </a:lnTo>
                  <a:lnTo>
                    <a:pt x="3059837" y="279862"/>
                  </a:lnTo>
                  <a:lnTo>
                    <a:pt x="3051951" y="279862"/>
                  </a:lnTo>
                  <a:lnTo>
                    <a:pt x="3044065" y="279862"/>
                  </a:lnTo>
                  <a:lnTo>
                    <a:pt x="3036179" y="279862"/>
                  </a:lnTo>
                  <a:lnTo>
                    <a:pt x="3028293" y="279862"/>
                  </a:lnTo>
                  <a:lnTo>
                    <a:pt x="3020407" y="279862"/>
                  </a:lnTo>
                  <a:lnTo>
                    <a:pt x="3012520" y="279862"/>
                  </a:lnTo>
                  <a:lnTo>
                    <a:pt x="3004634" y="279862"/>
                  </a:lnTo>
                  <a:lnTo>
                    <a:pt x="2996748" y="279862"/>
                  </a:lnTo>
                  <a:lnTo>
                    <a:pt x="2988862" y="279862"/>
                  </a:lnTo>
                  <a:lnTo>
                    <a:pt x="2980976" y="279862"/>
                  </a:lnTo>
                  <a:lnTo>
                    <a:pt x="2973089" y="279862"/>
                  </a:lnTo>
                  <a:lnTo>
                    <a:pt x="2965203" y="279862"/>
                  </a:lnTo>
                  <a:lnTo>
                    <a:pt x="2957317" y="279862"/>
                  </a:lnTo>
                  <a:lnTo>
                    <a:pt x="2949431" y="279862"/>
                  </a:lnTo>
                  <a:lnTo>
                    <a:pt x="2941545" y="279862"/>
                  </a:lnTo>
                  <a:lnTo>
                    <a:pt x="2933659" y="279862"/>
                  </a:lnTo>
                  <a:lnTo>
                    <a:pt x="2925772" y="279862"/>
                  </a:lnTo>
                  <a:lnTo>
                    <a:pt x="2917886" y="279862"/>
                  </a:lnTo>
                  <a:lnTo>
                    <a:pt x="2910000" y="279862"/>
                  </a:lnTo>
                  <a:lnTo>
                    <a:pt x="2902114" y="279862"/>
                  </a:lnTo>
                  <a:lnTo>
                    <a:pt x="2894228" y="279862"/>
                  </a:lnTo>
                  <a:lnTo>
                    <a:pt x="2886341" y="279862"/>
                  </a:lnTo>
                  <a:lnTo>
                    <a:pt x="2878455" y="279862"/>
                  </a:lnTo>
                  <a:lnTo>
                    <a:pt x="2870569" y="279862"/>
                  </a:lnTo>
                  <a:lnTo>
                    <a:pt x="2862683" y="279862"/>
                  </a:lnTo>
                  <a:lnTo>
                    <a:pt x="2854797" y="279862"/>
                  </a:lnTo>
                  <a:lnTo>
                    <a:pt x="2846911" y="279862"/>
                  </a:lnTo>
                  <a:lnTo>
                    <a:pt x="2839024" y="279862"/>
                  </a:lnTo>
                  <a:lnTo>
                    <a:pt x="2831138" y="279862"/>
                  </a:lnTo>
                  <a:lnTo>
                    <a:pt x="2823252" y="279862"/>
                  </a:lnTo>
                  <a:lnTo>
                    <a:pt x="2815366" y="279862"/>
                  </a:lnTo>
                  <a:lnTo>
                    <a:pt x="2807480" y="279862"/>
                  </a:lnTo>
                  <a:lnTo>
                    <a:pt x="2799593" y="279862"/>
                  </a:lnTo>
                  <a:lnTo>
                    <a:pt x="2791707" y="279862"/>
                  </a:lnTo>
                  <a:lnTo>
                    <a:pt x="2783821" y="279862"/>
                  </a:lnTo>
                  <a:lnTo>
                    <a:pt x="2775935" y="279862"/>
                  </a:lnTo>
                  <a:lnTo>
                    <a:pt x="2768049" y="279862"/>
                  </a:lnTo>
                  <a:lnTo>
                    <a:pt x="2760163" y="279862"/>
                  </a:lnTo>
                  <a:lnTo>
                    <a:pt x="2752276" y="279862"/>
                  </a:lnTo>
                  <a:lnTo>
                    <a:pt x="2744390" y="279862"/>
                  </a:lnTo>
                  <a:lnTo>
                    <a:pt x="2736504" y="279862"/>
                  </a:lnTo>
                  <a:lnTo>
                    <a:pt x="2728618" y="279862"/>
                  </a:lnTo>
                  <a:lnTo>
                    <a:pt x="2720732" y="279862"/>
                  </a:lnTo>
                  <a:lnTo>
                    <a:pt x="2712846" y="279862"/>
                  </a:lnTo>
                  <a:lnTo>
                    <a:pt x="2704959" y="279862"/>
                  </a:lnTo>
                  <a:lnTo>
                    <a:pt x="2697073" y="279862"/>
                  </a:lnTo>
                  <a:lnTo>
                    <a:pt x="2689187" y="279862"/>
                  </a:lnTo>
                  <a:lnTo>
                    <a:pt x="2681301" y="279862"/>
                  </a:lnTo>
                  <a:lnTo>
                    <a:pt x="2673415" y="279862"/>
                  </a:lnTo>
                  <a:lnTo>
                    <a:pt x="2665528" y="279862"/>
                  </a:lnTo>
                  <a:lnTo>
                    <a:pt x="2657642" y="279862"/>
                  </a:lnTo>
                  <a:lnTo>
                    <a:pt x="2649756" y="279862"/>
                  </a:lnTo>
                  <a:lnTo>
                    <a:pt x="2641870" y="279862"/>
                  </a:lnTo>
                  <a:lnTo>
                    <a:pt x="2633984" y="279862"/>
                  </a:lnTo>
                  <a:lnTo>
                    <a:pt x="2626098" y="279862"/>
                  </a:lnTo>
                  <a:lnTo>
                    <a:pt x="2618211" y="279862"/>
                  </a:lnTo>
                  <a:lnTo>
                    <a:pt x="2610325" y="279862"/>
                  </a:lnTo>
                  <a:lnTo>
                    <a:pt x="2602439" y="279862"/>
                  </a:lnTo>
                  <a:lnTo>
                    <a:pt x="2594553" y="279862"/>
                  </a:lnTo>
                  <a:lnTo>
                    <a:pt x="2586667" y="279862"/>
                  </a:lnTo>
                  <a:lnTo>
                    <a:pt x="2578780" y="279862"/>
                  </a:lnTo>
                  <a:lnTo>
                    <a:pt x="2570894" y="279862"/>
                  </a:lnTo>
                  <a:lnTo>
                    <a:pt x="2563008" y="279862"/>
                  </a:lnTo>
                  <a:lnTo>
                    <a:pt x="2555122" y="279862"/>
                  </a:lnTo>
                  <a:lnTo>
                    <a:pt x="2547236" y="279862"/>
                  </a:lnTo>
                  <a:lnTo>
                    <a:pt x="2539350" y="279862"/>
                  </a:lnTo>
                  <a:lnTo>
                    <a:pt x="2531463" y="279862"/>
                  </a:lnTo>
                  <a:lnTo>
                    <a:pt x="2523577" y="279862"/>
                  </a:lnTo>
                  <a:lnTo>
                    <a:pt x="2515691" y="279862"/>
                  </a:lnTo>
                  <a:lnTo>
                    <a:pt x="2507805" y="279862"/>
                  </a:lnTo>
                  <a:lnTo>
                    <a:pt x="2499919" y="279862"/>
                  </a:lnTo>
                  <a:lnTo>
                    <a:pt x="2492032" y="279862"/>
                  </a:lnTo>
                  <a:lnTo>
                    <a:pt x="2484146" y="279862"/>
                  </a:lnTo>
                  <a:lnTo>
                    <a:pt x="2476260" y="279862"/>
                  </a:lnTo>
                  <a:lnTo>
                    <a:pt x="2468374" y="279862"/>
                  </a:lnTo>
                  <a:lnTo>
                    <a:pt x="2460488" y="279862"/>
                  </a:lnTo>
                  <a:lnTo>
                    <a:pt x="2452602" y="279862"/>
                  </a:lnTo>
                  <a:lnTo>
                    <a:pt x="2444715" y="279862"/>
                  </a:lnTo>
                  <a:lnTo>
                    <a:pt x="2436829" y="279862"/>
                  </a:lnTo>
                  <a:lnTo>
                    <a:pt x="2428943" y="279862"/>
                  </a:lnTo>
                  <a:lnTo>
                    <a:pt x="2421057" y="279862"/>
                  </a:lnTo>
                  <a:lnTo>
                    <a:pt x="2413171" y="279862"/>
                  </a:lnTo>
                  <a:lnTo>
                    <a:pt x="2405284" y="279862"/>
                  </a:lnTo>
                  <a:lnTo>
                    <a:pt x="2397398" y="279862"/>
                  </a:lnTo>
                  <a:lnTo>
                    <a:pt x="2389512" y="279862"/>
                  </a:lnTo>
                  <a:lnTo>
                    <a:pt x="2381626" y="279862"/>
                  </a:lnTo>
                  <a:lnTo>
                    <a:pt x="2373740" y="279862"/>
                  </a:lnTo>
                  <a:lnTo>
                    <a:pt x="2365854" y="279862"/>
                  </a:lnTo>
                  <a:lnTo>
                    <a:pt x="2357967" y="279862"/>
                  </a:lnTo>
                  <a:lnTo>
                    <a:pt x="2350081" y="279862"/>
                  </a:lnTo>
                  <a:lnTo>
                    <a:pt x="2342195" y="279862"/>
                  </a:lnTo>
                  <a:lnTo>
                    <a:pt x="2334309" y="279862"/>
                  </a:lnTo>
                  <a:lnTo>
                    <a:pt x="2326423" y="279862"/>
                  </a:lnTo>
                  <a:lnTo>
                    <a:pt x="2318536" y="279862"/>
                  </a:lnTo>
                  <a:lnTo>
                    <a:pt x="2310650" y="279862"/>
                  </a:lnTo>
                  <a:lnTo>
                    <a:pt x="2302764" y="279862"/>
                  </a:lnTo>
                  <a:lnTo>
                    <a:pt x="2294878" y="279862"/>
                  </a:lnTo>
                  <a:lnTo>
                    <a:pt x="2286992" y="279862"/>
                  </a:lnTo>
                  <a:lnTo>
                    <a:pt x="2279106" y="279862"/>
                  </a:lnTo>
                  <a:lnTo>
                    <a:pt x="2271219" y="279862"/>
                  </a:lnTo>
                  <a:lnTo>
                    <a:pt x="2263333" y="279862"/>
                  </a:lnTo>
                  <a:lnTo>
                    <a:pt x="2255447" y="279862"/>
                  </a:lnTo>
                  <a:lnTo>
                    <a:pt x="2247561" y="279862"/>
                  </a:lnTo>
                  <a:lnTo>
                    <a:pt x="2239675" y="279862"/>
                  </a:lnTo>
                  <a:lnTo>
                    <a:pt x="2231789" y="279862"/>
                  </a:lnTo>
                  <a:lnTo>
                    <a:pt x="2223902" y="279862"/>
                  </a:lnTo>
                  <a:lnTo>
                    <a:pt x="2216016" y="279862"/>
                  </a:lnTo>
                  <a:lnTo>
                    <a:pt x="2208130" y="279862"/>
                  </a:lnTo>
                  <a:lnTo>
                    <a:pt x="2200244" y="279862"/>
                  </a:lnTo>
                  <a:lnTo>
                    <a:pt x="2192358" y="279862"/>
                  </a:lnTo>
                  <a:lnTo>
                    <a:pt x="2184471" y="279862"/>
                  </a:lnTo>
                  <a:lnTo>
                    <a:pt x="2176585" y="279862"/>
                  </a:lnTo>
                  <a:lnTo>
                    <a:pt x="2168699" y="279862"/>
                  </a:lnTo>
                  <a:lnTo>
                    <a:pt x="2160813" y="279862"/>
                  </a:lnTo>
                  <a:lnTo>
                    <a:pt x="2152927" y="279862"/>
                  </a:lnTo>
                  <a:lnTo>
                    <a:pt x="2145041" y="279862"/>
                  </a:lnTo>
                  <a:lnTo>
                    <a:pt x="2137154" y="279862"/>
                  </a:lnTo>
                  <a:lnTo>
                    <a:pt x="2129268" y="279862"/>
                  </a:lnTo>
                  <a:lnTo>
                    <a:pt x="2121382" y="279862"/>
                  </a:lnTo>
                  <a:lnTo>
                    <a:pt x="2113496" y="279862"/>
                  </a:lnTo>
                  <a:lnTo>
                    <a:pt x="2105610" y="279862"/>
                  </a:lnTo>
                  <a:lnTo>
                    <a:pt x="2097723" y="279862"/>
                  </a:lnTo>
                  <a:lnTo>
                    <a:pt x="2089837" y="279862"/>
                  </a:lnTo>
                  <a:lnTo>
                    <a:pt x="2081951" y="279862"/>
                  </a:lnTo>
                  <a:lnTo>
                    <a:pt x="2074065" y="279862"/>
                  </a:lnTo>
                  <a:lnTo>
                    <a:pt x="2066179" y="279862"/>
                  </a:lnTo>
                  <a:lnTo>
                    <a:pt x="2058293" y="279862"/>
                  </a:lnTo>
                  <a:lnTo>
                    <a:pt x="2050406" y="279862"/>
                  </a:lnTo>
                  <a:lnTo>
                    <a:pt x="2042520" y="279862"/>
                  </a:lnTo>
                  <a:lnTo>
                    <a:pt x="2034634" y="279862"/>
                  </a:lnTo>
                  <a:lnTo>
                    <a:pt x="2026748" y="279862"/>
                  </a:lnTo>
                  <a:lnTo>
                    <a:pt x="2018862" y="279862"/>
                  </a:lnTo>
                  <a:lnTo>
                    <a:pt x="2010975" y="279862"/>
                  </a:lnTo>
                  <a:lnTo>
                    <a:pt x="2003089" y="279862"/>
                  </a:lnTo>
                  <a:lnTo>
                    <a:pt x="1995203" y="279862"/>
                  </a:lnTo>
                  <a:lnTo>
                    <a:pt x="1987317" y="279862"/>
                  </a:lnTo>
                  <a:lnTo>
                    <a:pt x="1979431" y="279862"/>
                  </a:lnTo>
                  <a:lnTo>
                    <a:pt x="1971545" y="279862"/>
                  </a:lnTo>
                  <a:lnTo>
                    <a:pt x="1963658" y="279862"/>
                  </a:lnTo>
                  <a:lnTo>
                    <a:pt x="1955772" y="279862"/>
                  </a:lnTo>
                  <a:lnTo>
                    <a:pt x="1947886" y="279862"/>
                  </a:lnTo>
                  <a:lnTo>
                    <a:pt x="1940000" y="279862"/>
                  </a:lnTo>
                  <a:lnTo>
                    <a:pt x="1932114" y="279862"/>
                  </a:lnTo>
                  <a:lnTo>
                    <a:pt x="1924227" y="279862"/>
                  </a:lnTo>
                  <a:lnTo>
                    <a:pt x="1916341" y="279862"/>
                  </a:lnTo>
                  <a:lnTo>
                    <a:pt x="1908455" y="279862"/>
                  </a:lnTo>
                  <a:lnTo>
                    <a:pt x="1900569" y="279862"/>
                  </a:lnTo>
                  <a:lnTo>
                    <a:pt x="1892683" y="279862"/>
                  </a:lnTo>
                  <a:lnTo>
                    <a:pt x="1884797" y="279862"/>
                  </a:lnTo>
                  <a:lnTo>
                    <a:pt x="1876910" y="279862"/>
                  </a:lnTo>
                  <a:lnTo>
                    <a:pt x="1869024" y="279862"/>
                  </a:lnTo>
                  <a:lnTo>
                    <a:pt x="1861138" y="279862"/>
                  </a:lnTo>
                  <a:lnTo>
                    <a:pt x="1853252" y="279862"/>
                  </a:lnTo>
                  <a:lnTo>
                    <a:pt x="1845366" y="279862"/>
                  </a:lnTo>
                  <a:lnTo>
                    <a:pt x="1837479" y="279862"/>
                  </a:lnTo>
                  <a:lnTo>
                    <a:pt x="1829593" y="279862"/>
                  </a:lnTo>
                  <a:lnTo>
                    <a:pt x="1821707" y="279862"/>
                  </a:lnTo>
                  <a:lnTo>
                    <a:pt x="1813821" y="279862"/>
                  </a:lnTo>
                  <a:lnTo>
                    <a:pt x="1805935" y="279862"/>
                  </a:lnTo>
                  <a:lnTo>
                    <a:pt x="1798049" y="279862"/>
                  </a:lnTo>
                  <a:lnTo>
                    <a:pt x="1790162" y="279862"/>
                  </a:lnTo>
                  <a:lnTo>
                    <a:pt x="1782276" y="279862"/>
                  </a:lnTo>
                  <a:lnTo>
                    <a:pt x="1774390" y="279862"/>
                  </a:lnTo>
                  <a:lnTo>
                    <a:pt x="1766504" y="279862"/>
                  </a:lnTo>
                  <a:lnTo>
                    <a:pt x="1758618" y="279862"/>
                  </a:lnTo>
                  <a:lnTo>
                    <a:pt x="1750732" y="279862"/>
                  </a:lnTo>
                  <a:lnTo>
                    <a:pt x="1742845" y="279862"/>
                  </a:lnTo>
                  <a:lnTo>
                    <a:pt x="1734959" y="279862"/>
                  </a:lnTo>
                  <a:lnTo>
                    <a:pt x="1727073" y="279862"/>
                  </a:lnTo>
                  <a:lnTo>
                    <a:pt x="1719187" y="279862"/>
                  </a:lnTo>
                  <a:lnTo>
                    <a:pt x="1711301" y="279862"/>
                  </a:lnTo>
                  <a:lnTo>
                    <a:pt x="1703414" y="279862"/>
                  </a:lnTo>
                  <a:lnTo>
                    <a:pt x="1695528" y="279862"/>
                  </a:lnTo>
                  <a:lnTo>
                    <a:pt x="1687642" y="279862"/>
                  </a:lnTo>
                  <a:lnTo>
                    <a:pt x="1679756" y="279862"/>
                  </a:lnTo>
                  <a:lnTo>
                    <a:pt x="1671870" y="279862"/>
                  </a:lnTo>
                  <a:lnTo>
                    <a:pt x="1663984" y="279862"/>
                  </a:lnTo>
                  <a:lnTo>
                    <a:pt x="1656097" y="279862"/>
                  </a:lnTo>
                  <a:lnTo>
                    <a:pt x="1648211" y="279862"/>
                  </a:lnTo>
                  <a:lnTo>
                    <a:pt x="1640325" y="279862"/>
                  </a:lnTo>
                  <a:lnTo>
                    <a:pt x="1632439" y="279862"/>
                  </a:lnTo>
                  <a:lnTo>
                    <a:pt x="1624553" y="279862"/>
                  </a:lnTo>
                  <a:lnTo>
                    <a:pt x="1616666" y="279862"/>
                  </a:lnTo>
                  <a:lnTo>
                    <a:pt x="1608780" y="279862"/>
                  </a:lnTo>
                  <a:lnTo>
                    <a:pt x="1600894" y="279862"/>
                  </a:lnTo>
                  <a:lnTo>
                    <a:pt x="1593008" y="279862"/>
                  </a:lnTo>
                  <a:lnTo>
                    <a:pt x="1585122" y="279862"/>
                  </a:lnTo>
                  <a:lnTo>
                    <a:pt x="1577236" y="279862"/>
                  </a:lnTo>
                  <a:lnTo>
                    <a:pt x="1569349" y="279862"/>
                  </a:lnTo>
                  <a:lnTo>
                    <a:pt x="1561463" y="279862"/>
                  </a:lnTo>
                  <a:lnTo>
                    <a:pt x="1553577" y="279862"/>
                  </a:lnTo>
                  <a:lnTo>
                    <a:pt x="1545691" y="279862"/>
                  </a:lnTo>
                  <a:lnTo>
                    <a:pt x="1537805" y="279862"/>
                  </a:lnTo>
                  <a:lnTo>
                    <a:pt x="1529918" y="279862"/>
                  </a:lnTo>
                  <a:lnTo>
                    <a:pt x="1522032" y="279862"/>
                  </a:lnTo>
                  <a:lnTo>
                    <a:pt x="1514146" y="279862"/>
                  </a:lnTo>
                  <a:lnTo>
                    <a:pt x="1506260" y="279862"/>
                  </a:lnTo>
                  <a:lnTo>
                    <a:pt x="1498374" y="279862"/>
                  </a:lnTo>
                  <a:lnTo>
                    <a:pt x="1490488" y="279862"/>
                  </a:lnTo>
                  <a:lnTo>
                    <a:pt x="1482601" y="279862"/>
                  </a:lnTo>
                  <a:lnTo>
                    <a:pt x="1474715" y="279862"/>
                  </a:lnTo>
                  <a:lnTo>
                    <a:pt x="1466829" y="279862"/>
                  </a:lnTo>
                  <a:lnTo>
                    <a:pt x="1458943" y="279862"/>
                  </a:lnTo>
                  <a:lnTo>
                    <a:pt x="1451057" y="279862"/>
                  </a:lnTo>
                  <a:lnTo>
                    <a:pt x="1443170" y="279862"/>
                  </a:lnTo>
                  <a:lnTo>
                    <a:pt x="1435284" y="279862"/>
                  </a:lnTo>
                  <a:lnTo>
                    <a:pt x="1427398" y="279862"/>
                  </a:lnTo>
                  <a:lnTo>
                    <a:pt x="1419512" y="279862"/>
                  </a:lnTo>
                  <a:lnTo>
                    <a:pt x="1411626" y="279862"/>
                  </a:lnTo>
                  <a:lnTo>
                    <a:pt x="1403740" y="279862"/>
                  </a:lnTo>
                  <a:lnTo>
                    <a:pt x="1395853" y="279862"/>
                  </a:lnTo>
                  <a:lnTo>
                    <a:pt x="1387967" y="279862"/>
                  </a:lnTo>
                  <a:lnTo>
                    <a:pt x="1380081" y="279862"/>
                  </a:lnTo>
                  <a:lnTo>
                    <a:pt x="1372195" y="279862"/>
                  </a:lnTo>
                  <a:lnTo>
                    <a:pt x="1364309" y="279862"/>
                  </a:lnTo>
                  <a:lnTo>
                    <a:pt x="1356423" y="279862"/>
                  </a:lnTo>
                  <a:lnTo>
                    <a:pt x="1348536" y="279862"/>
                  </a:lnTo>
                  <a:lnTo>
                    <a:pt x="1340650" y="279862"/>
                  </a:lnTo>
                  <a:lnTo>
                    <a:pt x="1332764" y="279862"/>
                  </a:lnTo>
                  <a:lnTo>
                    <a:pt x="1324878" y="279862"/>
                  </a:lnTo>
                  <a:lnTo>
                    <a:pt x="1316992" y="279862"/>
                  </a:lnTo>
                  <a:lnTo>
                    <a:pt x="1309105" y="279862"/>
                  </a:lnTo>
                  <a:lnTo>
                    <a:pt x="1301219" y="279862"/>
                  </a:lnTo>
                  <a:lnTo>
                    <a:pt x="1293333" y="279862"/>
                  </a:lnTo>
                  <a:lnTo>
                    <a:pt x="1285447" y="279862"/>
                  </a:lnTo>
                  <a:lnTo>
                    <a:pt x="1277561" y="279862"/>
                  </a:lnTo>
                  <a:lnTo>
                    <a:pt x="1269675" y="279862"/>
                  </a:lnTo>
                  <a:lnTo>
                    <a:pt x="1261788" y="279862"/>
                  </a:lnTo>
                  <a:lnTo>
                    <a:pt x="1253902" y="279862"/>
                  </a:lnTo>
                  <a:lnTo>
                    <a:pt x="1246016" y="279862"/>
                  </a:lnTo>
                  <a:lnTo>
                    <a:pt x="1238130" y="279862"/>
                  </a:lnTo>
                  <a:lnTo>
                    <a:pt x="1230244" y="279862"/>
                  </a:lnTo>
                  <a:lnTo>
                    <a:pt x="1222357" y="279862"/>
                  </a:lnTo>
                  <a:lnTo>
                    <a:pt x="1214471" y="279862"/>
                  </a:lnTo>
                  <a:lnTo>
                    <a:pt x="1206585" y="279862"/>
                  </a:lnTo>
                  <a:lnTo>
                    <a:pt x="1198699" y="279862"/>
                  </a:lnTo>
                  <a:lnTo>
                    <a:pt x="1190813" y="279862"/>
                  </a:lnTo>
                  <a:lnTo>
                    <a:pt x="1182927" y="279862"/>
                  </a:lnTo>
                  <a:lnTo>
                    <a:pt x="1175040" y="279862"/>
                  </a:lnTo>
                  <a:lnTo>
                    <a:pt x="1167154" y="279862"/>
                  </a:lnTo>
                  <a:lnTo>
                    <a:pt x="1159268" y="279862"/>
                  </a:lnTo>
                  <a:lnTo>
                    <a:pt x="1151382" y="279862"/>
                  </a:lnTo>
                  <a:lnTo>
                    <a:pt x="1143496" y="279862"/>
                  </a:lnTo>
                  <a:lnTo>
                    <a:pt x="1135609" y="279862"/>
                  </a:lnTo>
                  <a:lnTo>
                    <a:pt x="1127723" y="279862"/>
                  </a:lnTo>
                  <a:lnTo>
                    <a:pt x="1119837" y="279862"/>
                  </a:lnTo>
                  <a:lnTo>
                    <a:pt x="1111951" y="279862"/>
                  </a:lnTo>
                  <a:lnTo>
                    <a:pt x="1104065" y="279862"/>
                  </a:lnTo>
                  <a:lnTo>
                    <a:pt x="1096179" y="279862"/>
                  </a:lnTo>
                  <a:lnTo>
                    <a:pt x="1088292" y="279862"/>
                  </a:lnTo>
                  <a:lnTo>
                    <a:pt x="1080406" y="279862"/>
                  </a:lnTo>
                  <a:lnTo>
                    <a:pt x="1072520" y="279862"/>
                  </a:lnTo>
                  <a:lnTo>
                    <a:pt x="1064634" y="279862"/>
                  </a:lnTo>
                  <a:lnTo>
                    <a:pt x="1056748" y="279862"/>
                  </a:lnTo>
                  <a:lnTo>
                    <a:pt x="1048861" y="279862"/>
                  </a:lnTo>
                  <a:lnTo>
                    <a:pt x="1040975" y="279862"/>
                  </a:lnTo>
                  <a:lnTo>
                    <a:pt x="1033089" y="279862"/>
                  </a:lnTo>
                  <a:lnTo>
                    <a:pt x="1025203" y="279862"/>
                  </a:lnTo>
                  <a:lnTo>
                    <a:pt x="1017317" y="279862"/>
                  </a:lnTo>
                  <a:lnTo>
                    <a:pt x="1009431" y="279862"/>
                  </a:lnTo>
                  <a:lnTo>
                    <a:pt x="1001544" y="279862"/>
                  </a:lnTo>
                  <a:lnTo>
                    <a:pt x="993658" y="279862"/>
                  </a:lnTo>
                  <a:lnTo>
                    <a:pt x="985772" y="279862"/>
                  </a:lnTo>
                  <a:lnTo>
                    <a:pt x="977886" y="279862"/>
                  </a:lnTo>
                  <a:lnTo>
                    <a:pt x="970000" y="279862"/>
                  </a:lnTo>
                  <a:lnTo>
                    <a:pt x="962113" y="279862"/>
                  </a:lnTo>
                  <a:lnTo>
                    <a:pt x="954227" y="279862"/>
                  </a:lnTo>
                  <a:lnTo>
                    <a:pt x="946341" y="279862"/>
                  </a:lnTo>
                  <a:lnTo>
                    <a:pt x="938455" y="279862"/>
                  </a:lnTo>
                  <a:lnTo>
                    <a:pt x="930569" y="279862"/>
                  </a:lnTo>
                  <a:lnTo>
                    <a:pt x="922683" y="279862"/>
                  </a:lnTo>
                  <a:lnTo>
                    <a:pt x="914796" y="279862"/>
                  </a:lnTo>
                  <a:lnTo>
                    <a:pt x="906910" y="279862"/>
                  </a:lnTo>
                  <a:lnTo>
                    <a:pt x="899024" y="279862"/>
                  </a:lnTo>
                  <a:lnTo>
                    <a:pt x="891138" y="279862"/>
                  </a:lnTo>
                  <a:lnTo>
                    <a:pt x="883252" y="279862"/>
                  </a:lnTo>
                  <a:lnTo>
                    <a:pt x="875366" y="279862"/>
                  </a:lnTo>
                  <a:lnTo>
                    <a:pt x="867479" y="279862"/>
                  </a:lnTo>
                  <a:lnTo>
                    <a:pt x="859593" y="279862"/>
                  </a:lnTo>
                  <a:lnTo>
                    <a:pt x="851707" y="279862"/>
                  </a:lnTo>
                  <a:lnTo>
                    <a:pt x="843821" y="279862"/>
                  </a:lnTo>
                  <a:lnTo>
                    <a:pt x="835935" y="279862"/>
                  </a:lnTo>
                  <a:lnTo>
                    <a:pt x="828048" y="279862"/>
                  </a:lnTo>
                  <a:lnTo>
                    <a:pt x="820162" y="279862"/>
                  </a:lnTo>
                  <a:lnTo>
                    <a:pt x="812276" y="279862"/>
                  </a:lnTo>
                  <a:lnTo>
                    <a:pt x="804390" y="279862"/>
                  </a:lnTo>
                  <a:lnTo>
                    <a:pt x="796504" y="279862"/>
                  </a:lnTo>
                  <a:lnTo>
                    <a:pt x="788618" y="279862"/>
                  </a:lnTo>
                  <a:lnTo>
                    <a:pt x="780731" y="279862"/>
                  </a:lnTo>
                  <a:lnTo>
                    <a:pt x="772845" y="279862"/>
                  </a:lnTo>
                  <a:lnTo>
                    <a:pt x="764959" y="279862"/>
                  </a:lnTo>
                  <a:lnTo>
                    <a:pt x="757073" y="279862"/>
                  </a:lnTo>
                  <a:lnTo>
                    <a:pt x="749187" y="279862"/>
                  </a:lnTo>
                  <a:lnTo>
                    <a:pt x="741300" y="279862"/>
                  </a:lnTo>
                  <a:lnTo>
                    <a:pt x="733414" y="279862"/>
                  </a:lnTo>
                  <a:lnTo>
                    <a:pt x="725528" y="279862"/>
                  </a:lnTo>
                  <a:lnTo>
                    <a:pt x="717642" y="279862"/>
                  </a:lnTo>
                  <a:lnTo>
                    <a:pt x="709756" y="279862"/>
                  </a:lnTo>
                  <a:lnTo>
                    <a:pt x="701870" y="279862"/>
                  </a:lnTo>
                  <a:lnTo>
                    <a:pt x="693983" y="279862"/>
                  </a:lnTo>
                  <a:lnTo>
                    <a:pt x="686097" y="279862"/>
                  </a:lnTo>
                  <a:lnTo>
                    <a:pt x="678211" y="279862"/>
                  </a:lnTo>
                  <a:lnTo>
                    <a:pt x="670325" y="279862"/>
                  </a:lnTo>
                  <a:lnTo>
                    <a:pt x="662439" y="279862"/>
                  </a:lnTo>
                  <a:lnTo>
                    <a:pt x="654552" y="279862"/>
                  </a:lnTo>
                  <a:lnTo>
                    <a:pt x="646666" y="279862"/>
                  </a:lnTo>
                  <a:lnTo>
                    <a:pt x="638780" y="279862"/>
                  </a:lnTo>
                  <a:lnTo>
                    <a:pt x="630894" y="279862"/>
                  </a:lnTo>
                  <a:lnTo>
                    <a:pt x="623008" y="279862"/>
                  </a:lnTo>
                  <a:lnTo>
                    <a:pt x="615122" y="279862"/>
                  </a:lnTo>
                  <a:lnTo>
                    <a:pt x="607235" y="279862"/>
                  </a:lnTo>
                  <a:lnTo>
                    <a:pt x="599349" y="279862"/>
                  </a:lnTo>
                  <a:lnTo>
                    <a:pt x="591463" y="279862"/>
                  </a:lnTo>
                  <a:lnTo>
                    <a:pt x="583577" y="279862"/>
                  </a:lnTo>
                  <a:lnTo>
                    <a:pt x="575691" y="279862"/>
                  </a:lnTo>
                  <a:lnTo>
                    <a:pt x="567804" y="279862"/>
                  </a:lnTo>
                  <a:lnTo>
                    <a:pt x="559918" y="279862"/>
                  </a:lnTo>
                  <a:lnTo>
                    <a:pt x="552032" y="279862"/>
                  </a:lnTo>
                  <a:lnTo>
                    <a:pt x="544146" y="279862"/>
                  </a:lnTo>
                  <a:lnTo>
                    <a:pt x="536260" y="279862"/>
                  </a:lnTo>
                  <a:lnTo>
                    <a:pt x="528374" y="279862"/>
                  </a:lnTo>
                  <a:lnTo>
                    <a:pt x="520487" y="279862"/>
                  </a:lnTo>
                  <a:lnTo>
                    <a:pt x="512601" y="279862"/>
                  </a:lnTo>
                  <a:lnTo>
                    <a:pt x="504715" y="279862"/>
                  </a:lnTo>
                  <a:lnTo>
                    <a:pt x="496829" y="279862"/>
                  </a:lnTo>
                  <a:lnTo>
                    <a:pt x="488943" y="279862"/>
                  </a:lnTo>
                  <a:lnTo>
                    <a:pt x="481056" y="279862"/>
                  </a:lnTo>
                  <a:lnTo>
                    <a:pt x="473170" y="279862"/>
                  </a:lnTo>
                  <a:lnTo>
                    <a:pt x="465284" y="279862"/>
                  </a:lnTo>
                  <a:lnTo>
                    <a:pt x="457398" y="279862"/>
                  </a:lnTo>
                  <a:lnTo>
                    <a:pt x="449512" y="279862"/>
                  </a:lnTo>
                  <a:lnTo>
                    <a:pt x="441626" y="279862"/>
                  </a:lnTo>
                  <a:lnTo>
                    <a:pt x="433739" y="279862"/>
                  </a:lnTo>
                  <a:lnTo>
                    <a:pt x="425853" y="279862"/>
                  </a:lnTo>
                  <a:lnTo>
                    <a:pt x="417967" y="279862"/>
                  </a:lnTo>
                  <a:lnTo>
                    <a:pt x="410081" y="279862"/>
                  </a:lnTo>
                  <a:lnTo>
                    <a:pt x="402195" y="279862"/>
                  </a:lnTo>
                  <a:lnTo>
                    <a:pt x="394309" y="279862"/>
                  </a:lnTo>
                  <a:lnTo>
                    <a:pt x="386422" y="279862"/>
                  </a:lnTo>
                  <a:lnTo>
                    <a:pt x="378536" y="279862"/>
                  </a:lnTo>
                  <a:lnTo>
                    <a:pt x="370650" y="279862"/>
                  </a:lnTo>
                  <a:lnTo>
                    <a:pt x="362764" y="279862"/>
                  </a:lnTo>
                  <a:lnTo>
                    <a:pt x="354878" y="279862"/>
                  </a:lnTo>
                  <a:lnTo>
                    <a:pt x="346991" y="279862"/>
                  </a:lnTo>
                  <a:lnTo>
                    <a:pt x="339105" y="279862"/>
                  </a:lnTo>
                  <a:lnTo>
                    <a:pt x="331219" y="279862"/>
                  </a:lnTo>
                  <a:lnTo>
                    <a:pt x="323333" y="279862"/>
                  </a:lnTo>
                  <a:lnTo>
                    <a:pt x="315447" y="279862"/>
                  </a:lnTo>
                  <a:lnTo>
                    <a:pt x="307561" y="279862"/>
                  </a:lnTo>
                  <a:lnTo>
                    <a:pt x="299674" y="279862"/>
                  </a:lnTo>
                  <a:lnTo>
                    <a:pt x="291788" y="279862"/>
                  </a:lnTo>
                  <a:lnTo>
                    <a:pt x="283902" y="279862"/>
                  </a:lnTo>
                  <a:lnTo>
                    <a:pt x="276016" y="279862"/>
                  </a:lnTo>
                  <a:lnTo>
                    <a:pt x="268130" y="279862"/>
                  </a:lnTo>
                  <a:lnTo>
                    <a:pt x="260243" y="279862"/>
                  </a:lnTo>
                  <a:lnTo>
                    <a:pt x="252357" y="279862"/>
                  </a:lnTo>
                  <a:lnTo>
                    <a:pt x="244471" y="279862"/>
                  </a:lnTo>
                  <a:lnTo>
                    <a:pt x="236585" y="279862"/>
                  </a:lnTo>
                  <a:lnTo>
                    <a:pt x="228699" y="279862"/>
                  </a:lnTo>
                  <a:lnTo>
                    <a:pt x="220813" y="279862"/>
                  </a:lnTo>
                  <a:lnTo>
                    <a:pt x="212926" y="279862"/>
                  </a:lnTo>
                  <a:lnTo>
                    <a:pt x="205040" y="279862"/>
                  </a:lnTo>
                  <a:lnTo>
                    <a:pt x="197154" y="279862"/>
                  </a:lnTo>
                  <a:lnTo>
                    <a:pt x="189268" y="279862"/>
                  </a:lnTo>
                  <a:lnTo>
                    <a:pt x="181382" y="279862"/>
                  </a:lnTo>
                  <a:lnTo>
                    <a:pt x="173495" y="279862"/>
                  </a:lnTo>
                  <a:lnTo>
                    <a:pt x="165609" y="279862"/>
                  </a:lnTo>
                  <a:lnTo>
                    <a:pt x="157723" y="279862"/>
                  </a:lnTo>
                  <a:lnTo>
                    <a:pt x="149837" y="279862"/>
                  </a:lnTo>
                  <a:lnTo>
                    <a:pt x="141951" y="279862"/>
                  </a:lnTo>
                  <a:lnTo>
                    <a:pt x="134065" y="279862"/>
                  </a:lnTo>
                  <a:lnTo>
                    <a:pt x="126178" y="279862"/>
                  </a:lnTo>
                  <a:lnTo>
                    <a:pt x="118292" y="279862"/>
                  </a:lnTo>
                  <a:lnTo>
                    <a:pt x="110406" y="279862"/>
                  </a:lnTo>
                  <a:lnTo>
                    <a:pt x="102520" y="279862"/>
                  </a:lnTo>
                  <a:lnTo>
                    <a:pt x="94634" y="279862"/>
                  </a:lnTo>
                  <a:lnTo>
                    <a:pt x="86747" y="279862"/>
                  </a:lnTo>
                  <a:lnTo>
                    <a:pt x="78861" y="279862"/>
                  </a:lnTo>
                  <a:lnTo>
                    <a:pt x="70975" y="279862"/>
                  </a:lnTo>
                  <a:lnTo>
                    <a:pt x="63089" y="279862"/>
                  </a:lnTo>
                  <a:lnTo>
                    <a:pt x="55203" y="279862"/>
                  </a:lnTo>
                  <a:lnTo>
                    <a:pt x="47317" y="279862"/>
                  </a:lnTo>
                  <a:lnTo>
                    <a:pt x="39430" y="279862"/>
                  </a:lnTo>
                  <a:lnTo>
                    <a:pt x="31544" y="279862"/>
                  </a:lnTo>
                  <a:lnTo>
                    <a:pt x="23658" y="279862"/>
                  </a:lnTo>
                  <a:lnTo>
                    <a:pt x="15772" y="279862"/>
                  </a:lnTo>
                  <a:lnTo>
                    <a:pt x="7886" y="27986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7814880" y="4514870"/>
              <a:ext cx="4029838" cy="279862"/>
            </a:xfrm>
            <a:custGeom>
              <a:avLst/>
              <a:pathLst>
                <a:path w="4029838" h="279862">
                  <a:moveTo>
                    <a:pt x="0" y="279862"/>
                  </a:moveTo>
                  <a:lnTo>
                    <a:pt x="7886" y="279862"/>
                  </a:lnTo>
                  <a:lnTo>
                    <a:pt x="15772" y="279862"/>
                  </a:lnTo>
                  <a:lnTo>
                    <a:pt x="23658" y="279862"/>
                  </a:lnTo>
                  <a:lnTo>
                    <a:pt x="31544" y="279862"/>
                  </a:lnTo>
                  <a:lnTo>
                    <a:pt x="39430" y="279862"/>
                  </a:lnTo>
                  <a:lnTo>
                    <a:pt x="47317" y="279862"/>
                  </a:lnTo>
                  <a:lnTo>
                    <a:pt x="55203" y="279862"/>
                  </a:lnTo>
                  <a:lnTo>
                    <a:pt x="63089" y="279862"/>
                  </a:lnTo>
                  <a:lnTo>
                    <a:pt x="70975" y="279862"/>
                  </a:lnTo>
                  <a:lnTo>
                    <a:pt x="78861" y="279862"/>
                  </a:lnTo>
                  <a:lnTo>
                    <a:pt x="86747" y="279862"/>
                  </a:lnTo>
                  <a:lnTo>
                    <a:pt x="94634" y="279862"/>
                  </a:lnTo>
                  <a:lnTo>
                    <a:pt x="102520" y="279862"/>
                  </a:lnTo>
                  <a:lnTo>
                    <a:pt x="110406" y="279862"/>
                  </a:lnTo>
                  <a:lnTo>
                    <a:pt x="118292" y="279862"/>
                  </a:lnTo>
                  <a:lnTo>
                    <a:pt x="126178" y="279862"/>
                  </a:lnTo>
                  <a:lnTo>
                    <a:pt x="134065" y="279862"/>
                  </a:lnTo>
                  <a:lnTo>
                    <a:pt x="141951" y="279862"/>
                  </a:lnTo>
                  <a:lnTo>
                    <a:pt x="149837" y="279862"/>
                  </a:lnTo>
                  <a:lnTo>
                    <a:pt x="157723" y="279862"/>
                  </a:lnTo>
                  <a:lnTo>
                    <a:pt x="165609" y="279862"/>
                  </a:lnTo>
                  <a:lnTo>
                    <a:pt x="173495" y="279862"/>
                  </a:lnTo>
                  <a:lnTo>
                    <a:pt x="181382" y="279862"/>
                  </a:lnTo>
                  <a:lnTo>
                    <a:pt x="189268" y="279862"/>
                  </a:lnTo>
                  <a:lnTo>
                    <a:pt x="197154" y="279862"/>
                  </a:lnTo>
                  <a:lnTo>
                    <a:pt x="205040" y="279862"/>
                  </a:lnTo>
                  <a:lnTo>
                    <a:pt x="212926" y="279862"/>
                  </a:lnTo>
                  <a:lnTo>
                    <a:pt x="220813" y="279862"/>
                  </a:lnTo>
                  <a:lnTo>
                    <a:pt x="228699" y="279862"/>
                  </a:lnTo>
                  <a:lnTo>
                    <a:pt x="236585" y="279862"/>
                  </a:lnTo>
                  <a:lnTo>
                    <a:pt x="244471" y="279862"/>
                  </a:lnTo>
                  <a:lnTo>
                    <a:pt x="252357" y="279862"/>
                  </a:lnTo>
                  <a:lnTo>
                    <a:pt x="260243" y="279862"/>
                  </a:lnTo>
                  <a:lnTo>
                    <a:pt x="268130" y="279862"/>
                  </a:lnTo>
                  <a:lnTo>
                    <a:pt x="276016" y="279862"/>
                  </a:lnTo>
                  <a:lnTo>
                    <a:pt x="283902" y="279862"/>
                  </a:lnTo>
                  <a:lnTo>
                    <a:pt x="291788" y="279862"/>
                  </a:lnTo>
                  <a:lnTo>
                    <a:pt x="299674" y="279862"/>
                  </a:lnTo>
                  <a:lnTo>
                    <a:pt x="307561" y="279862"/>
                  </a:lnTo>
                  <a:lnTo>
                    <a:pt x="315447" y="279862"/>
                  </a:lnTo>
                  <a:lnTo>
                    <a:pt x="323333" y="279862"/>
                  </a:lnTo>
                  <a:lnTo>
                    <a:pt x="331219" y="279862"/>
                  </a:lnTo>
                  <a:lnTo>
                    <a:pt x="339105" y="279862"/>
                  </a:lnTo>
                  <a:lnTo>
                    <a:pt x="346991" y="279862"/>
                  </a:lnTo>
                  <a:lnTo>
                    <a:pt x="354878" y="279862"/>
                  </a:lnTo>
                  <a:lnTo>
                    <a:pt x="362764" y="279862"/>
                  </a:lnTo>
                  <a:lnTo>
                    <a:pt x="370650" y="279862"/>
                  </a:lnTo>
                  <a:lnTo>
                    <a:pt x="378536" y="279862"/>
                  </a:lnTo>
                  <a:lnTo>
                    <a:pt x="386422" y="279862"/>
                  </a:lnTo>
                  <a:lnTo>
                    <a:pt x="394309" y="279862"/>
                  </a:lnTo>
                  <a:lnTo>
                    <a:pt x="402195" y="279862"/>
                  </a:lnTo>
                  <a:lnTo>
                    <a:pt x="410081" y="279862"/>
                  </a:lnTo>
                  <a:lnTo>
                    <a:pt x="417967" y="279862"/>
                  </a:lnTo>
                  <a:lnTo>
                    <a:pt x="425853" y="279862"/>
                  </a:lnTo>
                  <a:lnTo>
                    <a:pt x="433739" y="279862"/>
                  </a:lnTo>
                  <a:lnTo>
                    <a:pt x="441626" y="279862"/>
                  </a:lnTo>
                  <a:lnTo>
                    <a:pt x="449512" y="279862"/>
                  </a:lnTo>
                  <a:lnTo>
                    <a:pt x="457398" y="279862"/>
                  </a:lnTo>
                  <a:lnTo>
                    <a:pt x="465284" y="279862"/>
                  </a:lnTo>
                  <a:lnTo>
                    <a:pt x="473170" y="279862"/>
                  </a:lnTo>
                  <a:lnTo>
                    <a:pt x="481056" y="279862"/>
                  </a:lnTo>
                  <a:lnTo>
                    <a:pt x="488943" y="279862"/>
                  </a:lnTo>
                  <a:lnTo>
                    <a:pt x="496829" y="279862"/>
                  </a:lnTo>
                  <a:lnTo>
                    <a:pt x="504715" y="279862"/>
                  </a:lnTo>
                  <a:lnTo>
                    <a:pt x="512601" y="279862"/>
                  </a:lnTo>
                  <a:lnTo>
                    <a:pt x="520487" y="279862"/>
                  </a:lnTo>
                  <a:lnTo>
                    <a:pt x="528374" y="279862"/>
                  </a:lnTo>
                  <a:lnTo>
                    <a:pt x="536260" y="279862"/>
                  </a:lnTo>
                  <a:lnTo>
                    <a:pt x="544146" y="279862"/>
                  </a:lnTo>
                  <a:lnTo>
                    <a:pt x="552032" y="279862"/>
                  </a:lnTo>
                  <a:lnTo>
                    <a:pt x="559918" y="279862"/>
                  </a:lnTo>
                  <a:lnTo>
                    <a:pt x="567804" y="279862"/>
                  </a:lnTo>
                  <a:lnTo>
                    <a:pt x="575691" y="279862"/>
                  </a:lnTo>
                  <a:lnTo>
                    <a:pt x="583577" y="279862"/>
                  </a:lnTo>
                  <a:lnTo>
                    <a:pt x="591463" y="279862"/>
                  </a:lnTo>
                  <a:lnTo>
                    <a:pt x="599349" y="279862"/>
                  </a:lnTo>
                  <a:lnTo>
                    <a:pt x="607235" y="279862"/>
                  </a:lnTo>
                  <a:lnTo>
                    <a:pt x="615122" y="279862"/>
                  </a:lnTo>
                  <a:lnTo>
                    <a:pt x="623008" y="279862"/>
                  </a:lnTo>
                  <a:lnTo>
                    <a:pt x="630894" y="279862"/>
                  </a:lnTo>
                  <a:lnTo>
                    <a:pt x="638780" y="279862"/>
                  </a:lnTo>
                  <a:lnTo>
                    <a:pt x="646666" y="279862"/>
                  </a:lnTo>
                  <a:lnTo>
                    <a:pt x="654552" y="279862"/>
                  </a:lnTo>
                  <a:lnTo>
                    <a:pt x="662439" y="279862"/>
                  </a:lnTo>
                  <a:lnTo>
                    <a:pt x="670325" y="279862"/>
                  </a:lnTo>
                  <a:lnTo>
                    <a:pt x="678211" y="279862"/>
                  </a:lnTo>
                  <a:lnTo>
                    <a:pt x="686097" y="279862"/>
                  </a:lnTo>
                  <a:lnTo>
                    <a:pt x="693983" y="279862"/>
                  </a:lnTo>
                  <a:lnTo>
                    <a:pt x="701870" y="279862"/>
                  </a:lnTo>
                  <a:lnTo>
                    <a:pt x="709756" y="279862"/>
                  </a:lnTo>
                  <a:lnTo>
                    <a:pt x="717642" y="279862"/>
                  </a:lnTo>
                  <a:lnTo>
                    <a:pt x="725528" y="279862"/>
                  </a:lnTo>
                  <a:lnTo>
                    <a:pt x="733414" y="279862"/>
                  </a:lnTo>
                  <a:lnTo>
                    <a:pt x="741300" y="279862"/>
                  </a:lnTo>
                  <a:lnTo>
                    <a:pt x="749187" y="279862"/>
                  </a:lnTo>
                  <a:lnTo>
                    <a:pt x="757073" y="279862"/>
                  </a:lnTo>
                  <a:lnTo>
                    <a:pt x="764959" y="279862"/>
                  </a:lnTo>
                  <a:lnTo>
                    <a:pt x="772845" y="279862"/>
                  </a:lnTo>
                  <a:lnTo>
                    <a:pt x="780731" y="279862"/>
                  </a:lnTo>
                  <a:lnTo>
                    <a:pt x="788618" y="279862"/>
                  </a:lnTo>
                  <a:lnTo>
                    <a:pt x="796504" y="279862"/>
                  </a:lnTo>
                  <a:lnTo>
                    <a:pt x="804390" y="279862"/>
                  </a:lnTo>
                  <a:lnTo>
                    <a:pt x="812276" y="279862"/>
                  </a:lnTo>
                  <a:lnTo>
                    <a:pt x="820162" y="279862"/>
                  </a:lnTo>
                  <a:lnTo>
                    <a:pt x="828048" y="279862"/>
                  </a:lnTo>
                  <a:lnTo>
                    <a:pt x="835935" y="279862"/>
                  </a:lnTo>
                  <a:lnTo>
                    <a:pt x="843821" y="279862"/>
                  </a:lnTo>
                  <a:lnTo>
                    <a:pt x="851707" y="279862"/>
                  </a:lnTo>
                  <a:lnTo>
                    <a:pt x="859593" y="279862"/>
                  </a:lnTo>
                  <a:lnTo>
                    <a:pt x="867479" y="279862"/>
                  </a:lnTo>
                  <a:lnTo>
                    <a:pt x="875366" y="279862"/>
                  </a:lnTo>
                  <a:lnTo>
                    <a:pt x="883252" y="279862"/>
                  </a:lnTo>
                  <a:lnTo>
                    <a:pt x="891138" y="279862"/>
                  </a:lnTo>
                  <a:lnTo>
                    <a:pt x="899024" y="279862"/>
                  </a:lnTo>
                  <a:lnTo>
                    <a:pt x="906910" y="279862"/>
                  </a:lnTo>
                  <a:lnTo>
                    <a:pt x="914796" y="279862"/>
                  </a:lnTo>
                  <a:lnTo>
                    <a:pt x="922683" y="279862"/>
                  </a:lnTo>
                  <a:lnTo>
                    <a:pt x="930569" y="279862"/>
                  </a:lnTo>
                  <a:lnTo>
                    <a:pt x="938455" y="279862"/>
                  </a:lnTo>
                  <a:lnTo>
                    <a:pt x="946341" y="279862"/>
                  </a:lnTo>
                  <a:lnTo>
                    <a:pt x="954227" y="279862"/>
                  </a:lnTo>
                  <a:lnTo>
                    <a:pt x="962113" y="279862"/>
                  </a:lnTo>
                  <a:lnTo>
                    <a:pt x="970000" y="279862"/>
                  </a:lnTo>
                  <a:lnTo>
                    <a:pt x="977886" y="279862"/>
                  </a:lnTo>
                  <a:lnTo>
                    <a:pt x="985772" y="279862"/>
                  </a:lnTo>
                  <a:lnTo>
                    <a:pt x="993658" y="279862"/>
                  </a:lnTo>
                  <a:lnTo>
                    <a:pt x="1001544" y="279862"/>
                  </a:lnTo>
                  <a:lnTo>
                    <a:pt x="1009431" y="279862"/>
                  </a:lnTo>
                  <a:lnTo>
                    <a:pt x="1017317" y="279862"/>
                  </a:lnTo>
                  <a:lnTo>
                    <a:pt x="1025203" y="279862"/>
                  </a:lnTo>
                  <a:lnTo>
                    <a:pt x="1033089" y="279862"/>
                  </a:lnTo>
                  <a:lnTo>
                    <a:pt x="1040975" y="279862"/>
                  </a:lnTo>
                  <a:lnTo>
                    <a:pt x="1048861" y="279862"/>
                  </a:lnTo>
                  <a:lnTo>
                    <a:pt x="1056748" y="279862"/>
                  </a:lnTo>
                  <a:lnTo>
                    <a:pt x="1064634" y="279862"/>
                  </a:lnTo>
                  <a:lnTo>
                    <a:pt x="1072520" y="279862"/>
                  </a:lnTo>
                  <a:lnTo>
                    <a:pt x="1080406" y="279862"/>
                  </a:lnTo>
                  <a:lnTo>
                    <a:pt x="1088292" y="279862"/>
                  </a:lnTo>
                  <a:lnTo>
                    <a:pt x="1096179" y="279862"/>
                  </a:lnTo>
                  <a:lnTo>
                    <a:pt x="1104065" y="279862"/>
                  </a:lnTo>
                  <a:lnTo>
                    <a:pt x="1111951" y="279862"/>
                  </a:lnTo>
                  <a:lnTo>
                    <a:pt x="1119837" y="279862"/>
                  </a:lnTo>
                  <a:lnTo>
                    <a:pt x="1127723" y="279862"/>
                  </a:lnTo>
                  <a:lnTo>
                    <a:pt x="1135609" y="279862"/>
                  </a:lnTo>
                  <a:lnTo>
                    <a:pt x="1143496" y="279862"/>
                  </a:lnTo>
                  <a:lnTo>
                    <a:pt x="1151382" y="279862"/>
                  </a:lnTo>
                  <a:lnTo>
                    <a:pt x="1159268" y="279862"/>
                  </a:lnTo>
                  <a:lnTo>
                    <a:pt x="1167154" y="279862"/>
                  </a:lnTo>
                  <a:lnTo>
                    <a:pt x="1175040" y="279862"/>
                  </a:lnTo>
                  <a:lnTo>
                    <a:pt x="1182927" y="279862"/>
                  </a:lnTo>
                  <a:lnTo>
                    <a:pt x="1190813" y="279862"/>
                  </a:lnTo>
                  <a:lnTo>
                    <a:pt x="1198699" y="279862"/>
                  </a:lnTo>
                  <a:lnTo>
                    <a:pt x="1206585" y="279862"/>
                  </a:lnTo>
                  <a:lnTo>
                    <a:pt x="1214471" y="279862"/>
                  </a:lnTo>
                  <a:lnTo>
                    <a:pt x="1222357" y="279862"/>
                  </a:lnTo>
                  <a:lnTo>
                    <a:pt x="1230244" y="279862"/>
                  </a:lnTo>
                  <a:lnTo>
                    <a:pt x="1238130" y="279862"/>
                  </a:lnTo>
                  <a:lnTo>
                    <a:pt x="1246016" y="279862"/>
                  </a:lnTo>
                  <a:lnTo>
                    <a:pt x="1253902" y="279862"/>
                  </a:lnTo>
                  <a:lnTo>
                    <a:pt x="1261788" y="279862"/>
                  </a:lnTo>
                  <a:lnTo>
                    <a:pt x="1269675" y="279862"/>
                  </a:lnTo>
                  <a:lnTo>
                    <a:pt x="1277561" y="279862"/>
                  </a:lnTo>
                  <a:lnTo>
                    <a:pt x="1285447" y="279862"/>
                  </a:lnTo>
                  <a:lnTo>
                    <a:pt x="1293333" y="279862"/>
                  </a:lnTo>
                  <a:lnTo>
                    <a:pt x="1301219" y="279862"/>
                  </a:lnTo>
                  <a:lnTo>
                    <a:pt x="1309105" y="279862"/>
                  </a:lnTo>
                  <a:lnTo>
                    <a:pt x="1316992" y="279862"/>
                  </a:lnTo>
                  <a:lnTo>
                    <a:pt x="1324878" y="279862"/>
                  </a:lnTo>
                  <a:lnTo>
                    <a:pt x="1332764" y="279862"/>
                  </a:lnTo>
                  <a:lnTo>
                    <a:pt x="1340650" y="279862"/>
                  </a:lnTo>
                  <a:lnTo>
                    <a:pt x="1348536" y="279862"/>
                  </a:lnTo>
                  <a:lnTo>
                    <a:pt x="1356423" y="279862"/>
                  </a:lnTo>
                  <a:lnTo>
                    <a:pt x="1364309" y="279862"/>
                  </a:lnTo>
                  <a:lnTo>
                    <a:pt x="1372195" y="279862"/>
                  </a:lnTo>
                  <a:lnTo>
                    <a:pt x="1380081" y="279862"/>
                  </a:lnTo>
                  <a:lnTo>
                    <a:pt x="1387967" y="279862"/>
                  </a:lnTo>
                  <a:lnTo>
                    <a:pt x="1395853" y="279862"/>
                  </a:lnTo>
                  <a:lnTo>
                    <a:pt x="1403740" y="279862"/>
                  </a:lnTo>
                  <a:lnTo>
                    <a:pt x="1411626" y="279862"/>
                  </a:lnTo>
                  <a:lnTo>
                    <a:pt x="1419512" y="279862"/>
                  </a:lnTo>
                  <a:lnTo>
                    <a:pt x="1427398" y="279862"/>
                  </a:lnTo>
                  <a:lnTo>
                    <a:pt x="1435284" y="279862"/>
                  </a:lnTo>
                  <a:lnTo>
                    <a:pt x="1443170" y="279862"/>
                  </a:lnTo>
                  <a:lnTo>
                    <a:pt x="1451057" y="279862"/>
                  </a:lnTo>
                  <a:lnTo>
                    <a:pt x="1458943" y="279862"/>
                  </a:lnTo>
                  <a:lnTo>
                    <a:pt x="1466829" y="279862"/>
                  </a:lnTo>
                  <a:lnTo>
                    <a:pt x="1474715" y="279862"/>
                  </a:lnTo>
                  <a:lnTo>
                    <a:pt x="1482601" y="279862"/>
                  </a:lnTo>
                  <a:lnTo>
                    <a:pt x="1490488" y="279861"/>
                  </a:lnTo>
                  <a:lnTo>
                    <a:pt x="1498374" y="279861"/>
                  </a:lnTo>
                  <a:lnTo>
                    <a:pt x="1506260" y="279861"/>
                  </a:lnTo>
                  <a:lnTo>
                    <a:pt x="1514146" y="279861"/>
                  </a:lnTo>
                  <a:lnTo>
                    <a:pt x="1522032" y="279861"/>
                  </a:lnTo>
                  <a:lnTo>
                    <a:pt x="1529918" y="279860"/>
                  </a:lnTo>
                  <a:lnTo>
                    <a:pt x="1537805" y="279860"/>
                  </a:lnTo>
                  <a:lnTo>
                    <a:pt x="1545691" y="279859"/>
                  </a:lnTo>
                  <a:lnTo>
                    <a:pt x="1553577" y="279859"/>
                  </a:lnTo>
                  <a:lnTo>
                    <a:pt x="1561463" y="279858"/>
                  </a:lnTo>
                  <a:lnTo>
                    <a:pt x="1569349" y="279857"/>
                  </a:lnTo>
                  <a:lnTo>
                    <a:pt x="1577236" y="279856"/>
                  </a:lnTo>
                  <a:lnTo>
                    <a:pt x="1585122" y="279855"/>
                  </a:lnTo>
                  <a:lnTo>
                    <a:pt x="1593008" y="279854"/>
                  </a:lnTo>
                  <a:lnTo>
                    <a:pt x="1600894" y="279852"/>
                  </a:lnTo>
                  <a:lnTo>
                    <a:pt x="1608780" y="279850"/>
                  </a:lnTo>
                  <a:lnTo>
                    <a:pt x="1616666" y="279847"/>
                  </a:lnTo>
                  <a:lnTo>
                    <a:pt x="1624553" y="279844"/>
                  </a:lnTo>
                  <a:lnTo>
                    <a:pt x="1632439" y="279841"/>
                  </a:lnTo>
                  <a:lnTo>
                    <a:pt x="1640325" y="279837"/>
                  </a:lnTo>
                  <a:lnTo>
                    <a:pt x="1648211" y="279832"/>
                  </a:lnTo>
                  <a:lnTo>
                    <a:pt x="1656097" y="279826"/>
                  </a:lnTo>
                  <a:lnTo>
                    <a:pt x="1663984" y="279820"/>
                  </a:lnTo>
                  <a:lnTo>
                    <a:pt x="1671870" y="279812"/>
                  </a:lnTo>
                  <a:lnTo>
                    <a:pt x="1679756" y="279803"/>
                  </a:lnTo>
                  <a:lnTo>
                    <a:pt x="1687642" y="279792"/>
                  </a:lnTo>
                  <a:lnTo>
                    <a:pt x="1695528" y="279780"/>
                  </a:lnTo>
                  <a:lnTo>
                    <a:pt x="1703414" y="279765"/>
                  </a:lnTo>
                  <a:lnTo>
                    <a:pt x="1711301" y="279748"/>
                  </a:lnTo>
                  <a:lnTo>
                    <a:pt x="1719187" y="279729"/>
                  </a:lnTo>
                  <a:lnTo>
                    <a:pt x="1727073" y="279706"/>
                  </a:lnTo>
                  <a:lnTo>
                    <a:pt x="1734959" y="279680"/>
                  </a:lnTo>
                  <a:lnTo>
                    <a:pt x="1742845" y="279650"/>
                  </a:lnTo>
                  <a:lnTo>
                    <a:pt x="1750732" y="279616"/>
                  </a:lnTo>
                  <a:lnTo>
                    <a:pt x="1758618" y="279576"/>
                  </a:lnTo>
                  <a:lnTo>
                    <a:pt x="1766504" y="279530"/>
                  </a:lnTo>
                  <a:lnTo>
                    <a:pt x="1774390" y="279478"/>
                  </a:lnTo>
                  <a:lnTo>
                    <a:pt x="1782276" y="279419"/>
                  </a:lnTo>
                  <a:lnTo>
                    <a:pt x="1790162" y="279350"/>
                  </a:lnTo>
                  <a:lnTo>
                    <a:pt x="1798049" y="279273"/>
                  </a:lnTo>
                  <a:lnTo>
                    <a:pt x="1805935" y="279187"/>
                  </a:lnTo>
                  <a:lnTo>
                    <a:pt x="1813821" y="279086"/>
                  </a:lnTo>
                  <a:lnTo>
                    <a:pt x="1821707" y="278973"/>
                  </a:lnTo>
                  <a:lnTo>
                    <a:pt x="1829593" y="278846"/>
                  </a:lnTo>
                  <a:lnTo>
                    <a:pt x="1837479" y="278706"/>
                  </a:lnTo>
                  <a:lnTo>
                    <a:pt x="1845366" y="278542"/>
                  </a:lnTo>
                  <a:lnTo>
                    <a:pt x="1853252" y="278359"/>
                  </a:lnTo>
                  <a:lnTo>
                    <a:pt x="1861138" y="278158"/>
                  </a:lnTo>
                  <a:lnTo>
                    <a:pt x="1869024" y="277933"/>
                  </a:lnTo>
                  <a:lnTo>
                    <a:pt x="1876910" y="277675"/>
                  </a:lnTo>
                  <a:lnTo>
                    <a:pt x="1884797" y="277392"/>
                  </a:lnTo>
                  <a:lnTo>
                    <a:pt x="1892683" y="277080"/>
                  </a:lnTo>
                  <a:lnTo>
                    <a:pt x="1900569" y="276731"/>
                  </a:lnTo>
                  <a:lnTo>
                    <a:pt x="1908455" y="276339"/>
                  </a:lnTo>
                  <a:lnTo>
                    <a:pt x="1916341" y="275911"/>
                  </a:lnTo>
                  <a:lnTo>
                    <a:pt x="1924227" y="275444"/>
                  </a:lnTo>
                  <a:lnTo>
                    <a:pt x="1932114" y="274918"/>
                  </a:lnTo>
                  <a:lnTo>
                    <a:pt x="1940000" y="274339"/>
                  </a:lnTo>
                  <a:lnTo>
                    <a:pt x="1947886" y="273711"/>
                  </a:lnTo>
                  <a:lnTo>
                    <a:pt x="1955772" y="273032"/>
                  </a:lnTo>
                  <a:lnTo>
                    <a:pt x="1963658" y="272264"/>
                  </a:lnTo>
                  <a:lnTo>
                    <a:pt x="1971545" y="271435"/>
                  </a:lnTo>
                  <a:lnTo>
                    <a:pt x="1979431" y="270541"/>
                  </a:lnTo>
                  <a:lnTo>
                    <a:pt x="1987317" y="269571"/>
                  </a:lnTo>
                  <a:lnTo>
                    <a:pt x="1995203" y="268496"/>
                  </a:lnTo>
                  <a:lnTo>
                    <a:pt x="2003089" y="267342"/>
                  </a:lnTo>
                  <a:lnTo>
                    <a:pt x="2010975" y="266108"/>
                  </a:lnTo>
                  <a:lnTo>
                    <a:pt x="2018862" y="264765"/>
                  </a:lnTo>
                  <a:lnTo>
                    <a:pt x="2026748" y="263304"/>
                  </a:lnTo>
                  <a:lnTo>
                    <a:pt x="2034634" y="261747"/>
                  </a:lnTo>
                  <a:lnTo>
                    <a:pt x="2042520" y="260093"/>
                  </a:lnTo>
                  <a:lnTo>
                    <a:pt x="2050406" y="258291"/>
                  </a:lnTo>
                  <a:lnTo>
                    <a:pt x="2058293" y="256365"/>
                  </a:lnTo>
                  <a:lnTo>
                    <a:pt x="2066179" y="254326"/>
                  </a:lnTo>
                  <a:lnTo>
                    <a:pt x="2074065" y="252173"/>
                  </a:lnTo>
                  <a:lnTo>
                    <a:pt x="2081951" y="249833"/>
                  </a:lnTo>
                  <a:lnTo>
                    <a:pt x="2089837" y="247369"/>
                  </a:lnTo>
                  <a:lnTo>
                    <a:pt x="2097723" y="244779"/>
                  </a:lnTo>
                  <a:lnTo>
                    <a:pt x="2105610" y="242041"/>
                  </a:lnTo>
                  <a:lnTo>
                    <a:pt x="2113496" y="239116"/>
                  </a:lnTo>
                  <a:lnTo>
                    <a:pt x="2121382" y="236058"/>
                  </a:lnTo>
                  <a:lnTo>
                    <a:pt x="2129268" y="232864"/>
                  </a:lnTo>
                  <a:lnTo>
                    <a:pt x="2137154" y="229494"/>
                  </a:lnTo>
                  <a:lnTo>
                    <a:pt x="2145041" y="225949"/>
                  </a:lnTo>
                  <a:lnTo>
                    <a:pt x="2152927" y="222266"/>
                  </a:lnTo>
                  <a:lnTo>
                    <a:pt x="2160813" y="218447"/>
                  </a:lnTo>
                  <a:lnTo>
                    <a:pt x="2168699" y="214431"/>
                  </a:lnTo>
                  <a:lnTo>
                    <a:pt x="2176585" y="210264"/>
                  </a:lnTo>
                  <a:lnTo>
                    <a:pt x="2184471" y="205965"/>
                  </a:lnTo>
                  <a:lnTo>
                    <a:pt x="2192358" y="201533"/>
                  </a:lnTo>
                  <a:lnTo>
                    <a:pt x="2200244" y="196905"/>
                  </a:lnTo>
                  <a:lnTo>
                    <a:pt x="2208130" y="192156"/>
                  </a:lnTo>
                  <a:lnTo>
                    <a:pt x="2216016" y="187290"/>
                  </a:lnTo>
                  <a:lnTo>
                    <a:pt x="2223902" y="182293"/>
                  </a:lnTo>
                  <a:lnTo>
                    <a:pt x="2231789" y="177147"/>
                  </a:lnTo>
                  <a:lnTo>
                    <a:pt x="2239675" y="171905"/>
                  </a:lnTo>
                  <a:lnTo>
                    <a:pt x="2247561" y="166569"/>
                  </a:lnTo>
                  <a:lnTo>
                    <a:pt x="2255447" y="161123"/>
                  </a:lnTo>
                  <a:lnTo>
                    <a:pt x="2263333" y="155583"/>
                  </a:lnTo>
                  <a:lnTo>
                    <a:pt x="2271219" y="149978"/>
                  </a:lnTo>
                  <a:lnTo>
                    <a:pt x="2279106" y="144315"/>
                  </a:lnTo>
                  <a:lnTo>
                    <a:pt x="2286992" y="138582"/>
                  </a:lnTo>
                  <a:lnTo>
                    <a:pt x="2294878" y="132813"/>
                  </a:lnTo>
                  <a:lnTo>
                    <a:pt x="2302764" y="127018"/>
                  </a:lnTo>
                  <a:lnTo>
                    <a:pt x="2310650" y="121205"/>
                  </a:lnTo>
                  <a:lnTo>
                    <a:pt x="2318536" y="115388"/>
                  </a:lnTo>
                  <a:lnTo>
                    <a:pt x="2326423" y="109584"/>
                  </a:lnTo>
                  <a:lnTo>
                    <a:pt x="2334309" y="103799"/>
                  </a:lnTo>
                  <a:lnTo>
                    <a:pt x="2342195" y="98049"/>
                  </a:lnTo>
                  <a:lnTo>
                    <a:pt x="2350081" y="92363"/>
                  </a:lnTo>
                  <a:lnTo>
                    <a:pt x="2357967" y="86736"/>
                  </a:lnTo>
                  <a:lnTo>
                    <a:pt x="2365854" y="81175"/>
                  </a:lnTo>
                  <a:lnTo>
                    <a:pt x="2373740" y="75717"/>
                  </a:lnTo>
                  <a:lnTo>
                    <a:pt x="2381626" y="70377"/>
                  </a:lnTo>
                  <a:lnTo>
                    <a:pt x="2389512" y="65141"/>
                  </a:lnTo>
                  <a:lnTo>
                    <a:pt x="2397398" y="60015"/>
                  </a:lnTo>
                  <a:lnTo>
                    <a:pt x="2405284" y="55072"/>
                  </a:lnTo>
                  <a:lnTo>
                    <a:pt x="2413171" y="50280"/>
                  </a:lnTo>
                  <a:lnTo>
                    <a:pt x="2421057" y="45634"/>
                  </a:lnTo>
                  <a:lnTo>
                    <a:pt x="2428943" y="41145"/>
                  </a:lnTo>
                  <a:lnTo>
                    <a:pt x="2436829" y="36907"/>
                  </a:lnTo>
                  <a:lnTo>
                    <a:pt x="2444715" y="32843"/>
                  </a:lnTo>
                  <a:lnTo>
                    <a:pt x="2452602" y="28958"/>
                  </a:lnTo>
                  <a:lnTo>
                    <a:pt x="2460488" y="25293"/>
                  </a:lnTo>
                  <a:lnTo>
                    <a:pt x="2468374" y="21898"/>
                  </a:lnTo>
                  <a:lnTo>
                    <a:pt x="2476260" y="18705"/>
                  </a:lnTo>
                  <a:lnTo>
                    <a:pt x="2484146" y="15716"/>
                  </a:lnTo>
                  <a:lnTo>
                    <a:pt x="2492032" y="13008"/>
                  </a:lnTo>
                  <a:lnTo>
                    <a:pt x="2499919" y="10567"/>
                  </a:lnTo>
                  <a:lnTo>
                    <a:pt x="2507805" y="8346"/>
                  </a:lnTo>
                  <a:lnTo>
                    <a:pt x="2515691" y="6346"/>
                  </a:lnTo>
                  <a:lnTo>
                    <a:pt x="2523577" y="4678"/>
                  </a:lnTo>
                  <a:lnTo>
                    <a:pt x="2531463" y="3259"/>
                  </a:lnTo>
                  <a:lnTo>
                    <a:pt x="2539350" y="2068"/>
                  </a:lnTo>
                  <a:lnTo>
                    <a:pt x="2547236" y="1118"/>
                  </a:lnTo>
                  <a:lnTo>
                    <a:pt x="2555122" y="517"/>
                  </a:lnTo>
                  <a:lnTo>
                    <a:pt x="2563008" y="144"/>
                  </a:lnTo>
                  <a:lnTo>
                    <a:pt x="2570894" y="0"/>
                  </a:lnTo>
                  <a:lnTo>
                    <a:pt x="2578780" y="127"/>
                  </a:lnTo>
                  <a:lnTo>
                    <a:pt x="2586667" y="563"/>
                  </a:lnTo>
                  <a:lnTo>
                    <a:pt x="2594553" y="1222"/>
                  </a:lnTo>
                  <a:lnTo>
                    <a:pt x="2602439" y="2100"/>
                  </a:lnTo>
                  <a:lnTo>
                    <a:pt x="2610325" y="3269"/>
                  </a:lnTo>
                  <a:lnTo>
                    <a:pt x="2618211" y="4699"/>
                  </a:lnTo>
                  <a:lnTo>
                    <a:pt x="2626098" y="6336"/>
                  </a:lnTo>
                  <a:lnTo>
                    <a:pt x="2633984" y="8178"/>
                  </a:lnTo>
                  <a:lnTo>
                    <a:pt x="2641870" y="10315"/>
                  </a:lnTo>
                  <a:lnTo>
                    <a:pt x="2649756" y="12659"/>
                  </a:lnTo>
                  <a:lnTo>
                    <a:pt x="2657642" y="15190"/>
                  </a:lnTo>
                  <a:lnTo>
                    <a:pt x="2665528" y="17915"/>
                  </a:lnTo>
                  <a:lnTo>
                    <a:pt x="2673415" y="20901"/>
                  </a:lnTo>
                  <a:lnTo>
                    <a:pt x="2681301" y="24052"/>
                  </a:lnTo>
                  <a:lnTo>
                    <a:pt x="2689187" y="27362"/>
                  </a:lnTo>
                  <a:lnTo>
                    <a:pt x="2697073" y="30857"/>
                  </a:lnTo>
                  <a:lnTo>
                    <a:pt x="2704959" y="34545"/>
                  </a:lnTo>
                  <a:lnTo>
                    <a:pt x="2712846" y="38367"/>
                  </a:lnTo>
                  <a:lnTo>
                    <a:pt x="2720732" y="42316"/>
                  </a:lnTo>
                  <a:lnTo>
                    <a:pt x="2728618" y="46425"/>
                  </a:lnTo>
                  <a:lnTo>
                    <a:pt x="2736504" y="50663"/>
                  </a:lnTo>
                  <a:lnTo>
                    <a:pt x="2744390" y="54999"/>
                  </a:lnTo>
                  <a:lnTo>
                    <a:pt x="2752276" y="59426"/>
                  </a:lnTo>
                  <a:lnTo>
                    <a:pt x="2760163" y="63972"/>
                  </a:lnTo>
                  <a:lnTo>
                    <a:pt x="2768049" y="68589"/>
                  </a:lnTo>
                  <a:lnTo>
                    <a:pt x="2775935" y="73266"/>
                  </a:lnTo>
                  <a:lnTo>
                    <a:pt x="2783821" y="77998"/>
                  </a:lnTo>
                  <a:lnTo>
                    <a:pt x="2791707" y="82789"/>
                  </a:lnTo>
                  <a:lnTo>
                    <a:pt x="2799593" y="87606"/>
                  </a:lnTo>
                  <a:lnTo>
                    <a:pt x="2807480" y="92443"/>
                  </a:lnTo>
                  <a:lnTo>
                    <a:pt x="2815366" y="97294"/>
                  </a:lnTo>
                  <a:lnTo>
                    <a:pt x="2823252" y="102143"/>
                  </a:lnTo>
                  <a:lnTo>
                    <a:pt x="2831138" y="106981"/>
                  </a:lnTo>
                  <a:lnTo>
                    <a:pt x="2839024" y="111801"/>
                  </a:lnTo>
                  <a:lnTo>
                    <a:pt x="2846911" y="116585"/>
                  </a:lnTo>
                  <a:lnTo>
                    <a:pt x="2854797" y="121323"/>
                  </a:lnTo>
                  <a:lnTo>
                    <a:pt x="2862683" y="126014"/>
                  </a:lnTo>
                  <a:lnTo>
                    <a:pt x="2870569" y="130656"/>
                  </a:lnTo>
                  <a:lnTo>
                    <a:pt x="2878455" y="135206"/>
                  </a:lnTo>
                  <a:lnTo>
                    <a:pt x="2886341" y="139683"/>
                  </a:lnTo>
                  <a:lnTo>
                    <a:pt x="2894228" y="144086"/>
                  </a:lnTo>
                  <a:lnTo>
                    <a:pt x="2902114" y="148404"/>
                  </a:lnTo>
                  <a:lnTo>
                    <a:pt x="2910000" y="152595"/>
                  </a:lnTo>
                  <a:lnTo>
                    <a:pt x="2917886" y="156693"/>
                  </a:lnTo>
                  <a:lnTo>
                    <a:pt x="2925772" y="160698"/>
                  </a:lnTo>
                  <a:lnTo>
                    <a:pt x="2933659" y="164582"/>
                  </a:lnTo>
                  <a:lnTo>
                    <a:pt x="2941545" y="168329"/>
                  </a:lnTo>
                  <a:lnTo>
                    <a:pt x="2949431" y="171972"/>
                  </a:lnTo>
                  <a:lnTo>
                    <a:pt x="2957317" y="175508"/>
                  </a:lnTo>
                  <a:lnTo>
                    <a:pt x="2965203" y="178897"/>
                  </a:lnTo>
                  <a:lnTo>
                    <a:pt x="2973089" y="182155"/>
                  </a:lnTo>
                  <a:lnTo>
                    <a:pt x="2980976" y="185305"/>
                  </a:lnTo>
                  <a:lnTo>
                    <a:pt x="2988862" y="188347"/>
                  </a:lnTo>
                  <a:lnTo>
                    <a:pt x="2996748" y="191224"/>
                  </a:lnTo>
                  <a:lnTo>
                    <a:pt x="3004634" y="193991"/>
                  </a:lnTo>
                  <a:lnTo>
                    <a:pt x="3012520" y="196653"/>
                  </a:lnTo>
                  <a:lnTo>
                    <a:pt x="3020407" y="199201"/>
                  </a:lnTo>
                  <a:lnTo>
                    <a:pt x="3028293" y="201604"/>
                  </a:lnTo>
                  <a:lnTo>
                    <a:pt x="3036179" y="203910"/>
                  </a:lnTo>
                  <a:lnTo>
                    <a:pt x="3044065" y="206123"/>
                  </a:lnTo>
                  <a:lnTo>
                    <a:pt x="3051951" y="208223"/>
                  </a:lnTo>
                  <a:lnTo>
                    <a:pt x="3059837" y="210210"/>
                  </a:lnTo>
                  <a:lnTo>
                    <a:pt x="3067724" y="212116"/>
                  </a:lnTo>
                  <a:lnTo>
                    <a:pt x="3075610" y="213943"/>
                  </a:lnTo>
                  <a:lnTo>
                    <a:pt x="3083496" y="215668"/>
                  </a:lnTo>
                  <a:lnTo>
                    <a:pt x="3091382" y="217313"/>
                  </a:lnTo>
                  <a:lnTo>
                    <a:pt x="3099268" y="218893"/>
                  </a:lnTo>
                  <a:lnTo>
                    <a:pt x="3107155" y="220412"/>
                  </a:lnTo>
                  <a:lnTo>
                    <a:pt x="3115041" y="221846"/>
                  </a:lnTo>
                  <a:lnTo>
                    <a:pt x="3122927" y="223228"/>
                  </a:lnTo>
                  <a:lnTo>
                    <a:pt x="3130813" y="224563"/>
                  </a:lnTo>
                  <a:lnTo>
                    <a:pt x="3138699" y="225849"/>
                  </a:lnTo>
                  <a:lnTo>
                    <a:pt x="3146585" y="227078"/>
                  </a:lnTo>
                  <a:lnTo>
                    <a:pt x="3154472" y="228273"/>
                  </a:lnTo>
                  <a:lnTo>
                    <a:pt x="3162358" y="229436"/>
                  </a:lnTo>
                  <a:lnTo>
                    <a:pt x="3170244" y="230563"/>
                  </a:lnTo>
                  <a:lnTo>
                    <a:pt x="3178130" y="231657"/>
                  </a:lnTo>
                  <a:lnTo>
                    <a:pt x="3186016" y="232728"/>
                  </a:lnTo>
                  <a:lnTo>
                    <a:pt x="3193903" y="233780"/>
                  </a:lnTo>
                  <a:lnTo>
                    <a:pt x="3201789" y="234806"/>
                  </a:lnTo>
                  <a:lnTo>
                    <a:pt x="3209675" y="235815"/>
                  </a:lnTo>
                  <a:lnTo>
                    <a:pt x="3217561" y="236810"/>
                  </a:lnTo>
                  <a:lnTo>
                    <a:pt x="3225447" y="237792"/>
                  </a:lnTo>
                  <a:lnTo>
                    <a:pt x="3233333" y="238758"/>
                  </a:lnTo>
                  <a:lnTo>
                    <a:pt x="3241220" y="239713"/>
                  </a:lnTo>
                  <a:lnTo>
                    <a:pt x="3249106" y="240659"/>
                  </a:lnTo>
                  <a:lnTo>
                    <a:pt x="3256992" y="241596"/>
                  </a:lnTo>
                  <a:lnTo>
                    <a:pt x="3264878" y="242520"/>
                  </a:lnTo>
                  <a:lnTo>
                    <a:pt x="3272764" y="243436"/>
                  </a:lnTo>
                  <a:lnTo>
                    <a:pt x="3280650" y="244344"/>
                  </a:lnTo>
                  <a:lnTo>
                    <a:pt x="3288537" y="245242"/>
                  </a:lnTo>
                  <a:lnTo>
                    <a:pt x="3296423" y="246128"/>
                  </a:lnTo>
                  <a:lnTo>
                    <a:pt x="3304309" y="247004"/>
                  </a:lnTo>
                  <a:lnTo>
                    <a:pt x="3312195" y="247871"/>
                  </a:lnTo>
                  <a:lnTo>
                    <a:pt x="3320081" y="248724"/>
                  </a:lnTo>
                  <a:lnTo>
                    <a:pt x="3327968" y="249564"/>
                  </a:lnTo>
                  <a:lnTo>
                    <a:pt x="3335854" y="250391"/>
                  </a:lnTo>
                  <a:lnTo>
                    <a:pt x="3343740" y="251206"/>
                  </a:lnTo>
                  <a:lnTo>
                    <a:pt x="3351626" y="252001"/>
                  </a:lnTo>
                  <a:lnTo>
                    <a:pt x="3359512" y="252780"/>
                  </a:lnTo>
                  <a:lnTo>
                    <a:pt x="3367398" y="253545"/>
                  </a:lnTo>
                  <a:lnTo>
                    <a:pt x="3375285" y="254291"/>
                  </a:lnTo>
                  <a:lnTo>
                    <a:pt x="3383171" y="255014"/>
                  </a:lnTo>
                  <a:lnTo>
                    <a:pt x="3391057" y="255719"/>
                  </a:lnTo>
                  <a:lnTo>
                    <a:pt x="3398943" y="256406"/>
                  </a:lnTo>
                  <a:lnTo>
                    <a:pt x="3406829" y="257070"/>
                  </a:lnTo>
                  <a:lnTo>
                    <a:pt x="3414716" y="257709"/>
                  </a:lnTo>
                  <a:lnTo>
                    <a:pt x="3422602" y="258328"/>
                  </a:lnTo>
                  <a:lnTo>
                    <a:pt x="3430488" y="258928"/>
                  </a:lnTo>
                  <a:lnTo>
                    <a:pt x="3438374" y="259499"/>
                  </a:lnTo>
                  <a:lnTo>
                    <a:pt x="3446260" y="260046"/>
                  </a:lnTo>
                  <a:lnTo>
                    <a:pt x="3454146" y="260574"/>
                  </a:lnTo>
                  <a:lnTo>
                    <a:pt x="3462033" y="261081"/>
                  </a:lnTo>
                  <a:lnTo>
                    <a:pt x="3469919" y="261555"/>
                  </a:lnTo>
                  <a:lnTo>
                    <a:pt x="3477805" y="262010"/>
                  </a:lnTo>
                  <a:lnTo>
                    <a:pt x="3485691" y="262444"/>
                  </a:lnTo>
                  <a:lnTo>
                    <a:pt x="3493577" y="262856"/>
                  </a:lnTo>
                  <a:lnTo>
                    <a:pt x="3501464" y="263239"/>
                  </a:lnTo>
                  <a:lnTo>
                    <a:pt x="3509350" y="263604"/>
                  </a:lnTo>
                  <a:lnTo>
                    <a:pt x="3517236" y="263950"/>
                  </a:lnTo>
                  <a:lnTo>
                    <a:pt x="3525122" y="264272"/>
                  </a:lnTo>
                  <a:lnTo>
                    <a:pt x="3533008" y="264571"/>
                  </a:lnTo>
                  <a:lnTo>
                    <a:pt x="3540894" y="264852"/>
                  </a:lnTo>
                  <a:lnTo>
                    <a:pt x="3548781" y="265117"/>
                  </a:lnTo>
                  <a:lnTo>
                    <a:pt x="3556667" y="265358"/>
                  </a:lnTo>
                  <a:lnTo>
                    <a:pt x="3564553" y="265581"/>
                  </a:lnTo>
                  <a:lnTo>
                    <a:pt x="3572439" y="265788"/>
                  </a:lnTo>
                  <a:lnTo>
                    <a:pt x="3580325" y="265981"/>
                  </a:lnTo>
                  <a:lnTo>
                    <a:pt x="3588212" y="266150"/>
                  </a:lnTo>
                  <a:lnTo>
                    <a:pt x="3596098" y="266305"/>
                  </a:lnTo>
                  <a:lnTo>
                    <a:pt x="3603984" y="266447"/>
                  </a:lnTo>
                  <a:lnTo>
                    <a:pt x="3611870" y="266573"/>
                  </a:lnTo>
                  <a:lnTo>
                    <a:pt x="3619756" y="266681"/>
                  </a:lnTo>
                  <a:lnTo>
                    <a:pt x="3627642" y="266776"/>
                  </a:lnTo>
                  <a:lnTo>
                    <a:pt x="3635529" y="266859"/>
                  </a:lnTo>
                  <a:lnTo>
                    <a:pt x="3643415" y="266926"/>
                  </a:lnTo>
                  <a:lnTo>
                    <a:pt x="3651301" y="266978"/>
                  </a:lnTo>
                  <a:lnTo>
                    <a:pt x="3659187" y="267018"/>
                  </a:lnTo>
                  <a:lnTo>
                    <a:pt x="3667073" y="267047"/>
                  </a:lnTo>
                  <a:lnTo>
                    <a:pt x="3674959" y="267060"/>
                  </a:lnTo>
                  <a:lnTo>
                    <a:pt x="3682846" y="267060"/>
                  </a:lnTo>
                  <a:lnTo>
                    <a:pt x="3690732" y="267049"/>
                  </a:lnTo>
                  <a:lnTo>
                    <a:pt x="3698618" y="267027"/>
                  </a:lnTo>
                  <a:lnTo>
                    <a:pt x="3706504" y="266988"/>
                  </a:lnTo>
                  <a:lnTo>
                    <a:pt x="3714390" y="266939"/>
                  </a:lnTo>
                  <a:lnTo>
                    <a:pt x="3722277" y="266880"/>
                  </a:lnTo>
                  <a:lnTo>
                    <a:pt x="3730163" y="266810"/>
                  </a:lnTo>
                  <a:lnTo>
                    <a:pt x="3738049" y="266725"/>
                  </a:lnTo>
                  <a:lnTo>
                    <a:pt x="3745935" y="266632"/>
                  </a:lnTo>
                  <a:lnTo>
                    <a:pt x="3753821" y="266529"/>
                  </a:lnTo>
                  <a:lnTo>
                    <a:pt x="3761707" y="266415"/>
                  </a:lnTo>
                  <a:lnTo>
                    <a:pt x="3769594" y="266291"/>
                  </a:lnTo>
                  <a:lnTo>
                    <a:pt x="3777480" y="266160"/>
                  </a:lnTo>
                  <a:lnTo>
                    <a:pt x="3785366" y="266022"/>
                  </a:lnTo>
                  <a:lnTo>
                    <a:pt x="3793252" y="265874"/>
                  </a:lnTo>
                  <a:lnTo>
                    <a:pt x="3801138" y="265720"/>
                  </a:lnTo>
                  <a:lnTo>
                    <a:pt x="3809025" y="265562"/>
                  </a:lnTo>
                  <a:lnTo>
                    <a:pt x="3816911" y="265400"/>
                  </a:lnTo>
                  <a:lnTo>
                    <a:pt x="3824797" y="265234"/>
                  </a:lnTo>
                  <a:lnTo>
                    <a:pt x="3832683" y="265066"/>
                  </a:lnTo>
                  <a:lnTo>
                    <a:pt x="3840569" y="264897"/>
                  </a:lnTo>
                  <a:lnTo>
                    <a:pt x="3848455" y="264728"/>
                  </a:lnTo>
                  <a:lnTo>
                    <a:pt x="3856342" y="264562"/>
                  </a:lnTo>
                  <a:lnTo>
                    <a:pt x="3864228" y="264398"/>
                  </a:lnTo>
                  <a:lnTo>
                    <a:pt x="3872114" y="264239"/>
                  </a:lnTo>
                  <a:lnTo>
                    <a:pt x="3880000" y="264086"/>
                  </a:lnTo>
                  <a:lnTo>
                    <a:pt x="3887886" y="263942"/>
                  </a:lnTo>
                  <a:lnTo>
                    <a:pt x="3895773" y="263805"/>
                  </a:lnTo>
                  <a:lnTo>
                    <a:pt x="3903659" y="263678"/>
                  </a:lnTo>
                  <a:lnTo>
                    <a:pt x="3911545" y="263565"/>
                  </a:lnTo>
                  <a:lnTo>
                    <a:pt x="3919431" y="263465"/>
                  </a:lnTo>
                  <a:lnTo>
                    <a:pt x="3927317" y="263378"/>
                  </a:lnTo>
                  <a:lnTo>
                    <a:pt x="3935203" y="263305"/>
                  </a:lnTo>
                  <a:lnTo>
                    <a:pt x="3943090" y="263254"/>
                  </a:lnTo>
                  <a:lnTo>
                    <a:pt x="3950976" y="263219"/>
                  </a:lnTo>
                  <a:lnTo>
                    <a:pt x="3958862" y="263201"/>
                  </a:lnTo>
                  <a:lnTo>
                    <a:pt x="3966748" y="263202"/>
                  </a:lnTo>
                  <a:lnTo>
                    <a:pt x="3974634" y="263229"/>
                  </a:lnTo>
                  <a:lnTo>
                    <a:pt x="3982521" y="263275"/>
                  </a:lnTo>
                  <a:lnTo>
                    <a:pt x="3990407" y="263339"/>
                  </a:lnTo>
                  <a:lnTo>
                    <a:pt x="3998293" y="263429"/>
                  </a:lnTo>
                  <a:lnTo>
                    <a:pt x="4006179" y="263543"/>
                  </a:lnTo>
                  <a:lnTo>
                    <a:pt x="4014065" y="263676"/>
                  </a:lnTo>
                  <a:lnTo>
                    <a:pt x="4021951" y="263829"/>
                  </a:lnTo>
                  <a:lnTo>
                    <a:pt x="4029838" y="26401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rc1701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821786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9023832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982979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1063576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1144173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tx1707"/>
            <p:cNvSpPr/>
            <p:nvPr/>
          </p:nvSpPr>
          <p:spPr>
            <a:xfrm>
              <a:off x="816817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708" name="tx1708"/>
            <p:cNvSpPr/>
            <p:nvPr/>
          </p:nvSpPr>
          <p:spPr>
            <a:xfrm>
              <a:off x="8974146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709" name="tx1709"/>
            <p:cNvSpPr/>
            <p:nvPr/>
          </p:nvSpPr>
          <p:spPr>
            <a:xfrm>
              <a:off x="979872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10" name="tx1710"/>
            <p:cNvSpPr/>
            <p:nvPr/>
          </p:nvSpPr>
          <p:spPr>
            <a:xfrm>
              <a:off x="10604689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11" name="tx1711"/>
            <p:cNvSpPr/>
            <p:nvPr/>
          </p:nvSpPr>
          <p:spPr>
            <a:xfrm>
              <a:off x="11410657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12" name="tx1712"/>
            <p:cNvSpPr/>
            <p:nvPr/>
          </p:nvSpPr>
          <p:spPr>
            <a:xfrm>
              <a:off x="9076627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713" name="rc1713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rc1714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3372163" y="8361470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3372163" y="7837672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3372163" y="7313875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3372163" y="679007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3372163" y="6266280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3372163" y="5742482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411768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489556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567344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3372163" y="809957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3372163" y="757577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3372163" y="705197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3372163" y="652817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3372163" y="600438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3372163" y="548058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372874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450662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528450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3697679" y="7081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3810796" y="69143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3688939" y="70310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3609568" y="70587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3714434" y="69751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3664536" y="7002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3689743" y="70954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3905626" y="70172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3804822" y="71802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3631630" y="71436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4389606" y="68257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3607729" y="7057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3953862" y="656461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3649043" y="68906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4962389" y="6908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3600120" y="69052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3933054" y="7224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3589026" y="69098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3838145" y="7042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3570164" y="70441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3996171" y="67641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3689464" y="6954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3665066" y="69763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3719201" y="69048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3681608" y="68972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4677258" y="80139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3588147" y="70159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3587031" y="7006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3551569" y="7022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3539760" y="70381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4596300" y="66087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4498299" y="73105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4353957" y="63017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4730955" y="6940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3632278" y="70091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3845035" y="70849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3644973" y="70638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3723135" y="7049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4705962" y="6950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3651531" y="7046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5484812" y="70954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3798135" y="70196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3657803" y="70259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3638423" y="6835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3554943" y="69891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3593432" y="7042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3737235" y="69678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3621174" y="69510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3509376" y="68303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3748221" y="6840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3632215" y="69778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3602047" y="69731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3671667" y="6926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3664528" y="7003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3543875" y="7017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4250326" y="68160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4513749" y="65207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3596116" y="70635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3580121" y="7043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3694184" y="67866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3598084" y="69215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3718137" y="69828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3686396" y="70322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3586768" y="68055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3914231" y="6944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3714967" y="70723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3714457" y="70341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5736439" y="65842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3703988" y="70521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3782999" y="69887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4284502" y="62842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3807853" y="71075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3858637" y="66375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5674489" y="67988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4564997" y="6919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3629225" y="71269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4033495" y="59805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4124441" y="68658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3739304" y="70112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3767392" y="67256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4940018" y="57478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3655238" y="69660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3738862" y="6780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3708809" y="71327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3777882" y="6958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4753837" y="81934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3805942" y="69540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3761431" y="69762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954165" y="70620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4408045" y="62689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4541998" y="69643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3586731" y="7022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3870822" y="69277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5325622" y="8171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3575198" y="6988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3616581" y="69286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3813203" y="70452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3635008" y="70279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4089322" y="66634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5808201" y="71319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3656931" y="69958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3513950" y="69805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3602139" y="6951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3595956" y="70179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3815303" y="69731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3683045" y="70241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3689793" y="70278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3954803" y="7259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3647146" y="6944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4999889" y="65015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3727478" y="71479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3684742" y="69157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3930165" y="7037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4269524" y="69699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3661675" y="70082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3837281" y="69952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3585706" y="69301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4008291" y="7121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4717674" y="74122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3663863" y="7023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3728309" y="70985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3658585" y="6969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3774592" y="6967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3711903" y="71590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3750961" y="70916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3938860" y="66610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3815328" y="7159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3750178" y="72074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3611725" y="7037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3858693" y="6925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3681935" y="7045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3613586" y="69125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3728752" y="70101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4832768" y="61677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3588382" y="7085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3664974" y="7071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4510292" y="71531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3524990" y="69901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3825155" y="7050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3752529" y="67888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3599691" y="6985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4205148" y="68409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3536236" y="6970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5044365" y="79524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3633147" y="7018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4020354" y="66033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3922129" y="68338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3728758" y="70463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3940531" y="73882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3817569" y="7119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3773832" y="67140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3746650" y="69539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3601839" y="68610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3944785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3761633" y="71039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3643750" y="69345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581723" y="6915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3816616" y="70946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3799863" y="7093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4231224" y="6814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3511799" y="673422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3645087" y="69442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597094" y="71295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3588700" y="70065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4134353" y="67895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3541499" y="70355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4250750" y="71082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3823325" y="67471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3608976" y="7033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3760671" y="7096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3917438" y="6975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3695933" y="70454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3791403" y="7007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4683882" y="66754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4064272" y="7188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3894919" y="71734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3845733" y="69582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3704099" y="70639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3613381" y="69633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4580907" y="66831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3655773" y="70048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3694691" y="65720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4171842" y="70706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3677870" y="68903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4766752" y="65999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3625674" y="7030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3704860" y="69988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3601197" y="69547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4644924" y="75240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3618861" y="69499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4752286" y="67057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3887343" y="69136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3796076" y="69770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4417595" y="72531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3812494" y="7031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614730" y="69637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3643460" y="70585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3826863" y="6907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3663872" y="6995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3724895" y="7053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3755699" y="70991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3597849" y="6989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3741466" y="70829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3935452" y="6860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3627102" y="70318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3593168" y="70251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3673857" y="6919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3830289" y="7069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3627709" y="6993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4185904" y="71765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3548286" y="70125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4348434" y="68503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3757372" y="6946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3567092" y="69931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4473734" y="63249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4262771" y="65827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3899127" y="72538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3634759" y="6947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3758514" y="7060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3735227" y="69374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4190221" y="69033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4064318" y="6927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3652144" y="69845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3651801" y="69305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3735031" y="7285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4495797" y="6994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4080323" y="664377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3555748" y="69387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4524518" y="68188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5088501" y="64183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3633990" y="69472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5326023" y="657268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3786015" y="70471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3772507" y="71670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3568606" y="69684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4140733" y="71759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3654929" y="66724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3649431" y="6941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3668085" y="6975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4854242" y="71671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3464521" y="67545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3709162" y="70116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4235775" y="69115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3771895" y="65739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3604095" y="6970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3696915" y="55418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3596741" y="70157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3707831" y="69888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3803379" y="70843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3708344" y="69218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3766653" y="72063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3686513" y="68747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3570590" y="7028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4389821" y="66856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3766207" y="651558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3880591" y="69596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3698680" y="71902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3627872" y="6964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3617554" y="7005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4414978" y="7425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4831013" y="665381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3742039" y="71439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3929918" y="69025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3638547" y="6947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3745964" y="68932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3634894" y="6915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4717034" y="65134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3621884" y="67616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3676339" y="69899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3639749" y="70230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3846928" y="6855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3725852" y="68764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3822934" y="6996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4210880" y="67204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3918938" y="66108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3732667" y="7033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4218188" y="57330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3775842" y="70342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5553441" y="8339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3736892" y="65951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3661019" y="70408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3889562" y="69485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3584585" y="6991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5243687" y="65292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3587719" y="69760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3694173" y="70433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3866080" y="7018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3818087" y="70712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3919811" y="70881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3543012" y="70125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3605329" y="7068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663154" y="7047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4921106" y="65588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3765575" y="70411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3648764" y="7051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4344684" y="680431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3871802" y="70325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3789052" y="7024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3549544" y="69764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3713255" y="6993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4748249" y="66934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3759567" y="71638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3637532" y="7080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3685524" y="6957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4100283" y="73331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3975883" y="72222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3586678" y="70591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4017309" y="69685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3764274" y="6905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4578864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3669906" y="68142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4069317" y="70885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3614291" y="69042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3978167" y="7168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3850596" y="69811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3652978" y="7035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3995279" y="67077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3697558" y="70555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4652633" y="675606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3745911" y="69545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3673456" y="70310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4010359" y="6812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3722349" y="71235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4596140" y="73197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3946692" y="71897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4294377" y="70462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3645661" y="70280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3612004" y="72881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3656963" y="69917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3695993" y="68672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3733862" y="7183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3625904" y="69719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3682371" y="70389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3529415" y="6954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3922510" y="6888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3603963" y="70811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3761676" y="69838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3586968" y="70545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3664824" y="70517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3627720" y="68972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3576985" y="70807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3955715" y="65288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3659913" y="69341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3648630" y="70232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3634826" y="70159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3900051" y="70073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3899272" y="67697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3786185" y="7150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3597630" y="69631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3372163" y="683713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g2083"/>
            <p:cNvSpPr/>
            <p:nvPr/>
          </p:nvSpPr>
          <p:spPr>
            <a:xfrm>
              <a:off x="3489347" y="6955557"/>
              <a:ext cx="2343679" cy="60682"/>
            </a:xfrm>
            <a:custGeom>
              <a:avLst/>
              <a:pathLst>
                <a:path w="2343679" h="60682">
                  <a:moveTo>
                    <a:pt x="0" y="245"/>
                  </a:moveTo>
                  <a:lnTo>
                    <a:pt x="29666" y="247"/>
                  </a:lnTo>
                  <a:lnTo>
                    <a:pt x="59333" y="248"/>
                  </a:lnTo>
                  <a:lnTo>
                    <a:pt x="89000" y="248"/>
                  </a:lnTo>
                  <a:lnTo>
                    <a:pt x="118667" y="249"/>
                  </a:lnTo>
                  <a:lnTo>
                    <a:pt x="148334" y="250"/>
                  </a:lnTo>
                  <a:lnTo>
                    <a:pt x="178000" y="250"/>
                  </a:lnTo>
                  <a:lnTo>
                    <a:pt x="207667" y="250"/>
                  </a:lnTo>
                  <a:lnTo>
                    <a:pt x="237334" y="250"/>
                  </a:lnTo>
                  <a:lnTo>
                    <a:pt x="267001" y="250"/>
                  </a:lnTo>
                  <a:lnTo>
                    <a:pt x="296668" y="250"/>
                  </a:lnTo>
                  <a:lnTo>
                    <a:pt x="326335" y="250"/>
                  </a:lnTo>
                  <a:lnTo>
                    <a:pt x="356001" y="250"/>
                  </a:lnTo>
                  <a:lnTo>
                    <a:pt x="385668" y="249"/>
                  </a:lnTo>
                  <a:lnTo>
                    <a:pt x="415335" y="248"/>
                  </a:lnTo>
                  <a:lnTo>
                    <a:pt x="445002" y="248"/>
                  </a:lnTo>
                  <a:lnTo>
                    <a:pt x="474669" y="247"/>
                  </a:lnTo>
                  <a:lnTo>
                    <a:pt x="504336" y="246"/>
                  </a:lnTo>
                  <a:lnTo>
                    <a:pt x="534002" y="245"/>
                  </a:lnTo>
                  <a:lnTo>
                    <a:pt x="563669" y="244"/>
                  </a:lnTo>
                  <a:lnTo>
                    <a:pt x="593336" y="242"/>
                  </a:lnTo>
                  <a:lnTo>
                    <a:pt x="623003" y="241"/>
                  </a:lnTo>
                  <a:lnTo>
                    <a:pt x="652670" y="239"/>
                  </a:lnTo>
                  <a:lnTo>
                    <a:pt x="682336" y="238"/>
                  </a:lnTo>
                  <a:lnTo>
                    <a:pt x="712003" y="236"/>
                  </a:lnTo>
                  <a:lnTo>
                    <a:pt x="741670" y="234"/>
                  </a:lnTo>
                  <a:lnTo>
                    <a:pt x="771337" y="233"/>
                  </a:lnTo>
                  <a:lnTo>
                    <a:pt x="801004" y="231"/>
                  </a:lnTo>
                  <a:lnTo>
                    <a:pt x="830671" y="229"/>
                  </a:lnTo>
                  <a:lnTo>
                    <a:pt x="860337" y="226"/>
                  </a:lnTo>
                  <a:lnTo>
                    <a:pt x="890004" y="224"/>
                  </a:lnTo>
                  <a:lnTo>
                    <a:pt x="919671" y="222"/>
                  </a:lnTo>
                  <a:lnTo>
                    <a:pt x="949338" y="220"/>
                  </a:lnTo>
                  <a:lnTo>
                    <a:pt x="979005" y="217"/>
                  </a:lnTo>
                  <a:lnTo>
                    <a:pt x="1008672" y="214"/>
                  </a:lnTo>
                  <a:lnTo>
                    <a:pt x="1038338" y="212"/>
                  </a:lnTo>
                  <a:lnTo>
                    <a:pt x="1068005" y="209"/>
                  </a:lnTo>
                  <a:lnTo>
                    <a:pt x="1097672" y="206"/>
                  </a:lnTo>
                  <a:lnTo>
                    <a:pt x="1127339" y="203"/>
                  </a:lnTo>
                  <a:lnTo>
                    <a:pt x="1157006" y="201"/>
                  </a:lnTo>
                  <a:lnTo>
                    <a:pt x="1186673" y="197"/>
                  </a:lnTo>
                  <a:lnTo>
                    <a:pt x="1216339" y="194"/>
                  </a:lnTo>
                  <a:lnTo>
                    <a:pt x="1246006" y="191"/>
                  </a:lnTo>
                  <a:lnTo>
                    <a:pt x="1275673" y="188"/>
                  </a:lnTo>
                  <a:lnTo>
                    <a:pt x="1305340" y="185"/>
                  </a:lnTo>
                  <a:lnTo>
                    <a:pt x="1335007" y="181"/>
                  </a:lnTo>
                  <a:lnTo>
                    <a:pt x="1364673" y="178"/>
                  </a:lnTo>
                  <a:lnTo>
                    <a:pt x="1394340" y="174"/>
                  </a:lnTo>
                  <a:lnTo>
                    <a:pt x="1424007" y="170"/>
                  </a:lnTo>
                  <a:lnTo>
                    <a:pt x="1453674" y="167"/>
                  </a:lnTo>
                  <a:lnTo>
                    <a:pt x="1483341" y="163"/>
                  </a:lnTo>
                  <a:lnTo>
                    <a:pt x="1513008" y="159"/>
                  </a:lnTo>
                  <a:lnTo>
                    <a:pt x="1542674" y="155"/>
                  </a:lnTo>
                  <a:lnTo>
                    <a:pt x="1572341" y="150"/>
                  </a:lnTo>
                  <a:lnTo>
                    <a:pt x="1602008" y="146"/>
                  </a:lnTo>
                  <a:lnTo>
                    <a:pt x="1631675" y="142"/>
                  </a:lnTo>
                  <a:lnTo>
                    <a:pt x="1661342" y="137"/>
                  </a:lnTo>
                  <a:lnTo>
                    <a:pt x="1691009" y="133"/>
                  </a:lnTo>
                  <a:lnTo>
                    <a:pt x="1720675" y="128"/>
                  </a:lnTo>
                  <a:lnTo>
                    <a:pt x="1750342" y="123"/>
                  </a:lnTo>
                  <a:lnTo>
                    <a:pt x="1780009" y="118"/>
                  </a:lnTo>
                  <a:lnTo>
                    <a:pt x="1809676" y="113"/>
                  </a:lnTo>
                  <a:lnTo>
                    <a:pt x="1839343" y="108"/>
                  </a:lnTo>
                  <a:lnTo>
                    <a:pt x="1869010" y="103"/>
                  </a:lnTo>
                  <a:lnTo>
                    <a:pt x="1898676" y="97"/>
                  </a:lnTo>
                  <a:lnTo>
                    <a:pt x="1928343" y="92"/>
                  </a:lnTo>
                  <a:lnTo>
                    <a:pt x="1958010" y="86"/>
                  </a:lnTo>
                  <a:lnTo>
                    <a:pt x="1987677" y="80"/>
                  </a:lnTo>
                  <a:lnTo>
                    <a:pt x="2017344" y="74"/>
                  </a:lnTo>
                  <a:lnTo>
                    <a:pt x="2047010" y="68"/>
                  </a:lnTo>
                  <a:lnTo>
                    <a:pt x="2076677" y="62"/>
                  </a:lnTo>
                  <a:lnTo>
                    <a:pt x="2106344" y="55"/>
                  </a:lnTo>
                  <a:lnTo>
                    <a:pt x="2136011" y="49"/>
                  </a:lnTo>
                  <a:lnTo>
                    <a:pt x="2165678" y="42"/>
                  </a:lnTo>
                  <a:lnTo>
                    <a:pt x="2195345" y="36"/>
                  </a:lnTo>
                  <a:lnTo>
                    <a:pt x="2225011" y="29"/>
                  </a:lnTo>
                  <a:lnTo>
                    <a:pt x="2254678" y="22"/>
                  </a:lnTo>
                  <a:lnTo>
                    <a:pt x="2284345" y="14"/>
                  </a:lnTo>
                  <a:lnTo>
                    <a:pt x="2314012" y="7"/>
                  </a:lnTo>
                  <a:lnTo>
                    <a:pt x="2343679" y="0"/>
                  </a:lnTo>
                  <a:lnTo>
                    <a:pt x="2343679" y="60682"/>
                  </a:lnTo>
                  <a:lnTo>
                    <a:pt x="2314012" y="60675"/>
                  </a:lnTo>
                  <a:lnTo>
                    <a:pt x="2284345" y="60668"/>
                  </a:lnTo>
                  <a:lnTo>
                    <a:pt x="2254678" y="60661"/>
                  </a:lnTo>
                  <a:lnTo>
                    <a:pt x="2225011" y="60655"/>
                  </a:lnTo>
                  <a:lnTo>
                    <a:pt x="2195345" y="60648"/>
                  </a:lnTo>
                  <a:lnTo>
                    <a:pt x="2165678" y="60642"/>
                  </a:lnTo>
                  <a:lnTo>
                    <a:pt x="2136011" y="60636"/>
                  </a:lnTo>
                  <a:lnTo>
                    <a:pt x="2106344" y="60630"/>
                  </a:lnTo>
                  <a:lnTo>
                    <a:pt x="2076677" y="60624"/>
                  </a:lnTo>
                  <a:lnTo>
                    <a:pt x="2047010" y="60618"/>
                  </a:lnTo>
                  <a:lnTo>
                    <a:pt x="2017344" y="60612"/>
                  </a:lnTo>
                  <a:lnTo>
                    <a:pt x="1987677" y="60607"/>
                  </a:lnTo>
                  <a:lnTo>
                    <a:pt x="1958010" y="60602"/>
                  </a:lnTo>
                  <a:lnTo>
                    <a:pt x="1928343" y="60596"/>
                  </a:lnTo>
                  <a:lnTo>
                    <a:pt x="1898676" y="60591"/>
                  </a:lnTo>
                  <a:lnTo>
                    <a:pt x="1869010" y="60587"/>
                  </a:lnTo>
                  <a:lnTo>
                    <a:pt x="1839343" y="60582"/>
                  </a:lnTo>
                  <a:lnTo>
                    <a:pt x="1809676" y="60577"/>
                  </a:lnTo>
                  <a:lnTo>
                    <a:pt x="1780009" y="60573"/>
                  </a:lnTo>
                  <a:lnTo>
                    <a:pt x="1750342" y="60568"/>
                  </a:lnTo>
                  <a:lnTo>
                    <a:pt x="1720675" y="60564"/>
                  </a:lnTo>
                  <a:lnTo>
                    <a:pt x="1691009" y="60560"/>
                  </a:lnTo>
                  <a:lnTo>
                    <a:pt x="1661342" y="60556"/>
                  </a:lnTo>
                  <a:lnTo>
                    <a:pt x="1631675" y="60552"/>
                  </a:lnTo>
                  <a:lnTo>
                    <a:pt x="1602008" y="60548"/>
                  </a:lnTo>
                  <a:lnTo>
                    <a:pt x="1572341" y="60544"/>
                  </a:lnTo>
                  <a:lnTo>
                    <a:pt x="1542674" y="60541"/>
                  </a:lnTo>
                  <a:lnTo>
                    <a:pt x="1513008" y="60538"/>
                  </a:lnTo>
                  <a:lnTo>
                    <a:pt x="1483341" y="60534"/>
                  </a:lnTo>
                  <a:lnTo>
                    <a:pt x="1453674" y="60531"/>
                  </a:lnTo>
                  <a:lnTo>
                    <a:pt x="1424007" y="60528"/>
                  </a:lnTo>
                  <a:lnTo>
                    <a:pt x="1394340" y="60525"/>
                  </a:lnTo>
                  <a:lnTo>
                    <a:pt x="1364673" y="60522"/>
                  </a:lnTo>
                  <a:lnTo>
                    <a:pt x="1335007" y="60519"/>
                  </a:lnTo>
                  <a:lnTo>
                    <a:pt x="1305340" y="60517"/>
                  </a:lnTo>
                  <a:lnTo>
                    <a:pt x="1275673" y="60514"/>
                  </a:lnTo>
                  <a:lnTo>
                    <a:pt x="1246006" y="60512"/>
                  </a:lnTo>
                  <a:lnTo>
                    <a:pt x="1216339" y="60509"/>
                  </a:lnTo>
                  <a:lnTo>
                    <a:pt x="1186673" y="60507"/>
                  </a:lnTo>
                  <a:lnTo>
                    <a:pt x="1157006" y="60505"/>
                  </a:lnTo>
                  <a:lnTo>
                    <a:pt x="1127339" y="60503"/>
                  </a:lnTo>
                  <a:lnTo>
                    <a:pt x="1097672" y="60501"/>
                  </a:lnTo>
                  <a:lnTo>
                    <a:pt x="1068005" y="60499"/>
                  </a:lnTo>
                  <a:lnTo>
                    <a:pt x="1038338" y="60497"/>
                  </a:lnTo>
                  <a:lnTo>
                    <a:pt x="1008672" y="60495"/>
                  </a:lnTo>
                  <a:lnTo>
                    <a:pt x="979005" y="60494"/>
                  </a:lnTo>
                  <a:lnTo>
                    <a:pt x="949338" y="60492"/>
                  </a:lnTo>
                  <a:lnTo>
                    <a:pt x="919671" y="60491"/>
                  </a:lnTo>
                  <a:lnTo>
                    <a:pt x="890004" y="60490"/>
                  </a:lnTo>
                  <a:lnTo>
                    <a:pt x="860337" y="60489"/>
                  </a:lnTo>
                  <a:lnTo>
                    <a:pt x="830671" y="60487"/>
                  </a:lnTo>
                  <a:lnTo>
                    <a:pt x="801004" y="60487"/>
                  </a:lnTo>
                  <a:lnTo>
                    <a:pt x="771337" y="60486"/>
                  </a:lnTo>
                  <a:lnTo>
                    <a:pt x="741670" y="60485"/>
                  </a:lnTo>
                  <a:lnTo>
                    <a:pt x="712003" y="60484"/>
                  </a:lnTo>
                  <a:lnTo>
                    <a:pt x="682336" y="60484"/>
                  </a:lnTo>
                  <a:lnTo>
                    <a:pt x="652670" y="60484"/>
                  </a:lnTo>
                  <a:lnTo>
                    <a:pt x="623003" y="60483"/>
                  </a:lnTo>
                  <a:lnTo>
                    <a:pt x="593336" y="60483"/>
                  </a:lnTo>
                  <a:lnTo>
                    <a:pt x="563669" y="60483"/>
                  </a:lnTo>
                  <a:lnTo>
                    <a:pt x="534002" y="60483"/>
                  </a:lnTo>
                  <a:lnTo>
                    <a:pt x="504336" y="60483"/>
                  </a:lnTo>
                  <a:lnTo>
                    <a:pt x="474669" y="60484"/>
                  </a:lnTo>
                  <a:lnTo>
                    <a:pt x="445002" y="60484"/>
                  </a:lnTo>
                  <a:lnTo>
                    <a:pt x="415335" y="60485"/>
                  </a:lnTo>
                  <a:lnTo>
                    <a:pt x="385668" y="60486"/>
                  </a:lnTo>
                  <a:lnTo>
                    <a:pt x="356001" y="60486"/>
                  </a:lnTo>
                  <a:lnTo>
                    <a:pt x="326335" y="60487"/>
                  </a:lnTo>
                  <a:lnTo>
                    <a:pt x="296668" y="60488"/>
                  </a:lnTo>
                  <a:lnTo>
                    <a:pt x="267001" y="60490"/>
                  </a:lnTo>
                  <a:lnTo>
                    <a:pt x="237334" y="60491"/>
                  </a:lnTo>
                  <a:lnTo>
                    <a:pt x="207667" y="60493"/>
                  </a:lnTo>
                  <a:lnTo>
                    <a:pt x="178000" y="60494"/>
                  </a:lnTo>
                  <a:lnTo>
                    <a:pt x="148334" y="60496"/>
                  </a:lnTo>
                  <a:lnTo>
                    <a:pt x="118667" y="60498"/>
                  </a:lnTo>
                  <a:lnTo>
                    <a:pt x="89000" y="60500"/>
                  </a:lnTo>
                  <a:lnTo>
                    <a:pt x="59333" y="60502"/>
                  </a:lnTo>
                  <a:lnTo>
                    <a:pt x="29666" y="60505"/>
                  </a:lnTo>
                  <a:lnTo>
                    <a:pt x="0" y="6050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3489347" y="6955557"/>
              <a:ext cx="2343679" cy="250"/>
            </a:xfrm>
            <a:custGeom>
              <a:avLst/>
              <a:pathLst>
                <a:path w="2343679" h="250">
                  <a:moveTo>
                    <a:pt x="0" y="245"/>
                  </a:moveTo>
                  <a:lnTo>
                    <a:pt x="29666" y="247"/>
                  </a:lnTo>
                  <a:lnTo>
                    <a:pt x="59333" y="248"/>
                  </a:lnTo>
                  <a:lnTo>
                    <a:pt x="89000" y="248"/>
                  </a:lnTo>
                  <a:lnTo>
                    <a:pt x="118667" y="249"/>
                  </a:lnTo>
                  <a:lnTo>
                    <a:pt x="148334" y="250"/>
                  </a:lnTo>
                  <a:lnTo>
                    <a:pt x="178000" y="250"/>
                  </a:lnTo>
                  <a:lnTo>
                    <a:pt x="207667" y="250"/>
                  </a:lnTo>
                  <a:lnTo>
                    <a:pt x="237334" y="250"/>
                  </a:lnTo>
                  <a:lnTo>
                    <a:pt x="267001" y="250"/>
                  </a:lnTo>
                  <a:lnTo>
                    <a:pt x="296668" y="250"/>
                  </a:lnTo>
                  <a:lnTo>
                    <a:pt x="326335" y="250"/>
                  </a:lnTo>
                  <a:lnTo>
                    <a:pt x="356001" y="250"/>
                  </a:lnTo>
                  <a:lnTo>
                    <a:pt x="385668" y="249"/>
                  </a:lnTo>
                  <a:lnTo>
                    <a:pt x="415335" y="248"/>
                  </a:lnTo>
                  <a:lnTo>
                    <a:pt x="445002" y="248"/>
                  </a:lnTo>
                  <a:lnTo>
                    <a:pt x="474669" y="247"/>
                  </a:lnTo>
                  <a:lnTo>
                    <a:pt x="504336" y="246"/>
                  </a:lnTo>
                  <a:lnTo>
                    <a:pt x="534002" y="245"/>
                  </a:lnTo>
                  <a:lnTo>
                    <a:pt x="563669" y="244"/>
                  </a:lnTo>
                  <a:lnTo>
                    <a:pt x="593336" y="242"/>
                  </a:lnTo>
                  <a:lnTo>
                    <a:pt x="623003" y="241"/>
                  </a:lnTo>
                  <a:lnTo>
                    <a:pt x="652670" y="239"/>
                  </a:lnTo>
                  <a:lnTo>
                    <a:pt x="682336" y="238"/>
                  </a:lnTo>
                  <a:lnTo>
                    <a:pt x="712003" y="236"/>
                  </a:lnTo>
                  <a:lnTo>
                    <a:pt x="741670" y="234"/>
                  </a:lnTo>
                  <a:lnTo>
                    <a:pt x="771337" y="233"/>
                  </a:lnTo>
                  <a:lnTo>
                    <a:pt x="801004" y="231"/>
                  </a:lnTo>
                  <a:lnTo>
                    <a:pt x="830671" y="229"/>
                  </a:lnTo>
                  <a:lnTo>
                    <a:pt x="860337" y="226"/>
                  </a:lnTo>
                  <a:lnTo>
                    <a:pt x="890004" y="224"/>
                  </a:lnTo>
                  <a:lnTo>
                    <a:pt x="919671" y="222"/>
                  </a:lnTo>
                  <a:lnTo>
                    <a:pt x="949338" y="220"/>
                  </a:lnTo>
                  <a:lnTo>
                    <a:pt x="979005" y="217"/>
                  </a:lnTo>
                  <a:lnTo>
                    <a:pt x="1008672" y="214"/>
                  </a:lnTo>
                  <a:lnTo>
                    <a:pt x="1038338" y="212"/>
                  </a:lnTo>
                  <a:lnTo>
                    <a:pt x="1068005" y="209"/>
                  </a:lnTo>
                  <a:lnTo>
                    <a:pt x="1097672" y="206"/>
                  </a:lnTo>
                  <a:lnTo>
                    <a:pt x="1127339" y="203"/>
                  </a:lnTo>
                  <a:lnTo>
                    <a:pt x="1157006" y="201"/>
                  </a:lnTo>
                  <a:lnTo>
                    <a:pt x="1186673" y="197"/>
                  </a:lnTo>
                  <a:lnTo>
                    <a:pt x="1216339" y="194"/>
                  </a:lnTo>
                  <a:lnTo>
                    <a:pt x="1246006" y="191"/>
                  </a:lnTo>
                  <a:lnTo>
                    <a:pt x="1275673" y="188"/>
                  </a:lnTo>
                  <a:lnTo>
                    <a:pt x="1305340" y="185"/>
                  </a:lnTo>
                  <a:lnTo>
                    <a:pt x="1335007" y="181"/>
                  </a:lnTo>
                  <a:lnTo>
                    <a:pt x="1364673" y="178"/>
                  </a:lnTo>
                  <a:lnTo>
                    <a:pt x="1394340" y="174"/>
                  </a:lnTo>
                  <a:lnTo>
                    <a:pt x="1424007" y="170"/>
                  </a:lnTo>
                  <a:lnTo>
                    <a:pt x="1453674" y="167"/>
                  </a:lnTo>
                  <a:lnTo>
                    <a:pt x="1483341" y="163"/>
                  </a:lnTo>
                  <a:lnTo>
                    <a:pt x="1513008" y="159"/>
                  </a:lnTo>
                  <a:lnTo>
                    <a:pt x="1542674" y="155"/>
                  </a:lnTo>
                  <a:lnTo>
                    <a:pt x="1572341" y="150"/>
                  </a:lnTo>
                  <a:lnTo>
                    <a:pt x="1602008" y="146"/>
                  </a:lnTo>
                  <a:lnTo>
                    <a:pt x="1631675" y="142"/>
                  </a:lnTo>
                  <a:lnTo>
                    <a:pt x="1661342" y="137"/>
                  </a:lnTo>
                  <a:lnTo>
                    <a:pt x="1691009" y="133"/>
                  </a:lnTo>
                  <a:lnTo>
                    <a:pt x="1720675" y="128"/>
                  </a:lnTo>
                  <a:lnTo>
                    <a:pt x="1750342" y="123"/>
                  </a:lnTo>
                  <a:lnTo>
                    <a:pt x="1780009" y="118"/>
                  </a:lnTo>
                  <a:lnTo>
                    <a:pt x="1809676" y="113"/>
                  </a:lnTo>
                  <a:lnTo>
                    <a:pt x="1839343" y="108"/>
                  </a:lnTo>
                  <a:lnTo>
                    <a:pt x="1869010" y="103"/>
                  </a:lnTo>
                  <a:lnTo>
                    <a:pt x="1898676" y="97"/>
                  </a:lnTo>
                  <a:lnTo>
                    <a:pt x="1928343" y="92"/>
                  </a:lnTo>
                  <a:lnTo>
                    <a:pt x="1958010" y="86"/>
                  </a:lnTo>
                  <a:lnTo>
                    <a:pt x="1987677" y="80"/>
                  </a:lnTo>
                  <a:lnTo>
                    <a:pt x="2017344" y="74"/>
                  </a:lnTo>
                  <a:lnTo>
                    <a:pt x="2047010" y="68"/>
                  </a:lnTo>
                  <a:lnTo>
                    <a:pt x="2076677" y="62"/>
                  </a:lnTo>
                  <a:lnTo>
                    <a:pt x="2106344" y="55"/>
                  </a:lnTo>
                  <a:lnTo>
                    <a:pt x="2136011" y="49"/>
                  </a:lnTo>
                  <a:lnTo>
                    <a:pt x="2165678" y="42"/>
                  </a:lnTo>
                  <a:lnTo>
                    <a:pt x="2195345" y="36"/>
                  </a:lnTo>
                  <a:lnTo>
                    <a:pt x="2225011" y="29"/>
                  </a:lnTo>
                  <a:lnTo>
                    <a:pt x="2254678" y="22"/>
                  </a:lnTo>
                  <a:lnTo>
                    <a:pt x="2284345" y="14"/>
                  </a:lnTo>
                  <a:lnTo>
                    <a:pt x="2314012" y="7"/>
                  </a:lnTo>
                  <a:lnTo>
                    <a:pt x="234367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3489347" y="7016040"/>
              <a:ext cx="2343679" cy="198"/>
            </a:xfrm>
            <a:custGeom>
              <a:avLst/>
              <a:pathLst>
                <a:path w="2343679" h="198">
                  <a:moveTo>
                    <a:pt x="2343679" y="198"/>
                  </a:moveTo>
                  <a:lnTo>
                    <a:pt x="2314012" y="191"/>
                  </a:lnTo>
                  <a:lnTo>
                    <a:pt x="2284345" y="184"/>
                  </a:lnTo>
                  <a:lnTo>
                    <a:pt x="2254678" y="177"/>
                  </a:lnTo>
                  <a:lnTo>
                    <a:pt x="2225011" y="171"/>
                  </a:lnTo>
                  <a:lnTo>
                    <a:pt x="2195345" y="164"/>
                  </a:lnTo>
                  <a:lnTo>
                    <a:pt x="2165678" y="158"/>
                  </a:lnTo>
                  <a:lnTo>
                    <a:pt x="2136011" y="152"/>
                  </a:lnTo>
                  <a:lnTo>
                    <a:pt x="2106344" y="146"/>
                  </a:lnTo>
                  <a:lnTo>
                    <a:pt x="2076677" y="140"/>
                  </a:lnTo>
                  <a:lnTo>
                    <a:pt x="2047010" y="134"/>
                  </a:lnTo>
                  <a:lnTo>
                    <a:pt x="2017344" y="129"/>
                  </a:lnTo>
                  <a:lnTo>
                    <a:pt x="1987677" y="123"/>
                  </a:lnTo>
                  <a:lnTo>
                    <a:pt x="1958010" y="118"/>
                  </a:lnTo>
                  <a:lnTo>
                    <a:pt x="1928343" y="113"/>
                  </a:lnTo>
                  <a:lnTo>
                    <a:pt x="1898676" y="108"/>
                  </a:lnTo>
                  <a:lnTo>
                    <a:pt x="1869010" y="103"/>
                  </a:lnTo>
                  <a:lnTo>
                    <a:pt x="1839343" y="98"/>
                  </a:lnTo>
                  <a:lnTo>
                    <a:pt x="1809676" y="93"/>
                  </a:lnTo>
                  <a:lnTo>
                    <a:pt x="1780009" y="89"/>
                  </a:lnTo>
                  <a:lnTo>
                    <a:pt x="1750342" y="85"/>
                  </a:lnTo>
                  <a:lnTo>
                    <a:pt x="1720675" y="80"/>
                  </a:lnTo>
                  <a:lnTo>
                    <a:pt x="1691009" y="76"/>
                  </a:lnTo>
                  <a:lnTo>
                    <a:pt x="1661342" y="72"/>
                  </a:lnTo>
                  <a:lnTo>
                    <a:pt x="1631675" y="68"/>
                  </a:lnTo>
                  <a:lnTo>
                    <a:pt x="1602008" y="64"/>
                  </a:lnTo>
                  <a:lnTo>
                    <a:pt x="1572341" y="61"/>
                  </a:lnTo>
                  <a:lnTo>
                    <a:pt x="1542674" y="57"/>
                  </a:lnTo>
                  <a:lnTo>
                    <a:pt x="1513008" y="54"/>
                  </a:lnTo>
                  <a:lnTo>
                    <a:pt x="1483341" y="51"/>
                  </a:lnTo>
                  <a:lnTo>
                    <a:pt x="1453674" y="47"/>
                  </a:lnTo>
                  <a:lnTo>
                    <a:pt x="1424007" y="44"/>
                  </a:lnTo>
                  <a:lnTo>
                    <a:pt x="1394340" y="41"/>
                  </a:lnTo>
                  <a:lnTo>
                    <a:pt x="1364673" y="38"/>
                  </a:lnTo>
                  <a:lnTo>
                    <a:pt x="1335007" y="36"/>
                  </a:lnTo>
                  <a:lnTo>
                    <a:pt x="1305340" y="33"/>
                  </a:lnTo>
                  <a:lnTo>
                    <a:pt x="1275673" y="30"/>
                  </a:lnTo>
                  <a:lnTo>
                    <a:pt x="1246006" y="28"/>
                  </a:lnTo>
                  <a:lnTo>
                    <a:pt x="1216339" y="26"/>
                  </a:lnTo>
                  <a:lnTo>
                    <a:pt x="1186673" y="23"/>
                  </a:lnTo>
                  <a:lnTo>
                    <a:pt x="1157006" y="21"/>
                  </a:lnTo>
                  <a:lnTo>
                    <a:pt x="1127339" y="19"/>
                  </a:lnTo>
                  <a:lnTo>
                    <a:pt x="1097672" y="17"/>
                  </a:lnTo>
                  <a:lnTo>
                    <a:pt x="1068005" y="15"/>
                  </a:lnTo>
                  <a:lnTo>
                    <a:pt x="1038338" y="13"/>
                  </a:lnTo>
                  <a:lnTo>
                    <a:pt x="1008672" y="12"/>
                  </a:lnTo>
                  <a:lnTo>
                    <a:pt x="979005" y="10"/>
                  </a:lnTo>
                  <a:lnTo>
                    <a:pt x="949338" y="9"/>
                  </a:lnTo>
                  <a:lnTo>
                    <a:pt x="919671" y="7"/>
                  </a:lnTo>
                  <a:lnTo>
                    <a:pt x="890004" y="6"/>
                  </a:lnTo>
                  <a:lnTo>
                    <a:pt x="860337" y="5"/>
                  </a:lnTo>
                  <a:lnTo>
                    <a:pt x="830671" y="4"/>
                  </a:lnTo>
                  <a:lnTo>
                    <a:pt x="801004" y="3"/>
                  </a:lnTo>
                  <a:lnTo>
                    <a:pt x="771337" y="2"/>
                  </a:lnTo>
                  <a:lnTo>
                    <a:pt x="741670" y="1"/>
                  </a:lnTo>
                  <a:lnTo>
                    <a:pt x="712003" y="1"/>
                  </a:lnTo>
                  <a:lnTo>
                    <a:pt x="682336" y="0"/>
                  </a:lnTo>
                  <a:lnTo>
                    <a:pt x="652670" y="0"/>
                  </a:lnTo>
                  <a:lnTo>
                    <a:pt x="623003" y="0"/>
                  </a:lnTo>
                  <a:lnTo>
                    <a:pt x="593336" y="0"/>
                  </a:lnTo>
                  <a:lnTo>
                    <a:pt x="563669" y="0"/>
                  </a:lnTo>
                  <a:lnTo>
                    <a:pt x="534002" y="0"/>
                  </a:lnTo>
                  <a:lnTo>
                    <a:pt x="504336" y="0"/>
                  </a:lnTo>
                  <a:lnTo>
                    <a:pt x="474669" y="0"/>
                  </a:lnTo>
                  <a:lnTo>
                    <a:pt x="445002" y="1"/>
                  </a:lnTo>
                  <a:lnTo>
                    <a:pt x="415335" y="1"/>
                  </a:lnTo>
                  <a:lnTo>
                    <a:pt x="385668" y="2"/>
                  </a:lnTo>
                  <a:lnTo>
                    <a:pt x="356001" y="3"/>
                  </a:lnTo>
                  <a:lnTo>
                    <a:pt x="326335" y="4"/>
                  </a:lnTo>
                  <a:lnTo>
                    <a:pt x="296668" y="5"/>
                  </a:lnTo>
                  <a:lnTo>
                    <a:pt x="267001" y="6"/>
                  </a:lnTo>
                  <a:lnTo>
                    <a:pt x="237334" y="7"/>
                  </a:lnTo>
                  <a:lnTo>
                    <a:pt x="207667" y="9"/>
                  </a:lnTo>
                  <a:lnTo>
                    <a:pt x="178000" y="11"/>
                  </a:lnTo>
                  <a:lnTo>
                    <a:pt x="148334" y="12"/>
                  </a:lnTo>
                  <a:lnTo>
                    <a:pt x="118667" y="14"/>
                  </a:lnTo>
                  <a:lnTo>
                    <a:pt x="89000" y="16"/>
                  </a:lnTo>
                  <a:lnTo>
                    <a:pt x="59333" y="19"/>
                  </a:lnTo>
                  <a:lnTo>
                    <a:pt x="29666" y="21"/>
                  </a:lnTo>
                  <a:lnTo>
                    <a:pt x="0" y="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3489347" y="6985898"/>
              <a:ext cx="2343679" cy="35"/>
            </a:xfrm>
            <a:custGeom>
              <a:avLst/>
              <a:pathLst>
                <a:path w="2343679" h="35">
                  <a:moveTo>
                    <a:pt x="0" y="35"/>
                  </a:moveTo>
                  <a:lnTo>
                    <a:pt x="29666" y="35"/>
                  </a:lnTo>
                  <a:lnTo>
                    <a:pt x="59333" y="34"/>
                  </a:lnTo>
                  <a:lnTo>
                    <a:pt x="89000" y="33"/>
                  </a:lnTo>
                  <a:lnTo>
                    <a:pt x="118667" y="32"/>
                  </a:lnTo>
                  <a:lnTo>
                    <a:pt x="148334" y="32"/>
                  </a:lnTo>
                  <a:lnTo>
                    <a:pt x="178000" y="31"/>
                  </a:lnTo>
                  <a:lnTo>
                    <a:pt x="207667" y="30"/>
                  </a:lnTo>
                  <a:lnTo>
                    <a:pt x="237334" y="30"/>
                  </a:lnTo>
                  <a:lnTo>
                    <a:pt x="267001" y="29"/>
                  </a:lnTo>
                  <a:lnTo>
                    <a:pt x="296668" y="28"/>
                  </a:lnTo>
                  <a:lnTo>
                    <a:pt x="326335" y="28"/>
                  </a:lnTo>
                  <a:lnTo>
                    <a:pt x="356001" y="27"/>
                  </a:lnTo>
                  <a:lnTo>
                    <a:pt x="385668" y="26"/>
                  </a:lnTo>
                  <a:lnTo>
                    <a:pt x="415335" y="26"/>
                  </a:lnTo>
                  <a:lnTo>
                    <a:pt x="445002" y="25"/>
                  </a:lnTo>
                  <a:lnTo>
                    <a:pt x="474669" y="24"/>
                  </a:lnTo>
                  <a:lnTo>
                    <a:pt x="504336" y="24"/>
                  </a:lnTo>
                  <a:lnTo>
                    <a:pt x="534002" y="23"/>
                  </a:lnTo>
                  <a:lnTo>
                    <a:pt x="563669" y="22"/>
                  </a:lnTo>
                  <a:lnTo>
                    <a:pt x="593336" y="22"/>
                  </a:lnTo>
                  <a:lnTo>
                    <a:pt x="623003" y="21"/>
                  </a:lnTo>
                  <a:lnTo>
                    <a:pt x="652670" y="20"/>
                  </a:lnTo>
                  <a:lnTo>
                    <a:pt x="682336" y="20"/>
                  </a:lnTo>
                  <a:lnTo>
                    <a:pt x="712003" y="19"/>
                  </a:lnTo>
                  <a:lnTo>
                    <a:pt x="741670" y="19"/>
                  </a:lnTo>
                  <a:lnTo>
                    <a:pt x="771337" y="18"/>
                  </a:lnTo>
                  <a:lnTo>
                    <a:pt x="801004" y="17"/>
                  </a:lnTo>
                  <a:lnTo>
                    <a:pt x="830671" y="17"/>
                  </a:lnTo>
                  <a:lnTo>
                    <a:pt x="860337" y="16"/>
                  </a:lnTo>
                  <a:lnTo>
                    <a:pt x="890004" y="16"/>
                  </a:lnTo>
                  <a:lnTo>
                    <a:pt x="919671" y="15"/>
                  </a:lnTo>
                  <a:lnTo>
                    <a:pt x="949338" y="15"/>
                  </a:lnTo>
                  <a:lnTo>
                    <a:pt x="979005" y="14"/>
                  </a:lnTo>
                  <a:lnTo>
                    <a:pt x="1008672" y="14"/>
                  </a:lnTo>
                  <a:lnTo>
                    <a:pt x="1038338" y="13"/>
                  </a:lnTo>
                  <a:lnTo>
                    <a:pt x="1068005" y="13"/>
                  </a:lnTo>
                  <a:lnTo>
                    <a:pt x="1097672" y="12"/>
                  </a:lnTo>
                  <a:lnTo>
                    <a:pt x="1127339" y="12"/>
                  </a:lnTo>
                  <a:lnTo>
                    <a:pt x="1157006" y="12"/>
                  </a:lnTo>
                  <a:lnTo>
                    <a:pt x="1186673" y="11"/>
                  </a:lnTo>
                  <a:lnTo>
                    <a:pt x="1216339" y="11"/>
                  </a:lnTo>
                  <a:lnTo>
                    <a:pt x="1246006" y="10"/>
                  </a:lnTo>
                  <a:lnTo>
                    <a:pt x="1275673" y="10"/>
                  </a:lnTo>
                  <a:lnTo>
                    <a:pt x="1305340" y="9"/>
                  </a:lnTo>
                  <a:lnTo>
                    <a:pt x="1335007" y="9"/>
                  </a:lnTo>
                  <a:lnTo>
                    <a:pt x="1364673" y="9"/>
                  </a:lnTo>
                  <a:lnTo>
                    <a:pt x="1394340" y="8"/>
                  </a:lnTo>
                  <a:lnTo>
                    <a:pt x="1424007" y="8"/>
                  </a:lnTo>
                  <a:lnTo>
                    <a:pt x="1453674" y="8"/>
                  </a:lnTo>
                  <a:lnTo>
                    <a:pt x="1483341" y="7"/>
                  </a:lnTo>
                  <a:lnTo>
                    <a:pt x="1513008" y="7"/>
                  </a:lnTo>
                  <a:lnTo>
                    <a:pt x="1542674" y="7"/>
                  </a:lnTo>
                  <a:lnTo>
                    <a:pt x="1572341" y="6"/>
                  </a:lnTo>
                  <a:lnTo>
                    <a:pt x="1602008" y="6"/>
                  </a:lnTo>
                  <a:lnTo>
                    <a:pt x="1631675" y="6"/>
                  </a:lnTo>
                  <a:lnTo>
                    <a:pt x="1661342" y="5"/>
                  </a:lnTo>
                  <a:lnTo>
                    <a:pt x="1691009" y="5"/>
                  </a:lnTo>
                  <a:lnTo>
                    <a:pt x="1720675" y="5"/>
                  </a:lnTo>
                  <a:lnTo>
                    <a:pt x="1750342" y="5"/>
                  </a:lnTo>
                  <a:lnTo>
                    <a:pt x="1780009" y="4"/>
                  </a:lnTo>
                  <a:lnTo>
                    <a:pt x="1809676" y="4"/>
                  </a:lnTo>
                  <a:lnTo>
                    <a:pt x="1839343" y="4"/>
                  </a:lnTo>
                  <a:lnTo>
                    <a:pt x="1869010" y="3"/>
                  </a:lnTo>
                  <a:lnTo>
                    <a:pt x="1898676" y="3"/>
                  </a:lnTo>
                  <a:lnTo>
                    <a:pt x="1928343" y="3"/>
                  </a:lnTo>
                  <a:lnTo>
                    <a:pt x="1958010" y="3"/>
                  </a:lnTo>
                  <a:lnTo>
                    <a:pt x="1987677" y="2"/>
                  </a:lnTo>
                  <a:lnTo>
                    <a:pt x="2017344" y="2"/>
                  </a:lnTo>
                  <a:lnTo>
                    <a:pt x="2047010" y="2"/>
                  </a:lnTo>
                  <a:lnTo>
                    <a:pt x="2076677" y="2"/>
                  </a:lnTo>
                  <a:lnTo>
                    <a:pt x="2106344" y="1"/>
                  </a:lnTo>
                  <a:lnTo>
                    <a:pt x="2136011" y="1"/>
                  </a:lnTo>
                  <a:lnTo>
                    <a:pt x="2165678" y="1"/>
                  </a:lnTo>
                  <a:lnTo>
                    <a:pt x="2195345" y="1"/>
                  </a:lnTo>
                  <a:lnTo>
                    <a:pt x="2225011" y="0"/>
                  </a:lnTo>
                  <a:lnTo>
                    <a:pt x="2254678" y="0"/>
                  </a:lnTo>
                  <a:lnTo>
                    <a:pt x="2284345" y="0"/>
                  </a:lnTo>
                  <a:lnTo>
                    <a:pt x="2314012" y="0"/>
                  </a:lnTo>
                  <a:lnTo>
                    <a:pt x="2343679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rc2087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tx2088"/>
            <p:cNvSpPr/>
            <p:nvPr/>
          </p:nvSpPr>
          <p:spPr>
            <a:xfrm>
              <a:off x="3210161" y="805924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089" name="tx2089"/>
            <p:cNvSpPr/>
            <p:nvPr/>
          </p:nvSpPr>
          <p:spPr>
            <a:xfrm>
              <a:off x="3210161" y="753544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090" name="tx2090"/>
            <p:cNvSpPr/>
            <p:nvPr/>
          </p:nvSpPr>
          <p:spPr>
            <a:xfrm>
              <a:off x="3247378" y="701028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91" name="tx2091"/>
            <p:cNvSpPr/>
            <p:nvPr/>
          </p:nvSpPr>
          <p:spPr>
            <a:xfrm>
              <a:off x="3247378" y="648785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092" name="tx2092"/>
            <p:cNvSpPr/>
            <p:nvPr/>
          </p:nvSpPr>
          <p:spPr>
            <a:xfrm>
              <a:off x="3247378" y="596405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93" name="tx2093"/>
            <p:cNvSpPr/>
            <p:nvPr/>
          </p:nvSpPr>
          <p:spPr>
            <a:xfrm>
              <a:off x="3247378" y="5438837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094" name="pl2094"/>
            <p:cNvSpPr/>
            <p:nvPr/>
          </p:nvSpPr>
          <p:spPr>
            <a:xfrm>
              <a:off x="3337369" y="80995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3337369" y="75757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3337369" y="70519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3337369" y="65281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3337369" y="60043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3337369" y="54805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372874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450662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528450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tx2103"/>
            <p:cNvSpPr/>
            <p:nvPr/>
          </p:nvSpPr>
          <p:spPr>
            <a:xfrm>
              <a:off x="3697662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4" name="tx2104"/>
            <p:cNvSpPr/>
            <p:nvPr/>
          </p:nvSpPr>
          <p:spPr>
            <a:xfrm>
              <a:off x="4475543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05" name="tx2105"/>
            <p:cNvSpPr/>
            <p:nvPr/>
          </p:nvSpPr>
          <p:spPr>
            <a:xfrm>
              <a:off x="522234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06" name="tx2106"/>
            <p:cNvSpPr/>
            <p:nvPr/>
          </p:nvSpPr>
          <p:spPr>
            <a:xfrm>
              <a:off x="3469371" y="8777412"/>
              <a:ext cx="238363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Plasma pTau181 - Jucker (Z)</a:t>
              </a:r>
            </a:p>
          </p:txBody>
        </p:sp>
        <p:sp>
          <p:nvSpPr>
            <p:cNvPr id="2107" name="tx2107"/>
            <p:cNvSpPr/>
            <p:nvPr/>
          </p:nvSpPr>
          <p:spPr>
            <a:xfrm rot="-5400000">
              <a:off x="1849198" y="6942179"/>
              <a:ext cx="245327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Plasma pTau181 - Jucker (Z/year)</a:t>
              </a:r>
            </a:p>
          </p:txBody>
        </p:sp>
        <p:sp>
          <p:nvSpPr>
            <p:cNvPr id="2108" name="rc2108"/>
            <p:cNvSpPr/>
            <p:nvPr/>
          </p:nvSpPr>
          <p:spPr>
            <a:xfrm>
              <a:off x="6019800" y="5715794"/>
              <a:ext cx="3048000" cy="2924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7231" y="2104360"/>
                  </a:lnTo>
                  <a:lnTo>
                    <a:pt x="7231" y="2068078"/>
                  </a:lnTo>
                  <a:lnTo>
                    <a:pt x="7231" y="2031796"/>
                  </a:lnTo>
                  <a:lnTo>
                    <a:pt x="14462" y="2031796"/>
                  </a:lnTo>
                  <a:lnTo>
                    <a:pt x="21694" y="2031796"/>
                  </a:lnTo>
                  <a:lnTo>
                    <a:pt x="21694" y="1995514"/>
                  </a:lnTo>
                  <a:lnTo>
                    <a:pt x="28925" y="1995514"/>
                  </a:lnTo>
                  <a:lnTo>
                    <a:pt x="28925" y="1959232"/>
                  </a:lnTo>
                  <a:lnTo>
                    <a:pt x="28925" y="1922949"/>
                  </a:lnTo>
                  <a:lnTo>
                    <a:pt x="36157" y="1922949"/>
                  </a:lnTo>
                  <a:lnTo>
                    <a:pt x="36157" y="1886667"/>
                  </a:lnTo>
                  <a:lnTo>
                    <a:pt x="43388" y="1886667"/>
                  </a:lnTo>
                  <a:lnTo>
                    <a:pt x="43388" y="1850385"/>
                  </a:lnTo>
                  <a:lnTo>
                    <a:pt x="43388" y="1814103"/>
                  </a:lnTo>
                  <a:lnTo>
                    <a:pt x="50620" y="1814103"/>
                  </a:lnTo>
                  <a:lnTo>
                    <a:pt x="50620" y="1777821"/>
                  </a:lnTo>
                  <a:lnTo>
                    <a:pt x="50620" y="1741539"/>
                  </a:lnTo>
                  <a:lnTo>
                    <a:pt x="50620" y="1705257"/>
                  </a:lnTo>
                  <a:lnTo>
                    <a:pt x="57851" y="1705257"/>
                  </a:lnTo>
                  <a:lnTo>
                    <a:pt x="57851" y="1668975"/>
                  </a:lnTo>
                  <a:lnTo>
                    <a:pt x="57851" y="1632693"/>
                  </a:lnTo>
                  <a:lnTo>
                    <a:pt x="65083" y="1632693"/>
                  </a:lnTo>
                  <a:lnTo>
                    <a:pt x="72314" y="1632693"/>
                  </a:lnTo>
                  <a:lnTo>
                    <a:pt x="72314" y="1596411"/>
                  </a:lnTo>
                  <a:lnTo>
                    <a:pt x="79546" y="1596411"/>
                  </a:lnTo>
                  <a:lnTo>
                    <a:pt x="79546" y="1560129"/>
                  </a:lnTo>
                  <a:lnTo>
                    <a:pt x="86777" y="1560129"/>
                  </a:lnTo>
                  <a:lnTo>
                    <a:pt x="86777" y="1523847"/>
                  </a:lnTo>
                  <a:lnTo>
                    <a:pt x="94009" y="1523847"/>
                  </a:lnTo>
                  <a:lnTo>
                    <a:pt x="94009" y="1487565"/>
                  </a:lnTo>
                  <a:lnTo>
                    <a:pt x="101240" y="1487565"/>
                  </a:lnTo>
                  <a:lnTo>
                    <a:pt x="101240" y="1451283"/>
                  </a:lnTo>
                  <a:lnTo>
                    <a:pt x="108472" y="1451283"/>
                  </a:lnTo>
                  <a:lnTo>
                    <a:pt x="115703" y="1451283"/>
                  </a:lnTo>
                  <a:lnTo>
                    <a:pt x="122935" y="1451283"/>
                  </a:lnTo>
                  <a:lnTo>
                    <a:pt x="130166" y="1451283"/>
                  </a:lnTo>
                  <a:lnTo>
                    <a:pt x="130166" y="1415000"/>
                  </a:lnTo>
                  <a:lnTo>
                    <a:pt x="137398" y="1415000"/>
                  </a:lnTo>
                  <a:lnTo>
                    <a:pt x="144629" y="1415000"/>
                  </a:lnTo>
                  <a:lnTo>
                    <a:pt x="151861" y="1415000"/>
                  </a:lnTo>
                  <a:lnTo>
                    <a:pt x="151861" y="1378718"/>
                  </a:lnTo>
                  <a:lnTo>
                    <a:pt x="159092" y="1378718"/>
                  </a:lnTo>
                  <a:lnTo>
                    <a:pt x="166324" y="1378718"/>
                  </a:lnTo>
                  <a:lnTo>
                    <a:pt x="166324" y="1342436"/>
                  </a:lnTo>
                  <a:lnTo>
                    <a:pt x="166324" y="1306154"/>
                  </a:lnTo>
                  <a:lnTo>
                    <a:pt x="173555" y="1306154"/>
                  </a:lnTo>
                  <a:lnTo>
                    <a:pt x="173555" y="1269872"/>
                  </a:lnTo>
                  <a:lnTo>
                    <a:pt x="180786" y="1269872"/>
                  </a:lnTo>
                  <a:lnTo>
                    <a:pt x="180786" y="1233590"/>
                  </a:lnTo>
                  <a:lnTo>
                    <a:pt x="188018" y="1233590"/>
                  </a:lnTo>
                  <a:lnTo>
                    <a:pt x="188018" y="1197308"/>
                  </a:lnTo>
                  <a:lnTo>
                    <a:pt x="195249" y="1197308"/>
                  </a:lnTo>
                  <a:lnTo>
                    <a:pt x="195249" y="1161026"/>
                  </a:lnTo>
                  <a:lnTo>
                    <a:pt x="202481" y="1161026"/>
                  </a:lnTo>
                  <a:lnTo>
                    <a:pt x="209712" y="1161026"/>
                  </a:lnTo>
                  <a:lnTo>
                    <a:pt x="216944" y="1161026"/>
                  </a:lnTo>
                  <a:lnTo>
                    <a:pt x="224175" y="1161026"/>
                  </a:lnTo>
                  <a:lnTo>
                    <a:pt x="224175" y="1124744"/>
                  </a:lnTo>
                  <a:lnTo>
                    <a:pt x="224175" y="1088462"/>
                  </a:lnTo>
                  <a:lnTo>
                    <a:pt x="231407" y="1088462"/>
                  </a:lnTo>
                  <a:lnTo>
                    <a:pt x="238638" y="1088462"/>
                  </a:lnTo>
                  <a:lnTo>
                    <a:pt x="245870" y="1088462"/>
                  </a:lnTo>
                  <a:lnTo>
                    <a:pt x="253101" y="1088462"/>
                  </a:lnTo>
                  <a:lnTo>
                    <a:pt x="260333" y="1088462"/>
                  </a:lnTo>
                  <a:lnTo>
                    <a:pt x="260333" y="1052180"/>
                  </a:lnTo>
                  <a:lnTo>
                    <a:pt x="267564" y="1052180"/>
                  </a:lnTo>
                  <a:lnTo>
                    <a:pt x="274796" y="1052180"/>
                  </a:lnTo>
                  <a:lnTo>
                    <a:pt x="274796" y="1015898"/>
                  </a:lnTo>
                  <a:lnTo>
                    <a:pt x="274796" y="979616"/>
                  </a:lnTo>
                  <a:lnTo>
                    <a:pt x="282027" y="979616"/>
                  </a:lnTo>
                  <a:lnTo>
                    <a:pt x="289259" y="979616"/>
                  </a:lnTo>
                  <a:lnTo>
                    <a:pt x="296490" y="979616"/>
                  </a:lnTo>
                  <a:lnTo>
                    <a:pt x="296490" y="943333"/>
                  </a:lnTo>
                  <a:lnTo>
                    <a:pt x="296490" y="907051"/>
                  </a:lnTo>
                  <a:lnTo>
                    <a:pt x="303722" y="907051"/>
                  </a:lnTo>
                  <a:lnTo>
                    <a:pt x="310953" y="907051"/>
                  </a:lnTo>
                  <a:lnTo>
                    <a:pt x="318185" y="907051"/>
                  </a:lnTo>
                  <a:lnTo>
                    <a:pt x="318185" y="870769"/>
                  </a:lnTo>
                  <a:lnTo>
                    <a:pt x="318185" y="834487"/>
                  </a:lnTo>
                  <a:lnTo>
                    <a:pt x="325416" y="834487"/>
                  </a:lnTo>
                  <a:lnTo>
                    <a:pt x="332648" y="834487"/>
                  </a:lnTo>
                  <a:lnTo>
                    <a:pt x="332648" y="798205"/>
                  </a:lnTo>
                  <a:lnTo>
                    <a:pt x="339879" y="798205"/>
                  </a:lnTo>
                  <a:lnTo>
                    <a:pt x="347110" y="798205"/>
                  </a:lnTo>
                  <a:lnTo>
                    <a:pt x="347110" y="761923"/>
                  </a:lnTo>
                  <a:lnTo>
                    <a:pt x="354342" y="761923"/>
                  </a:lnTo>
                  <a:lnTo>
                    <a:pt x="354342" y="725641"/>
                  </a:lnTo>
                  <a:lnTo>
                    <a:pt x="361573" y="725641"/>
                  </a:lnTo>
                  <a:lnTo>
                    <a:pt x="361573" y="689359"/>
                  </a:lnTo>
                  <a:lnTo>
                    <a:pt x="368805" y="689359"/>
                  </a:lnTo>
                  <a:lnTo>
                    <a:pt x="376036" y="689359"/>
                  </a:lnTo>
                  <a:lnTo>
                    <a:pt x="383268" y="689359"/>
                  </a:lnTo>
                  <a:lnTo>
                    <a:pt x="390499" y="689359"/>
                  </a:lnTo>
                  <a:lnTo>
                    <a:pt x="397731" y="689359"/>
                  </a:lnTo>
                  <a:lnTo>
                    <a:pt x="404962" y="689359"/>
                  </a:lnTo>
                  <a:lnTo>
                    <a:pt x="412194" y="689359"/>
                  </a:lnTo>
                  <a:lnTo>
                    <a:pt x="412194" y="653077"/>
                  </a:lnTo>
                  <a:lnTo>
                    <a:pt x="419425" y="653077"/>
                  </a:lnTo>
                  <a:lnTo>
                    <a:pt x="426657" y="653077"/>
                  </a:lnTo>
                  <a:lnTo>
                    <a:pt x="433888" y="653077"/>
                  </a:lnTo>
                  <a:lnTo>
                    <a:pt x="441120" y="653077"/>
                  </a:lnTo>
                  <a:lnTo>
                    <a:pt x="441120" y="616795"/>
                  </a:lnTo>
                  <a:lnTo>
                    <a:pt x="448351" y="616795"/>
                  </a:lnTo>
                  <a:lnTo>
                    <a:pt x="455583" y="616795"/>
                  </a:lnTo>
                  <a:lnTo>
                    <a:pt x="462814" y="616795"/>
                  </a:lnTo>
                  <a:lnTo>
                    <a:pt x="470046" y="616795"/>
                  </a:lnTo>
                  <a:lnTo>
                    <a:pt x="477277" y="616795"/>
                  </a:lnTo>
                  <a:lnTo>
                    <a:pt x="484509" y="616795"/>
                  </a:lnTo>
                  <a:lnTo>
                    <a:pt x="491740" y="616795"/>
                  </a:lnTo>
                  <a:lnTo>
                    <a:pt x="498972" y="616795"/>
                  </a:lnTo>
                  <a:lnTo>
                    <a:pt x="506203" y="616795"/>
                  </a:lnTo>
                  <a:lnTo>
                    <a:pt x="506203" y="580513"/>
                  </a:lnTo>
                  <a:lnTo>
                    <a:pt x="513435" y="580513"/>
                  </a:lnTo>
                  <a:lnTo>
                    <a:pt x="520666" y="580513"/>
                  </a:lnTo>
                  <a:lnTo>
                    <a:pt x="527897" y="580513"/>
                  </a:lnTo>
                  <a:lnTo>
                    <a:pt x="535129" y="580513"/>
                  </a:lnTo>
                  <a:lnTo>
                    <a:pt x="542360" y="580513"/>
                  </a:lnTo>
                  <a:lnTo>
                    <a:pt x="549592" y="580513"/>
                  </a:lnTo>
                  <a:lnTo>
                    <a:pt x="556823" y="580513"/>
                  </a:lnTo>
                  <a:lnTo>
                    <a:pt x="564055" y="580513"/>
                  </a:lnTo>
                  <a:lnTo>
                    <a:pt x="571286" y="580513"/>
                  </a:lnTo>
                  <a:lnTo>
                    <a:pt x="571286" y="544231"/>
                  </a:lnTo>
                  <a:lnTo>
                    <a:pt x="578518" y="544231"/>
                  </a:lnTo>
                  <a:lnTo>
                    <a:pt x="585749" y="544231"/>
                  </a:lnTo>
                  <a:lnTo>
                    <a:pt x="592981" y="544231"/>
                  </a:lnTo>
                  <a:lnTo>
                    <a:pt x="600212" y="544231"/>
                  </a:lnTo>
                  <a:lnTo>
                    <a:pt x="607444" y="544231"/>
                  </a:lnTo>
                  <a:lnTo>
                    <a:pt x="614675" y="544231"/>
                  </a:lnTo>
                  <a:lnTo>
                    <a:pt x="621907" y="544231"/>
                  </a:lnTo>
                  <a:lnTo>
                    <a:pt x="629138" y="544231"/>
                  </a:lnTo>
                  <a:lnTo>
                    <a:pt x="636370" y="544231"/>
                  </a:lnTo>
                  <a:lnTo>
                    <a:pt x="643601" y="544231"/>
                  </a:lnTo>
                  <a:lnTo>
                    <a:pt x="650833" y="544231"/>
                  </a:lnTo>
                  <a:lnTo>
                    <a:pt x="658064" y="544231"/>
                  </a:lnTo>
                  <a:lnTo>
                    <a:pt x="665296" y="544231"/>
                  </a:lnTo>
                  <a:lnTo>
                    <a:pt x="672527" y="544231"/>
                  </a:lnTo>
                  <a:lnTo>
                    <a:pt x="679759" y="544231"/>
                  </a:lnTo>
                  <a:lnTo>
                    <a:pt x="686990" y="544231"/>
                  </a:lnTo>
                  <a:lnTo>
                    <a:pt x="694221" y="544231"/>
                  </a:lnTo>
                  <a:lnTo>
                    <a:pt x="701453" y="544231"/>
                  </a:lnTo>
                  <a:lnTo>
                    <a:pt x="708684" y="544231"/>
                  </a:lnTo>
                  <a:lnTo>
                    <a:pt x="715916" y="544231"/>
                  </a:lnTo>
                  <a:lnTo>
                    <a:pt x="723147" y="544231"/>
                  </a:lnTo>
                  <a:lnTo>
                    <a:pt x="730379" y="544231"/>
                  </a:lnTo>
                  <a:lnTo>
                    <a:pt x="737610" y="544231"/>
                  </a:lnTo>
                  <a:lnTo>
                    <a:pt x="744842" y="544231"/>
                  </a:lnTo>
                  <a:lnTo>
                    <a:pt x="744842" y="507949"/>
                  </a:lnTo>
                  <a:lnTo>
                    <a:pt x="752073" y="507949"/>
                  </a:lnTo>
                  <a:lnTo>
                    <a:pt x="752073" y="471666"/>
                  </a:lnTo>
                  <a:lnTo>
                    <a:pt x="752073" y="435384"/>
                  </a:lnTo>
                  <a:lnTo>
                    <a:pt x="759305" y="435384"/>
                  </a:lnTo>
                  <a:lnTo>
                    <a:pt x="759305" y="399102"/>
                  </a:lnTo>
                  <a:lnTo>
                    <a:pt x="766536" y="399102"/>
                  </a:lnTo>
                  <a:lnTo>
                    <a:pt x="773768" y="399102"/>
                  </a:lnTo>
                  <a:lnTo>
                    <a:pt x="780999" y="399102"/>
                  </a:lnTo>
                  <a:lnTo>
                    <a:pt x="788231" y="399102"/>
                  </a:lnTo>
                  <a:lnTo>
                    <a:pt x="795462" y="399102"/>
                  </a:lnTo>
                  <a:lnTo>
                    <a:pt x="802694" y="399102"/>
                  </a:lnTo>
                  <a:lnTo>
                    <a:pt x="809925" y="399102"/>
                  </a:lnTo>
                  <a:lnTo>
                    <a:pt x="817157" y="399102"/>
                  </a:lnTo>
                  <a:lnTo>
                    <a:pt x="824388" y="399102"/>
                  </a:lnTo>
                  <a:lnTo>
                    <a:pt x="831620" y="399102"/>
                  </a:lnTo>
                  <a:lnTo>
                    <a:pt x="831620" y="362820"/>
                  </a:lnTo>
                  <a:lnTo>
                    <a:pt x="838851" y="362820"/>
                  </a:lnTo>
                  <a:lnTo>
                    <a:pt x="846083" y="362820"/>
                  </a:lnTo>
                  <a:lnTo>
                    <a:pt x="853314" y="362820"/>
                  </a:lnTo>
                  <a:lnTo>
                    <a:pt x="860545" y="362820"/>
                  </a:lnTo>
                  <a:lnTo>
                    <a:pt x="867777" y="362820"/>
                  </a:lnTo>
                  <a:lnTo>
                    <a:pt x="875008" y="362820"/>
                  </a:lnTo>
                  <a:lnTo>
                    <a:pt x="882240" y="362820"/>
                  </a:lnTo>
                  <a:lnTo>
                    <a:pt x="889471" y="362820"/>
                  </a:lnTo>
                  <a:lnTo>
                    <a:pt x="896703" y="362820"/>
                  </a:lnTo>
                  <a:lnTo>
                    <a:pt x="896703" y="326538"/>
                  </a:lnTo>
                  <a:lnTo>
                    <a:pt x="903934" y="326538"/>
                  </a:lnTo>
                  <a:lnTo>
                    <a:pt x="903934" y="290256"/>
                  </a:lnTo>
                  <a:lnTo>
                    <a:pt x="911166" y="290256"/>
                  </a:lnTo>
                  <a:lnTo>
                    <a:pt x="918397" y="290256"/>
                  </a:lnTo>
                  <a:lnTo>
                    <a:pt x="925629" y="290256"/>
                  </a:lnTo>
                  <a:lnTo>
                    <a:pt x="932860" y="290256"/>
                  </a:lnTo>
                  <a:lnTo>
                    <a:pt x="940092" y="290256"/>
                  </a:lnTo>
                  <a:lnTo>
                    <a:pt x="947323" y="290256"/>
                  </a:lnTo>
                  <a:lnTo>
                    <a:pt x="954555" y="290256"/>
                  </a:lnTo>
                  <a:lnTo>
                    <a:pt x="961786" y="290256"/>
                  </a:lnTo>
                  <a:lnTo>
                    <a:pt x="969018" y="290256"/>
                  </a:lnTo>
                  <a:lnTo>
                    <a:pt x="976249" y="290256"/>
                  </a:lnTo>
                  <a:lnTo>
                    <a:pt x="983481" y="290256"/>
                  </a:lnTo>
                  <a:lnTo>
                    <a:pt x="990712" y="290256"/>
                  </a:lnTo>
                  <a:lnTo>
                    <a:pt x="997944" y="290256"/>
                  </a:lnTo>
                  <a:lnTo>
                    <a:pt x="1005175" y="290256"/>
                  </a:lnTo>
                  <a:lnTo>
                    <a:pt x="1012407" y="290256"/>
                  </a:lnTo>
                  <a:lnTo>
                    <a:pt x="1019638" y="290256"/>
                  </a:lnTo>
                  <a:lnTo>
                    <a:pt x="1026870" y="290256"/>
                  </a:lnTo>
                  <a:lnTo>
                    <a:pt x="1034101" y="290256"/>
                  </a:lnTo>
                  <a:lnTo>
                    <a:pt x="1041332" y="290256"/>
                  </a:lnTo>
                  <a:lnTo>
                    <a:pt x="1048564" y="290256"/>
                  </a:lnTo>
                  <a:lnTo>
                    <a:pt x="1055795" y="290256"/>
                  </a:lnTo>
                  <a:lnTo>
                    <a:pt x="1063027" y="290256"/>
                  </a:lnTo>
                  <a:lnTo>
                    <a:pt x="1070258" y="290256"/>
                  </a:lnTo>
                  <a:lnTo>
                    <a:pt x="1077490" y="290256"/>
                  </a:lnTo>
                  <a:lnTo>
                    <a:pt x="1084721" y="290256"/>
                  </a:lnTo>
                  <a:lnTo>
                    <a:pt x="1091953" y="290256"/>
                  </a:lnTo>
                  <a:lnTo>
                    <a:pt x="1099184" y="290256"/>
                  </a:lnTo>
                  <a:lnTo>
                    <a:pt x="1106416" y="290256"/>
                  </a:lnTo>
                  <a:lnTo>
                    <a:pt x="1113647" y="290256"/>
                  </a:lnTo>
                  <a:lnTo>
                    <a:pt x="1113647" y="253974"/>
                  </a:lnTo>
                  <a:lnTo>
                    <a:pt x="1120879" y="253974"/>
                  </a:lnTo>
                  <a:lnTo>
                    <a:pt x="1128110" y="253974"/>
                  </a:lnTo>
                  <a:lnTo>
                    <a:pt x="1128110" y="217692"/>
                  </a:lnTo>
                  <a:lnTo>
                    <a:pt x="1128110" y="181410"/>
                  </a:lnTo>
                  <a:lnTo>
                    <a:pt x="1135342" y="181410"/>
                  </a:lnTo>
                  <a:lnTo>
                    <a:pt x="1142573" y="181410"/>
                  </a:lnTo>
                  <a:lnTo>
                    <a:pt x="1149805" y="181410"/>
                  </a:lnTo>
                  <a:lnTo>
                    <a:pt x="1157036" y="181410"/>
                  </a:lnTo>
                  <a:lnTo>
                    <a:pt x="1164268" y="181410"/>
                  </a:lnTo>
                  <a:lnTo>
                    <a:pt x="1171499" y="181410"/>
                  </a:lnTo>
                  <a:lnTo>
                    <a:pt x="1178731" y="181410"/>
                  </a:lnTo>
                  <a:lnTo>
                    <a:pt x="1185962" y="181410"/>
                  </a:lnTo>
                  <a:lnTo>
                    <a:pt x="1193194" y="181410"/>
                  </a:lnTo>
                  <a:lnTo>
                    <a:pt x="1200425" y="181410"/>
                  </a:lnTo>
                  <a:lnTo>
                    <a:pt x="1207656" y="181410"/>
                  </a:lnTo>
                  <a:lnTo>
                    <a:pt x="1214888" y="181410"/>
                  </a:lnTo>
                  <a:lnTo>
                    <a:pt x="1222119" y="181410"/>
                  </a:lnTo>
                  <a:lnTo>
                    <a:pt x="1229351" y="181410"/>
                  </a:lnTo>
                  <a:lnTo>
                    <a:pt x="1236582" y="181410"/>
                  </a:lnTo>
                  <a:lnTo>
                    <a:pt x="1243814" y="181410"/>
                  </a:lnTo>
                  <a:lnTo>
                    <a:pt x="1251045" y="181410"/>
                  </a:lnTo>
                  <a:lnTo>
                    <a:pt x="1258277" y="181410"/>
                  </a:lnTo>
                  <a:lnTo>
                    <a:pt x="1265508" y="181410"/>
                  </a:lnTo>
                  <a:lnTo>
                    <a:pt x="1272740" y="181410"/>
                  </a:lnTo>
                  <a:lnTo>
                    <a:pt x="1279971" y="181410"/>
                  </a:lnTo>
                  <a:lnTo>
                    <a:pt x="1287203" y="181410"/>
                  </a:lnTo>
                  <a:lnTo>
                    <a:pt x="1294434" y="181410"/>
                  </a:lnTo>
                  <a:lnTo>
                    <a:pt x="1301666" y="181410"/>
                  </a:lnTo>
                  <a:lnTo>
                    <a:pt x="1308897" y="181410"/>
                  </a:lnTo>
                  <a:lnTo>
                    <a:pt x="1316129" y="181410"/>
                  </a:lnTo>
                  <a:lnTo>
                    <a:pt x="1323360" y="181410"/>
                  </a:lnTo>
                  <a:lnTo>
                    <a:pt x="1330592" y="181410"/>
                  </a:lnTo>
                  <a:lnTo>
                    <a:pt x="1337823" y="181410"/>
                  </a:lnTo>
                  <a:lnTo>
                    <a:pt x="1345055" y="181410"/>
                  </a:lnTo>
                  <a:lnTo>
                    <a:pt x="1352286" y="181410"/>
                  </a:lnTo>
                  <a:lnTo>
                    <a:pt x="1359518" y="181410"/>
                  </a:lnTo>
                  <a:lnTo>
                    <a:pt x="1366749" y="181410"/>
                  </a:lnTo>
                  <a:lnTo>
                    <a:pt x="1373980" y="181410"/>
                  </a:lnTo>
                  <a:lnTo>
                    <a:pt x="1381212" y="181410"/>
                  </a:lnTo>
                  <a:lnTo>
                    <a:pt x="1388443" y="181410"/>
                  </a:lnTo>
                  <a:lnTo>
                    <a:pt x="1395675" y="181410"/>
                  </a:lnTo>
                  <a:lnTo>
                    <a:pt x="1395675" y="145128"/>
                  </a:lnTo>
                  <a:lnTo>
                    <a:pt x="1402906" y="145128"/>
                  </a:lnTo>
                  <a:lnTo>
                    <a:pt x="1410138" y="145128"/>
                  </a:lnTo>
                  <a:lnTo>
                    <a:pt x="1417369" y="145128"/>
                  </a:lnTo>
                  <a:lnTo>
                    <a:pt x="1424601" y="145128"/>
                  </a:lnTo>
                  <a:lnTo>
                    <a:pt x="1431832" y="145128"/>
                  </a:lnTo>
                  <a:lnTo>
                    <a:pt x="1439064" y="145128"/>
                  </a:lnTo>
                  <a:lnTo>
                    <a:pt x="1446295" y="145128"/>
                  </a:lnTo>
                  <a:lnTo>
                    <a:pt x="1453527" y="145128"/>
                  </a:lnTo>
                  <a:lnTo>
                    <a:pt x="1460758" y="145128"/>
                  </a:lnTo>
                  <a:lnTo>
                    <a:pt x="1467990" y="145128"/>
                  </a:lnTo>
                  <a:lnTo>
                    <a:pt x="1475221" y="145128"/>
                  </a:lnTo>
                  <a:lnTo>
                    <a:pt x="1482453" y="145128"/>
                  </a:lnTo>
                  <a:lnTo>
                    <a:pt x="1489684" y="145128"/>
                  </a:lnTo>
                  <a:lnTo>
                    <a:pt x="1496916" y="145128"/>
                  </a:lnTo>
                  <a:lnTo>
                    <a:pt x="1504147" y="145128"/>
                  </a:lnTo>
                  <a:lnTo>
                    <a:pt x="1511379" y="145128"/>
                  </a:lnTo>
                  <a:lnTo>
                    <a:pt x="1518610" y="145128"/>
                  </a:lnTo>
                  <a:lnTo>
                    <a:pt x="1525842" y="145128"/>
                  </a:lnTo>
                  <a:lnTo>
                    <a:pt x="1533073" y="145128"/>
                  </a:lnTo>
                  <a:lnTo>
                    <a:pt x="1540305" y="145128"/>
                  </a:lnTo>
                  <a:lnTo>
                    <a:pt x="1547536" y="145128"/>
                  </a:lnTo>
                  <a:lnTo>
                    <a:pt x="1554767" y="145128"/>
                  </a:lnTo>
                  <a:lnTo>
                    <a:pt x="1561999" y="145128"/>
                  </a:lnTo>
                  <a:lnTo>
                    <a:pt x="1569230" y="145128"/>
                  </a:lnTo>
                  <a:lnTo>
                    <a:pt x="1576462" y="145128"/>
                  </a:lnTo>
                  <a:lnTo>
                    <a:pt x="1583693" y="145128"/>
                  </a:lnTo>
                  <a:lnTo>
                    <a:pt x="1590925" y="145128"/>
                  </a:lnTo>
                  <a:lnTo>
                    <a:pt x="1598156" y="145128"/>
                  </a:lnTo>
                  <a:lnTo>
                    <a:pt x="1605388" y="145128"/>
                  </a:lnTo>
                  <a:lnTo>
                    <a:pt x="1612619" y="145128"/>
                  </a:lnTo>
                  <a:lnTo>
                    <a:pt x="1619851" y="145128"/>
                  </a:lnTo>
                  <a:lnTo>
                    <a:pt x="1627082" y="145128"/>
                  </a:lnTo>
                  <a:lnTo>
                    <a:pt x="1634314" y="145128"/>
                  </a:lnTo>
                  <a:lnTo>
                    <a:pt x="1641545" y="145128"/>
                  </a:lnTo>
                  <a:lnTo>
                    <a:pt x="1641545" y="108846"/>
                  </a:lnTo>
                  <a:lnTo>
                    <a:pt x="1648777" y="108846"/>
                  </a:lnTo>
                  <a:lnTo>
                    <a:pt x="1656008" y="108846"/>
                  </a:lnTo>
                  <a:lnTo>
                    <a:pt x="1663240" y="108846"/>
                  </a:lnTo>
                  <a:lnTo>
                    <a:pt x="1670471" y="108846"/>
                  </a:lnTo>
                  <a:lnTo>
                    <a:pt x="1677703" y="108846"/>
                  </a:lnTo>
                  <a:lnTo>
                    <a:pt x="1684934" y="108846"/>
                  </a:lnTo>
                  <a:lnTo>
                    <a:pt x="1692166" y="108846"/>
                  </a:lnTo>
                  <a:lnTo>
                    <a:pt x="1699397" y="108846"/>
                  </a:lnTo>
                  <a:lnTo>
                    <a:pt x="1706629" y="108846"/>
                  </a:lnTo>
                  <a:lnTo>
                    <a:pt x="1713860" y="108846"/>
                  </a:lnTo>
                  <a:lnTo>
                    <a:pt x="1721091" y="108846"/>
                  </a:lnTo>
                  <a:lnTo>
                    <a:pt x="1728323" y="108846"/>
                  </a:lnTo>
                  <a:lnTo>
                    <a:pt x="1735554" y="108846"/>
                  </a:lnTo>
                  <a:lnTo>
                    <a:pt x="1742786" y="108846"/>
                  </a:lnTo>
                  <a:lnTo>
                    <a:pt x="1750017" y="108846"/>
                  </a:lnTo>
                  <a:lnTo>
                    <a:pt x="1757249" y="108846"/>
                  </a:lnTo>
                  <a:lnTo>
                    <a:pt x="1764480" y="108846"/>
                  </a:lnTo>
                  <a:lnTo>
                    <a:pt x="1771712" y="108846"/>
                  </a:lnTo>
                  <a:lnTo>
                    <a:pt x="1778943" y="108846"/>
                  </a:lnTo>
                  <a:lnTo>
                    <a:pt x="1786175" y="108846"/>
                  </a:lnTo>
                  <a:lnTo>
                    <a:pt x="1793406" y="108846"/>
                  </a:lnTo>
                  <a:lnTo>
                    <a:pt x="1800638" y="108846"/>
                  </a:lnTo>
                  <a:lnTo>
                    <a:pt x="1807869" y="108846"/>
                  </a:lnTo>
                  <a:lnTo>
                    <a:pt x="1815101" y="108846"/>
                  </a:lnTo>
                  <a:lnTo>
                    <a:pt x="1822332" y="108846"/>
                  </a:lnTo>
                  <a:lnTo>
                    <a:pt x="1829564" y="108846"/>
                  </a:lnTo>
                  <a:lnTo>
                    <a:pt x="1836795" y="108846"/>
                  </a:lnTo>
                  <a:lnTo>
                    <a:pt x="1844027" y="108846"/>
                  </a:lnTo>
                  <a:lnTo>
                    <a:pt x="1851258" y="108846"/>
                  </a:lnTo>
                  <a:lnTo>
                    <a:pt x="1858490" y="108846"/>
                  </a:lnTo>
                  <a:lnTo>
                    <a:pt x="1865721" y="108846"/>
                  </a:lnTo>
                  <a:lnTo>
                    <a:pt x="1872953" y="108846"/>
                  </a:lnTo>
                  <a:lnTo>
                    <a:pt x="1880184" y="108846"/>
                  </a:lnTo>
                  <a:lnTo>
                    <a:pt x="1887415" y="108846"/>
                  </a:lnTo>
                  <a:lnTo>
                    <a:pt x="1894647" y="108846"/>
                  </a:lnTo>
                  <a:lnTo>
                    <a:pt x="1901878" y="108846"/>
                  </a:lnTo>
                  <a:lnTo>
                    <a:pt x="1909110" y="108846"/>
                  </a:lnTo>
                  <a:lnTo>
                    <a:pt x="1916341" y="108846"/>
                  </a:lnTo>
                  <a:lnTo>
                    <a:pt x="1916341" y="72564"/>
                  </a:lnTo>
                  <a:lnTo>
                    <a:pt x="1923573" y="72564"/>
                  </a:lnTo>
                  <a:lnTo>
                    <a:pt x="1930804" y="72564"/>
                  </a:lnTo>
                  <a:lnTo>
                    <a:pt x="1938036" y="72564"/>
                  </a:lnTo>
                  <a:lnTo>
                    <a:pt x="1945267" y="72564"/>
                  </a:lnTo>
                  <a:lnTo>
                    <a:pt x="1952499" y="72564"/>
                  </a:lnTo>
                  <a:lnTo>
                    <a:pt x="1959730" y="72564"/>
                  </a:lnTo>
                  <a:lnTo>
                    <a:pt x="1966962" y="72564"/>
                  </a:lnTo>
                  <a:lnTo>
                    <a:pt x="1974193" y="72564"/>
                  </a:lnTo>
                  <a:lnTo>
                    <a:pt x="1981425" y="72564"/>
                  </a:lnTo>
                  <a:lnTo>
                    <a:pt x="1988656" y="72564"/>
                  </a:lnTo>
                  <a:lnTo>
                    <a:pt x="1995888" y="72564"/>
                  </a:lnTo>
                  <a:lnTo>
                    <a:pt x="2003119" y="72564"/>
                  </a:lnTo>
                  <a:lnTo>
                    <a:pt x="2010351" y="72564"/>
                  </a:lnTo>
                  <a:lnTo>
                    <a:pt x="2017582" y="72564"/>
                  </a:lnTo>
                  <a:lnTo>
                    <a:pt x="2024814" y="72564"/>
                  </a:lnTo>
                  <a:lnTo>
                    <a:pt x="2032045" y="72564"/>
                  </a:lnTo>
                  <a:lnTo>
                    <a:pt x="2039277" y="72564"/>
                  </a:lnTo>
                  <a:lnTo>
                    <a:pt x="2046508" y="72564"/>
                  </a:lnTo>
                  <a:lnTo>
                    <a:pt x="2053740" y="72564"/>
                  </a:lnTo>
                  <a:lnTo>
                    <a:pt x="2060971" y="72564"/>
                  </a:lnTo>
                  <a:lnTo>
                    <a:pt x="2068202" y="72564"/>
                  </a:lnTo>
                  <a:lnTo>
                    <a:pt x="2075434" y="72564"/>
                  </a:lnTo>
                  <a:lnTo>
                    <a:pt x="2082665" y="72564"/>
                  </a:lnTo>
                  <a:lnTo>
                    <a:pt x="2089897" y="72564"/>
                  </a:lnTo>
                  <a:lnTo>
                    <a:pt x="2097128" y="72564"/>
                  </a:lnTo>
                  <a:lnTo>
                    <a:pt x="2097128" y="36282"/>
                  </a:lnTo>
                  <a:lnTo>
                    <a:pt x="2104360" y="36282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29" name="pg2129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tx2130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1.38 [0.212, 1.619]</a:t>
              </a:r>
            </a:p>
          </p:txBody>
        </p:sp>
        <p:sp>
          <p:nvSpPr>
            <p:cNvPr id="2131" name="tx2131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0.785</a:t>
              </a:r>
            </a:p>
          </p:txBody>
        </p:sp>
        <p:sp>
          <p:nvSpPr>
            <p:cNvPr id="2132" name="tx2132"/>
            <p:cNvSpPr/>
            <p:nvPr/>
          </p:nvSpPr>
          <p:spPr>
            <a:xfrm>
              <a:off x="7341273" y="7645650"/>
              <a:ext cx="1176935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0.438</a:t>
              </a:r>
            </a:p>
          </p:txBody>
        </p:sp>
        <p:sp>
          <p:nvSpPr>
            <p:cNvPr id="2133" name="tx2133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0.672</a:t>
              </a:r>
            </a:p>
          </p:txBody>
        </p:sp>
        <p:sp>
          <p:nvSpPr>
            <p:cNvPr id="2134" name="tx2134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35" name="tx2135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36" name="tx2136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37" name="tx2137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38" name="tx2138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39" name="tx2139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40" name="tx2140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141" name="tx2141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142" name="tx2142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143" name="tx2143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144" name="tx2144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2145" name="tx2145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2146" name="rc2146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rc2147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9468163" y="836147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9468163" y="783767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9468163" y="731387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9468163" y="679007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9468163" y="626628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9468163" y="574248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977297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1009101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1040905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9468163" y="809957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9468163" y="757577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9468163" y="705197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9468163" y="652817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9468163" y="600438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9468163" y="548058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961395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993199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1025003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9586576" y="70816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9632825" y="69143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9583003" y="70310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9550552" y="70587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9593427" y="69751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9573026" y="70029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9583332" y="70954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9671596" y="70172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9630382" y="71802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9559572" y="71436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9869474" y="68257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9549800" y="7057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9691318" y="656461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9566691" y="68906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10103659" y="69085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9546689" y="69052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9682810" y="72244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9542153" y="69098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9644006" y="7042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9534441" y="70441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9708616" y="67641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9583217" y="6954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9573242" y="69763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9595376" y="69048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9580006" y="68972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9987082" y="80139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9541794" y="70159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9541337" y="70064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9526838" y="7022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9522010" y="70381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9953982" y="66087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9913914" y="73105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9854899" y="63017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10009036" y="694090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9559837" y="70091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9646824" y="70849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9565027" y="70638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9596984" y="7049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9998818" y="69507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9567708" y="7046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10317254" y="70954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9627648" y="70196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9570273" y="70259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9562349" y="68350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9528218" y="69891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9543954" y="7042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9602749" y="69678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9555297" y="69510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9509588" y="68303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9607240" y="6840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9559811" y="69778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9547477" y="69731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9575941" y="6926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9573022" y="7003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9523693" y="70170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9812529" y="68160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9920230" y="65207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9545052" y="70635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9538512" y="7043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9585147" y="678667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9545856" y="69215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9594941" y="69828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9581963" y="70322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9541230" y="680553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9675115" y="69440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9593645" y="70723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9593436" y="70341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10420133" y="65842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9589156" y="70521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9621460" y="69887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9826501" y="62842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9631621" y="71075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9652385" y="663758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10394805" y="679883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9941183" y="69195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9558589" y="71269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9723876" y="59805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9761060" y="68658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9603595" y="70112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9615079" y="67256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10094513" y="57478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9569224" y="69660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9603414" y="6780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9591127" y="71327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9619368" y="6958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10018392" y="81934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9630840" y="69540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9612641" y="69762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9691442" y="70620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9877013" y="626899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9931780" y="69643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9541215" y="7022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9657367" y="69277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10252169" y="8171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9536499" y="69889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9553419" y="69286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9633809" y="70452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9560953" y="70279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9746701" y="666340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10449473" y="71319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9569916" y="69958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9511458" y="69805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9547514" y="6951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9544986" y="70179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9634668" y="69731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9580593" y="70241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9583352" y="70278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9691703" y="72597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9565916" y="6944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10118991" y="65015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9598760" y="71479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9581287" y="69157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9681629" y="7037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9820378" y="69699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9571856" y="70082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9643653" y="69952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9540796" y="69301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9713572" y="7121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10003606" y="74122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9572750" y="70236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9599099" y="70985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9570592" y="6969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9618022" y="6967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9592392" y="71590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9608361" y="70916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9685184" y="66610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9634678" y="7159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9608041" y="72074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9551434" y="7037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9652407" y="69255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9580139" y="7045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9552194" y="69125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9599281" y="70101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10050663" y="61677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9541890" y="7085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9573205" y="7071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9918817" y="71531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9515971" y="69901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9638695" y="70503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9609002" y="67888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9546514" y="69851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9794057" y="68409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9520570" y="6970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10137175" y="79524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9560192" y="7018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9718503" y="66033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9678344" y="68338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9599283" y="70463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9685867" y="73882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9635594" y="71193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9617712" y="671401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9606598" y="69539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9547392" y="68610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9687607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9612724" y="71039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9564527" y="69345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9539167" y="6915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9635204" y="70946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9628355" y="70933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9804719" y="68146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9510578" y="673422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9565074" y="69442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9545451" y="71295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9542020" y="70065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9765113" y="67895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9522721" y="70355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9812702" y="71082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9637947" y="67471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9550310" y="7033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9612331" y="70965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9676426" y="69757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9585863" y="70454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9624896" y="70075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9989790" y="667543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9736460" y="7188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9667219" y="71734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9647109" y="69582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9589201" y="70639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9552111" y="69633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9947688" y="66831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9569443" y="70048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9585355" y="657208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9780440" y="70706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9578477" y="68903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10023672" y="65999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9557137" y="70302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9589512" y="699882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9547129" y="69547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9973862" y="75240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9554351" y="69499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10017757" y="670576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9664121" y="69136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9626806" y="69770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9880917" y="72531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9633519" y="70317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9552662" y="69637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9564408" y="70585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9639394" y="69078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9572754" y="69959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9597704" y="7053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9610298" y="70991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9545760" y="6989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9604479" y="70829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9683791" y="6860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9557721" y="70318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9543846" y="70251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9576837" y="69190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9640794" y="7069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9557969" y="6993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9786190" y="71765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9525496" y="70125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9852641" y="68503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9610982" y="69464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9533185" y="69931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9903870" y="63249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9817617" y="65827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9668939" y="72538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9560851" y="69479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9611449" y="70600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9601928" y="69374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9787955" y="69033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9736478" y="6927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9567959" y="69845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9567819" y="69305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9601848" y="7285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9912891" y="6994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9743022" y="664377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9528547" y="69387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9924634" y="68188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10155221" y="64183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9560537" y="69472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10252333" y="657268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9622693" y="70471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9617170" y="71670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9533804" y="69684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9767721" y="71759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9569098" y="667248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9566850" y="6941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9574477" y="6975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10059443" y="71671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9491249" y="675450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9591271" y="70116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9806579" y="69115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9616920" y="65739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9548314" y="6970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9586264" y="55418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9545307" y="70157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9590727" y="69888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9629792" y="70843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9590937" y="69218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9614777" y="72063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9582011" y="68747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9534615" y="7028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9869562" y="668563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9614594" y="651558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9661361" y="69596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9586985" y="71902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9558035" y="69643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9553817" y="7005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9879848" y="7425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10049945" y="665381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9604713" y="71439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9681528" y="69025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9562400" y="69477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9606318" y="68932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9560906" y="69158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10003345" y="65134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9555587" y="67616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9577851" y="69899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9562891" y="70230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9647598" y="6855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9598095" y="68764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9637787" y="6996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9796401" y="672049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9677039" y="661080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9600881" y="70330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9799389" y="57330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9618533" y="70342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10345314" y="8339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9602609" y="65951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9571588" y="70408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9665029" y="69485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9540337" y="6991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10218669" y="652925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9541619" y="69760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9585143" y="70433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9655428" y="70186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9635806" y="70712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9677396" y="70881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9523340" y="70125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9548818" y="7068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9572461" y="7047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10086781" y="65588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9614336" y="70411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9566577" y="7051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9851108" y="680431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9657767" y="70325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9623935" y="7024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9526011" y="697644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9592944" y="6993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10016107" y="669344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9611879" y="71638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9561985" y="70805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9581607" y="69579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9751183" y="73331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9700321" y="72222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9541193" y="70591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9717258" y="69685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9613804" y="6905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9946853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9575221" y="68142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9738522" y="70885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9552483" y="69042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9701255" y="71687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9649097" y="69811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9568300" y="7035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9708251" y="670773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9586527" y="70555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9977014" y="675606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9606296" y="69545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9576673" y="70310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9714417" y="68123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9596663" y="71235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9953916" y="73197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9688386" y="71897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9830539" y="70462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9565309" y="70280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9551547" y="728813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9569930" y="69917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9585887" y="68672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9601370" y="7183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9557231" y="69719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9580318" y="70389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9517781" y="69545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9678499" y="68882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9548260" y="70811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9612742" y="69838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9541311" y="70545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9573143" y="70517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9557973" y="68972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9537230" y="70807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9692075" y="652886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9571136" y="69341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9566522" y="70232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9560879" y="70159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9669317" y="70073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9668998" y="676972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9622762" y="71505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9545671" y="69631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9468163" y="683713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g2516"/>
            <p:cNvSpPr/>
            <p:nvPr/>
          </p:nvSpPr>
          <p:spPr>
            <a:xfrm>
              <a:off x="9516075" y="6955557"/>
              <a:ext cx="958224" cy="60682"/>
            </a:xfrm>
            <a:custGeom>
              <a:avLst/>
              <a:pathLst>
                <a:path w="958224" h="60682">
                  <a:moveTo>
                    <a:pt x="0" y="245"/>
                  </a:moveTo>
                  <a:lnTo>
                    <a:pt x="12129" y="247"/>
                  </a:lnTo>
                  <a:lnTo>
                    <a:pt x="24258" y="248"/>
                  </a:lnTo>
                  <a:lnTo>
                    <a:pt x="36388" y="248"/>
                  </a:lnTo>
                  <a:lnTo>
                    <a:pt x="48517" y="249"/>
                  </a:lnTo>
                  <a:lnTo>
                    <a:pt x="60647" y="250"/>
                  </a:lnTo>
                  <a:lnTo>
                    <a:pt x="72776" y="250"/>
                  </a:lnTo>
                  <a:lnTo>
                    <a:pt x="84905" y="250"/>
                  </a:lnTo>
                  <a:lnTo>
                    <a:pt x="97035" y="250"/>
                  </a:lnTo>
                  <a:lnTo>
                    <a:pt x="109164" y="250"/>
                  </a:lnTo>
                  <a:lnTo>
                    <a:pt x="121294" y="250"/>
                  </a:lnTo>
                  <a:lnTo>
                    <a:pt x="133423" y="250"/>
                  </a:lnTo>
                  <a:lnTo>
                    <a:pt x="145553" y="250"/>
                  </a:lnTo>
                  <a:lnTo>
                    <a:pt x="157682" y="249"/>
                  </a:lnTo>
                  <a:lnTo>
                    <a:pt x="169811" y="248"/>
                  </a:lnTo>
                  <a:lnTo>
                    <a:pt x="181941" y="248"/>
                  </a:lnTo>
                  <a:lnTo>
                    <a:pt x="194070" y="247"/>
                  </a:lnTo>
                  <a:lnTo>
                    <a:pt x="206200" y="246"/>
                  </a:lnTo>
                  <a:lnTo>
                    <a:pt x="218329" y="245"/>
                  </a:lnTo>
                  <a:lnTo>
                    <a:pt x="230459" y="244"/>
                  </a:lnTo>
                  <a:lnTo>
                    <a:pt x="242588" y="242"/>
                  </a:lnTo>
                  <a:lnTo>
                    <a:pt x="254717" y="241"/>
                  </a:lnTo>
                  <a:lnTo>
                    <a:pt x="266847" y="239"/>
                  </a:lnTo>
                  <a:lnTo>
                    <a:pt x="278976" y="238"/>
                  </a:lnTo>
                  <a:lnTo>
                    <a:pt x="291106" y="236"/>
                  </a:lnTo>
                  <a:lnTo>
                    <a:pt x="303235" y="234"/>
                  </a:lnTo>
                  <a:lnTo>
                    <a:pt x="315365" y="233"/>
                  </a:lnTo>
                  <a:lnTo>
                    <a:pt x="327494" y="231"/>
                  </a:lnTo>
                  <a:lnTo>
                    <a:pt x="339623" y="229"/>
                  </a:lnTo>
                  <a:lnTo>
                    <a:pt x="351753" y="226"/>
                  </a:lnTo>
                  <a:lnTo>
                    <a:pt x="363882" y="224"/>
                  </a:lnTo>
                  <a:lnTo>
                    <a:pt x="376012" y="222"/>
                  </a:lnTo>
                  <a:lnTo>
                    <a:pt x="388141" y="220"/>
                  </a:lnTo>
                  <a:lnTo>
                    <a:pt x="400271" y="217"/>
                  </a:lnTo>
                  <a:lnTo>
                    <a:pt x="412400" y="214"/>
                  </a:lnTo>
                  <a:lnTo>
                    <a:pt x="424529" y="212"/>
                  </a:lnTo>
                  <a:lnTo>
                    <a:pt x="436659" y="209"/>
                  </a:lnTo>
                  <a:lnTo>
                    <a:pt x="448788" y="206"/>
                  </a:lnTo>
                  <a:lnTo>
                    <a:pt x="460918" y="203"/>
                  </a:lnTo>
                  <a:lnTo>
                    <a:pt x="473047" y="201"/>
                  </a:lnTo>
                  <a:lnTo>
                    <a:pt x="485177" y="197"/>
                  </a:lnTo>
                  <a:lnTo>
                    <a:pt x="497306" y="194"/>
                  </a:lnTo>
                  <a:lnTo>
                    <a:pt x="509435" y="191"/>
                  </a:lnTo>
                  <a:lnTo>
                    <a:pt x="521565" y="188"/>
                  </a:lnTo>
                  <a:lnTo>
                    <a:pt x="533694" y="185"/>
                  </a:lnTo>
                  <a:lnTo>
                    <a:pt x="545824" y="181"/>
                  </a:lnTo>
                  <a:lnTo>
                    <a:pt x="557953" y="178"/>
                  </a:lnTo>
                  <a:lnTo>
                    <a:pt x="570083" y="174"/>
                  </a:lnTo>
                  <a:lnTo>
                    <a:pt x="582212" y="170"/>
                  </a:lnTo>
                  <a:lnTo>
                    <a:pt x="594341" y="167"/>
                  </a:lnTo>
                  <a:lnTo>
                    <a:pt x="606471" y="163"/>
                  </a:lnTo>
                  <a:lnTo>
                    <a:pt x="618600" y="159"/>
                  </a:lnTo>
                  <a:lnTo>
                    <a:pt x="630730" y="155"/>
                  </a:lnTo>
                  <a:lnTo>
                    <a:pt x="642859" y="150"/>
                  </a:lnTo>
                  <a:lnTo>
                    <a:pt x="654989" y="146"/>
                  </a:lnTo>
                  <a:lnTo>
                    <a:pt x="667118" y="142"/>
                  </a:lnTo>
                  <a:lnTo>
                    <a:pt x="679247" y="137"/>
                  </a:lnTo>
                  <a:lnTo>
                    <a:pt x="691377" y="133"/>
                  </a:lnTo>
                  <a:lnTo>
                    <a:pt x="703506" y="128"/>
                  </a:lnTo>
                  <a:lnTo>
                    <a:pt x="715636" y="123"/>
                  </a:lnTo>
                  <a:lnTo>
                    <a:pt x="727765" y="118"/>
                  </a:lnTo>
                  <a:lnTo>
                    <a:pt x="739895" y="113"/>
                  </a:lnTo>
                  <a:lnTo>
                    <a:pt x="752024" y="108"/>
                  </a:lnTo>
                  <a:lnTo>
                    <a:pt x="764153" y="103"/>
                  </a:lnTo>
                  <a:lnTo>
                    <a:pt x="776283" y="97"/>
                  </a:lnTo>
                  <a:lnTo>
                    <a:pt x="788412" y="92"/>
                  </a:lnTo>
                  <a:lnTo>
                    <a:pt x="800542" y="86"/>
                  </a:lnTo>
                  <a:lnTo>
                    <a:pt x="812671" y="80"/>
                  </a:lnTo>
                  <a:lnTo>
                    <a:pt x="824801" y="74"/>
                  </a:lnTo>
                  <a:lnTo>
                    <a:pt x="836930" y="68"/>
                  </a:lnTo>
                  <a:lnTo>
                    <a:pt x="849059" y="62"/>
                  </a:lnTo>
                  <a:lnTo>
                    <a:pt x="861189" y="55"/>
                  </a:lnTo>
                  <a:lnTo>
                    <a:pt x="873318" y="49"/>
                  </a:lnTo>
                  <a:lnTo>
                    <a:pt x="885448" y="42"/>
                  </a:lnTo>
                  <a:lnTo>
                    <a:pt x="897577" y="36"/>
                  </a:lnTo>
                  <a:lnTo>
                    <a:pt x="909706" y="29"/>
                  </a:lnTo>
                  <a:lnTo>
                    <a:pt x="921836" y="22"/>
                  </a:lnTo>
                  <a:lnTo>
                    <a:pt x="933965" y="14"/>
                  </a:lnTo>
                  <a:lnTo>
                    <a:pt x="946095" y="7"/>
                  </a:lnTo>
                  <a:lnTo>
                    <a:pt x="958224" y="0"/>
                  </a:lnTo>
                  <a:lnTo>
                    <a:pt x="958224" y="60682"/>
                  </a:lnTo>
                  <a:lnTo>
                    <a:pt x="946095" y="60675"/>
                  </a:lnTo>
                  <a:lnTo>
                    <a:pt x="933965" y="60668"/>
                  </a:lnTo>
                  <a:lnTo>
                    <a:pt x="921836" y="60661"/>
                  </a:lnTo>
                  <a:lnTo>
                    <a:pt x="909706" y="60655"/>
                  </a:lnTo>
                  <a:lnTo>
                    <a:pt x="897577" y="60648"/>
                  </a:lnTo>
                  <a:lnTo>
                    <a:pt x="885448" y="60642"/>
                  </a:lnTo>
                  <a:lnTo>
                    <a:pt x="873318" y="60636"/>
                  </a:lnTo>
                  <a:lnTo>
                    <a:pt x="861189" y="60630"/>
                  </a:lnTo>
                  <a:lnTo>
                    <a:pt x="849059" y="60624"/>
                  </a:lnTo>
                  <a:lnTo>
                    <a:pt x="836930" y="60618"/>
                  </a:lnTo>
                  <a:lnTo>
                    <a:pt x="824801" y="60612"/>
                  </a:lnTo>
                  <a:lnTo>
                    <a:pt x="812671" y="60607"/>
                  </a:lnTo>
                  <a:lnTo>
                    <a:pt x="800542" y="60602"/>
                  </a:lnTo>
                  <a:lnTo>
                    <a:pt x="788412" y="60596"/>
                  </a:lnTo>
                  <a:lnTo>
                    <a:pt x="776283" y="60591"/>
                  </a:lnTo>
                  <a:lnTo>
                    <a:pt x="764153" y="60587"/>
                  </a:lnTo>
                  <a:lnTo>
                    <a:pt x="752024" y="60582"/>
                  </a:lnTo>
                  <a:lnTo>
                    <a:pt x="739895" y="60577"/>
                  </a:lnTo>
                  <a:lnTo>
                    <a:pt x="727765" y="60573"/>
                  </a:lnTo>
                  <a:lnTo>
                    <a:pt x="715636" y="60568"/>
                  </a:lnTo>
                  <a:lnTo>
                    <a:pt x="703506" y="60564"/>
                  </a:lnTo>
                  <a:lnTo>
                    <a:pt x="691377" y="60560"/>
                  </a:lnTo>
                  <a:lnTo>
                    <a:pt x="679247" y="60556"/>
                  </a:lnTo>
                  <a:lnTo>
                    <a:pt x="667118" y="60552"/>
                  </a:lnTo>
                  <a:lnTo>
                    <a:pt x="654989" y="60548"/>
                  </a:lnTo>
                  <a:lnTo>
                    <a:pt x="642859" y="60544"/>
                  </a:lnTo>
                  <a:lnTo>
                    <a:pt x="630730" y="60541"/>
                  </a:lnTo>
                  <a:lnTo>
                    <a:pt x="618600" y="60538"/>
                  </a:lnTo>
                  <a:lnTo>
                    <a:pt x="606471" y="60534"/>
                  </a:lnTo>
                  <a:lnTo>
                    <a:pt x="594341" y="60531"/>
                  </a:lnTo>
                  <a:lnTo>
                    <a:pt x="582212" y="60528"/>
                  </a:lnTo>
                  <a:lnTo>
                    <a:pt x="570083" y="60525"/>
                  </a:lnTo>
                  <a:lnTo>
                    <a:pt x="557953" y="60522"/>
                  </a:lnTo>
                  <a:lnTo>
                    <a:pt x="545824" y="60519"/>
                  </a:lnTo>
                  <a:lnTo>
                    <a:pt x="533694" y="60517"/>
                  </a:lnTo>
                  <a:lnTo>
                    <a:pt x="521565" y="60514"/>
                  </a:lnTo>
                  <a:lnTo>
                    <a:pt x="509435" y="60512"/>
                  </a:lnTo>
                  <a:lnTo>
                    <a:pt x="497306" y="60509"/>
                  </a:lnTo>
                  <a:lnTo>
                    <a:pt x="485177" y="60507"/>
                  </a:lnTo>
                  <a:lnTo>
                    <a:pt x="473047" y="60505"/>
                  </a:lnTo>
                  <a:lnTo>
                    <a:pt x="460918" y="60503"/>
                  </a:lnTo>
                  <a:lnTo>
                    <a:pt x="448788" y="60501"/>
                  </a:lnTo>
                  <a:lnTo>
                    <a:pt x="436659" y="60499"/>
                  </a:lnTo>
                  <a:lnTo>
                    <a:pt x="424529" y="60497"/>
                  </a:lnTo>
                  <a:lnTo>
                    <a:pt x="412400" y="60495"/>
                  </a:lnTo>
                  <a:lnTo>
                    <a:pt x="400271" y="60494"/>
                  </a:lnTo>
                  <a:lnTo>
                    <a:pt x="388141" y="60492"/>
                  </a:lnTo>
                  <a:lnTo>
                    <a:pt x="376012" y="60491"/>
                  </a:lnTo>
                  <a:lnTo>
                    <a:pt x="363882" y="60490"/>
                  </a:lnTo>
                  <a:lnTo>
                    <a:pt x="351753" y="60489"/>
                  </a:lnTo>
                  <a:lnTo>
                    <a:pt x="339623" y="60487"/>
                  </a:lnTo>
                  <a:lnTo>
                    <a:pt x="327494" y="60487"/>
                  </a:lnTo>
                  <a:lnTo>
                    <a:pt x="315365" y="60486"/>
                  </a:lnTo>
                  <a:lnTo>
                    <a:pt x="303235" y="60485"/>
                  </a:lnTo>
                  <a:lnTo>
                    <a:pt x="291106" y="60484"/>
                  </a:lnTo>
                  <a:lnTo>
                    <a:pt x="278976" y="60484"/>
                  </a:lnTo>
                  <a:lnTo>
                    <a:pt x="266847" y="60484"/>
                  </a:lnTo>
                  <a:lnTo>
                    <a:pt x="254717" y="60483"/>
                  </a:lnTo>
                  <a:lnTo>
                    <a:pt x="242588" y="60483"/>
                  </a:lnTo>
                  <a:lnTo>
                    <a:pt x="230459" y="60483"/>
                  </a:lnTo>
                  <a:lnTo>
                    <a:pt x="218329" y="60483"/>
                  </a:lnTo>
                  <a:lnTo>
                    <a:pt x="206200" y="60483"/>
                  </a:lnTo>
                  <a:lnTo>
                    <a:pt x="194070" y="60484"/>
                  </a:lnTo>
                  <a:lnTo>
                    <a:pt x="181941" y="60484"/>
                  </a:lnTo>
                  <a:lnTo>
                    <a:pt x="169811" y="60485"/>
                  </a:lnTo>
                  <a:lnTo>
                    <a:pt x="157682" y="60486"/>
                  </a:lnTo>
                  <a:lnTo>
                    <a:pt x="145553" y="60486"/>
                  </a:lnTo>
                  <a:lnTo>
                    <a:pt x="133423" y="60487"/>
                  </a:lnTo>
                  <a:lnTo>
                    <a:pt x="121294" y="60488"/>
                  </a:lnTo>
                  <a:lnTo>
                    <a:pt x="109164" y="60490"/>
                  </a:lnTo>
                  <a:lnTo>
                    <a:pt x="97035" y="60491"/>
                  </a:lnTo>
                  <a:lnTo>
                    <a:pt x="84905" y="60493"/>
                  </a:lnTo>
                  <a:lnTo>
                    <a:pt x="72776" y="60494"/>
                  </a:lnTo>
                  <a:lnTo>
                    <a:pt x="60647" y="60496"/>
                  </a:lnTo>
                  <a:lnTo>
                    <a:pt x="48517" y="60498"/>
                  </a:lnTo>
                  <a:lnTo>
                    <a:pt x="36388" y="60500"/>
                  </a:lnTo>
                  <a:lnTo>
                    <a:pt x="24258" y="60502"/>
                  </a:lnTo>
                  <a:lnTo>
                    <a:pt x="12129" y="60505"/>
                  </a:lnTo>
                  <a:lnTo>
                    <a:pt x="0" y="60507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9516075" y="6955557"/>
              <a:ext cx="958224" cy="250"/>
            </a:xfrm>
            <a:custGeom>
              <a:avLst/>
              <a:pathLst>
                <a:path w="958224" h="250">
                  <a:moveTo>
                    <a:pt x="0" y="245"/>
                  </a:moveTo>
                  <a:lnTo>
                    <a:pt x="12129" y="247"/>
                  </a:lnTo>
                  <a:lnTo>
                    <a:pt x="24258" y="248"/>
                  </a:lnTo>
                  <a:lnTo>
                    <a:pt x="36388" y="248"/>
                  </a:lnTo>
                  <a:lnTo>
                    <a:pt x="48517" y="249"/>
                  </a:lnTo>
                  <a:lnTo>
                    <a:pt x="60647" y="250"/>
                  </a:lnTo>
                  <a:lnTo>
                    <a:pt x="72776" y="250"/>
                  </a:lnTo>
                  <a:lnTo>
                    <a:pt x="84905" y="250"/>
                  </a:lnTo>
                  <a:lnTo>
                    <a:pt x="97035" y="250"/>
                  </a:lnTo>
                  <a:lnTo>
                    <a:pt x="109164" y="250"/>
                  </a:lnTo>
                  <a:lnTo>
                    <a:pt x="121294" y="250"/>
                  </a:lnTo>
                  <a:lnTo>
                    <a:pt x="133423" y="250"/>
                  </a:lnTo>
                  <a:lnTo>
                    <a:pt x="145553" y="250"/>
                  </a:lnTo>
                  <a:lnTo>
                    <a:pt x="157682" y="249"/>
                  </a:lnTo>
                  <a:lnTo>
                    <a:pt x="169811" y="248"/>
                  </a:lnTo>
                  <a:lnTo>
                    <a:pt x="181941" y="248"/>
                  </a:lnTo>
                  <a:lnTo>
                    <a:pt x="194070" y="247"/>
                  </a:lnTo>
                  <a:lnTo>
                    <a:pt x="206200" y="246"/>
                  </a:lnTo>
                  <a:lnTo>
                    <a:pt x="218329" y="245"/>
                  </a:lnTo>
                  <a:lnTo>
                    <a:pt x="230459" y="244"/>
                  </a:lnTo>
                  <a:lnTo>
                    <a:pt x="242588" y="242"/>
                  </a:lnTo>
                  <a:lnTo>
                    <a:pt x="254717" y="241"/>
                  </a:lnTo>
                  <a:lnTo>
                    <a:pt x="266847" y="239"/>
                  </a:lnTo>
                  <a:lnTo>
                    <a:pt x="278976" y="238"/>
                  </a:lnTo>
                  <a:lnTo>
                    <a:pt x="291106" y="236"/>
                  </a:lnTo>
                  <a:lnTo>
                    <a:pt x="303235" y="234"/>
                  </a:lnTo>
                  <a:lnTo>
                    <a:pt x="315365" y="233"/>
                  </a:lnTo>
                  <a:lnTo>
                    <a:pt x="327494" y="231"/>
                  </a:lnTo>
                  <a:lnTo>
                    <a:pt x="339623" y="229"/>
                  </a:lnTo>
                  <a:lnTo>
                    <a:pt x="351753" y="226"/>
                  </a:lnTo>
                  <a:lnTo>
                    <a:pt x="363882" y="224"/>
                  </a:lnTo>
                  <a:lnTo>
                    <a:pt x="376012" y="222"/>
                  </a:lnTo>
                  <a:lnTo>
                    <a:pt x="388141" y="220"/>
                  </a:lnTo>
                  <a:lnTo>
                    <a:pt x="400271" y="217"/>
                  </a:lnTo>
                  <a:lnTo>
                    <a:pt x="412400" y="214"/>
                  </a:lnTo>
                  <a:lnTo>
                    <a:pt x="424529" y="212"/>
                  </a:lnTo>
                  <a:lnTo>
                    <a:pt x="436659" y="209"/>
                  </a:lnTo>
                  <a:lnTo>
                    <a:pt x="448788" y="206"/>
                  </a:lnTo>
                  <a:lnTo>
                    <a:pt x="460918" y="203"/>
                  </a:lnTo>
                  <a:lnTo>
                    <a:pt x="473047" y="201"/>
                  </a:lnTo>
                  <a:lnTo>
                    <a:pt x="485177" y="197"/>
                  </a:lnTo>
                  <a:lnTo>
                    <a:pt x="497306" y="194"/>
                  </a:lnTo>
                  <a:lnTo>
                    <a:pt x="509435" y="191"/>
                  </a:lnTo>
                  <a:lnTo>
                    <a:pt x="521565" y="188"/>
                  </a:lnTo>
                  <a:lnTo>
                    <a:pt x="533694" y="185"/>
                  </a:lnTo>
                  <a:lnTo>
                    <a:pt x="545824" y="181"/>
                  </a:lnTo>
                  <a:lnTo>
                    <a:pt x="557953" y="178"/>
                  </a:lnTo>
                  <a:lnTo>
                    <a:pt x="570083" y="174"/>
                  </a:lnTo>
                  <a:lnTo>
                    <a:pt x="582212" y="170"/>
                  </a:lnTo>
                  <a:lnTo>
                    <a:pt x="594341" y="167"/>
                  </a:lnTo>
                  <a:lnTo>
                    <a:pt x="606471" y="163"/>
                  </a:lnTo>
                  <a:lnTo>
                    <a:pt x="618600" y="159"/>
                  </a:lnTo>
                  <a:lnTo>
                    <a:pt x="630730" y="155"/>
                  </a:lnTo>
                  <a:lnTo>
                    <a:pt x="642859" y="150"/>
                  </a:lnTo>
                  <a:lnTo>
                    <a:pt x="654989" y="146"/>
                  </a:lnTo>
                  <a:lnTo>
                    <a:pt x="667118" y="142"/>
                  </a:lnTo>
                  <a:lnTo>
                    <a:pt x="679247" y="137"/>
                  </a:lnTo>
                  <a:lnTo>
                    <a:pt x="691377" y="133"/>
                  </a:lnTo>
                  <a:lnTo>
                    <a:pt x="703506" y="128"/>
                  </a:lnTo>
                  <a:lnTo>
                    <a:pt x="715636" y="123"/>
                  </a:lnTo>
                  <a:lnTo>
                    <a:pt x="727765" y="118"/>
                  </a:lnTo>
                  <a:lnTo>
                    <a:pt x="739895" y="113"/>
                  </a:lnTo>
                  <a:lnTo>
                    <a:pt x="752024" y="108"/>
                  </a:lnTo>
                  <a:lnTo>
                    <a:pt x="764153" y="103"/>
                  </a:lnTo>
                  <a:lnTo>
                    <a:pt x="776283" y="97"/>
                  </a:lnTo>
                  <a:lnTo>
                    <a:pt x="788412" y="92"/>
                  </a:lnTo>
                  <a:lnTo>
                    <a:pt x="800542" y="86"/>
                  </a:lnTo>
                  <a:lnTo>
                    <a:pt x="812671" y="80"/>
                  </a:lnTo>
                  <a:lnTo>
                    <a:pt x="824801" y="74"/>
                  </a:lnTo>
                  <a:lnTo>
                    <a:pt x="836930" y="68"/>
                  </a:lnTo>
                  <a:lnTo>
                    <a:pt x="849059" y="62"/>
                  </a:lnTo>
                  <a:lnTo>
                    <a:pt x="861189" y="55"/>
                  </a:lnTo>
                  <a:lnTo>
                    <a:pt x="873318" y="49"/>
                  </a:lnTo>
                  <a:lnTo>
                    <a:pt x="885448" y="42"/>
                  </a:lnTo>
                  <a:lnTo>
                    <a:pt x="897577" y="36"/>
                  </a:lnTo>
                  <a:lnTo>
                    <a:pt x="909706" y="29"/>
                  </a:lnTo>
                  <a:lnTo>
                    <a:pt x="921836" y="22"/>
                  </a:lnTo>
                  <a:lnTo>
                    <a:pt x="933965" y="14"/>
                  </a:lnTo>
                  <a:lnTo>
                    <a:pt x="946095" y="7"/>
                  </a:lnTo>
                  <a:lnTo>
                    <a:pt x="958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9516075" y="7016040"/>
              <a:ext cx="958224" cy="198"/>
            </a:xfrm>
            <a:custGeom>
              <a:avLst/>
              <a:pathLst>
                <a:path w="958224" h="198">
                  <a:moveTo>
                    <a:pt x="958224" y="198"/>
                  </a:moveTo>
                  <a:lnTo>
                    <a:pt x="946095" y="191"/>
                  </a:lnTo>
                  <a:lnTo>
                    <a:pt x="933965" y="184"/>
                  </a:lnTo>
                  <a:lnTo>
                    <a:pt x="921836" y="177"/>
                  </a:lnTo>
                  <a:lnTo>
                    <a:pt x="909706" y="171"/>
                  </a:lnTo>
                  <a:lnTo>
                    <a:pt x="897577" y="164"/>
                  </a:lnTo>
                  <a:lnTo>
                    <a:pt x="885448" y="158"/>
                  </a:lnTo>
                  <a:lnTo>
                    <a:pt x="873318" y="152"/>
                  </a:lnTo>
                  <a:lnTo>
                    <a:pt x="861189" y="146"/>
                  </a:lnTo>
                  <a:lnTo>
                    <a:pt x="849059" y="140"/>
                  </a:lnTo>
                  <a:lnTo>
                    <a:pt x="836930" y="134"/>
                  </a:lnTo>
                  <a:lnTo>
                    <a:pt x="824801" y="129"/>
                  </a:lnTo>
                  <a:lnTo>
                    <a:pt x="812671" y="123"/>
                  </a:lnTo>
                  <a:lnTo>
                    <a:pt x="800542" y="118"/>
                  </a:lnTo>
                  <a:lnTo>
                    <a:pt x="788412" y="113"/>
                  </a:lnTo>
                  <a:lnTo>
                    <a:pt x="776283" y="108"/>
                  </a:lnTo>
                  <a:lnTo>
                    <a:pt x="764153" y="103"/>
                  </a:lnTo>
                  <a:lnTo>
                    <a:pt x="752024" y="98"/>
                  </a:lnTo>
                  <a:lnTo>
                    <a:pt x="739895" y="93"/>
                  </a:lnTo>
                  <a:lnTo>
                    <a:pt x="727765" y="89"/>
                  </a:lnTo>
                  <a:lnTo>
                    <a:pt x="715636" y="85"/>
                  </a:lnTo>
                  <a:lnTo>
                    <a:pt x="703506" y="80"/>
                  </a:lnTo>
                  <a:lnTo>
                    <a:pt x="691377" y="76"/>
                  </a:lnTo>
                  <a:lnTo>
                    <a:pt x="679247" y="72"/>
                  </a:lnTo>
                  <a:lnTo>
                    <a:pt x="667118" y="68"/>
                  </a:lnTo>
                  <a:lnTo>
                    <a:pt x="654989" y="64"/>
                  </a:lnTo>
                  <a:lnTo>
                    <a:pt x="642859" y="61"/>
                  </a:lnTo>
                  <a:lnTo>
                    <a:pt x="630730" y="57"/>
                  </a:lnTo>
                  <a:lnTo>
                    <a:pt x="618600" y="54"/>
                  </a:lnTo>
                  <a:lnTo>
                    <a:pt x="606471" y="51"/>
                  </a:lnTo>
                  <a:lnTo>
                    <a:pt x="594341" y="47"/>
                  </a:lnTo>
                  <a:lnTo>
                    <a:pt x="582212" y="44"/>
                  </a:lnTo>
                  <a:lnTo>
                    <a:pt x="570083" y="41"/>
                  </a:lnTo>
                  <a:lnTo>
                    <a:pt x="557953" y="38"/>
                  </a:lnTo>
                  <a:lnTo>
                    <a:pt x="545824" y="36"/>
                  </a:lnTo>
                  <a:lnTo>
                    <a:pt x="533694" y="33"/>
                  </a:lnTo>
                  <a:lnTo>
                    <a:pt x="521565" y="30"/>
                  </a:lnTo>
                  <a:lnTo>
                    <a:pt x="509435" y="28"/>
                  </a:lnTo>
                  <a:lnTo>
                    <a:pt x="497306" y="26"/>
                  </a:lnTo>
                  <a:lnTo>
                    <a:pt x="485177" y="23"/>
                  </a:lnTo>
                  <a:lnTo>
                    <a:pt x="473047" y="21"/>
                  </a:lnTo>
                  <a:lnTo>
                    <a:pt x="460918" y="19"/>
                  </a:lnTo>
                  <a:lnTo>
                    <a:pt x="448788" y="17"/>
                  </a:lnTo>
                  <a:lnTo>
                    <a:pt x="436659" y="15"/>
                  </a:lnTo>
                  <a:lnTo>
                    <a:pt x="424529" y="13"/>
                  </a:lnTo>
                  <a:lnTo>
                    <a:pt x="412400" y="12"/>
                  </a:lnTo>
                  <a:lnTo>
                    <a:pt x="400271" y="10"/>
                  </a:lnTo>
                  <a:lnTo>
                    <a:pt x="388141" y="9"/>
                  </a:lnTo>
                  <a:lnTo>
                    <a:pt x="376012" y="7"/>
                  </a:lnTo>
                  <a:lnTo>
                    <a:pt x="363882" y="6"/>
                  </a:lnTo>
                  <a:lnTo>
                    <a:pt x="351753" y="5"/>
                  </a:lnTo>
                  <a:lnTo>
                    <a:pt x="339623" y="4"/>
                  </a:lnTo>
                  <a:lnTo>
                    <a:pt x="327494" y="3"/>
                  </a:lnTo>
                  <a:lnTo>
                    <a:pt x="315365" y="2"/>
                  </a:lnTo>
                  <a:lnTo>
                    <a:pt x="303235" y="1"/>
                  </a:lnTo>
                  <a:lnTo>
                    <a:pt x="291106" y="1"/>
                  </a:lnTo>
                  <a:lnTo>
                    <a:pt x="278976" y="0"/>
                  </a:lnTo>
                  <a:lnTo>
                    <a:pt x="266847" y="0"/>
                  </a:lnTo>
                  <a:lnTo>
                    <a:pt x="254717" y="0"/>
                  </a:lnTo>
                  <a:lnTo>
                    <a:pt x="242588" y="0"/>
                  </a:lnTo>
                  <a:lnTo>
                    <a:pt x="230459" y="0"/>
                  </a:lnTo>
                  <a:lnTo>
                    <a:pt x="218329" y="0"/>
                  </a:lnTo>
                  <a:lnTo>
                    <a:pt x="206200" y="0"/>
                  </a:lnTo>
                  <a:lnTo>
                    <a:pt x="194070" y="0"/>
                  </a:lnTo>
                  <a:lnTo>
                    <a:pt x="181941" y="1"/>
                  </a:lnTo>
                  <a:lnTo>
                    <a:pt x="169811" y="1"/>
                  </a:lnTo>
                  <a:lnTo>
                    <a:pt x="157682" y="2"/>
                  </a:lnTo>
                  <a:lnTo>
                    <a:pt x="145553" y="3"/>
                  </a:lnTo>
                  <a:lnTo>
                    <a:pt x="133423" y="4"/>
                  </a:lnTo>
                  <a:lnTo>
                    <a:pt x="121294" y="5"/>
                  </a:lnTo>
                  <a:lnTo>
                    <a:pt x="109164" y="6"/>
                  </a:lnTo>
                  <a:lnTo>
                    <a:pt x="97035" y="7"/>
                  </a:lnTo>
                  <a:lnTo>
                    <a:pt x="84905" y="9"/>
                  </a:lnTo>
                  <a:lnTo>
                    <a:pt x="72776" y="11"/>
                  </a:lnTo>
                  <a:lnTo>
                    <a:pt x="60647" y="12"/>
                  </a:lnTo>
                  <a:lnTo>
                    <a:pt x="48517" y="14"/>
                  </a:lnTo>
                  <a:lnTo>
                    <a:pt x="36388" y="16"/>
                  </a:lnTo>
                  <a:lnTo>
                    <a:pt x="24258" y="19"/>
                  </a:lnTo>
                  <a:lnTo>
                    <a:pt x="12129" y="21"/>
                  </a:lnTo>
                  <a:lnTo>
                    <a:pt x="0" y="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9516075" y="6985898"/>
              <a:ext cx="958224" cy="35"/>
            </a:xfrm>
            <a:custGeom>
              <a:avLst/>
              <a:pathLst>
                <a:path w="958224" h="35">
                  <a:moveTo>
                    <a:pt x="0" y="35"/>
                  </a:moveTo>
                  <a:lnTo>
                    <a:pt x="12129" y="35"/>
                  </a:lnTo>
                  <a:lnTo>
                    <a:pt x="24258" y="34"/>
                  </a:lnTo>
                  <a:lnTo>
                    <a:pt x="36388" y="33"/>
                  </a:lnTo>
                  <a:lnTo>
                    <a:pt x="48517" y="32"/>
                  </a:lnTo>
                  <a:lnTo>
                    <a:pt x="60647" y="32"/>
                  </a:lnTo>
                  <a:lnTo>
                    <a:pt x="72776" y="31"/>
                  </a:lnTo>
                  <a:lnTo>
                    <a:pt x="84905" y="30"/>
                  </a:lnTo>
                  <a:lnTo>
                    <a:pt x="97035" y="30"/>
                  </a:lnTo>
                  <a:lnTo>
                    <a:pt x="109164" y="29"/>
                  </a:lnTo>
                  <a:lnTo>
                    <a:pt x="121294" y="28"/>
                  </a:lnTo>
                  <a:lnTo>
                    <a:pt x="133423" y="28"/>
                  </a:lnTo>
                  <a:lnTo>
                    <a:pt x="145553" y="27"/>
                  </a:lnTo>
                  <a:lnTo>
                    <a:pt x="157682" y="26"/>
                  </a:lnTo>
                  <a:lnTo>
                    <a:pt x="169811" y="26"/>
                  </a:lnTo>
                  <a:lnTo>
                    <a:pt x="181941" y="25"/>
                  </a:lnTo>
                  <a:lnTo>
                    <a:pt x="194070" y="24"/>
                  </a:lnTo>
                  <a:lnTo>
                    <a:pt x="206200" y="24"/>
                  </a:lnTo>
                  <a:lnTo>
                    <a:pt x="218329" y="23"/>
                  </a:lnTo>
                  <a:lnTo>
                    <a:pt x="230459" y="22"/>
                  </a:lnTo>
                  <a:lnTo>
                    <a:pt x="242588" y="22"/>
                  </a:lnTo>
                  <a:lnTo>
                    <a:pt x="254717" y="21"/>
                  </a:lnTo>
                  <a:lnTo>
                    <a:pt x="266847" y="20"/>
                  </a:lnTo>
                  <a:lnTo>
                    <a:pt x="278976" y="20"/>
                  </a:lnTo>
                  <a:lnTo>
                    <a:pt x="291106" y="19"/>
                  </a:lnTo>
                  <a:lnTo>
                    <a:pt x="303235" y="19"/>
                  </a:lnTo>
                  <a:lnTo>
                    <a:pt x="315365" y="18"/>
                  </a:lnTo>
                  <a:lnTo>
                    <a:pt x="327494" y="17"/>
                  </a:lnTo>
                  <a:lnTo>
                    <a:pt x="339623" y="17"/>
                  </a:lnTo>
                  <a:lnTo>
                    <a:pt x="351753" y="16"/>
                  </a:lnTo>
                  <a:lnTo>
                    <a:pt x="363882" y="16"/>
                  </a:lnTo>
                  <a:lnTo>
                    <a:pt x="376012" y="15"/>
                  </a:lnTo>
                  <a:lnTo>
                    <a:pt x="388141" y="15"/>
                  </a:lnTo>
                  <a:lnTo>
                    <a:pt x="400271" y="14"/>
                  </a:lnTo>
                  <a:lnTo>
                    <a:pt x="412400" y="14"/>
                  </a:lnTo>
                  <a:lnTo>
                    <a:pt x="424529" y="13"/>
                  </a:lnTo>
                  <a:lnTo>
                    <a:pt x="436659" y="13"/>
                  </a:lnTo>
                  <a:lnTo>
                    <a:pt x="448788" y="12"/>
                  </a:lnTo>
                  <a:lnTo>
                    <a:pt x="460918" y="12"/>
                  </a:lnTo>
                  <a:lnTo>
                    <a:pt x="473047" y="12"/>
                  </a:lnTo>
                  <a:lnTo>
                    <a:pt x="485177" y="11"/>
                  </a:lnTo>
                  <a:lnTo>
                    <a:pt x="497306" y="11"/>
                  </a:lnTo>
                  <a:lnTo>
                    <a:pt x="509435" y="10"/>
                  </a:lnTo>
                  <a:lnTo>
                    <a:pt x="521565" y="10"/>
                  </a:lnTo>
                  <a:lnTo>
                    <a:pt x="533694" y="9"/>
                  </a:lnTo>
                  <a:lnTo>
                    <a:pt x="545824" y="9"/>
                  </a:lnTo>
                  <a:lnTo>
                    <a:pt x="557953" y="9"/>
                  </a:lnTo>
                  <a:lnTo>
                    <a:pt x="570083" y="8"/>
                  </a:lnTo>
                  <a:lnTo>
                    <a:pt x="582212" y="8"/>
                  </a:lnTo>
                  <a:lnTo>
                    <a:pt x="594341" y="8"/>
                  </a:lnTo>
                  <a:lnTo>
                    <a:pt x="606471" y="7"/>
                  </a:lnTo>
                  <a:lnTo>
                    <a:pt x="618600" y="7"/>
                  </a:lnTo>
                  <a:lnTo>
                    <a:pt x="630730" y="7"/>
                  </a:lnTo>
                  <a:lnTo>
                    <a:pt x="642859" y="6"/>
                  </a:lnTo>
                  <a:lnTo>
                    <a:pt x="654989" y="6"/>
                  </a:lnTo>
                  <a:lnTo>
                    <a:pt x="667118" y="6"/>
                  </a:lnTo>
                  <a:lnTo>
                    <a:pt x="679247" y="5"/>
                  </a:lnTo>
                  <a:lnTo>
                    <a:pt x="691377" y="5"/>
                  </a:lnTo>
                  <a:lnTo>
                    <a:pt x="703506" y="5"/>
                  </a:lnTo>
                  <a:lnTo>
                    <a:pt x="715636" y="5"/>
                  </a:lnTo>
                  <a:lnTo>
                    <a:pt x="727765" y="4"/>
                  </a:lnTo>
                  <a:lnTo>
                    <a:pt x="739895" y="4"/>
                  </a:lnTo>
                  <a:lnTo>
                    <a:pt x="752024" y="4"/>
                  </a:lnTo>
                  <a:lnTo>
                    <a:pt x="764153" y="3"/>
                  </a:lnTo>
                  <a:lnTo>
                    <a:pt x="776283" y="3"/>
                  </a:lnTo>
                  <a:lnTo>
                    <a:pt x="788412" y="3"/>
                  </a:lnTo>
                  <a:lnTo>
                    <a:pt x="800542" y="3"/>
                  </a:lnTo>
                  <a:lnTo>
                    <a:pt x="812671" y="2"/>
                  </a:lnTo>
                  <a:lnTo>
                    <a:pt x="824801" y="2"/>
                  </a:lnTo>
                  <a:lnTo>
                    <a:pt x="836930" y="2"/>
                  </a:lnTo>
                  <a:lnTo>
                    <a:pt x="849059" y="2"/>
                  </a:lnTo>
                  <a:lnTo>
                    <a:pt x="861189" y="1"/>
                  </a:lnTo>
                  <a:lnTo>
                    <a:pt x="873318" y="1"/>
                  </a:lnTo>
                  <a:lnTo>
                    <a:pt x="885448" y="1"/>
                  </a:lnTo>
                  <a:lnTo>
                    <a:pt x="897577" y="1"/>
                  </a:lnTo>
                  <a:lnTo>
                    <a:pt x="909706" y="0"/>
                  </a:lnTo>
                  <a:lnTo>
                    <a:pt x="921836" y="0"/>
                  </a:lnTo>
                  <a:lnTo>
                    <a:pt x="933965" y="0"/>
                  </a:lnTo>
                  <a:lnTo>
                    <a:pt x="946095" y="0"/>
                  </a:lnTo>
                  <a:lnTo>
                    <a:pt x="958224" y="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964062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21" name="rc2521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tx2522"/>
            <p:cNvSpPr/>
            <p:nvPr/>
          </p:nvSpPr>
          <p:spPr>
            <a:xfrm>
              <a:off x="9306161" y="805924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523" name="tx2523"/>
            <p:cNvSpPr/>
            <p:nvPr/>
          </p:nvSpPr>
          <p:spPr>
            <a:xfrm>
              <a:off x="9306161" y="753544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524" name="tx2524"/>
            <p:cNvSpPr/>
            <p:nvPr/>
          </p:nvSpPr>
          <p:spPr>
            <a:xfrm>
              <a:off x="9343378" y="701028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25" name="tx2525"/>
            <p:cNvSpPr/>
            <p:nvPr/>
          </p:nvSpPr>
          <p:spPr>
            <a:xfrm>
              <a:off x="9343378" y="648785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26" name="tx2526"/>
            <p:cNvSpPr/>
            <p:nvPr/>
          </p:nvSpPr>
          <p:spPr>
            <a:xfrm>
              <a:off x="9343378" y="596405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27" name="tx2527"/>
            <p:cNvSpPr/>
            <p:nvPr/>
          </p:nvSpPr>
          <p:spPr>
            <a:xfrm>
              <a:off x="9343378" y="5438837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528" name="pl2528"/>
            <p:cNvSpPr/>
            <p:nvPr/>
          </p:nvSpPr>
          <p:spPr>
            <a:xfrm>
              <a:off x="9433369" y="80995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9433369" y="75757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9433369" y="70519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9433369" y="65281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9433369" y="60043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9433369" y="54805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961395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993199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1025003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tx2537"/>
            <p:cNvSpPr/>
            <p:nvPr/>
          </p:nvSpPr>
          <p:spPr>
            <a:xfrm>
              <a:off x="958287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38" name="tx2538"/>
            <p:cNvSpPr/>
            <p:nvPr/>
          </p:nvSpPr>
          <p:spPr>
            <a:xfrm>
              <a:off x="9900914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39" name="tx2539"/>
            <p:cNvSpPr/>
            <p:nvPr/>
          </p:nvSpPr>
          <p:spPr>
            <a:xfrm>
              <a:off x="1018787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40" name="tx2540"/>
            <p:cNvSpPr/>
            <p:nvPr/>
          </p:nvSpPr>
          <p:spPr>
            <a:xfrm>
              <a:off x="9187580" y="8778708"/>
              <a:ext cx="1615213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plasmapTau181_jucker_Z</a:t>
              </a:r>
            </a:p>
          </p:txBody>
        </p:sp>
        <p:sp>
          <p:nvSpPr>
            <p:cNvPr id="2541" name="tx2541"/>
            <p:cNvSpPr/>
            <p:nvPr/>
          </p:nvSpPr>
          <p:spPr>
            <a:xfrm rot="-5400000">
              <a:off x="8225348" y="6942997"/>
              <a:ext cx="189461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RofC_plasmapT181_Jucker_Z</a:t>
              </a:r>
            </a:p>
          </p:txBody>
        </p:sp>
        <p:sp>
          <p:nvSpPr>
            <p:cNvPr id="2542" name="rc2542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rc2543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11020738" y="673423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11020738" y="640014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11020738" y="606605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11020738" y="573195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1123265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115632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1189389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11020738" y="656719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11020738" y="6233099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11020738" y="589900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11020738" y="556491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1106735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1139796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1172858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11042525" y="6545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11219880" y="6563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11252851" y="6472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11042525" y="6566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11042525" y="6496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11240170" y="645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11042525" y="6586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11042525" y="654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11376221" y="6555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11557380" y="6537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11643612" y="656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11042525" y="6582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11110850" y="6613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11183105" y="6591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11042525" y="6537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11221057" y="6494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11307199" y="6507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11441619" y="6494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11042525" y="6559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11184295" y="6552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11042525" y="6548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11170171" y="656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11042525" y="6455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11317525" y="6450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11042525" y="649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11183286" y="6540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11042525" y="6573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11116442" y="6567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11182022" y="6605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11042525" y="6532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11042525" y="6574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11042525" y="6581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11042525" y="6536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11042525" y="6583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11241893" y="6610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11509096" y="6612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11042525" y="658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11042525" y="6525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11042525" y="6565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11123684" y="6544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11042525" y="6590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11042525" y="6586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11282380" y="655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11458105" y="6486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11042525" y="6443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11118570" y="6472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11042525" y="6591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11266076" y="654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11042525" y="6448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11042525" y="64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11202007" y="6489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042525" y="6599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202670" y="6605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1042525" y="6548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1259373" y="6518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1042525" y="6643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1042525" y="6559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114626" y="6548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242830" y="6532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378395" y="652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11042525" y="6535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11241863" y="6569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11374834" y="6525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11505450" y="6418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11042525" y="6551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11178938" y="651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11042525" y="6592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11188721" y="6590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11315895" y="6576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11446511" y="6598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11573866" y="6573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11042525" y="6570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11042525" y="6592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11112208" y="6614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11187027" y="6587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11042525" y="6607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11112177" y="6606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11183467" y="6607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11275677" y="6632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11371070" y="6629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11505388" y="6589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11042525" y="6612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11195800" y="6565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11273503" y="655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11379844" y="6598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11519156" y="6592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11644699" y="6607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11042525" y="652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11042525" y="6626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11042525" y="6573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11252851" y="6604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11378164" y="6554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11042525" y="6481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11184430" y="6497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11042525" y="6567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11182001" y="6577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11042525" y="6534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11112271" y="6480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11245424" y="6475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11381112" y="6531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11512815" y="6544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11646330" y="6516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11042525" y="6589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11042525" y="656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11273141" y="6573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11042525" y="6501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11245242" y="649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11373285" y="6518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11505025" y="6486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11042525" y="6562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11187227" y="6561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11042525" y="6570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11254300" y="6492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11042525" y="6588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11042525" y="652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11252980" y="6512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11042525" y="6545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11042525" y="653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11042525" y="6606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11254059" y="6590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11042525" y="6589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11241532" y="659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11259192" y="652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11457675" y="648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11582380" y="6493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11042525" y="6577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11310992" y="623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11454166" y="6585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11042525" y="6625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11187067" y="6571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11042525" y="6523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11254844" y="6446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11042525" y="6573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11245685" y="6583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11376120" y="65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11513076" y="6532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11042525" y="6586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11180500" y="6571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11042525" y="6556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11115988" y="6542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11042525" y="6542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11042525" y="6559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11177194" y="6531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11299771" y="654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11042525" y="661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11384735" y="6604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11514627" y="6601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11042525" y="654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11042525" y="6613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11042525" y="6588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11241438" y="6602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11042525" y="6595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11241598" y="6397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11373301" y="6581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11505185" y="6573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11042525" y="6546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11116076" y="6553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11251583" y="649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11445451" y="6368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11042525" y="658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11372054" y="6520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11042525" y="6536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11448308" y="6501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11042525" y="6549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11152670" y="653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11278213" y="6551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11042525" y="6592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11170592" y="653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11042525" y="645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11189540" y="6428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11042525" y="660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11042525" y="653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11299771" y="6560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11042525" y="653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11252489" y="6527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11574409" y="6543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11042525" y="6554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11042525" y="654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11109417" y="6545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11042525" y="6508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11241575" y="646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11379256" y="6447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11511140" y="648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11042525" y="6497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11120102" y="6513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11190713" y="6524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11257924" y="6530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11042525" y="6475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11179558" y="637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11042525" y="6581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11042525" y="657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11181006" y="6601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11042525" y="651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11042525" y="6574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11042525" y="6558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11042525" y="6458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11042525" y="647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11042525" y="6527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11108342" y="653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11176764" y="651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11240532" y="6505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11379700" y="6512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11511366" y="651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11042525" y="6515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11350409" y="6335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11042525" y="6563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11123535" y="6518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11191981" y="6565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11260641" y="6541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11377188" y="6544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11574953" y="648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11042525" y="652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11132380" y="6484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11042525" y="658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11042525" y="6540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11198332" y="6582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11316257" y="659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11042525" y="6510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11131268" y="6560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11181854" y="6565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11247779" y="6547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11314989" y="6548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11436772" y="6484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11572598" y="6474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11042525" y="6563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11042525" y="6568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11042525" y="6498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11197960" y="6476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11042525" y="6517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11108689" y="6476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11176764" y="6505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11374447" y="6423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11437815" y="645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11499953" y="6398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11570967" y="6516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11042525" y="6539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11042525" y="6592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11175496" y="659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11042525" y="6470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11252489" y="643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11042525" y="6537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11042525" y="6597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11122405" y="6591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11042525" y="6579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11242706" y="6536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11463253" y="6499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11042525" y="6495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11124952" y="6498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11042525" y="6571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11186755" y="6528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11314626" y="6574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11042525" y="6547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11042525" y="6597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11042525" y="6587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11042525" y="6562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11376221" y="6531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11511728" y="6566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11660098" y="6510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11042525" y="6582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11042525" y="6568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11042525" y="6623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11259192" y="6604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11042525" y="65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11110097" y="6576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11042525" y="6509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11042525" y="6588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11174228" y="6587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11306112" y="6584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11042525" y="6494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11175587" y="6480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11042525" y="6530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11042525" y="6579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11042525" y="6551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11265351" y="6597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11432894" y="6544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11042525" y="6548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11186728" y="6571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11313902" y="654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11042525" y="653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11042525" y="6518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11042525" y="6566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11249047" y="656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11647417" y="6476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11042525" y="6553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11042525" y="6532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11313540" y="6595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11042525" y="6550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11183286" y="652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11042525" y="6445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11113508" y="6457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11181986" y="6468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11308644" y="646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11364595" y="6472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11466044" y="6451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11042525" y="6556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11042525" y="656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11115935" y="6557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11042525" y="656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11042525" y="648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11241619" y="6472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11042525" y="6593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11242039" y="6568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11435641" y="6579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11570062" y="6577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11704301" y="6421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11042525" y="6520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11109154" y="6528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11256655" y="6559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11424772" y="6560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11572235" y="6557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11042525" y="6531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11249047" y="6554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11377851" y="6579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11042525" y="6561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11202489" y="6538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11316438" y="6531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11042525" y="6587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11042525" y="6497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11042525" y="6552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11042525" y="6554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11042525" y="6512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11119922" y="6503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11042525" y="6538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11236366" y="6160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11379588" y="6555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11577308" y="6577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11042525" y="6564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11042525" y="652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11253576" y="6536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11455696" y="657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11577308" y="6586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11042525" y="655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11042525" y="6548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11042525" y="6494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11175790" y="6528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11176773" y="6549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11042525" y="6522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11110009" y="657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11181836" y="6571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11042525" y="6581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11188539" y="6595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11314083" y="6586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11042525" y="647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11111003" y="6350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11178463" y="6331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11244337" y="6450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11330569" y="6358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11042525" y="6551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11241076" y="6556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11373986" y="6561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11507199" y="6568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11042525" y="6581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11198411" y="6546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11042525" y="6531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11114296" y="6522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11171692" y="6528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11042525" y="6465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11042525" y="6591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11178676" y="660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11042525" y="6559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11266076" y="6578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11042525" y="6527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11330513" y="6445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11042525" y="6619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11185709" y="655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11311547" y="6602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11042525" y="6490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11190725" y="6496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11042525" y="6595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11042525" y="6509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11042525" y="6521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11185741" y="6455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11042525" y="6587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11120061" y="6567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11188612" y="6556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11277308" y="6568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11042525" y="6614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11109682" y="6607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11042525" y="6569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11042525" y="6572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11322555" y="6583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11445184" y="6561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11042525" y="6469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11042525" y="6572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11120605" y="6448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11183763" y="648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11249771" y="6403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11395424" y="6334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11514446" y="6334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11042525" y="6531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11337634" y="6552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11455569" y="6543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11042525" y="6616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11042525" y="654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11042525" y="649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11252489" y="6530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11042525" y="6512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11122390" y="6464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11042525" y="6524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11119757" y="6519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11181836" y="6503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11042525" y="6586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11190725" y="6538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11042525" y="651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11176221" y="662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11312090" y="6557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11042525" y="6509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11042525" y="6568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11244155" y="6532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11042525" y="6565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11042525" y="6594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11185666" y="6564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11042525" y="6493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11241881" y="6561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11392605" y="6557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11504200" y="6556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11042525" y="6501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11185641" y="6526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11250858" y="6550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11382199" y="6573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11501402" y="6550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11042525" y="6624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11170558" y="6552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11042525" y="6588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11042525" y="6532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11042525" y="6567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11187008" y="6544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11042525" y="6588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11179291" y="6615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11042525" y="6591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11409790" y="6577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11042525" y="6553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11042525" y="6525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11042525" y="6622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11042525" y="6594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11042525" y="6519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11042525" y="6559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11042525" y="6525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11042525" y="6612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11254119" y="6635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11548141" y="662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11042525" y="6533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11042525" y="6491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11119872" y="644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11042525" y="6583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11241893" y="6584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11509096" y="658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11042525" y="6517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11171692" y="6535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11042525" y="6524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11042525" y="645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11181043" y="6377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11319155" y="642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11042525" y="6545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11246578" y="6566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11378281" y="6580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11510165" y="6556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11042525" y="650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11245323" y="6522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11382098" y="6502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11505105" y="6488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11042525" y="652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11042525" y="6560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11181112" y="6564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11042525" y="6519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11042525" y="6460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11175571" y="6497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11042525" y="6481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11244518" y="645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11445035" y="6427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11042525" y="654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11307561" y="6561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11042525" y="658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11236440" y="6574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11368143" y="6535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11501295" y="6530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11042525" y="656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11182923" y="655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11042525" y="6549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11042525" y="6546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11303395" y="6523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11450677" y="6258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11579663" y="6078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11042525" y="6545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11042525" y="6553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11251402" y="6535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11465895" y="6442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11042525" y="6525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11042525" y="6601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11042525" y="6575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11242525" y="6583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11381902" y="6563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11516257" y="6586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11042525" y="6541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11195967" y="6522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11311184" y="6528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11042525" y="6561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11042525" y="6586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11242806" y="6558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11042525" y="6578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11241503" y="6549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11042525" y="6463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11101123" y="6526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11190978" y="6517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11388804" y="6435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11517971" y="6394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11042525" y="6594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11042525" y="6502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11122416" y="6495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11432005" y="6608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11042525" y="6502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11042525" y="6566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11042525" y="649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11437996" y="6499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11042525" y="6580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11268068" y="6553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11042525" y="6568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11113902" y="6545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11242525" y="6575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11042525" y="6509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11042525" y="6489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11252883" y="6441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11042525" y="6559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11175762" y="6551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11042525" y="6533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11204780" y="6497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11322598" y="6552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11042525" y="652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11179434" y="6539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11042525" y="6587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11121329" y="656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11278442" y="656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11042525" y="6526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11118608" y="6542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11204844" y="6528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11318793" y="65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11450677" y="6576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11631294" y="6587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11042525" y="6442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11335641" y="634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11042525" y="657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11285641" y="6577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11042525" y="6449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11042525" y="657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11042525" y="6589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11258123" y="657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11378956" y="6576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11515188" y="6590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11042525" y="6560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11042525" y="6448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11042525" y="6555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11265895" y="6508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11042525" y="6488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11245424" y="6504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11042525" y="6543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11042525" y="6575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11178213" y="6566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11042525" y="6609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11193401" y="6613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11307380" y="6607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11440532" y="6598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11042525" y="6573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11042525" y="6565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11042525" y="6519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11221238" y="6499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11309916" y="651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11441801" y="6448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11042525" y="6532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11042525" y="6601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11258957" y="6586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11042525" y="652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11042525" y="6494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11042525" y="6458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11176821" y="6517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11042525" y="6572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11241800" y="6567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11373557" y="6544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11506656" y="649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11042525" y="6518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11254119" y="653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11042525" y="652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11184340" y="6526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11312271" y="6481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11042525" y="6564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11265532" y="6546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11042525" y="6564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11182923" y="6538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11042525" y="6529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11192163" y="6603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11042525" y="6606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11241438" y="6572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11042525" y="6513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11042525" y="6572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11115532" y="6461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11174409" y="6531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11253576" y="651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11317344" y="6514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11506125" y="6465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11633105" y="6443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11042525" y="6507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11247416" y="6515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11042525" y="6512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11129984" y="6536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11042525" y="6600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11111849" y="6609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11182923" y="6609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11251583" y="6574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11042525" y="6563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11114166" y="6514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11042525" y="6565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11193401" y="6558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11297235" y="6535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11440532" y="650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11042525" y="6557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11242743" y="652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11365388" y="6550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11511221" y="6500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11042525" y="6522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11042525" y="6527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11042525" y="6645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11121148" y="6603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11042525" y="654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11341794" y="6455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11445424" y="6557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11042525" y="6513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11170150" y="6401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11042525" y="6564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11042525" y="6585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11174305" y="657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11042525" y="6545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11205931" y="6077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11042525" y="6588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11246148" y="6576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11379482" y="6600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11505388" y="6578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11639265" y="6570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11042525" y="6540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11252851" y="652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11042525" y="6499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11400134" y="653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11042525" y="6540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11241438" y="650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11042525" y="6476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11042525" y="6515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11170171" y="6559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11042525" y="6573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11042525" y="654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11252851" y="6487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11042525" y="6525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11042525" y="6599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11205931" y="6615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11318793" y="6598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11042525" y="6575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11042525" y="6515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11111135" y="6447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11042525" y="6582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11042525" y="6466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11120242" y="6419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11195967" y="6415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11249123" y="6403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11320061" y="6432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11042525" y="6544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11241335" y="6607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11042525" y="6575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11255568" y="6569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11379585" y="6571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11509011" y="6507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11042525" y="6579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11168250" y="6566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11310279" y="6560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11441801" y="6562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11282199" y="6525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11415841" y="6556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11042525" y="6445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11102628" y="6423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11185236" y="6410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11042525" y="657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11114807" y="6603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11188909" y="6591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11247597" y="6523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11314445" y="6524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11444911" y="6499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11622417" y="651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11042525" y="6545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11042525" y="6524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11243793" y="647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11042525" y="6572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11116076" y="6551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11529119" y="6465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11042525" y="6502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11042525" y="657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11182824" y="6505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11042525" y="655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11042525" y="6553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11042525" y="6581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11042525" y="6554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11444880" y="6529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11516438" y="6517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11042525" y="6569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11190783" y="6564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11245242" y="6582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11320424" y="658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11435403" y="6559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11042525" y="6480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11241619" y="6414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11042525" y="6554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11042525" y="6532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11117344" y="654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11239502" y="648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11042525" y="649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11249047" y="65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11399953" y="6499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11576583" y="646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11042525" y="6450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11274590" y="6263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11042525" y="6530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11251039" y="650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11373342" y="6546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11503938" y="6525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11042525" y="651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11108729" y="654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11178757" y="6513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11042525" y="6551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11042525" y="6550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11042525" y="6528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11197072" y="6399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11042525" y="6521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11042525" y="6542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11245242" y="6516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11042525" y="6560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11250875" y="6527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11459000" y="6589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11570605" y="6570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11709554" y="6557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11042525" y="6586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11042525" y="6462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11117010" y="6485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11182952" y="6439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11042525" y="6593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11188177" y="658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11042525" y="6592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11174374" y="6574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11241438" y="6573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11042525" y="6546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11184378" y="6550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11042525" y="6472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11247825" y="6501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11366847" y="6522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11502536" y="6451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11042525" y="6493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11245242" y="660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11388211" y="6569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11505388" y="6534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11042525" y="6449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11120911" y="6474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11195967" y="6428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11324047" y="6494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11042525" y="6611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11192439" y="6633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11306474" y="6601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11042525" y="6579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11042525" y="6584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11351561" y="6609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11042525" y="6512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11042525" y="645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11042525" y="6559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11188539" y="6565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11042525" y="6515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11180793" y="6547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11316076" y="6523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11042525" y="6566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11277308" y="6576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11042525" y="6455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11042525" y="6470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11208574" y="6492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11307380" y="6469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11042525" y="6560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11042525" y="6505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11209554" y="649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11318793" y="6505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11042525" y="6608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11188358" y="6594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11042525" y="6538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11388532" y="6516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11042525" y="660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11042525" y="6518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11240688" y="657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11042525" y="6570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11179316" y="6584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11042525" y="6567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11042525" y="6550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11109700" y="654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11042525" y="6592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11175473" y="6600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11042525" y="651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11167986" y="6486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11042525" y="6556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11116551" y="6524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11185641" y="6498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11042525" y="6466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11042525" y="6525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11042525" y="658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11512996" y="6469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11042525" y="6479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11256655" y="6460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11042525" y="6555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11042525" y="6556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11042525" y="656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11242163" y="6562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11378395" y="6558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11509011" y="6566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11639627" y="6575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11175629" y="650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11042525" y="6545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11257924" y="6577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11383379" y="6566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11506475" y="6573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11042525" y="6524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11124952" y="650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11426764" y="646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11042525" y="655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11227605" y="652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11373322" y="6560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11042525" y="6534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11255206" y="6607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11427821" y="660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11042525" y="6481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11042525" y="6567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11179300" y="6597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11308648" y="656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11371873" y="6554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11042525" y="6581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11241124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t3391"/>
            <p:cNvSpPr/>
            <p:nvPr/>
          </p:nvSpPr>
          <p:spPr>
            <a:xfrm>
              <a:off x="11042525" y="6562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t3392"/>
            <p:cNvSpPr/>
            <p:nvPr/>
          </p:nvSpPr>
          <p:spPr>
            <a:xfrm>
              <a:off x="11239041" y="6549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t3393"/>
            <p:cNvSpPr/>
            <p:nvPr/>
          </p:nvSpPr>
          <p:spPr>
            <a:xfrm>
              <a:off x="11042525" y="6574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t3394"/>
            <p:cNvSpPr/>
            <p:nvPr/>
          </p:nvSpPr>
          <p:spPr>
            <a:xfrm>
              <a:off x="11042525" y="658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t3395"/>
            <p:cNvSpPr/>
            <p:nvPr/>
          </p:nvSpPr>
          <p:spPr>
            <a:xfrm>
              <a:off x="11042525" y="6545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t3396"/>
            <p:cNvSpPr/>
            <p:nvPr/>
          </p:nvSpPr>
          <p:spPr>
            <a:xfrm>
              <a:off x="11177194" y="6469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t3397"/>
            <p:cNvSpPr/>
            <p:nvPr/>
          </p:nvSpPr>
          <p:spPr>
            <a:xfrm>
              <a:off x="11299771" y="646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t3398"/>
            <p:cNvSpPr/>
            <p:nvPr/>
          </p:nvSpPr>
          <p:spPr>
            <a:xfrm>
              <a:off x="11042525" y="6529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11244120" y="6590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11042525" y="6569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11042525" y="6575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11257380" y="6555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11461728" y="6531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11042525" y="6550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11042525" y="6551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11187047" y="6554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11042525" y="6573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11042525" y="6617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11182923" y="6597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11042525" y="6448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11181112" y="6411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11042525" y="6585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11180692" y="6599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11042525" y="6517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11042525" y="6517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11195496" y="6504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11175383" y="6592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11313358" y="6599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11042525" y="6559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11175571" y="6565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11042525" y="657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11042525" y="6575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11239041" y="6569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11374911" y="6568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11506795" y="6439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11042525" y="6596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11185641" y="66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11042525" y="6561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11188539" y="6556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11320061" y="6510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11042525" y="6566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11245786" y="658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11384574" y="6553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11498685" y="6571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11042525" y="6572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11093746" y="6564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11253032" y="6560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11382267" y="6551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11502670" y="6564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11042525" y="6458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11251583" y="6450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11042525" y="6458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11107151" y="644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11180702" y="6424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11262213" y="634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11042525" y="65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11309916" y="6610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11442887" y="659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11042525" y="657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11042525" y="6539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11042525" y="6572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11042525" y="6588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11187064" y="6517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11312815" y="6557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11042525" y="6520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11042525" y="6569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11067351" y="6569870"/>
              <a:ext cx="177355" cy="18640"/>
            </a:xfrm>
            <a:custGeom>
              <a:avLst/>
              <a:pathLst>
                <a:path w="177355" h="18640">
                  <a:moveTo>
                    <a:pt x="0" y="0"/>
                  </a:moveTo>
                  <a:lnTo>
                    <a:pt x="177355" y="186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11067351" y="6478281"/>
              <a:ext cx="197645" cy="43006"/>
            </a:xfrm>
            <a:custGeom>
              <a:avLst/>
              <a:pathLst>
                <a:path w="197645" h="43006">
                  <a:moveTo>
                    <a:pt x="0" y="43006"/>
                  </a:moveTo>
                  <a:lnTo>
                    <a:pt x="1976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11067351" y="6562327"/>
              <a:ext cx="601087" cy="25975"/>
            </a:xfrm>
            <a:custGeom>
              <a:avLst/>
              <a:pathLst>
                <a:path w="601087" h="25975">
                  <a:moveTo>
                    <a:pt x="0" y="11297"/>
                  </a:moveTo>
                  <a:lnTo>
                    <a:pt x="333696" y="17679"/>
                  </a:lnTo>
                  <a:lnTo>
                    <a:pt x="514855" y="0"/>
                  </a:lnTo>
                  <a:lnTo>
                    <a:pt x="601087" y="259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11067351" y="6607713"/>
              <a:ext cx="140579" cy="30179"/>
            </a:xfrm>
            <a:custGeom>
              <a:avLst/>
              <a:pathLst>
                <a:path w="140579" h="30179">
                  <a:moveTo>
                    <a:pt x="0" y="0"/>
                  </a:moveTo>
                  <a:lnTo>
                    <a:pt x="68325" y="30179"/>
                  </a:lnTo>
                  <a:lnTo>
                    <a:pt x="140579" y="90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11067351" y="6519444"/>
              <a:ext cx="399094" cy="43229"/>
            </a:xfrm>
            <a:custGeom>
              <a:avLst/>
              <a:pathLst>
                <a:path w="399094" h="43229">
                  <a:moveTo>
                    <a:pt x="0" y="43229"/>
                  </a:moveTo>
                  <a:lnTo>
                    <a:pt x="178531" y="70"/>
                  </a:lnTo>
                  <a:lnTo>
                    <a:pt x="264674" y="12881"/>
                  </a:lnTo>
                  <a:lnTo>
                    <a:pt x="3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11067351" y="6577486"/>
              <a:ext cx="141769" cy="6619"/>
            </a:xfrm>
            <a:custGeom>
              <a:avLst/>
              <a:pathLst>
                <a:path w="141769" h="6619">
                  <a:moveTo>
                    <a:pt x="0" y="6619"/>
                  </a:moveTo>
                  <a:lnTo>
                    <a:pt x="141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11067351" y="6573279"/>
              <a:ext cx="127646" cy="16811"/>
            </a:xfrm>
            <a:custGeom>
              <a:avLst/>
              <a:pathLst>
                <a:path w="127646" h="16811">
                  <a:moveTo>
                    <a:pt x="0" y="0"/>
                  </a:moveTo>
                  <a:lnTo>
                    <a:pt x="127646" y="168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11067351" y="6475321"/>
              <a:ext cx="275000" cy="5237"/>
            </a:xfrm>
            <a:custGeom>
              <a:avLst/>
              <a:pathLst>
                <a:path w="275000" h="5237">
                  <a:moveTo>
                    <a:pt x="0" y="5237"/>
                  </a:moveTo>
                  <a:lnTo>
                    <a:pt x="275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11067351" y="6523853"/>
              <a:ext cx="140761" cy="41576"/>
            </a:xfrm>
            <a:custGeom>
              <a:avLst/>
              <a:pathLst>
                <a:path w="140761" h="41576">
                  <a:moveTo>
                    <a:pt x="0" y="0"/>
                  </a:moveTo>
                  <a:lnTo>
                    <a:pt x="140761" y="415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11067351" y="6592132"/>
              <a:ext cx="139496" cy="38392"/>
            </a:xfrm>
            <a:custGeom>
              <a:avLst/>
              <a:pathLst>
                <a:path w="139496" h="38392">
                  <a:moveTo>
                    <a:pt x="0" y="6105"/>
                  </a:moveTo>
                  <a:lnTo>
                    <a:pt x="73917" y="0"/>
                  </a:lnTo>
                  <a:lnTo>
                    <a:pt x="139496" y="383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11067351" y="6608503"/>
              <a:ext cx="466571" cy="28990"/>
            </a:xfrm>
            <a:custGeom>
              <a:avLst/>
              <a:pathLst>
                <a:path w="466571" h="28990">
                  <a:moveTo>
                    <a:pt x="0" y="0"/>
                  </a:moveTo>
                  <a:lnTo>
                    <a:pt x="199368" y="27160"/>
                  </a:lnTo>
                  <a:lnTo>
                    <a:pt x="466571" y="289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11067351" y="6569385"/>
              <a:ext cx="81159" cy="21373"/>
            </a:xfrm>
            <a:custGeom>
              <a:avLst/>
              <a:pathLst>
                <a:path w="81159" h="21373">
                  <a:moveTo>
                    <a:pt x="0" y="21373"/>
                  </a:moveTo>
                  <a:lnTo>
                    <a:pt x="81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11067351" y="6510993"/>
              <a:ext cx="415580" cy="100777"/>
            </a:xfrm>
            <a:custGeom>
              <a:avLst/>
              <a:pathLst>
                <a:path w="415580" h="100777">
                  <a:moveTo>
                    <a:pt x="0" y="100777"/>
                  </a:moveTo>
                  <a:lnTo>
                    <a:pt x="239855" y="72648"/>
                  </a:lnTo>
                  <a:lnTo>
                    <a:pt x="415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11067351" y="6468779"/>
              <a:ext cx="76044" cy="28949"/>
            </a:xfrm>
            <a:custGeom>
              <a:avLst/>
              <a:pathLst>
                <a:path w="76044" h="28949">
                  <a:moveTo>
                    <a:pt x="0" y="0"/>
                  </a:moveTo>
                  <a:lnTo>
                    <a:pt x="76044" y="289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11067351" y="6565939"/>
              <a:ext cx="223550" cy="50597"/>
            </a:xfrm>
            <a:custGeom>
              <a:avLst/>
              <a:pathLst>
                <a:path w="223550" h="50597">
                  <a:moveTo>
                    <a:pt x="0" y="50597"/>
                  </a:moveTo>
                  <a:lnTo>
                    <a:pt x="2235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11067351" y="6509541"/>
              <a:ext cx="159481" cy="4717"/>
            </a:xfrm>
            <a:custGeom>
              <a:avLst/>
              <a:pathLst>
                <a:path w="159481" h="4717">
                  <a:moveTo>
                    <a:pt x="0" y="0"/>
                  </a:moveTo>
                  <a:lnTo>
                    <a:pt x="159481" y="47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11067351" y="6624637"/>
              <a:ext cx="160145" cy="5259"/>
            </a:xfrm>
            <a:custGeom>
              <a:avLst/>
              <a:pathLst>
                <a:path w="160145" h="5259">
                  <a:moveTo>
                    <a:pt x="0" y="0"/>
                  </a:moveTo>
                  <a:lnTo>
                    <a:pt x="160145" y="52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11067351" y="6543080"/>
              <a:ext cx="216848" cy="30318"/>
            </a:xfrm>
            <a:custGeom>
              <a:avLst/>
              <a:pathLst>
                <a:path w="216848" h="30318">
                  <a:moveTo>
                    <a:pt x="0" y="30318"/>
                  </a:moveTo>
                  <a:lnTo>
                    <a:pt x="2168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11067351" y="6551319"/>
              <a:ext cx="335869" cy="32557"/>
            </a:xfrm>
            <a:custGeom>
              <a:avLst/>
              <a:pathLst>
                <a:path w="335869" h="32557">
                  <a:moveTo>
                    <a:pt x="0" y="32557"/>
                  </a:moveTo>
                  <a:lnTo>
                    <a:pt x="72101" y="22076"/>
                  </a:lnTo>
                  <a:lnTo>
                    <a:pt x="200305" y="5843"/>
                  </a:lnTo>
                  <a:lnTo>
                    <a:pt x="3358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11067351" y="6443394"/>
              <a:ext cx="462925" cy="150959"/>
            </a:xfrm>
            <a:custGeom>
              <a:avLst/>
              <a:pathLst>
                <a:path w="462925" h="150959">
                  <a:moveTo>
                    <a:pt x="0" y="117233"/>
                  </a:moveTo>
                  <a:lnTo>
                    <a:pt x="199338" y="150959"/>
                  </a:lnTo>
                  <a:lnTo>
                    <a:pt x="332309" y="106869"/>
                  </a:lnTo>
                  <a:lnTo>
                    <a:pt x="462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11067351" y="6542592"/>
              <a:ext cx="136413" cy="34180"/>
            </a:xfrm>
            <a:custGeom>
              <a:avLst/>
              <a:pathLst>
                <a:path w="136413" h="34180">
                  <a:moveTo>
                    <a:pt x="0" y="34180"/>
                  </a:moveTo>
                  <a:lnTo>
                    <a:pt x="1364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11067351" y="6598486"/>
              <a:ext cx="531341" cy="24960"/>
            </a:xfrm>
            <a:custGeom>
              <a:avLst/>
              <a:pathLst>
                <a:path w="531341" h="24960">
                  <a:moveTo>
                    <a:pt x="0" y="18426"/>
                  </a:moveTo>
                  <a:lnTo>
                    <a:pt x="146195" y="16799"/>
                  </a:lnTo>
                  <a:lnTo>
                    <a:pt x="273369" y="2436"/>
                  </a:lnTo>
                  <a:lnTo>
                    <a:pt x="403985" y="24960"/>
                  </a:lnTo>
                  <a:lnTo>
                    <a:pt x="5313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11067351" y="6612210"/>
              <a:ext cx="144502" cy="27225"/>
            </a:xfrm>
            <a:custGeom>
              <a:avLst/>
              <a:pathLst>
                <a:path w="144502" h="27225">
                  <a:moveTo>
                    <a:pt x="0" y="5182"/>
                  </a:moveTo>
                  <a:lnTo>
                    <a:pt x="69683" y="27225"/>
                  </a:lnTo>
                  <a:lnTo>
                    <a:pt x="144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11067351" y="6613944"/>
              <a:ext cx="462862" cy="43636"/>
            </a:xfrm>
            <a:custGeom>
              <a:avLst/>
              <a:pathLst>
                <a:path w="462862" h="43636">
                  <a:moveTo>
                    <a:pt x="0" y="18679"/>
                  </a:moveTo>
                  <a:lnTo>
                    <a:pt x="69652" y="17606"/>
                  </a:lnTo>
                  <a:lnTo>
                    <a:pt x="140942" y="18201"/>
                  </a:lnTo>
                  <a:lnTo>
                    <a:pt x="233152" y="43636"/>
                  </a:lnTo>
                  <a:lnTo>
                    <a:pt x="328544" y="40297"/>
                  </a:lnTo>
                  <a:lnTo>
                    <a:pt x="462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11067351" y="6582556"/>
              <a:ext cx="602174" cy="55139"/>
            </a:xfrm>
            <a:custGeom>
              <a:avLst/>
              <a:pathLst>
                <a:path w="602174" h="55139">
                  <a:moveTo>
                    <a:pt x="0" y="55139"/>
                  </a:moveTo>
                  <a:lnTo>
                    <a:pt x="153275" y="7735"/>
                  </a:lnTo>
                  <a:lnTo>
                    <a:pt x="230978" y="0"/>
                  </a:lnTo>
                  <a:lnTo>
                    <a:pt x="337319" y="40797"/>
                  </a:lnTo>
                  <a:lnTo>
                    <a:pt x="476630" y="34556"/>
                  </a:lnTo>
                  <a:lnTo>
                    <a:pt x="602174" y="501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11067351" y="6579183"/>
              <a:ext cx="335638" cy="50082"/>
            </a:xfrm>
            <a:custGeom>
              <a:avLst/>
              <a:pathLst>
                <a:path w="335638" h="50082">
                  <a:moveTo>
                    <a:pt x="0" y="18776"/>
                  </a:moveTo>
                  <a:lnTo>
                    <a:pt x="210326" y="50082"/>
                  </a:lnTo>
                  <a:lnTo>
                    <a:pt x="3356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11067351" y="6506582"/>
              <a:ext cx="141904" cy="15829"/>
            </a:xfrm>
            <a:custGeom>
              <a:avLst/>
              <a:pathLst>
                <a:path w="141904" h="15829">
                  <a:moveTo>
                    <a:pt x="0" y="0"/>
                  </a:moveTo>
                  <a:lnTo>
                    <a:pt x="141904" y="158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11067351" y="6592507"/>
              <a:ext cx="139476" cy="9867"/>
            </a:xfrm>
            <a:custGeom>
              <a:avLst/>
              <a:pathLst>
                <a:path w="139476" h="9867">
                  <a:moveTo>
                    <a:pt x="0" y="0"/>
                  </a:moveTo>
                  <a:lnTo>
                    <a:pt x="139476" y="98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11067351" y="6500193"/>
              <a:ext cx="603805" cy="68900"/>
            </a:xfrm>
            <a:custGeom>
              <a:avLst/>
              <a:pathLst>
                <a:path w="603805" h="68900">
                  <a:moveTo>
                    <a:pt x="0" y="58744"/>
                  </a:moveTo>
                  <a:lnTo>
                    <a:pt x="69746" y="4950"/>
                  </a:lnTo>
                  <a:lnTo>
                    <a:pt x="202898" y="0"/>
                  </a:lnTo>
                  <a:lnTo>
                    <a:pt x="338587" y="55728"/>
                  </a:lnTo>
                  <a:lnTo>
                    <a:pt x="470290" y="68900"/>
                  </a:lnTo>
                  <a:lnTo>
                    <a:pt x="603805" y="407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11067351" y="6589690"/>
              <a:ext cx="230616" cy="8393"/>
            </a:xfrm>
            <a:custGeom>
              <a:avLst/>
              <a:pathLst>
                <a:path w="230616" h="8393">
                  <a:moveTo>
                    <a:pt x="0" y="0"/>
                  </a:moveTo>
                  <a:lnTo>
                    <a:pt x="230616" y="839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11067351" y="6511804"/>
              <a:ext cx="462500" cy="31235"/>
            </a:xfrm>
            <a:custGeom>
              <a:avLst/>
              <a:pathLst>
                <a:path w="462500" h="31235">
                  <a:moveTo>
                    <a:pt x="0" y="14921"/>
                  </a:moveTo>
                  <a:lnTo>
                    <a:pt x="202717" y="11258"/>
                  </a:lnTo>
                  <a:lnTo>
                    <a:pt x="330760" y="31235"/>
                  </a:lnTo>
                  <a:lnTo>
                    <a:pt x="4625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11067351" y="6586666"/>
              <a:ext cx="144701" cy="331"/>
            </a:xfrm>
            <a:custGeom>
              <a:avLst/>
              <a:pathLst>
                <a:path w="144701" h="331">
                  <a:moveTo>
                    <a:pt x="0" y="331"/>
                  </a:moveTo>
                  <a:lnTo>
                    <a:pt x="144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11067351" y="6516852"/>
              <a:ext cx="211775" cy="78468"/>
            </a:xfrm>
            <a:custGeom>
              <a:avLst/>
              <a:pathLst>
                <a:path w="211775" h="78468">
                  <a:moveTo>
                    <a:pt x="0" y="78468"/>
                  </a:moveTo>
                  <a:lnTo>
                    <a:pt x="2117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11067351" y="6615668"/>
              <a:ext cx="211534" cy="15506"/>
            </a:xfrm>
            <a:custGeom>
              <a:avLst/>
              <a:pathLst>
                <a:path w="211534" h="15506">
                  <a:moveTo>
                    <a:pt x="0" y="15506"/>
                  </a:moveTo>
                  <a:lnTo>
                    <a:pt x="2115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11067351" y="6614643"/>
              <a:ext cx="199007" cy="5900"/>
            </a:xfrm>
            <a:custGeom>
              <a:avLst/>
              <a:pathLst>
                <a:path w="199007" h="5900">
                  <a:moveTo>
                    <a:pt x="0" y="0"/>
                  </a:moveTo>
                  <a:lnTo>
                    <a:pt x="199007" y="59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11284018" y="6514613"/>
              <a:ext cx="323188" cy="38268"/>
            </a:xfrm>
            <a:custGeom>
              <a:avLst/>
              <a:pathLst>
                <a:path w="323188" h="38268">
                  <a:moveTo>
                    <a:pt x="0" y="38268"/>
                  </a:moveTo>
                  <a:lnTo>
                    <a:pt x="198483" y="0"/>
                  </a:lnTo>
                  <a:lnTo>
                    <a:pt x="323188" y="38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11067351" y="6263702"/>
              <a:ext cx="411641" cy="346216"/>
            </a:xfrm>
            <a:custGeom>
              <a:avLst/>
              <a:pathLst>
                <a:path w="411641" h="346216">
                  <a:moveTo>
                    <a:pt x="0" y="339026"/>
                  </a:moveTo>
                  <a:lnTo>
                    <a:pt x="268467" y="0"/>
                  </a:lnTo>
                  <a:lnTo>
                    <a:pt x="411641" y="346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11067351" y="6595855"/>
              <a:ext cx="144542" cy="54889"/>
            </a:xfrm>
            <a:custGeom>
              <a:avLst/>
              <a:pathLst>
                <a:path w="144542" h="54889">
                  <a:moveTo>
                    <a:pt x="0" y="54889"/>
                  </a:moveTo>
                  <a:lnTo>
                    <a:pt x="1445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11067351" y="6471630"/>
              <a:ext cx="212319" cy="76533"/>
            </a:xfrm>
            <a:custGeom>
              <a:avLst/>
              <a:pathLst>
                <a:path w="212319" h="76533">
                  <a:moveTo>
                    <a:pt x="0" y="76533"/>
                  </a:moveTo>
                  <a:lnTo>
                    <a:pt x="2123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11067351" y="6557267"/>
              <a:ext cx="470551" cy="51154"/>
            </a:xfrm>
            <a:custGeom>
              <a:avLst/>
              <a:pathLst>
                <a:path w="470551" h="51154">
                  <a:moveTo>
                    <a:pt x="0" y="40719"/>
                  </a:moveTo>
                  <a:lnTo>
                    <a:pt x="203160" y="51154"/>
                  </a:lnTo>
                  <a:lnTo>
                    <a:pt x="333595" y="15938"/>
                  </a:lnTo>
                  <a:lnTo>
                    <a:pt x="4705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11067351" y="6596559"/>
              <a:ext cx="137975" cy="14384"/>
            </a:xfrm>
            <a:custGeom>
              <a:avLst/>
              <a:pathLst>
                <a:path w="137975" h="14384">
                  <a:moveTo>
                    <a:pt x="0" y="14384"/>
                  </a:moveTo>
                  <a:lnTo>
                    <a:pt x="1379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11067351" y="6566845"/>
              <a:ext cx="73463" cy="14197"/>
            </a:xfrm>
            <a:custGeom>
              <a:avLst/>
              <a:pathLst>
                <a:path w="73463" h="14197">
                  <a:moveTo>
                    <a:pt x="0" y="14197"/>
                  </a:moveTo>
                  <a:lnTo>
                    <a:pt x="73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11067351" y="6556630"/>
              <a:ext cx="257246" cy="27478"/>
            </a:xfrm>
            <a:custGeom>
              <a:avLst/>
              <a:pathLst>
                <a:path w="257246" h="27478">
                  <a:moveTo>
                    <a:pt x="0" y="27478"/>
                  </a:moveTo>
                  <a:lnTo>
                    <a:pt x="134669" y="0"/>
                  </a:lnTo>
                  <a:lnTo>
                    <a:pt x="257246" y="161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11067351" y="6626785"/>
              <a:ext cx="472101" cy="9142"/>
            </a:xfrm>
            <a:custGeom>
              <a:avLst/>
              <a:pathLst>
                <a:path w="472101" h="9142">
                  <a:moveTo>
                    <a:pt x="0" y="9142"/>
                  </a:moveTo>
                  <a:lnTo>
                    <a:pt x="342210" y="2305"/>
                  </a:lnTo>
                  <a:lnTo>
                    <a:pt x="472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11067351" y="6613491"/>
              <a:ext cx="198913" cy="13969"/>
            </a:xfrm>
            <a:custGeom>
              <a:avLst/>
              <a:pathLst>
                <a:path w="198913" h="13969">
                  <a:moveTo>
                    <a:pt x="0" y="0"/>
                  </a:moveTo>
                  <a:lnTo>
                    <a:pt x="198913" y="139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11067351" y="6422655"/>
              <a:ext cx="462660" cy="197704"/>
            </a:xfrm>
            <a:custGeom>
              <a:avLst/>
              <a:pathLst>
                <a:path w="462660" h="197704">
                  <a:moveTo>
                    <a:pt x="0" y="197704"/>
                  </a:moveTo>
                  <a:lnTo>
                    <a:pt x="199073" y="0"/>
                  </a:lnTo>
                  <a:lnTo>
                    <a:pt x="330776" y="183253"/>
                  </a:lnTo>
                  <a:lnTo>
                    <a:pt x="462660" y="1754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11067351" y="6393724"/>
              <a:ext cx="402926" cy="184802"/>
            </a:xfrm>
            <a:custGeom>
              <a:avLst/>
              <a:pathLst>
                <a:path w="402926" h="184802">
                  <a:moveTo>
                    <a:pt x="0" y="177646"/>
                  </a:moveTo>
                  <a:lnTo>
                    <a:pt x="73550" y="184802"/>
                  </a:lnTo>
                  <a:lnTo>
                    <a:pt x="209058" y="130788"/>
                  </a:lnTo>
                  <a:lnTo>
                    <a:pt x="4029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11067351" y="6545482"/>
              <a:ext cx="329529" cy="67163"/>
            </a:xfrm>
            <a:custGeom>
              <a:avLst/>
              <a:pathLst>
                <a:path w="329529" h="67163">
                  <a:moveTo>
                    <a:pt x="0" y="67163"/>
                  </a:moveTo>
                  <a:lnTo>
                    <a:pt x="3295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11067351" y="6526411"/>
              <a:ext cx="405783" cy="34672"/>
            </a:xfrm>
            <a:custGeom>
              <a:avLst/>
              <a:pathLst>
                <a:path w="405783" h="34672">
                  <a:moveTo>
                    <a:pt x="0" y="34672"/>
                  </a:moveTo>
                  <a:lnTo>
                    <a:pt x="4057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11067351" y="6555487"/>
              <a:ext cx="235688" cy="20689"/>
            </a:xfrm>
            <a:custGeom>
              <a:avLst/>
              <a:pathLst>
                <a:path w="235688" h="20689">
                  <a:moveTo>
                    <a:pt x="0" y="19229"/>
                  </a:moveTo>
                  <a:lnTo>
                    <a:pt x="110145" y="0"/>
                  </a:lnTo>
                  <a:lnTo>
                    <a:pt x="235688" y="206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11067351" y="6562752"/>
              <a:ext cx="128067" cy="54753"/>
            </a:xfrm>
            <a:custGeom>
              <a:avLst/>
              <a:pathLst>
                <a:path w="128067" h="54753">
                  <a:moveTo>
                    <a:pt x="0" y="54753"/>
                  </a:moveTo>
                  <a:lnTo>
                    <a:pt x="1280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11067351" y="6453284"/>
              <a:ext cx="147015" cy="23578"/>
            </a:xfrm>
            <a:custGeom>
              <a:avLst/>
              <a:pathLst>
                <a:path w="147015" h="23578">
                  <a:moveTo>
                    <a:pt x="0" y="23578"/>
                  </a:moveTo>
                  <a:lnTo>
                    <a:pt x="1470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11067351" y="6552535"/>
              <a:ext cx="531884" cy="15577"/>
            </a:xfrm>
            <a:custGeom>
              <a:avLst/>
              <a:pathLst>
                <a:path w="531884" h="15577">
                  <a:moveTo>
                    <a:pt x="0" y="10129"/>
                  </a:moveTo>
                  <a:lnTo>
                    <a:pt x="209964" y="0"/>
                  </a:lnTo>
                  <a:lnTo>
                    <a:pt x="531884" y="155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11067351" y="6567161"/>
              <a:ext cx="66892" cy="3226"/>
            </a:xfrm>
            <a:custGeom>
              <a:avLst/>
              <a:pathLst>
                <a:path w="66892" h="3226">
                  <a:moveTo>
                    <a:pt x="0" y="0"/>
                  </a:moveTo>
                  <a:lnTo>
                    <a:pt x="66892" y="32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11067351" y="6471853"/>
              <a:ext cx="468615" cy="61373"/>
            </a:xfrm>
            <a:custGeom>
              <a:avLst/>
              <a:pathLst>
                <a:path w="468615" h="61373">
                  <a:moveTo>
                    <a:pt x="0" y="61373"/>
                  </a:moveTo>
                  <a:lnTo>
                    <a:pt x="199049" y="20899"/>
                  </a:lnTo>
                  <a:lnTo>
                    <a:pt x="336731" y="0"/>
                  </a:lnTo>
                  <a:lnTo>
                    <a:pt x="468615" y="348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11067351" y="6522552"/>
              <a:ext cx="215398" cy="33174"/>
            </a:xfrm>
            <a:custGeom>
              <a:avLst/>
              <a:pathLst>
                <a:path w="215398" h="33174">
                  <a:moveTo>
                    <a:pt x="0" y="0"/>
                  </a:moveTo>
                  <a:lnTo>
                    <a:pt x="77577" y="15274"/>
                  </a:lnTo>
                  <a:lnTo>
                    <a:pt x="148188" y="26415"/>
                  </a:lnTo>
                  <a:lnTo>
                    <a:pt x="215398" y="331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11067351" y="6397752"/>
              <a:ext cx="137032" cy="102987"/>
            </a:xfrm>
            <a:custGeom>
              <a:avLst/>
              <a:pathLst>
                <a:path w="137032" h="102987">
                  <a:moveTo>
                    <a:pt x="0" y="102987"/>
                  </a:moveTo>
                  <a:lnTo>
                    <a:pt x="1370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11067351" y="6599270"/>
              <a:ext cx="138481" cy="26672"/>
            </a:xfrm>
            <a:custGeom>
              <a:avLst/>
              <a:pathLst>
                <a:path w="138481" h="26672">
                  <a:moveTo>
                    <a:pt x="0" y="0"/>
                  </a:moveTo>
                  <a:lnTo>
                    <a:pt x="138481" y="266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11067351" y="6530089"/>
              <a:ext cx="468841" cy="31160"/>
            </a:xfrm>
            <a:custGeom>
              <a:avLst/>
              <a:pathLst>
                <a:path w="468841" h="31160">
                  <a:moveTo>
                    <a:pt x="0" y="21904"/>
                  </a:moveTo>
                  <a:lnTo>
                    <a:pt x="65816" y="31160"/>
                  </a:lnTo>
                  <a:lnTo>
                    <a:pt x="134239" y="10667"/>
                  </a:lnTo>
                  <a:lnTo>
                    <a:pt x="198007" y="0"/>
                  </a:lnTo>
                  <a:lnTo>
                    <a:pt x="337175" y="6891"/>
                  </a:lnTo>
                  <a:lnTo>
                    <a:pt x="468841" y="136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11067351" y="6360818"/>
              <a:ext cx="307884" cy="179111"/>
            </a:xfrm>
            <a:custGeom>
              <a:avLst/>
              <a:pathLst>
                <a:path w="307884" h="179111">
                  <a:moveTo>
                    <a:pt x="0" y="179111"/>
                  </a:moveTo>
                  <a:lnTo>
                    <a:pt x="3078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11067351" y="6506564"/>
              <a:ext cx="532428" cy="83797"/>
            </a:xfrm>
            <a:custGeom>
              <a:avLst/>
              <a:pathLst>
                <a:path w="532428" h="83797">
                  <a:moveTo>
                    <a:pt x="0" y="81533"/>
                  </a:moveTo>
                  <a:lnTo>
                    <a:pt x="81010" y="36641"/>
                  </a:lnTo>
                  <a:lnTo>
                    <a:pt x="149456" y="83797"/>
                  </a:lnTo>
                  <a:lnTo>
                    <a:pt x="218116" y="59411"/>
                  </a:lnTo>
                  <a:lnTo>
                    <a:pt x="334663" y="62662"/>
                  </a:lnTo>
                  <a:lnTo>
                    <a:pt x="5324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11067351" y="6509485"/>
              <a:ext cx="89855" cy="42697"/>
            </a:xfrm>
            <a:custGeom>
              <a:avLst/>
              <a:pathLst>
                <a:path w="89855" h="42697">
                  <a:moveTo>
                    <a:pt x="0" y="42697"/>
                  </a:moveTo>
                  <a:lnTo>
                    <a:pt x="89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11067351" y="6565090"/>
              <a:ext cx="273732" cy="54740"/>
            </a:xfrm>
            <a:custGeom>
              <a:avLst/>
              <a:pathLst>
                <a:path w="273732" h="54740">
                  <a:moveTo>
                    <a:pt x="0" y="0"/>
                  </a:moveTo>
                  <a:lnTo>
                    <a:pt x="155807" y="42484"/>
                  </a:lnTo>
                  <a:lnTo>
                    <a:pt x="273732" y="547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11067351" y="6499823"/>
              <a:ext cx="530073" cy="90067"/>
            </a:xfrm>
            <a:custGeom>
              <a:avLst/>
              <a:pathLst>
                <a:path w="530073" h="90067">
                  <a:moveTo>
                    <a:pt x="0" y="35600"/>
                  </a:moveTo>
                  <a:lnTo>
                    <a:pt x="88743" y="85643"/>
                  </a:lnTo>
                  <a:lnTo>
                    <a:pt x="139329" y="90067"/>
                  </a:lnTo>
                  <a:lnTo>
                    <a:pt x="205253" y="72132"/>
                  </a:lnTo>
                  <a:lnTo>
                    <a:pt x="272464" y="73624"/>
                  </a:lnTo>
                  <a:lnTo>
                    <a:pt x="394247" y="9389"/>
                  </a:lnTo>
                  <a:lnTo>
                    <a:pt x="5300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11067351" y="6501444"/>
              <a:ext cx="155434" cy="21928"/>
            </a:xfrm>
            <a:custGeom>
              <a:avLst/>
              <a:pathLst>
                <a:path w="155434" h="21928">
                  <a:moveTo>
                    <a:pt x="0" y="21928"/>
                  </a:moveTo>
                  <a:lnTo>
                    <a:pt x="155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11067351" y="6422873"/>
              <a:ext cx="528442" cy="119616"/>
            </a:xfrm>
            <a:custGeom>
              <a:avLst/>
              <a:pathLst>
                <a:path w="528442" h="119616">
                  <a:moveTo>
                    <a:pt x="0" y="119616"/>
                  </a:moveTo>
                  <a:lnTo>
                    <a:pt x="66164" y="78157"/>
                  </a:lnTo>
                  <a:lnTo>
                    <a:pt x="134239" y="106984"/>
                  </a:lnTo>
                  <a:lnTo>
                    <a:pt x="331922" y="25547"/>
                  </a:lnTo>
                  <a:lnTo>
                    <a:pt x="395290" y="58061"/>
                  </a:lnTo>
                  <a:lnTo>
                    <a:pt x="457428" y="0"/>
                  </a:lnTo>
                  <a:lnTo>
                    <a:pt x="528442" y="1185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11067351" y="6616388"/>
              <a:ext cx="132971" cy="1133"/>
            </a:xfrm>
            <a:custGeom>
              <a:avLst/>
              <a:pathLst>
                <a:path w="132971" h="1133">
                  <a:moveTo>
                    <a:pt x="0" y="1133"/>
                  </a:moveTo>
                  <a:lnTo>
                    <a:pt x="1329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11067351" y="6455262"/>
              <a:ext cx="209964" cy="40245"/>
            </a:xfrm>
            <a:custGeom>
              <a:avLst/>
              <a:pathLst>
                <a:path w="209964" h="40245">
                  <a:moveTo>
                    <a:pt x="0" y="40245"/>
                  </a:moveTo>
                  <a:lnTo>
                    <a:pt x="209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11067351" y="6616581"/>
              <a:ext cx="79880" cy="5894"/>
            </a:xfrm>
            <a:custGeom>
              <a:avLst/>
              <a:pathLst>
                <a:path w="79880" h="5894">
                  <a:moveTo>
                    <a:pt x="0" y="5894"/>
                  </a:moveTo>
                  <a:lnTo>
                    <a:pt x="798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11067351" y="6524588"/>
              <a:ext cx="420728" cy="80112"/>
            </a:xfrm>
            <a:custGeom>
              <a:avLst/>
              <a:pathLst>
                <a:path w="420728" h="80112">
                  <a:moveTo>
                    <a:pt x="0" y="80112"/>
                  </a:moveTo>
                  <a:lnTo>
                    <a:pt x="200181" y="37137"/>
                  </a:lnTo>
                  <a:lnTo>
                    <a:pt x="420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11067351" y="6520254"/>
              <a:ext cx="82427" cy="2873"/>
            </a:xfrm>
            <a:custGeom>
              <a:avLst/>
              <a:pathLst>
                <a:path w="82427" h="2873">
                  <a:moveTo>
                    <a:pt x="0" y="0"/>
                  </a:moveTo>
                  <a:lnTo>
                    <a:pt x="82427" y="28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11067351" y="6552968"/>
              <a:ext cx="272101" cy="46038"/>
            </a:xfrm>
            <a:custGeom>
              <a:avLst/>
              <a:pathLst>
                <a:path w="272101" h="46038">
                  <a:moveTo>
                    <a:pt x="0" y="43818"/>
                  </a:moveTo>
                  <a:lnTo>
                    <a:pt x="144229" y="0"/>
                  </a:lnTo>
                  <a:lnTo>
                    <a:pt x="272101" y="460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11067351" y="6535276"/>
              <a:ext cx="617573" cy="55605"/>
            </a:xfrm>
            <a:custGeom>
              <a:avLst/>
              <a:pathLst>
                <a:path w="617573" h="55605">
                  <a:moveTo>
                    <a:pt x="0" y="52095"/>
                  </a:moveTo>
                  <a:lnTo>
                    <a:pt x="333696" y="20902"/>
                  </a:lnTo>
                  <a:lnTo>
                    <a:pt x="469203" y="55605"/>
                  </a:lnTo>
                  <a:lnTo>
                    <a:pt x="6175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11067351" y="6629286"/>
              <a:ext cx="216666" cy="19494"/>
            </a:xfrm>
            <a:custGeom>
              <a:avLst/>
              <a:pathLst>
                <a:path w="216666" h="19494">
                  <a:moveTo>
                    <a:pt x="0" y="19494"/>
                  </a:moveTo>
                  <a:lnTo>
                    <a:pt x="2166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11067351" y="6600981"/>
              <a:ext cx="67572" cy="9923"/>
            </a:xfrm>
            <a:custGeom>
              <a:avLst/>
              <a:pathLst>
                <a:path w="67572" h="9923">
                  <a:moveTo>
                    <a:pt x="0" y="9923"/>
                  </a:moveTo>
                  <a:lnTo>
                    <a:pt x="675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11067351" y="6608864"/>
              <a:ext cx="263587" cy="4695"/>
            </a:xfrm>
            <a:custGeom>
              <a:avLst/>
              <a:pathLst>
                <a:path w="263587" h="4695">
                  <a:moveTo>
                    <a:pt x="0" y="4695"/>
                  </a:moveTo>
                  <a:lnTo>
                    <a:pt x="131703" y="3360"/>
                  </a:lnTo>
                  <a:lnTo>
                    <a:pt x="2635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11067351" y="6505495"/>
              <a:ext cx="133062" cy="13856"/>
            </a:xfrm>
            <a:custGeom>
              <a:avLst/>
              <a:pathLst>
                <a:path w="133062" h="13856">
                  <a:moveTo>
                    <a:pt x="0" y="13856"/>
                  </a:moveTo>
                  <a:lnTo>
                    <a:pt x="1330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11067351" y="6569162"/>
              <a:ext cx="390368" cy="53465"/>
            </a:xfrm>
            <a:custGeom>
              <a:avLst/>
              <a:pathLst>
                <a:path w="390368" h="53465">
                  <a:moveTo>
                    <a:pt x="0" y="6993"/>
                  </a:moveTo>
                  <a:lnTo>
                    <a:pt x="222826" y="53465"/>
                  </a:lnTo>
                  <a:lnTo>
                    <a:pt x="3903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11067351" y="6572624"/>
              <a:ext cx="271377" cy="23631"/>
            </a:xfrm>
            <a:custGeom>
              <a:avLst/>
              <a:pathLst>
                <a:path w="271377" h="23631">
                  <a:moveTo>
                    <a:pt x="0" y="632"/>
                  </a:moveTo>
                  <a:lnTo>
                    <a:pt x="144203" y="23631"/>
                  </a:lnTo>
                  <a:lnTo>
                    <a:pt x="2713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11067351" y="6500929"/>
              <a:ext cx="604891" cy="90644"/>
            </a:xfrm>
            <a:custGeom>
              <a:avLst/>
              <a:pathLst>
                <a:path w="604891" h="90644">
                  <a:moveTo>
                    <a:pt x="0" y="90644"/>
                  </a:moveTo>
                  <a:lnTo>
                    <a:pt x="206521" y="86483"/>
                  </a:lnTo>
                  <a:lnTo>
                    <a:pt x="604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11067351" y="6557072"/>
              <a:ext cx="271014" cy="63180"/>
            </a:xfrm>
            <a:custGeom>
              <a:avLst/>
              <a:pathLst>
                <a:path w="271014" h="63180">
                  <a:moveTo>
                    <a:pt x="0" y="0"/>
                  </a:moveTo>
                  <a:lnTo>
                    <a:pt x="271014" y="631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11067351" y="6545177"/>
              <a:ext cx="140761" cy="30249"/>
            </a:xfrm>
            <a:custGeom>
              <a:avLst/>
              <a:pathLst>
                <a:path w="140761" h="30249">
                  <a:moveTo>
                    <a:pt x="0" y="30249"/>
                  </a:moveTo>
                  <a:lnTo>
                    <a:pt x="140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11067351" y="6470019"/>
              <a:ext cx="423519" cy="26827"/>
            </a:xfrm>
            <a:custGeom>
              <a:avLst/>
              <a:pathLst>
                <a:path w="423519" h="26827">
                  <a:moveTo>
                    <a:pt x="0" y="0"/>
                  </a:moveTo>
                  <a:lnTo>
                    <a:pt x="70982" y="12281"/>
                  </a:lnTo>
                  <a:lnTo>
                    <a:pt x="139461" y="22957"/>
                  </a:lnTo>
                  <a:lnTo>
                    <a:pt x="266119" y="16325"/>
                  </a:lnTo>
                  <a:lnTo>
                    <a:pt x="322070" y="26827"/>
                  </a:lnTo>
                  <a:lnTo>
                    <a:pt x="423519" y="67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11067351" y="6582655"/>
              <a:ext cx="73410" cy="2678"/>
            </a:xfrm>
            <a:custGeom>
              <a:avLst/>
              <a:pathLst>
                <a:path w="73410" h="2678">
                  <a:moveTo>
                    <a:pt x="0" y="2678"/>
                  </a:moveTo>
                  <a:lnTo>
                    <a:pt x="734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11067351" y="6497644"/>
              <a:ext cx="199094" cy="12268"/>
            </a:xfrm>
            <a:custGeom>
              <a:avLst/>
              <a:pathLst>
                <a:path w="199094" h="12268">
                  <a:moveTo>
                    <a:pt x="0" y="12268"/>
                  </a:moveTo>
                  <a:lnTo>
                    <a:pt x="1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11067351" y="6446552"/>
              <a:ext cx="661776" cy="171409"/>
            </a:xfrm>
            <a:custGeom>
              <a:avLst/>
              <a:pathLst>
                <a:path w="661776" h="171409">
                  <a:moveTo>
                    <a:pt x="0" y="171409"/>
                  </a:moveTo>
                  <a:lnTo>
                    <a:pt x="199514" y="146619"/>
                  </a:lnTo>
                  <a:lnTo>
                    <a:pt x="393116" y="158036"/>
                  </a:lnTo>
                  <a:lnTo>
                    <a:pt x="527536" y="156267"/>
                  </a:lnTo>
                  <a:lnTo>
                    <a:pt x="6617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11281481" y="6582194"/>
              <a:ext cx="315580" cy="3043"/>
            </a:xfrm>
            <a:custGeom>
              <a:avLst/>
              <a:pathLst>
                <a:path w="315580" h="3043">
                  <a:moveTo>
                    <a:pt x="0" y="2200"/>
                  </a:moveTo>
                  <a:lnTo>
                    <a:pt x="168116" y="3043"/>
                  </a:lnTo>
                  <a:lnTo>
                    <a:pt x="315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11067351" y="6556715"/>
              <a:ext cx="335326" cy="47221"/>
            </a:xfrm>
            <a:custGeom>
              <a:avLst/>
              <a:pathLst>
                <a:path w="335326" h="47221">
                  <a:moveTo>
                    <a:pt x="0" y="0"/>
                  </a:moveTo>
                  <a:lnTo>
                    <a:pt x="206521" y="22340"/>
                  </a:lnTo>
                  <a:lnTo>
                    <a:pt x="335326" y="472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11067351" y="6556627"/>
              <a:ext cx="273913" cy="30033"/>
            </a:xfrm>
            <a:custGeom>
              <a:avLst/>
              <a:pathLst>
                <a:path w="273913" h="30033">
                  <a:moveTo>
                    <a:pt x="0" y="30033"/>
                  </a:moveTo>
                  <a:lnTo>
                    <a:pt x="159963" y="6314"/>
                  </a:lnTo>
                  <a:lnTo>
                    <a:pt x="273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11067351" y="6527879"/>
              <a:ext cx="77397" cy="8957"/>
            </a:xfrm>
            <a:custGeom>
              <a:avLst/>
              <a:pathLst>
                <a:path w="77397" h="8957">
                  <a:moveTo>
                    <a:pt x="0" y="8957"/>
                  </a:moveTo>
                  <a:lnTo>
                    <a:pt x="773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11067351" y="6185163"/>
              <a:ext cx="534783" cy="417156"/>
            </a:xfrm>
            <a:custGeom>
              <a:avLst/>
              <a:pathLst>
                <a:path w="534783" h="417156">
                  <a:moveTo>
                    <a:pt x="0" y="378598"/>
                  </a:moveTo>
                  <a:lnTo>
                    <a:pt x="193840" y="0"/>
                  </a:lnTo>
                  <a:lnTo>
                    <a:pt x="337062" y="395079"/>
                  </a:lnTo>
                  <a:lnTo>
                    <a:pt x="534783" y="4171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11067351" y="6546986"/>
              <a:ext cx="534783" cy="64251"/>
            </a:xfrm>
            <a:custGeom>
              <a:avLst/>
              <a:pathLst>
                <a:path w="534783" h="64251">
                  <a:moveTo>
                    <a:pt x="0" y="0"/>
                  </a:moveTo>
                  <a:lnTo>
                    <a:pt x="211050" y="14055"/>
                  </a:lnTo>
                  <a:lnTo>
                    <a:pt x="413171" y="48280"/>
                  </a:lnTo>
                  <a:lnTo>
                    <a:pt x="534783" y="642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11067351" y="6519341"/>
              <a:ext cx="133265" cy="34069"/>
            </a:xfrm>
            <a:custGeom>
              <a:avLst/>
              <a:pathLst>
                <a:path w="133265" h="34069">
                  <a:moveTo>
                    <a:pt x="0" y="0"/>
                  </a:moveTo>
                  <a:lnTo>
                    <a:pt x="133265" y="340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11067351" y="6547322"/>
              <a:ext cx="139311" cy="51690"/>
            </a:xfrm>
            <a:custGeom>
              <a:avLst/>
              <a:pathLst>
                <a:path w="139311" h="51690">
                  <a:moveTo>
                    <a:pt x="0" y="0"/>
                  </a:moveTo>
                  <a:lnTo>
                    <a:pt x="67484" y="51690"/>
                  </a:lnTo>
                  <a:lnTo>
                    <a:pt x="139311" y="490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11067351" y="6606787"/>
              <a:ext cx="271558" cy="13390"/>
            </a:xfrm>
            <a:custGeom>
              <a:avLst/>
              <a:pathLst>
                <a:path w="271558" h="13390">
                  <a:moveTo>
                    <a:pt x="0" y="0"/>
                  </a:moveTo>
                  <a:lnTo>
                    <a:pt x="146014" y="13390"/>
                  </a:lnTo>
                  <a:lnTo>
                    <a:pt x="271558" y="50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11067351" y="6356114"/>
              <a:ext cx="288043" cy="144602"/>
            </a:xfrm>
            <a:custGeom>
              <a:avLst/>
              <a:pathLst>
                <a:path w="288043" h="144602">
                  <a:moveTo>
                    <a:pt x="0" y="144602"/>
                  </a:moveTo>
                  <a:lnTo>
                    <a:pt x="68478" y="18996"/>
                  </a:lnTo>
                  <a:lnTo>
                    <a:pt x="135938" y="0"/>
                  </a:lnTo>
                  <a:lnTo>
                    <a:pt x="201811" y="119402"/>
                  </a:lnTo>
                  <a:lnTo>
                    <a:pt x="288043" y="268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11067351" y="6576632"/>
              <a:ext cx="464674" cy="16771"/>
            </a:xfrm>
            <a:custGeom>
              <a:avLst/>
              <a:pathLst>
                <a:path w="464674" h="16771">
                  <a:moveTo>
                    <a:pt x="0" y="0"/>
                  </a:moveTo>
                  <a:lnTo>
                    <a:pt x="198550" y="4362"/>
                  </a:lnTo>
                  <a:lnTo>
                    <a:pt x="331461" y="9758"/>
                  </a:lnTo>
                  <a:lnTo>
                    <a:pt x="464674" y="167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11067351" y="6571530"/>
              <a:ext cx="155886" cy="34457"/>
            </a:xfrm>
            <a:custGeom>
              <a:avLst/>
              <a:pathLst>
                <a:path w="155886" h="34457">
                  <a:moveTo>
                    <a:pt x="0" y="34457"/>
                  </a:moveTo>
                  <a:lnTo>
                    <a:pt x="1558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11067351" y="6547235"/>
              <a:ext cx="129166" cy="9289"/>
            </a:xfrm>
            <a:custGeom>
              <a:avLst/>
              <a:pathLst>
                <a:path w="129166" h="9289">
                  <a:moveTo>
                    <a:pt x="0" y="9289"/>
                  </a:moveTo>
                  <a:lnTo>
                    <a:pt x="71770" y="0"/>
                  </a:lnTo>
                  <a:lnTo>
                    <a:pt x="129166" y="55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11067351" y="6616812"/>
              <a:ext cx="136151" cy="15369"/>
            </a:xfrm>
            <a:custGeom>
              <a:avLst/>
              <a:pathLst>
                <a:path w="136151" h="15369">
                  <a:moveTo>
                    <a:pt x="0" y="0"/>
                  </a:moveTo>
                  <a:lnTo>
                    <a:pt x="136151" y="1536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11067351" y="6583917"/>
              <a:ext cx="223550" cy="19165"/>
            </a:xfrm>
            <a:custGeom>
              <a:avLst/>
              <a:pathLst>
                <a:path w="223550" h="19165">
                  <a:moveTo>
                    <a:pt x="0" y="0"/>
                  </a:moveTo>
                  <a:lnTo>
                    <a:pt x="223550" y="191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11067351" y="6580658"/>
              <a:ext cx="269022" cy="63380"/>
            </a:xfrm>
            <a:custGeom>
              <a:avLst/>
              <a:pathLst>
                <a:path w="269022" h="63380">
                  <a:moveTo>
                    <a:pt x="0" y="63380"/>
                  </a:moveTo>
                  <a:lnTo>
                    <a:pt x="143184" y="0"/>
                  </a:lnTo>
                  <a:lnTo>
                    <a:pt x="269022" y="465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11067351" y="6515121"/>
              <a:ext cx="148200" cy="6638"/>
            </a:xfrm>
            <a:custGeom>
              <a:avLst/>
              <a:pathLst>
                <a:path w="148200" h="6638">
                  <a:moveTo>
                    <a:pt x="0" y="0"/>
                  </a:moveTo>
                  <a:lnTo>
                    <a:pt x="148200" y="66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11067351" y="6480474"/>
              <a:ext cx="143216" cy="65838"/>
            </a:xfrm>
            <a:custGeom>
              <a:avLst/>
              <a:pathLst>
                <a:path w="143216" h="65838">
                  <a:moveTo>
                    <a:pt x="0" y="65838"/>
                  </a:moveTo>
                  <a:lnTo>
                    <a:pt x="1432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11067351" y="6581274"/>
              <a:ext cx="234782" cy="30681"/>
            </a:xfrm>
            <a:custGeom>
              <a:avLst/>
              <a:pathLst>
                <a:path w="234782" h="30681">
                  <a:moveTo>
                    <a:pt x="0" y="30681"/>
                  </a:moveTo>
                  <a:lnTo>
                    <a:pt x="77536" y="10921"/>
                  </a:lnTo>
                  <a:lnTo>
                    <a:pt x="146086" y="0"/>
                  </a:lnTo>
                  <a:lnTo>
                    <a:pt x="234782" y="124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11067351" y="6631883"/>
              <a:ext cx="67157" cy="7325"/>
            </a:xfrm>
            <a:custGeom>
              <a:avLst/>
              <a:pathLst>
                <a:path w="67157" h="7325">
                  <a:moveTo>
                    <a:pt x="0" y="7325"/>
                  </a:moveTo>
                  <a:lnTo>
                    <a:pt x="671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11067351" y="6586403"/>
              <a:ext cx="402659" cy="22166"/>
            </a:xfrm>
            <a:custGeom>
              <a:avLst/>
              <a:pathLst>
                <a:path w="402659" h="22166">
                  <a:moveTo>
                    <a:pt x="0" y="11182"/>
                  </a:moveTo>
                  <a:lnTo>
                    <a:pt x="280030" y="22166"/>
                  </a:lnTo>
                  <a:lnTo>
                    <a:pt x="4026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11145430" y="6359495"/>
              <a:ext cx="393841" cy="145681"/>
            </a:xfrm>
            <a:custGeom>
              <a:avLst/>
              <a:pathLst>
                <a:path w="393841" h="145681">
                  <a:moveTo>
                    <a:pt x="0" y="113975"/>
                  </a:moveTo>
                  <a:lnTo>
                    <a:pt x="63158" y="145681"/>
                  </a:lnTo>
                  <a:lnTo>
                    <a:pt x="129166" y="68989"/>
                  </a:lnTo>
                  <a:lnTo>
                    <a:pt x="274819" y="0"/>
                  </a:lnTo>
                  <a:lnTo>
                    <a:pt x="393841" y="2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11067351" y="6556522"/>
              <a:ext cx="413043" cy="20653"/>
            </a:xfrm>
            <a:custGeom>
              <a:avLst/>
              <a:pathLst>
                <a:path w="413043" h="20653">
                  <a:moveTo>
                    <a:pt x="0" y="0"/>
                  </a:moveTo>
                  <a:lnTo>
                    <a:pt x="295109" y="20653"/>
                  </a:lnTo>
                  <a:lnTo>
                    <a:pt x="413043" y="120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11067351" y="6518379"/>
              <a:ext cx="209964" cy="37359"/>
            </a:xfrm>
            <a:custGeom>
              <a:avLst/>
              <a:pathLst>
                <a:path w="209964" h="37359">
                  <a:moveTo>
                    <a:pt x="0" y="0"/>
                  </a:moveTo>
                  <a:lnTo>
                    <a:pt x="209964" y="373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11067351" y="6488916"/>
              <a:ext cx="79865" cy="48246"/>
            </a:xfrm>
            <a:custGeom>
              <a:avLst/>
              <a:pathLst>
                <a:path w="79865" h="48246">
                  <a:moveTo>
                    <a:pt x="0" y="48246"/>
                  </a:moveTo>
                  <a:lnTo>
                    <a:pt x="798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11067351" y="6528663"/>
              <a:ext cx="139311" cy="20175"/>
            </a:xfrm>
            <a:custGeom>
              <a:avLst/>
              <a:pathLst>
                <a:path w="139311" h="20175">
                  <a:moveTo>
                    <a:pt x="0" y="20175"/>
                  </a:moveTo>
                  <a:lnTo>
                    <a:pt x="77232" y="15849"/>
                  </a:lnTo>
                  <a:lnTo>
                    <a:pt x="139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11067351" y="6563528"/>
              <a:ext cx="148200" cy="47504"/>
            </a:xfrm>
            <a:custGeom>
              <a:avLst/>
              <a:pathLst>
                <a:path w="148200" h="47504">
                  <a:moveTo>
                    <a:pt x="0" y="47504"/>
                  </a:moveTo>
                  <a:lnTo>
                    <a:pt x="1482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11067351" y="6542402"/>
              <a:ext cx="269565" cy="108874"/>
            </a:xfrm>
            <a:custGeom>
              <a:avLst/>
              <a:pathLst>
                <a:path w="269565" h="108874">
                  <a:moveTo>
                    <a:pt x="0" y="0"/>
                  </a:moveTo>
                  <a:lnTo>
                    <a:pt x="133695" y="108874"/>
                  </a:lnTo>
                  <a:lnTo>
                    <a:pt x="269565" y="404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11067351" y="6557005"/>
              <a:ext cx="201630" cy="36027"/>
            </a:xfrm>
            <a:custGeom>
              <a:avLst/>
              <a:pathLst>
                <a:path w="201630" h="36027">
                  <a:moveTo>
                    <a:pt x="0" y="36027"/>
                  </a:moveTo>
                  <a:lnTo>
                    <a:pt x="2016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11067351" y="6588925"/>
              <a:ext cx="143140" cy="30747"/>
            </a:xfrm>
            <a:custGeom>
              <a:avLst/>
              <a:pathLst>
                <a:path w="143140" h="30747">
                  <a:moveTo>
                    <a:pt x="0" y="30747"/>
                  </a:moveTo>
                  <a:lnTo>
                    <a:pt x="1431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11067351" y="6518788"/>
              <a:ext cx="461674" cy="67132"/>
            </a:xfrm>
            <a:custGeom>
              <a:avLst/>
              <a:pathLst>
                <a:path w="461674" h="67132">
                  <a:moveTo>
                    <a:pt x="0" y="0"/>
                  </a:moveTo>
                  <a:lnTo>
                    <a:pt x="199355" y="67132"/>
                  </a:lnTo>
                  <a:lnTo>
                    <a:pt x="350080" y="63065"/>
                  </a:lnTo>
                  <a:lnTo>
                    <a:pt x="461674" y="624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11067351" y="6525983"/>
              <a:ext cx="458877" cy="72124"/>
            </a:xfrm>
            <a:custGeom>
              <a:avLst/>
              <a:pathLst>
                <a:path w="458877" h="72124">
                  <a:moveTo>
                    <a:pt x="0" y="0"/>
                  </a:moveTo>
                  <a:lnTo>
                    <a:pt x="143116" y="25742"/>
                  </a:lnTo>
                  <a:lnTo>
                    <a:pt x="208333" y="49351"/>
                  </a:lnTo>
                  <a:lnTo>
                    <a:pt x="339674" y="72124"/>
                  </a:lnTo>
                  <a:lnTo>
                    <a:pt x="458877" y="497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11067351" y="6577349"/>
              <a:ext cx="128032" cy="72354"/>
            </a:xfrm>
            <a:custGeom>
              <a:avLst/>
              <a:pathLst>
                <a:path w="128032" h="72354">
                  <a:moveTo>
                    <a:pt x="0" y="72354"/>
                  </a:moveTo>
                  <a:lnTo>
                    <a:pt x="1280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11067351" y="6569362"/>
              <a:ext cx="144483" cy="23095"/>
            </a:xfrm>
            <a:custGeom>
              <a:avLst/>
              <a:pathLst>
                <a:path w="144483" h="23095">
                  <a:moveTo>
                    <a:pt x="0" y="23095"/>
                  </a:moveTo>
                  <a:lnTo>
                    <a:pt x="1444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11067351" y="6613071"/>
              <a:ext cx="136766" cy="27029"/>
            </a:xfrm>
            <a:custGeom>
              <a:avLst/>
              <a:pathLst>
                <a:path w="136766" h="27029">
                  <a:moveTo>
                    <a:pt x="0" y="0"/>
                  </a:moveTo>
                  <a:lnTo>
                    <a:pt x="136766" y="270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11067351" y="6602068"/>
              <a:ext cx="367265" cy="14607"/>
            </a:xfrm>
            <a:custGeom>
              <a:avLst/>
              <a:pathLst>
                <a:path w="367265" h="14607">
                  <a:moveTo>
                    <a:pt x="0" y="14607"/>
                  </a:moveTo>
                  <a:lnTo>
                    <a:pt x="367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11067351" y="6636948"/>
              <a:ext cx="505616" cy="22902"/>
            </a:xfrm>
            <a:custGeom>
              <a:avLst/>
              <a:pathLst>
                <a:path w="505616" h="22902">
                  <a:moveTo>
                    <a:pt x="0" y="0"/>
                  </a:moveTo>
                  <a:lnTo>
                    <a:pt x="211594" y="22902"/>
                  </a:lnTo>
                  <a:lnTo>
                    <a:pt x="505616" y="102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11067351" y="6474126"/>
              <a:ext cx="77347" cy="41780"/>
            </a:xfrm>
            <a:custGeom>
              <a:avLst/>
              <a:pathLst>
                <a:path w="77347" h="41780">
                  <a:moveTo>
                    <a:pt x="0" y="41780"/>
                  </a:moveTo>
                  <a:lnTo>
                    <a:pt x="773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11067351" y="6607967"/>
              <a:ext cx="466571" cy="5813"/>
            </a:xfrm>
            <a:custGeom>
              <a:avLst/>
              <a:pathLst>
                <a:path w="466571" h="5813">
                  <a:moveTo>
                    <a:pt x="0" y="0"/>
                  </a:moveTo>
                  <a:lnTo>
                    <a:pt x="199368" y="1233"/>
                  </a:lnTo>
                  <a:lnTo>
                    <a:pt x="466571" y="58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11067351" y="6542816"/>
              <a:ext cx="129166" cy="17301"/>
            </a:xfrm>
            <a:custGeom>
              <a:avLst/>
              <a:pathLst>
                <a:path w="129166" h="17301">
                  <a:moveTo>
                    <a:pt x="0" y="0"/>
                  </a:moveTo>
                  <a:lnTo>
                    <a:pt x="129166" y="173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11067351" y="6402755"/>
              <a:ext cx="276630" cy="72730"/>
            </a:xfrm>
            <a:custGeom>
              <a:avLst/>
              <a:pathLst>
                <a:path w="276630" h="72730">
                  <a:moveTo>
                    <a:pt x="0" y="72730"/>
                  </a:moveTo>
                  <a:lnTo>
                    <a:pt x="138518" y="0"/>
                  </a:lnTo>
                  <a:lnTo>
                    <a:pt x="276630" y="453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11067351" y="6570620"/>
              <a:ext cx="467640" cy="34379"/>
            </a:xfrm>
            <a:custGeom>
              <a:avLst/>
              <a:pathLst>
                <a:path w="467640" h="34379">
                  <a:moveTo>
                    <a:pt x="0" y="0"/>
                  </a:moveTo>
                  <a:lnTo>
                    <a:pt x="204053" y="21070"/>
                  </a:lnTo>
                  <a:lnTo>
                    <a:pt x="335756" y="34379"/>
                  </a:lnTo>
                  <a:lnTo>
                    <a:pt x="467640" y="108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11067351" y="6513676"/>
              <a:ext cx="462580" cy="33628"/>
            </a:xfrm>
            <a:custGeom>
              <a:avLst/>
              <a:pathLst>
                <a:path w="462580" h="33628">
                  <a:moveTo>
                    <a:pt x="0" y="15940"/>
                  </a:moveTo>
                  <a:lnTo>
                    <a:pt x="202797" y="33628"/>
                  </a:lnTo>
                  <a:lnTo>
                    <a:pt x="339573" y="13218"/>
                  </a:lnTo>
                  <a:lnTo>
                    <a:pt x="462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11067351" y="6485157"/>
              <a:ext cx="133046" cy="37563"/>
            </a:xfrm>
            <a:custGeom>
              <a:avLst/>
              <a:pathLst>
                <a:path w="133046" h="37563">
                  <a:moveTo>
                    <a:pt x="0" y="0"/>
                  </a:moveTo>
                  <a:lnTo>
                    <a:pt x="133046" y="375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11067351" y="6452785"/>
              <a:ext cx="402510" cy="53497"/>
            </a:xfrm>
            <a:custGeom>
              <a:avLst/>
              <a:pathLst>
                <a:path w="402510" h="53497">
                  <a:moveTo>
                    <a:pt x="0" y="53497"/>
                  </a:moveTo>
                  <a:lnTo>
                    <a:pt x="201992" y="26483"/>
                  </a:lnTo>
                  <a:lnTo>
                    <a:pt x="4025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11067351" y="6567113"/>
              <a:ext cx="265036" cy="18816"/>
            </a:xfrm>
            <a:custGeom>
              <a:avLst/>
              <a:pathLst>
                <a:path w="265036" h="18816">
                  <a:moveTo>
                    <a:pt x="0" y="0"/>
                  </a:moveTo>
                  <a:lnTo>
                    <a:pt x="265036" y="188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11067351" y="6555819"/>
              <a:ext cx="458770" cy="50256"/>
            </a:xfrm>
            <a:custGeom>
              <a:avLst/>
              <a:pathLst>
                <a:path w="458770" h="50256">
                  <a:moveTo>
                    <a:pt x="0" y="50256"/>
                  </a:moveTo>
                  <a:lnTo>
                    <a:pt x="193915" y="43679"/>
                  </a:lnTo>
                  <a:lnTo>
                    <a:pt x="325618" y="4485"/>
                  </a:lnTo>
                  <a:lnTo>
                    <a:pt x="4587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11067351" y="6581840"/>
              <a:ext cx="140398" cy="6028"/>
            </a:xfrm>
            <a:custGeom>
              <a:avLst/>
              <a:pathLst>
                <a:path w="140398" h="6028">
                  <a:moveTo>
                    <a:pt x="0" y="6028"/>
                  </a:moveTo>
                  <a:lnTo>
                    <a:pt x="14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11067351" y="6103549"/>
              <a:ext cx="537138" cy="467604"/>
            </a:xfrm>
            <a:custGeom>
              <a:avLst/>
              <a:pathLst>
                <a:path w="537138" h="467604">
                  <a:moveTo>
                    <a:pt x="0" y="467604"/>
                  </a:moveTo>
                  <a:lnTo>
                    <a:pt x="260869" y="445054"/>
                  </a:lnTo>
                  <a:lnTo>
                    <a:pt x="408152" y="179304"/>
                  </a:lnTo>
                  <a:lnTo>
                    <a:pt x="5371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11067351" y="6467001"/>
              <a:ext cx="423370" cy="111377"/>
            </a:xfrm>
            <a:custGeom>
              <a:avLst/>
              <a:pathLst>
                <a:path w="423370" h="111377">
                  <a:moveTo>
                    <a:pt x="0" y="111377"/>
                  </a:moveTo>
                  <a:lnTo>
                    <a:pt x="208877" y="93597"/>
                  </a:lnTo>
                  <a:lnTo>
                    <a:pt x="4233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11067351" y="6588173"/>
              <a:ext cx="473732" cy="22781"/>
            </a:xfrm>
            <a:custGeom>
              <a:avLst/>
              <a:pathLst>
                <a:path w="473732" h="22781">
                  <a:moveTo>
                    <a:pt x="0" y="12622"/>
                  </a:moveTo>
                  <a:lnTo>
                    <a:pt x="200000" y="20323"/>
                  </a:lnTo>
                  <a:lnTo>
                    <a:pt x="339377" y="0"/>
                  </a:lnTo>
                  <a:lnTo>
                    <a:pt x="473732" y="227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11067351" y="6547145"/>
              <a:ext cx="268659" cy="19641"/>
            </a:xfrm>
            <a:custGeom>
              <a:avLst/>
              <a:pathLst>
                <a:path w="268659" h="19641">
                  <a:moveTo>
                    <a:pt x="0" y="19641"/>
                  </a:moveTo>
                  <a:lnTo>
                    <a:pt x="153442" y="0"/>
                  </a:lnTo>
                  <a:lnTo>
                    <a:pt x="268659" y="60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11067351" y="6583344"/>
              <a:ext cx="200281" cy="27964"/>
            </a:xfrm>
            <a:custGeom>
              <a:avLst/>
              <a:pathLst>
                <a:path w="200281" h="27964">
                  <a:moveTo>
                    <a:pt x="0" y="27964"/>
                  </a:moveTo>
                  <a:lnTo>
                    <a:pt x="2002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11067351" y="6574094"/>
              <a:ext cx="198978" cy="29628"/>
            </a:xfrm>
            <a:custGeom>
              <a:avLst/>
              <a:pathLst>
                <a:path w="198978" h="29628">
                  <a:moveTo>
                    <a:pt x="0" y="29628"/>
                  </a:moveTo>
                  <a:lnTo>
                    <a:pt x="1989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11067351" y="6419521"/>
              <a:ext cx="475446" cy="131996"/>
            </a:xfrm>
            <a:custGeom>
              <a:avLst/>
              <a:pathLst>
                <a:path w="475446" h="131996">
                  <a:moveTo>
                    <a:pt x="0" y="68890"/>
                  </a:moveTo>
                  <a:lnTo>
                    <a:pt x="58598" y="131996"/>
                  </a:lnTo>
                  <a:lnTo>
                    <a:pt x="148453" y="123085"/>
                  </a:lnTo>
                  <a:lnTo>
                    <a:pt x="346279" y="40316"/>
                  </a:lnTo>
                  <a:lnTo>
                    <a:pt x="4754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11067351" y="6519894"/>
              <a:ext cx="79891" cy="7715"/>
            </a:xfrm>
            <a:custGeom>
              <a:avLst/>
              <a:pathLst>
                <a:path w="79891" h="7715">
                  <a:moveTo>
                    <a:pt x="0" y="7715"/>
                  </a:moveTo>
                  <a:lnTo>
                    <a:pt x="798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11067351" y="6577912"/>
              <a:ext cx="225543" cy="27583"/>
            </a:xfrm>
            <a:custGeom>
              <a:avLst/>
              <a:pathLst>
                <a:path w="225543" h="27583">
                  <a:moveTo>
                    <a:pt x="0" y="27583"/>
                  </a:moveTo>
                  <a:lnTo>
                    <a:pt x="2255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11067351" y="6570567"/>
              <a:ext cx="200000" cy="30002"/>
            </a:xfrm>
            <a:custGeom>
              <a:avLst/>
              <a:pathLst>
                <a:path w="200000" h="30002">
                  <a:moveTo>
                    <a:pt x="0" y="22589"/>
                  </a:moveTo>
                  <a:lnTo>
                    <a:pt x="71376" y="0"/>
                  </a:lnTo>
                  <a:lnTo>
                    <a:pt x="200000" y="300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11067351" y="6465990"/>
              <a:ext cx="210358" cy="48396"/>
            </a:xfrm>
            <a:custGeom>
              <a:avLst/>
              <a:pathLst>
                <a:path w="210358" h="48396">
                  <a:moveTo>
                    <a:pt x="0" y="48396"/>
                  </a:moveTo>
                  <a:lnTo>
                    <a:pt x="2103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11067351" y="6576362"/>
              <a:ext cx="133237" cy="8027"/>
            </a:xfrm>
            <a:custGeom>
              <a:avLst/>
              <a:pathLst>
                <a:path w="133237" h="8027">
                  <a:moveTo>
                    <a:pt x="0" y="8027"/>
                  </a:moveTo>
                  <a:lnTo>
                    <a:pt x="1332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11067351" y="6522465"/>
              <a:ext cx="280072" cy="54860"/>
            </a:xfrm>
            <a:custGeom>
              <a:avLst/>
              <a:pathLst>
                <a:path w="280072" h="54860">
                  <a:moveTo>
                    <a:pt x="0" y="35716"/>
                  </a:moveTo>
                  <a:lnTo>
                    <a:pt x="162255" y="0"/>
                  </a:lnTo>
                  <a:lnTo>
                    <a:pt x="280072" y="548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11067351" y="6544951"/>
              <a:ext cx="136909" cy="19028"/>
            </a:xfrm>
            <a:custGeom>
              <a:avLst/>
              <a:pathLst>
                <a:path w="136909" h="19028">
                  <a:moveTo>
                    <a:pt x="0" y="0"/>
                  </a:moveTo>
                  <a:lnTo>
                    <a:pt x="136909" y="190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11067351" y="6591170"/>
              <a:ext cx="235917" cy="21576"/>
            </a:xfrm>
            <a:custGeom>
              <a:avLst/>
              <a:pathLst>
                <a:path w="235917" h="21576">
                  <a:moveTo>
                    <a:pt x="0" y="21576"/>
                  </a:moveTo>
                  <a:lnTo>
                    <a:pt x="78804" y="0"/>
                  </a:lnTo>
                  <a:lnTo>
                    <a:pt x="235917" y="13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11067351" y="6551064"/>
              <a:ext cx="588768" cy="61043"/>
            </a:xfrm>
            <a:custGeom>
              <a:avLst/>
              <a:pathLst>
                <a:path w="588768" h="61043">
                  <a:moveTo>
                    <a:pt x="0" y="0"/>
                  </a:moveTo>
                  <a:lnTo>
                    <a:pt x="76083" y="15865"/>
                  </a:lnTo>
                  <a:lnTo>
                    <a:pt x="162319" y="2726"/>
                  </a:lnTo>
                  <a:lnTo>
                    <a:pt x="276268" y="25363"/>
                  </a:lnTo>
                  <a:lnTo>
                    <a:pt x="408152" y="49867"/>
                  </a:lnTo>
                  <a:lnTo>
                    <a:pt x="588768" y="610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11067351" y="6373305"/>
              <a:ext cx="293116" cy="94444"/>
            </a:xfrm>
            <a:custGeom>
              <a:avLst/>
              <a:pathLst>
                <a:path w="293116" h="94444">
                  <a:moveTo>
                    <a:pt x="0" y="94444"/>
                  </a:moveTo>
                  <a:lnTo>
                    <a:pt x="29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11067351" y="6600182"/>
              <a:ext cx="243116" cy="2216"/>
            </a:xfrm>
            <a:custGeom>
              <a:avLst/>
              <a:pathLst>
                <a:path w="243116" h="2216">
                  <a:moveTo>
                    <a:pt x="0" y="0"/>
                  </a:moveTo>
                  <a:lnTo>
                    <a:pt x="243116" y="2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11067351" y="6601764"/>
              <a:ext cx="472663" cy="13444"/>
            </a:xfrm>
            <a:custGeom>
              <a:avLst/>
              <a:pathLst>
                <a:path w="472663" h="13444">
                  <a:moveTo>
                    <a:pt x="0" y="12992"/>
                  </a:moveTo>
                  <a:lnTo>
                    <a:pt x="215597" y="1107"/>
                  </a:lnTo>
                  <a:lnTo>
                    <a:pt x="336431" y="0"/>
                  </a:lnTo>
                  <a:lnTo>
                    <a:pt x="472663" y="134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11067351" y="6533537"/>
              <a:ext cx="223369" cy="46564"/>
            </a:xfrm>
            <a:custGeom>
              <a:avLst/>
              <a:pathLst>
                <a:path w="223369" h="46564">
                  <a:moveTo>
                    <a:pt x="0" y="46564"/>
                  </a:moveTo>
                  <a:lnTo>
                    <a:pt x="223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11067351" y="6512916"/>
              <a:ext cx="202898" cy="16581"/>
            </a:xfrm>
            <a:custGeom>
              <a:avLst/>
              <a:pathLst>
                <a:path w="202898" h="16581">
                  <a:moveTo>
                    <a:pt x="0" y="0"/>
                  </a:moveTo>
                  <a:lnTo>
                    <a:pt x="202898" y="165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11067351" y="6590986"/>
              <a:ext cx="135688" cy="8935"/>
            </a:xfrm>
            <a:custGeom>
              <a:avLst/>
              <a:pathLst>
                <a:path w="135688" h="8935">
                  <a:moveTo>
                    <a:pt x="0" y="8935"/>
                  </a:moveTo>
                  <a:lnTo>
                    <a:pt x="135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11067351" y="6623335"/>
              <a:ext cx="398007" cy="14966"/>
            </a:xfrm>
            <a:custGeom>
              <a:avLst/>
              <a:pathLst>
                <a:path w="398007" h="14966">
                  <a:moveTo>
                    <a:pt x="0" y="10698"/>
                  </a:moveTo>
                  <a:lnTo>
                    <a:pt x="150876" y="14966"/>
                  </a:lnTo>
                  <a:lnTo>
                    <a:pt x="264855" y="8892"/>
                  </a:lnTo>
                  <a:lnTo>
                    <a:pt x="398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11067351" y="6472945"/>
              <a:ext cx="399275" cy="71287"/>
            </a:xfrm>
            <a:custGeom>
              <a:avLst/>
              <a:pathLst>
                <a:path w="399275" h="71287">
                  <a:moveTo>
                    <a:pt x="0" y="71287"/>
                  </a:moveTo>
                  <a:lnTo>
                    <a:pt x="178712" y="51007"/>
                  </a:lnTo>
                  <a:lnTo>
                    <a:pt x="267391" y="64536"/>
                  </a:lnTo>
                  <a:lnTo>
                    <a:pt x="3992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11067351" y="6611777"/>
              <a:ext cx="216431" cy="14179"/>
            </a:xfrm>
            <a:custGeom>
              <a:avLst/>
              <a:pathLst>
                <a:path w="216431" h="14179">
                  <a:moveTo>
                    <a:pt x="0" y="14179"/>
                  </a:moveTo>
                  <a:lnTo>
                    <a:pt x="216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11067351" y="6483350"/>
              <a:ext cx="134296" cy="58730"/>
            </a:xfrm>
            <a:custGeom>
              <a:avLst/>
              <a:pathLst>
                <a:path w="134296" h="58730">
                  <a:moveTo>
                    <a:pt x="0" y="0"/>
                  </a:moveTo>
                  <a:lnTo>
                    <a:pt x="134296" y="587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11067351" y="6523117"/>
              <a:ext cx="464130" cy="73777"/>
            </a:xfrm>
            <a:custGeom>
              <a:avLst/>
              <a:pathLst>
                <a:path w="464130" h="73777">
                  <a:moveTo>
                    <a:pt x="0" y="73777"/>
                  </a:moveTo>
                  <a:lnTo>
                    <a:pt x="199275" y="69164"/>
                  </a:lnTo>
                  <a:lnTo>
                    <a:pt x="331032" y="46215"/>
                  </a:lnTo>
                  <a:lnTo>
                    <a:pt x="4641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11067351" y="6543742"/>
              <a:ext cx="211594" cy="13421"/>
            </a:xfrm>
            <a:custGeom>
              <a:avLst/>
              <a:pathLst>
                <a:path w="211594" h="13421">
                  <a:moveTo>
                    <a:pt x="0" y="0"/>
                  </a:moveTo>
                  <a:lnTo>
                    <a:pt x="211594" y="134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11067351" y="6506332"/>
              <a:ext cx="269746" cy="47411"/>
            </a:xfrm>
            <a:custGeom>
              <a:avLst/>
              <a:pathLst>
                <a:path w="269746" h="47411">
                  <a:moveTo>
                    <a:pt x="0" y="47411"/>
                  </a:moveTo>
                  <a:lnTo>
                    <a:pt x="141815" y="44517"/>
                  </a:lnTo>
                  <a:lnTo>
                    <a:pt x="2697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11067351" y="6571113"/>
              <a:ext cx="223007" cy="18314"/>
            </a:xfrm>
            <a:custGeom>
              <a:avLst/>
              <a:pathLst>
                <a:path w="223007" h="18314">
                  <a:moveTo>
                    <a:pt x="0" y="18314"/>
                  </a:moveTo>
                  <a:lnTo>
                    <a:pt x="223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11067351" y="6563415"/>
              <a:ext cx="140398" cy="26159"/>
            </a:xfrm>
            <a:custGeom>
              <a:avLst/>
              <a:pathLst>
                <a:path w="140398" h="26159">
                  <a:moveTo>
                    <a:pt x="0" y="26159"/>
                  </a:moveTo>
                  <a:lnTo>
                    <a:pt x="14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11067351" y="6553828"/>
              <a:ext cx="149637" cy="74461"/>
            </a:xfrm>
            <a:custGeom>
              <a:avLst/>
              <a:pathLst>
                <a:path w="149637" h="74461">
                  <a:moveTo>
                    <a:pt x="0" y="0"/>
                  </a:moveTo>
                  <a:lnTo>
                    <a:pt x="149637" y="744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11067351" y="6596909"/>
              <a:ext cx="198913" cy="33919"/>
            </a:xfrm>
            <a:custGeom>
              <a:avLst/>
              <a:pathLst>
                <a:path w="198913" h="33919">
                  <a:moveTo>
                    <a:pt x="0" y="33919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11067351" y="6468023"/>
              <a:ext cx="590580" cy="129201"/>
            </a:xfrm>
            <a:custGeom>
              <a:avLst/>
              <a:pathLst>
                <a:path w="590580" h="129201">
                  <a:moveTo>
                    <a:pt x="0" y="129201"/>
                  </a:moveTo>
                  <a:lnTo>
                    <a:pt x="73007" y="18255"/>
                  </a:lnTo>
                  <a:lnTo>
                    <a:pt x="131884" y="87929"/>
                  </a:lnTo>
                  <a:lnTo>
                    <a:pt x="211050" y="73027"/>
                  </a:lnTo>
                  <a:lnTo>
                    <a:pt x="274819" y="71661"/>
                  </a:lnTo>
                  <a:lnTo>
                    <a:pt x="463599" y="22728"/>
                  </a:lnTo>
                  <a:lnTo>
                    <a:pt x="590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11067351" y="6531931"/>
              <a:ext cx="204891" cy="7901"/>
            </a:xfrm>
            <a:custGeom>
              <a:avLst/>
              <a:pathLst>
                <a:path w="204891" h="7901">
                  <a:moveTo>
                    <a:pt x="0" y="0"/>
                  </a:moveTo>
                  <a:lnTo>
                    <a:pt x="204891" y="79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11067351" y="6537732"/>
              <a:ext cx="87459" cy="23599"/>
            </a:xfrm>
            <a:custGeom>
              <a:avLst/>
              <a:pathLst>
                <a:path w="87459" h="23599">
                  <a:moveTo>
                    <a:pt x="0" y="0"/>
                  </a:moveTo>
                  <a:lnTo>
                    <a:pt x="87459" y="235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11067351" y="6598922"/>
              <a:ext cx="209058" cy="35817"/>
            </a:xfrm>
            <a:custGeom>
              <a:avLst/>
              <a:pathLst>
                <a:path w="209058" h="35817">
                  <a:moveTo>
                    <a:pt x="0" y="26383"/>
                  </a:moveTo>
                  <a:lnTo>
                    <a:pt x="69324" y="35817"/>
                  </a:lnTo>
                  <a:lnTo>
                    <a:pt x="140398" y="35588"/>
                  </a:lnTo>
                  <a:lnTo>
                    <a:pt x="209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11067351" y="6539211"/>
              <a:ext cx="71641" cy="49019"/>
            </a:xfrm>
            <a:custGeom>
              <a:avLst/>
              <a:pathLst>
                <a:path w="71641" h="49019">
                  <a:moveTo>
                    <a:pt x="0" y="49019"/>
                  </a:moveTo>
                  <a:lnTo>
                    <a:pt x="716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11067351" y="6526046"/>
              <a:ext cx="398007" cy="64546"/>
            </a:xfrm>
            <a:custGeom>
              <a:avLst/>
              <a:pathLst>
                <a:path w="398007" h="64546">
                  <a:moveTo>
                    <a:pt x="0" y="64546"/>
                  </a:moveTo>
                  <a:lnTo>
                    <a:pt x="150876" y="57355"/>
                  </a:lnTo>
                  <a:lnTo>
                    <a:pt x="254710" y="34443"/>
                  </a:lnTo>
                  <a:lnTo>
                    <a:pt x="398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11067351" y="6525432"/>
              <a:ext cx="468696" cy="57148"/>
            </a:xfrm>
            <a:custGeom>
              <a:avLst/>
              <a:pathLst>
                <a:path w="468696" h="57148">
                  <a:moveTo>
                    <a:pt x="0" y="57148"/>
                  </a:moveTo>
                  <a:lnTo>
                    <a:pt x="200218" y="27024"/>
                  </a:lnTo>
                  <a:lnTo>
                    <a:pt x="322863" y="49878"/>
                  </a:lnTo>
                  <a:lnTo>
                    <a:pt x="4686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11067351" y="6628654"/>
              <a:ext cx="78623" cy="41355"/>
            </a:xfrm>
            <a:custGeom>
              <a:avLst/>
              <a:pathLst>
                <a:path w="78623" h="41355">
                  <a:moveTo>
                    <a:pt x="0" y="41355"/>
                  </a:moveTo>
                  <a:lnTo>
                    <a:pt x="786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11067351" y="6480329"/>
              <a:ext cx="402899" cy="101753"/>
            </a:xfrm>
            <a:custGeom>
              <a:avLst/>
              <a:pathLst>
                <a:path w="402899" h="101753">
                  <a:moveTo>
                    <a:pt x="0" y="84609"/>
                  </a:moveTo>
                  <a:lnTo>
                    <a:pt x="299269" y="0"/>
                  </a:lnTo>
                  <a:lnTo>
                    <a:pt x="402899" y="1017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11067351" y="6426415"/>
              <a:ext cx="127625" cy="111580"/>
            </a:xfrm>
            <a:custGeom>
              <a:avLst/>
              <a:pathLst>
                <a:path w="127625" h="111580">
                  <a:moveTo>
                    <a:pt x="0" y="111580"/>
                  </a:moveTo>
                  <a:lnTo>
                    <a:pt x="1276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11067351" y="6595538"/>
              <a:ext cx="131780" cy="14525"/>
            </a:xfrm>
            <a:custGeom>
              <a:avLst/>
              <a:pathLst>
                <a:path w="131780" h="14525">
                  <a:moveTo>
                    <a:pt x="0" y="14525"/>
                  </a:moveTo>
                  <a:lnTo>
                    <a:pt x="1317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11067351" y="6101974"/>
              <a:ext cx="163405" cy="468224"/>
            </a:xfrm>
            <a:custGeom>
              <a:avLst/>
              <a:pathLst>
                <a:path w="163405" h="468224">
                  <a:moveTo>
                    <a:pt x="0" y="468224"/>
                  </a:moveTo>
                  <a:lnTo>
                    <a:pt x="1634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11067351" y="6595304"/>
              <a:ext cx="596739" cy="30079"/>
            </a:xfrm>
            <a:custGeom>
              <a:avLst/>
              <a:pathLst>
                <a:path w="596739" h="30079">
                  <a:moveTo>
                    <a:pt x="0" y="17918"/>
                  </a:moveTo>
                  <a:lnTo>
                    <a:pt x="203623" y="5666"/>
                  </a:lnTo>
                  <a:lnTo>
                    <a:pt x="336956" y="30079"/>
                  </a:lnTo>
                  <a:lnTo>
                    <a:pt x="462862" y="8494"/>
                  </a:lnTo>
                  <a:lnTo>
                    <a:pt x="5967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11067351" y="6549964"/>
              <a:ext cx="210326" cy="15545"/>
            </a:xfrm>
            <a:custGeom>
              <a:avLst/>
              <a:pathLst>
                <a:path w="210326" h="15545">
                  <a:moveTo>
                    <a:pt x="0" y="15545"/>
                  </a:moveTo>
                  <a:lnTo>
                    <a:pt x="2103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11067351" y="6524473"/>
              <a:ext cx="357609" cy="39446"/>
            </a:xfrm>
            <a:custGeom>
              <a:avLst/>
              <a:pathLst>
                <a:path w="357609" h="39446">
                  <a:moveTo>
                    <a:pt x="0" y="0"/>
                  </a:moveTo>
                  <a:lnTo>
                    <a:pt x="357609" y="394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11067351" y="6524881"/>
              <a:ext cx="198913" cy="40408"/>
            </a:xfrm>
            <a:custGeom>
              <a:avLst/>
              <a:pathLst>
                <a:path w="198913" h="40408">
                  <a:moveTo>
                    <a:pt x="0" y="40408"/>
                  </a:move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11067351" y="6540247"/>
              <a:ext cx="127646" cy="44124"/>
            </a:xfrm>
            <a:custGeom>
              <a:avLst/>
              <a:pathLst>
                <a:path w="127646" h="44124">
                  <a:moveTo>
                    <a:pt x="0" y="0"/>
                  </a:moveTo>
                  <a:lnTo>
                    <a:pt x="127646" y="441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11067351" y="6512819"/>
              <a:ext cx="210326" cy="61847"/>
            </a:xfrm>
            <a:custGeom>
              <a:avLst/>
              <a:pathLst>
                <a:path w="210326" h="61847">
                  <a:moveTo>
                    <a:pt x="0" y="61847"/>
                  </a:moveTo>
                  <a:lnTo>
                    <a:pt x="2103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11067351" y="6623291"/>
              <a:ext cx="276268" cy="17152"/>
            </a:xfrm>
            <a:custGeom>
              <a:avLst/>
              <a:pathLst>
                <a:path w="276268" h="17152">
                  <a:moveTo>
                    <a:pt x="0" y="1162"/>
                  </a:moveTo>
                  <a:lnTo>
                    <a:pt x="163405" y="17152"/>
                  </a:lnTo>
                  <a:lnTo>
                    <a:pt x="276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11067351" y="6472725"/>
              <a:ext cx="68610" cy="67712"/>
            </a:xfrm>
            <a:custGeom>
              <a:avLst/>
              <a:pathLst>
                <a:path w="68610" h="67712">
                  <a:moveTo>
                    <a:pt x="0" y="67712"/>
                  </a:moveTo>
                  <a:lnTo>
                    <a:pt x="686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11067351" y="6428301"/>
              <a:ext cx="277536" cy="63010"/>
            </a:xfrm>
            <a:custGeom>
              <a:avLst/>
              <a:pathLst>
                <a:path w="277536" h="63010">
                  <a:moveTo>
                    <a:pt x="0" y="63010"/>
                  </a:moveTo>
                  <a:lnTo>
                    <a:pt x="77717" y="16253"/>
                  </a:lnTo>
                  <a:lnTo>
                    <a:pt x="153442" y="11677"/>
                  </a:lnTo>
                  <a:lnTo>
                    <a:pt x="206598" y="0"/>
                  </a:lnTo>
                  <a:lnTo>
                    <a:pt x="277536" y="285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11067351" y="6569440"/>
              <a:ext cx="198809" cy="62565"/>
            </a:xfrm>
            <a:custGeom>
              <a:avLst/>
              <a:pathLst>
                <a:path w="198809" h="62565">
                  <a:moveTo>
                    <a:pt x="0" y="0"/>
                  </a:moveTo>
                  <a:lnTo>
                    <a:pt x="198809" y="625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11067351" y="6532666"/>
              <a:ext cx="466486" cy="67186"/>
            </a:xfrm>
            <a:custGeom>
              <a:avLst/>
              <a:pathLst>
                <a:path w="466486" h="67186">
                  <a:moveTo>
                    <a:pt x="0" y="67186"/>
                  </a:moveTo>
                  <a:lnTo>
                    <a:pt x="213043" y="61872"/>
                  </a:lnTo>
                  <a:lnTo>
                    <a:pt x="337060" y="63867"/>
                  </a:lnTo>
                  <a:lnTo>
                    <a:pt x="4664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11067351" y="6585495"/>
              <a:ext cx="399275" cy="18788"/>
            </a:xfrm>
            <a:custGeom>
              <a:avLst/>
              <a:pathLst>
                <a:path w="399275" h="18788">
                  <a:moveTo>
                    <a:pt x="0" y="18788"/>
                  </a:moveTo>
                  <a:lnTo>
                    <a:pt x="125724" y="5747"/>
                  </a:lnTo>
                  <a:lnTo>
                    <a:pt x="267753" y="0"/>
                  </a:lnTo>
                  <a:lnTo>
                    <a:pt x="399275" y="15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11307025" y="6550818"/>
              <a:ext cx="133642" cy="30104"/>
            </a:xfrm>
            <a:custGeom>
              <a:avLst/>
              <a:pathLst>
                <a:path w="133642" h="30104">
                  <a:moveTo>
                    <a:pt x="0" y="0"/>
                  </a:moveTo>
                  <a:lnTo>
                    <a:pt x="133642" y="301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11067351" y="6435059"/>
              <a:ext cx="142711" cy="35067"/>
            </a:xfrm>
            <a:custGeom>
              <a:avLst/>
              <a:pathLst>
                <a:path w="142711" h="35067">
                  <a:moveTo>
                    <a:pt x="0" y="35067"/>
                  </a:moveTo>
                  <a:lnTo>
                    <a:pt x="60102" y="12863"/>
                  </a:lnTo>
                  <a:lnTo>
                    <a:pt x="1427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11067351" y="6524236"/>
              <a:ext cx="579891" cy="104564"/>
            </a:xfrm>
            <a:custGeom>
              <a:avLst/>
              <a:pathLst>
                <a:path w="579891" h="104564">
                  <a:moveTo>
                    <a:pt x="0" y="71030"/>
                  </a:moveTo>
                  <a:lnTo>
                    <a:pt x="72282" y="104564"/>
                  </a:lnTo>
                  <a:lnTo>
                    <a:pt x="146384" y="92234"/>
                  </a:lnTo>
                  <a:lnTo>
                    <a:pt x="205072" y="23847"/>
                  </a:lnTo>
                  <a:lnTo>
                    <a:pt x="271920" y="25391"/>
                  </a:lnTo>
                  <a:lnTo>
                    <a:pt x="402386" y="0"/>
                  </a:lnTo>
                  <a:lnTo>
                    <a:pt x="579891" y="193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11067351" y="6497126"/>
              <a:ext cx="201268" cy="52006"/>
            </a:xfrm>
            <a:custGeom>
              <a:avLst/>
              <a:pathLst>
                <a:path w="201268" h="52006">
                  <a:moveTo>
                    <a:pt x="0" y="52006"/>
                  </a:moveTo>
                  <a:lnTo>
                    <a:pt x="201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11067351" y="6490667"/>
              <a:ext cx="486594" cy="106168"/>
            </a:xfrm>
            <a:custGeom>
              <a:avLst/>
              <a:pathLst>
                <a:path w="486594" h="106168">
                  <a:moveTo>
                    <a:pt x="0" y="106168"/>
                  </a:moveTo>
                  <a:lnTo>
                    <a:pt x="73550" y="85838"/>
                  </a:lnTo>
                  <a:lnTo>
                    <a:pt x="486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11067351" y="6530561"/>
              <a:ext cx="140299" cy="71861"/>
            </a:xfrm>
            <a:custGeom>
              <a:avLst/>
              <a:pathLst>
                <a:path w="140299" h="71861">
                  <a:moveTo>
                    <a:pt x="0" y="71861"/>
                  </a:moveTo>
                  <a:lnTo>
                    <a:pt x="1402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11469706" y="6542753"/>
              <a:ext cx="71558" cy="11217"/>
            </a:xfrm>
            <a:custGeom>
              <a:avLst/>
              <a:pathLst>
                <a:path w="71558" h="11217">
                  <a:moveTo>
                    <a:pt x="0" y="11217"/>
                  </a:moveTo>
                  <a:lnTo>
                    <a:pt x="715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11067351" y="6584504"/>
              <a:ext cx="392878" cy="23436"/>
            </a:xfrm>
            <a:custGeom>
              <a:avLst/>
              <a:pathLst>
                <a:path w="392878" h="23436">
                  <a:moveTo>
                    <a:pt x="0" y="10246"/>
                  </a:moveTo>
                  <a:lnTo>
                    <a:pt x="148258" y="4884"/>
                  </a:lnTo>
                  <a:lnTo>
                    <a:pt x="202717" y="23015"/>
                  </a:lnTo>
                  <a:lnTo>
                    <a:pt x="277898" y="23436"/>
                  </a:lnTo>
                  <a:lnTo>
                    <a:pt x="3928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11067351" y="6439810"/>
              <a:ext cx="199094" cy="65958"/>
            </a:xfrm>
            <a:custGeom>
              <a:avLst/>
              <a:pathLst>
                <a:path w="199094" h="65958">
                  <a:moveTo>
                    <a:pt x="0" y="65958"/>
                  </a:moveTo>
                  <a:lnTo>
                    <a:pt x="19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11067351" y="6506003"/>
              <a:ext cx="196977" cy="66993"/>
            </a:xfrm>
            <a:custGeom>
              <a:avLst/>
              <a:pathLst>
                <a:path w="196977" h="66993">
                  <a:moveTo>
                    <a:pt x="0" y="51767"/>
                  </a:moveTo>
                  <a:lnTo>
                    <a:pt x="74818" y="66993"/>
                  </a:lnTo>
                  <a:lnTo>
                    <a:pt x="1969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11067351" y="6484964"/>
              <a:ext cx="534058" cy="55296"/>
            </a:xfrm>
            <a:custGeom>
              <a:avLst/>
              <a:pathLst>
                <a:path w="534058" h="55296">
                  <a:moveTo>
                    <a:pt x="0" y="31110"/>
                  </a:moveTo>
                  <a:lnTo>
                    <a:pt x="206521" y="55296"/>
                  </a:lnTo>
                  <a:lnTo>
                    <a:pt x="357427" y="38983"/>
                  </a:lnTo>
                  <a:lnTo>
                    <a:pt x="534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11067351" y="6288441"/>
              <a:ext cx="232065" cy="186400"/>
            </a:xfrm>
            <a:custGeom>
              <a:avLst/>
              <a:pathLst>
                <a:path w="232065" h="186400">
                  <a:moveTo>
                    <a:pt x="0" y="186400"/>
                  </a:moveTo>
                  <a:lnTo>
                    <a:pt x="2320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11067351" y="6534290"/>
              <a:ext cx="461413" cy="37015"/>
            </a:xfrm>
            <a:custGeom>
              <a:avLst/>
              <a:pathLst>
                <a:path w="461413" h="37015">
                  <a:moveTo>
                    <a:pt x="0" y="20552"/>
                  </a:moveTo>
                  <a:lnTo>
                    <a:pt x="208514" y="0"/>
                  </a:lnTo>
                  <a:lnTo>
                    <a:pt x="330817" y="37015"/>
                  </a:lnTo>
                  <a:lnTo>
                    <a:pt x="461413" y="163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11067351" y="6536300"/>
              <a:ext cx="136232" cy="31787"/>
            </a:xfrm>
            <a:custGeom>
              <a:avLst/>
              <a:pathLst>
                <a:path w="136232" h="31787">
                  <a:moveTo>
                    <a:pt x="0" y="0"/>
                  </a:moveTo>
                  <a:lnTo>
                    <a:pt x="66203" y="31787"/>
                  </a:lnTo>
                  <a:lnTo>
                    <a:pt x="136232" y="24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11067351" y="6424228"/>
              <a:ext cx="154546" cy="128800"/>
            </a:xfrm>
            <a:custGeom>
              <a:avLst/>
              <a:pathLst>
                <a:path w="154546" h="128800">
                  <a:moveTo>
                    <a:pt x="0" y="128800"/>
                  </a:moveTo>
                  <a:lnTo>
                    <a:pt x="1545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11067351" y="6552063"/>
              <a:ext cx="667029" cy="62059"/>
            </a:xfrm>
            <a:custGeom>
              <a:avLst/>
              <a:pathLst>
                <a:path w="667029" h="62059">
                  <a:moveTo>
                    <a:pt x="0" y="33552"/>
                  </a:moveTo>
                  <a:lnTo>
                    <a:pt x="208349" y="0"/>
                  </a:lnTo>
                  <a:lnTo>
                    <a:pt x="416475" y="62059"/>
                  </a:lnTo>
                  <a:lnTo>
                    <a:pt x="528080" y="42898"/>
                  </a:lnTo>
                  <a:lnTo>
                    <a:pt x="667029" y="306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11067351" y="6464722"/>
              <a:ext cx="140427" cy="46028"/>
            </a:xfrm>
            <a:custGeom>
              <a:avLst/>
              <a:pathLst>
                <a:path w="140427" h="46028">
                  <a:moveTo>
                    <a:pt x="0" y="22736"/>
                  </a:moveTo>
                  <a:lnTo>
                    <a:pt x="74485" y="46028"/>
                  </a:lnTo>
                  <a:lnTo>
                    <a:pt x="140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11067351" y="6608316"/>
              <a:ext cx="145652" cy="10127"/>
            </a:xfrm>
            <a:custGeom>
              <a:avLst/>
              <a:pathLst>
                <a:path w="145652" h="10127">
                  <a:moveTo>
                    <a:pt x="0" y="10127"/>
                  </a:moveTo>
                  <a:lnTo>
                    <a:pt x="1456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11067351" y="6598704"/>
              <a:ext cx="198913" cy="18393"/>
            </a:xfrm>
            <a:custGeom>
              <a:avLst/>
              <a:pathLst>
                <a:path w="198913" h="18393">
                  <a:moveTo>
                    <a:pt x="0" y="18393"/>
                  </a:moveTo>
                  <a:lnTo>
                    <a:pt x="131849" y="458"/>
                  </a:ln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11067351" y="6571376"/>
              <a:ext cx="141852" cy="4439"/>
            </a:xfrm>
            <a:custGeom>
              <a:avLst/>
              <a:pathLst>
                <a:path w="141852" h="4439">
                  <a:moveTo>
                    <a:pt x="0" y="0"/>
                  </a:moveTo>
                  <a:lnTo>
                    <a:pt x="141852" y="44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11067351" y="6476248"/>
              <a:ext cx="460010" cy="71455"/>
            </a:xfrm>
            <a:custGeom>
              <a:avLst/>
              <a:pathLst>
                <a:path w="460010" h="71455">
                  <a:moveTo>
                    <a:pt x="0" y="21295"/>
                  </a:moveTo>
                  <a:lnTo>
                    <a:pt x="205300" y="49683"/>
                  </a:lnTo>
                  <a:lnTo>
                    <a:pt x="324322" y="71455"/>
                  </a:lnTo>
                  <a:lnTo>
                    <a:pt x="4600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11067351" y="6518156"/>
              <a:ext cx="462862" cy="111643"/>
            </a:xfrm>
            <a:custGeom>
              <a:avLst/>
              <a:pathLst>
                <a:path w="462862" h="111643">
                  <a:moveTo>
                    <a:pt x="0" y="0"/>
                  </a:moveTo>
                  <a:lnTo>
                    <a:pt x="202717" y="111643"/>
                  </a:lnTo>
                  <a:lnTo>
                    <a:pt x="345686" y="76292"/>
                  </a:lnTo>
                  <a:lnTo>
                    <a:pt x="462862" y="412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11067351" y="6453202"/>
              <a:ext cx="281522" cy="65883"/>
            </a:xfrm>
            <a:custGeom>
              <a:avLst/>
              <a:pathLst>
                <a:path w="281522" h="65883">
                  <a:moveTo>
                    <a:pt x="0" y="21264"/>
                  </a:moveTo>
                  <a:lnTo>
                    <a:pt x="78386" y="45974"/>
                  </a:lnTo>
                  <a:lnTo>
                    <a:pt x="153442" y="0"/>
                  </a:lnTo>
                  <a:lnTo>
                    <a:pt x="281522" y="658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11067351" y="6626359"/>
              <a:ext cx="263949" cy="32349"/>
            </a:xfrm>
            <a:custGeom>
              <a:avLst/>
              <a:pathLst>
                <a:path w="263949" h="32349">
                  <a:moveTo>
                    <a:pt x="0" y="9939"/>
                  </a:moveTo>
                  <a:lnTo>
                    <a:pt x="149914" y="32349"/>
                  </a:lnTo>
                  <a:lnTo>
                    <a:pt x="2639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11067351" y="6609534"/>
              <a:ext cx="309036" cy="24937"/>
            </a:xfrm>
            <a:custGeom>
              <a:avLst/>
              <a:pathLst>
                <a:path w="309036" h="24937">
                  <a:moveTo>
                    <a:pt x="0" y="0"/>
                  </a:moveTo>
                  <a:lnTo>
                    <a:pt x="309036" y="249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11067351" y="6584698"/>
              <a:ext cx="146014" cy="5595"/>
            </a:xfrm>
            <a:custGeom>
              <a:avLst/>
              <a:pathLst>
                <a:path w="146014" h="5595">
                  <a:moveTo>
                    <a:pt x="0" y="0"/>
                  </a:moveTo>
                  <a:lnTo>
                    <a:pt x="146014" y="55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11067351" y="6540709"/>
              <a:ext cx="273551" cy="31757"/>
            </a:xfrm>
            <a:custGeom>
              <a:avLst/>
              <a:pathLst>
                <a:path w="273551" h="31757">
                  <a:moveTo>
                    <a:pt x="0" y="0"/>
                  </a:moveTo>
                  <a:lnTo>
                    <a:pt x="138267" y="31757"/>
                  </a:lnTo>
                  <a:lnTo>
                    <a:pt x="273551" y="71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11067351" y="6590879"/>
              <a:ext cx="234782" cy="10926"/>
            </a:xfrm>
            <a:custGeom>
              <a:avLst/>
              <a:pathLst>
                <a:path w="234782" h="10926">
                  <a:moveTo>
                    <a:pt x="0" y="0"/>
                  </a:moveTo>
                  <a:lnTo>
                    <a:pt x="234782" y="109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11067351" y="6494054"/>
              <a:ext cx="264855" cy="23361"/>
            </a:xfrm>
            <a:custGeom>
              <a:avLst/>
              <a:pathLst>
                <a:path w="264855" h="23361">
                  <a:moveTo>
                    <a:pt x="0" y="1032"/>
                  </a:moveTo>
                  <a:lnTo>
                    <a:pt x="166049" y="23361"/>
                  </a:lnTo>
                  <a:lnTo>
                    <a:pt x="264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11067351" y="6522110"/>
              <a:ext cx="276268" cy="8516"/>
            </a:xfrm>
            <a:custGeom>
              <a:avLst/>
              <a:pathLst>
                <a:path w="276268" h="8516">
                  <a:moveTo>
                    <a:pt x="0" y="8516"/>
                  </a:moveTo>
                  <a:lnTo>
                    <a:pt x="167029" y="0"/>
                  </a:lnTo>
                  <a:lnTo>
                    <a:pt x="276268" y="79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11067351" y="6619228"/>
              <a:ext cx="145833" cy="14264"/>
            </a:xfrm>
            <a:custGeom>
              <a:avLst/>
              <a:pathLst>
                <a:path w="145833" h="14264">
                  <a:moveTo>
                    <a:pt x="0" y="14264"/>
                  </a:moveTo>
                  <a:lnTo>
                    <a:pt x="145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11067351" y="6540864"/>
              <a:ext cx="346007" cy="22316"/>
            </a:xfrm>
            <a:custGeom>
              <a:avLst/>
              <a:pathLst>
                <a:path w="346007" h="22316">
                  <a:moveTo>
                    <a:pt x="0" y="22316"/>
                  </a:moveTo>
                  <a:lnTo>
                    <a:pt x="346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11067351" y="6543290"/>
              <a:ext cx="198162" cy="52274"/>
            </a:xfrm>
            <a:custGeom>
              <a:avLst/>
              <a:pathLst>
                <a:path w="198162" h="52274">
                  <a:moveTo>
                    <a:pt x="0" y="0"/>
                  </a:moveTo>
                  <a:lnTo>
                    <a:pt x="198162" y="522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11067351" y="6595703"/>
              <a:ext cx="136790" cy="14087"/>
            </a:xfrm>
            <a:custGeom>
              <a:avLst/>
              <a:pathLst>
                <a:path w="136790" h="14087">
                  <a:moveTo>
                    <a:pt x="0" y="0"/>
                  </a:moveTo>
                  <a:lnTo>
                    <a:pt x="136790" y="140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11067351" y="6566125"/>
              <a:ext cx="67175" cy="8965"/>
            </a:xfrm>
            <a:custGeom>
              <a:avLst/>
              <a:pathLst>
                <a:path w="67175" h="8965">
                  <a:moveTo>
                    <a:pt x="0" y="8965"/>
                  </a:moveTo>
                  <a:lnTo>
                    <a:pt x="67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11067351" y="6617544"/>
              <a:ext cx="132948" cy="8219"/>
            </a:xfrm>
            <a:custGeom>
              <a:avLst/>
              <a:pathLst>
                <a:path w="132948" h="8219">
                  <a:moveTo>
                    <a:pt x="0" y="0"/>
                  </a:moveTo>
                  <a:lnTo>
                    <a:pt x="132948" y="82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11067351" y="6511755"/>
              <a:ext cx="125461" cy="29512"/>
            </a:xfrm>
            <a:custGeom>
              <a:avLst/>
              <a:pathLst>
                <a:path w="125461" h="29512">
                  <a:moveTo>
                    <a:pt x="0" y="29512"/>
                  </a:moveTo>
                  <a:lnTo>
                    <a:pt x="1254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11067351" y="6523082"/>
              <a:ext cx="143116" cy="58716"/>
            </a:xfrm>
            <a:custGeom>
              <a:avLst/>
              <a:pathLst>
                <a:path w="143116" h="58716">
                  <a:moveTo>
                    <a:pt x="0" y="58716"/>
                  </a:moveTo>
                  <a:lnTo>
                    <a:pt x="74026" y="25811"/>
                  </a:lnTo>
                  <a:lnTo>
                    <a:pt x="143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11067351" y="6494136"/>
              <a:ext cx="470471" cy="111548"/>
            </a:xfrm>
            <a:custGeom>
              <a:avLst/>
              <a:pathLst>
                <a:path w="470471" h="111548">
                  <a:moveTo>
                    <a:pt x="0" y="111548"/>
                  </a:moveTo>
                  <a:lnTo>
                    <a:pt x="470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11067351" y="6485209"/>
              <a:ext cx="214130" cy="18984"/>
            </a:xfrm>
            <a:custGeom>
              <a:avLst/>
              <a:pathLst>
                <a:path w="214130" h="18984">
                  <a:moveTo>
                    <a:pt x="0" y="18984"/>
                  </a:moveTo>
                  <a:lnTo>
                    <a:pt x="2141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11067351" y="6583692"/>
              <a:ext cx="597102" cy="16800"/>
            </a:xfrm>
            <a:custGeom>
              <a:avLst/>
              <a:pathLst>
                <a:path w="597102" h="16800">
                  <a:moveTo>
                    <a:pt x="0" y="5377"/>
                  </a:moveTo>
                  <a:lnTo>
                    <a:pt x="199637" y="3771"/>
                  </a:lnTo>
                  <a:lnTo>
                    <a:pt x="335869" y="0"/>
                  </a:lnTo>
                  <a:lnTo>
                    <a:pt x="466486" y="8082"/>
                  </a:lnTo>
                  <a:lnTo>
                    <a:pt x="597102" y="168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11067351" y="6569922"/>
              <a:ext cx="463949" cy="32596"/>
            </a:xfrm>
            <a:custGeom>
              <a:avLst/>
              <a:pathLst>
                <a:path w="463949" h="32596">
                  <a:moveTo>
                    <a:pt x="0" y="0"/>
                  </a:moveTo>
                  <a:lnTo>
                    <a:pt x="215398" y="32596"/>
                  </a:lnTo>
                  <a:lnTo>
                    <a:pt x="340854" y="21537"/>
                  </a:lnTo>
                  <a:lnTo>
                    <a:pt x="463949" y="282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11067351" y="6493757"/>
              <a:ext cx="384239" cy="55397"/>
            </a:xfrm>
            <a:custGeom>
              <a:avLst/>
              <a:pathLst>
                <a:path w="384239" h="55397">
                  <a:moveTo>
                    <a:pt x="0" y="55397"/>
                  </a:moveTo>
                  <a:lnTo>
                    <a:pt x="82427" y="38979"/>
                  </a:lnTo>
                  <a:lnTo>
                    <a:pt x="3842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11067351" y="6554824"/>
              <a:ext cx="330797" cy="30167"/>
            </a:xfrm>
            <a:custGeom>
              <a:avLst/>
              <a:pathLst>
                <a:path w="330797" h="30167">
                  <a:moveTo>
                    <a:pt x="0" y="25449"/>
                  </a:moveTo>
                  <a:lnTo>
                    <a:pt x="185080" y="0"/>
                  </a:lnTo>
                  <a:lnTo>
                    <a:pt x="330797" y="301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11067351" y="6559275"/>
              <a:ext cx="385296" cy="73489"/>
            </a:xfrm>
            <a:custGeom>
              <a:avLst/>
              <a:pathLst>
                <a:path w="385296" h="73489">
                  <a:moveTo>
                    <a:pt x="0" y="0"/>
                  </a:moveTo>
                  <a:lnTo>
                    <a:pt x="212681" y="73489"/>
                  </a:lnTo>
                  <a:lnTo>
                    <a:pt x="385296" y="692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11067351" y="6592106"/>
              <a:ext cx="266123" cy="29743"/>
            </a:xfrm>
            <a:custGeom>
              <a:avLst/>
              <a:pathLst>
                <a:path w="266123" h="29743">
                  <a:moveTo>
                    <a:pt x="0" y="105"/>
                  </a:moveTo>
                  <a:lnTo>
                    <a:pt x="136775" y="29743"/>
                  </a:lnTo>
                  <a:lnTo>
                    <a:pt x="2661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11067351" y="6606667"/>
              <a:ext cx="198598" cy="99992"/>
            </a:xfrm>
            <a:custGeom>
              <a:avLst/>
              <a:pathLst>
                <a:path w="198598" h="99992">
                  <a:moveTo>
                    <a:pt x="0" y="0"/>
                  </a:moveTo>
                  <a:lnTo>
                    <a:pt x="198598" y="999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11067351" y="6573954"/>
              <a:ext cx="196516" cy="13403"/>
            </a:xfrm>
            <a:custGeom>
              <a:avLst/>
              <a:pathLst>
                <a:path w="196516" h="13403">
                  <a:moveTo>
                    <a:pt x="0" y="13403"/>
                  </a:moveTo>
                  <a:lnTo>
                    <a:pt x="1965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11067351" y="6492342"/>
              <a:ext cx="257246" cy="78252"/>
            </a:xfrm>
            <a:custGeom>
              <a:avLst/>
              <a:pathLst>
                <a:path w="257246" h="78252">
                  <a:moveTo>
                    <a:pt x="0" y="78252"/>
                  </a:moveTo>
                  <a:lnTo>
                    <a:pt x="134669" y="1494"/>
                  </a:lnTo>
                  <a:lnTo>
                    <a:pt x="2572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11067351" y="6554330"/>
              <a:ext cx="201595" cy="60783"/>
            </a:xfrm>
            <a:custGeom>
              <a:avLst/>
              <a:pathLst>
                <a:path w="201595" h="60783">
                  <a:moveTo>
                    <a:pt x="0" y="0"/>
                  </a:moveTo>
                  <a:lnTo>
                    <a:pt x="201595" y="607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11067351" y="6556025"/>
              <a:ext cx="419203" cy="44671"/>
            </a:xfrm>
            <a:custGeom>
              <a:avLst/>
              <a:pathLst>
                <a:path w="419203" h="44671">
                  <a:moveTo>
                    <a:pt x="0" y="44671"/>
                  </a:moveTo>
                  <a:lnTo>
                    <a:pt x="214855" y="23948"/>
                  </a:lnTo>
                  <a:lnTo>
                    <a:pt x="419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11067351" y="6576445"/>
              <a:ext cx="144521" cy="3288"/>
            </a:xfrm>
            <a:custGeom>
              <a:avLst/>
              <a:pathLst>
                <a:path w="144521" h="3288">
                  <a:moveTo>
                    <a:pt x="0" y="0"/>
                  </a:moveTo>
                  <a:lnTo>
                    <a:pt x="144521" y="32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11067351" y="6622467"/>
              <a:ext cx="140398" cy="19671"/>
            </a:xfrm>
            <a:custGeom>
              <a:avLst/>
              <a:pathLst>
                <a:path w="140398" h="19671">
                  <a:moveTo>
                    <a:pt x="0" y="19671"/>
                  </a:moveTo>
                  <a:lnTo>
                    <a:pt x="1403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11067351" y="6436161"/>
              <a:ext cx="138587" cy="37146"/>
            </a:xfrm>
            <a:custGeom>
              <a:avLst/>
              <a:pathLst>
                <a:path w="138587" h="37146">
                  <a:moveTo>
                    <a:pt x="0" y="37146"/>
                  </a:moveTo>
                  <a:lnTo>
                    <a:pt x="1385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11067351" y="6610121"/>
              <a:ext cx="138167" cy="14402"/>
            </a:xfrm>
            <a:custGeom>
              <a:avLst/>
              <a:pathLst>
                <a:path w="138167" h="14402">
                  <a:moveTo>
                    <a:pt x="0" y="0"/>
                  </a:moveTo>
                  <a:lnTo>
                    <a:pt x="138167" y="144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11067351" y="6529593"/>
              <a:ext cx="152970" cy="12790"/>
            </a:xfrm>
            <a:custGeom>
              <a:avLst/>
              <a:pathLst>
                <a:path w="152970" h="12790">
                  <a:moveTo>
                    <a:pt x="0" y="12790"/>
                  </a:moveTo>
                  <a:lnTo>
                    <a:pt x="1529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11200209" y="6617420"/>
              <a:ext cx="137975" cy="7280"/>
            </a:xfrm>
            <a:custGeom>
              <a:avLst/>
              <a:pathLst>
                <a:path w="137975" h="7280">
                  <a:moveTo>
                    <a:pt x="0" y="0"/>
                  </a:moveTo>
                  <a:lnTo>
                    <a:pt x="137975" y="72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11067351" y="6583981"/>
              <a:ext cx="133045" cy="6321"/>
            </a:xfrm>
            <a:custGeom>
              <a:avLst/>
              <a:pathLst>
                <a:path w="133045" h="6321">
                  <a:moveTo>
                    <a:pt x="0" y="0"/>
                  </a:moveTo>
                  <a:lnTo>
                    <a:pt x="133045" y="63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11067351" y="6464403"/>
              <a:ext cx="464270" cy="135514"/>
            </a:xfrm>
            <a:custGeom>
              <a:avLst/>
              <a:pathLst>
                <a:path w="464270" h="135514">
                  <a:moveTo>
                    <a:pt x="0" y="135514"/>
                  </a:moveTo>
                  <a:lnTo>
                    <a:pt x="196516" y="130254"/>
                  </a:lnTo>
                  <a:lnTo>
                    <a:pt x="332385" y="128629"/>
                  </a:lnTo>
                  <a:lnTo>
                    <a:pt x="464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11067351" y="6621707"/>
              <a:ext cx="143116" cy="14804"/>
            </a:xfrm>
            <a:custGeom>
              <a:avLst/>
              <a:pathLst>
                <a:path w="143116" h="14804">
                  <a:moveTo>
                    <a:pt x="0" y="0"/>
                  </a:moveTo>
                  <a:lnTo>
                    <a:pt x="143116" y="148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11067351" y="6535495"/>
              <a:ext cx="277536" cy="50595"/>
            </a:xfrm>
            <a:custGeom>
              <a:avLst/>
              <a:pathLst>
                <a:path w="277536" h="50595">
                  <a:moveTo>
                    <a:pt x="0" y="50595"/>
                  </a:moveTo>
                  <a:lnTo>
                    <a:pt x="146014" y="46308"/>
                  </a:lnTo>
                  <a:lnTo>
                    <a:pt x="2775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11067351" y="6578458"/>
              <a:ext cx="456159" cy="28858"/>
            </a:xfrm>
            <a:custGeom>
              <a:avLst/>
              <a:pathLst>
                <a:path w="456159" h="28858">
                  <a:moveTo>
                    <a:pt x="0" y="12478"/>
                  </a:moveTo>
                  <a:lnTo>
                    <a:pt x="203261" y="28858"/>
                  </a:lnTo>
                  <a:lnTo>
                    <a:pt x="342049" y="0"/>
                  </a:lnTo>
                  <a:lnTo>
                    <a:pt x="456159" y="175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11067351" y="6576548"/>
              <a:ext cx="460145" cy="20317"/>
            </a:xfrm>
            <a:custGeom>
              <a:avLst/>
              <a:pathLst>
                <a:path w="460145" h="20317">
                  <a:moveTo>
                    <a:pt x="0" y="20317"/>
                  </a:moveTo>
                  <a:lnTo>
                    <a:pt x="51221" y="12710"/>
                  </a:lnTo>
                  <a:lnTo>
                    <a:pt x="210507" y="8755"/>
                  </a:lnTo>
                  <a:lnTo>
                    <a:pt x="339742" y="0"/>
                  </a:lnTo>
                  <a:lnTo>
                    <a:pt x="460145" y="127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11067351" y="6474986"/>
              <a:ext cx="209058" cy="7967"/>
            </a:xfrm>
            <a:custGeom>
              <a:avLst/>
              <a:pathLst>
                <a:path w="209058" h="7967">
                  <a:moveTo>
                    <a:pt x="0" y="7967"/>
                  </a:moveTo>
                  <a:lnTo>
                    <a:pt x="209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11067351" y="6370448"/>
              <a:ext cx="219688" cy="112839"/>
            </a:xfrm>
            <a:custGeom>
              <a:avLst/>
              <a:pathLst>
                <a:path w="219688" h="112839">
                  <a:moveTo>
                    <a:pt x="0" y="112839"/>
                  </a:moveTo>
                  <a:lnTo>
                    <a:pt x="64625" y="97882"/>
                  </a:lnTo>
                  <a:lnTo>
                    <a:pt x="138176" y="78892"/>
                  </a:lnTo>
                  <a:lnTo>
                    <a:pt x="219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11067351" y="6531858"/>
              <a:ext cx="400362" cy="103602"/>
            </a:xfrm>
            <a:custGeom>
              <a:avLst/>
              <a:pathLst>
                <a:path w="400362" h="103602">
                  <a:moveTo>
                    <a:pt x="0" y="0"/>
                  </a:moveTo>
                  <a:lnTo>
                    <a:pt x="267391" y="103602"/>
                  </a:lnTo>
                  <a:lnTo>
                    <a:pt x="400362" y="85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11067351" y="6542058"/>
              <a:ext cx="270290" cy="70782"/>
            </a:xfrm>
            <a:custGeom>
              <a:avLst/>
              <a:pathLst>
                <a:path w="270290" h="70782">
                  <a:moveTo>
                    <a:pt x="0" y="70782"/>
                  </a:moveTo>
                  <a:lnTo>
                    <a:pt x="144539" y="0"/>
                  </a:lnTo>
                  <a:lnTo>
                    <a:pt x="270290" y="399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11067351" y="6512535"/>
              <a:ext cx="932247" cy="57585"/>
            </a:xfrm>
            <a:custGeom>
              <a:avLst/>
              <a:pathLst>
                <a:path w="932247" h="57585">
                  <a:moveTo>
                    <a:pt x="0" y="57585"/>
                  </a:moveTo>
                  <a:lnTo>
                    <a:pt x="9416" y="57003"/>
                  </a:lnTo>
                  <a:lnTo>
                    <a:pt x="18833" y="56422"/>
                  </a:lnTo>
                  <a:lnTo>
                    <a:pt x="28249" y="55840"/>
                  </a:lnTo>
                  <a:lnTo>
                    <a:pt x="37666" y="55258"/>
                  </a:lnTo>
                  <a:lnTo>
                    <a:pt x="47083" y="54677"/>
                  </a:lnTo>
                  <a:lnTo>
                    <a:pt x="56499" y="54095"/>
                  </a:lnTo>
                  <a:lnTo>
                    <a:pt x="65916" y="53513"/>
                  </a:lnTo>
                  <a:lnTo>
                    <a:pt x="75333" y="52932"/>
                  </a:lnTo>
                  <a:lnTo>
                    <a:pt x="84749" y="52350"/>
                  </a:lnTo>
                  <a:lnTo>
                    <a:pt x="94166" y="51768"/>
                  </a:lnTo>
                  <a:lnTo>
                    <a:pt x="103583" y="51187"/>
                  </a:lnTo>
                  <a:lnTo>
                    <a:pt x="112999" y="50605"/>
                  </a:lnTo>
                  <a:lnTo>
                    <a:pt x="122416" y="50023"/>
                  </a:lnTo>
                  <a:lnTo>
                    <a:pt x="131832" y="49442"/>
                  </a:lnTo>
                  <a:lnTo>
                    <a:pt x="141249" y="48860"/>
                  </a:lnTo>
                  <a:lnTo>
                    <a:pt x="150666" y="48278"/>
                  </a:lnTo>
                  <a:lnTo>
                    <a:pt x="160082" y="47697"/>
                  </a:lnTo>
                  <a:lnTo>
                    <a:pt x="169499" y="47115"/>
                  </a:lnTo>
                  <a:lnTo>
                    <a:pt x="178916" y="46533"/>
                  </a:lnTo>
                  <a:lnTo>
                    <a:pt x="188332" y="45952"/>
                  </a:lnTo>
                  <a:lnTo>
                    <a:pt x="197749" y="45370"/>
                  </a:lnTo>
                  <a:lnTo>
                    <a:pt x="207166" y="44788"/>
                  </a:lnTo>
                  <a:lnTo>
                    <a:pt x="216582" y="44207"/>
                  </a:lnTo>
                  <a:lnTo>
                    <a:pt x="225999" y="43625"/>
                  </a:lnTo>
                  <a:lnTo>
                    <a:pt x="235416" y="43043"/>
                  </a:lnTo>
                  <a:lnTo>
                    <a:pt x="244832" y="42462"/>
                  </a:lnTo>
                  <a:lnTo>
                    <a:pt x="254249" y="41880"/>
                  </a:lnTo>
                  <a:lnTo>
                    <a:pt x="263665" y="41298"/>
                  </a:lnTo>
                  <a:lnTo>
                    <a:pt x="273082" y="40717"/>
                  </a:lnTo>
                  <a:lnTo>
                    <a:pt x="282499" y="40135"/>
                  </a:lnTo>
                  <a:lnTo>
                    <a:pt x="291915" y="39553"/>
                  </a:lnTo>
                  <a:lnTo>
                    <a:pt x="301332" y="38972"/>
                  </a:lnTo>
                  <a:lnTo>
                    <a:pt x="310749" y="38390"/>
                  </a:lnTo>
                  <a:lnTo>
                    <a:pt x="320165" y="37808"/>
                  </a:lnTo>
                  <a:lnTo>
                    <a:pt x="329582" y="37227"/>
                  </a:lnTo>
                  <a:lnTo>
                    <a:pt x="338999" y="36645"/>
                  </a:lnTo>
                  <a:lnTo>
                    <a:pt x="348415" y="36063"/>
                  </a:lnTo>
                  <a:lnTo>
                    <a:pt x="357832" y="35482"/>
                  </a:lnTo>
                  <a:lnTo>
                    <a:pt x="367248" y="34900"/>
                  </a:lnTo>
                  <a:lnTo>
                    <a:pt x="376665" y="34318"/>
                  </a:lnTo>
                  <a:lnTo>
                    <a:pt x="386082" y="33737"/>
                  </a:lnTo>
                  <a:lnTo>
                    <a:pt x="395498" y="33155"/>
                  </a:lnTo>
                  <a:lnTo>
                    <a:pt x="404915" y="32573"/>
                  </a:lnTo>
                  <a:lnTo>
                    <a:pt x="414332" y="31992"/>
                  </a:lnTo>
                  <a:lnTo>
                    <a:pt x="423748" y="31410"/>
                  </a:lnTo>
                  <a:lnTo>
                    <a:pt x="433165" y="30828"/>
                  </a:lnTo>
                  <a:lnTo>
                    <a:pt x="442582" y="30246"/>
                  </a:lnTo>
                  <a:lnTo>
                    <a:pt x="451998" y="29665"/>
                  </a:lnTo>
                  <a:lnTo>
                    <a:pt x="461415" y="29083"/>
                  </a:lnTo>
                  <a:lnTo>
                    <a:pt x="470832" y="28501"/>
                  </a:lnTo>
                  <a:lnTo>
                    <a:pt x="480248" y="27920"/>
                  </a:lnTo>
                  <a:lnTo>
                    <a:pt x="489665" y="27338"/>
                  </a:lnTo>
                  <a:lnTo>
                    <a:pt x="499081" y="26756"/>
                  </a:lnTo>
                  <a:lnTo>
                    <a:pt x="508498" y="26175"/>
                  </a:lnTo>
                  <a:lnTo>
                    <a:pt x="517915" y="25593"/>
                  </a:lnTo>
                  <a:lnTo>
                    <a:pt x="527331" y="25011"/>
                  </a:lnTo>
                  <a:lnTo>
                    <a:pt x="536748" y="24430"/>
                  </a:lnTo>
                  <a:lnTo>
                    <a:pt x="546165" y="23848"/>
                  </a:lnTo>
                  <a:lnTo>
                    <a:pt x="555581" y="23266"/>
                  </a:lnTo>
                  <a:lnTo>
                    <a:pt x="564998" y="22685"/>
                  </a:lnTo>
                  <a:lnTo>
                    <a:pt x="574415" y="22103"/>
                  </a:lnTo>
                  <a:lnTo>
                    <a:pt x="583831" y="21521"/>
                  </a:lnTo>
                  <a:lnTo>
                    <a:pt x="593248" y="20940"/>
                  </a:lnTo>
                  <a:lnTo>
                    <a:pt x="602664" y="20358"/>
                  </a:lnTo>
                  <a:lnTo>
                    <a:pt x="612081" y="19776"/>
                  </a:lnTo>
                  <a:lnTo>
                    <a:pt x="621498" y="19195"/>
                  </a:lnTo>
                  <a:lnTo>
                    <a:pt x="630914" y="18613"/>
                  </a:lnTo>
                  <a:lnTo>
                    <a:pt x="640331" y="18031"/>
                  </a:lnTo>
                  <a:lnTo>
                    <a:pt x="649748" y="17450"/>
                  </a:lnTo>
                  <a:lnTo>
                    <a:pt x="659164" y="16868"/>
                  </a:lnTo>
                  <a:lnTo>
                    <a:pt x="668581" y="16286"/>
                  </a:lnTo>
                  <a:lnTo>
                    <a:pt x="677998" y="15705"/>
                  </a:lnTo>
                  <a:lnTo>
                    <a:pt x="687414" y="15123"/>
                  </a:lnTo>
                  <a:lnTo>
                    <a:pt x="696831" y="14541"/>
                  </a:lnTo>
                  <a:lnTo>
                    <a:pt x="706248" y="13960"/>
                  </a:lnTo>
                  <a:lnTo>
                    <a:pt x="715664" y="13378"/>
                  </a:lnTo>
                  <a:lnTo>
                    <a:pt x="725081" y="12796"/>
                  </a:lnTo>
                  <a:lnTo>
                    <a:pt x="734497" y="12215"/>
                  </a:lnTo>
                  <a:lnTo>
                    <a:pt x="743914" y="11633"/>
                  </a:lnTo>
                  <a:lnTo>
                    <a:pt x="753331" y="11051"/>
                  </a:lnTo>
                  <a:lnTo>
                    <a:pt x="762747" y="10470"/>
                  </a:lnTo>
                  <a:lnTo>
                    <a:pt x="772164" y="9888"/>
                  </a:lnTo>
                  <a:lnTo>
                    <a:pt x="781581" y="9306"/>
                  </a:lnTo>
                  <a:lnTo>
                    <a:pt x="790997" y="8725"/>
                  </a:lnTo>
                  <a:lnTo>
                    <a:pt x="800414" y="8143"/>
                  </a:lnTo>
                  <a:lnTo>
                    <a:pt x="809831" y="7561"/>
                  </a:lnTo>
                  <a:lnTo>
                    <a:pt x="819247" y="6980"/>
                  </a:lnTo>
                  <a:lnTo>
                    <a:pt x="828664" y="6398"/>
                  </a:lnTo>
                  <a:lnTo>
                    <a:pt x="838081" y="5816"/>
                  </a:lnTo>
                  <a:lnTo>
                    <a:pt x="847497" y="5235"/>
                  </a:lnTo>
                  <a:lnTo>
                    <a:pt x="856914" y="4653"/>
                  </a:lnTo>
                  <a:lnTo>
                    <a:pt x="866330" y="4071"/>
                  </a:lnTo>
                  <a:lnTo>
                    <a:pt x="875747" y="3490"/>
                  </a:lnTo>
                  <a:lnTo>
                    <a:pt x="885164" y="2908"/>
                  </a:lnTo>
                  <a:lnTo>
                    <a:pt x="894580" y="2326"/>
                  </a:lnTo>
                  <a:lnTo>
                    <a:pt x="903997" y="1745"/>
                  </a:lnTo>
                  <a:lnTo>
                    <a:pt x="913414" y="1163"/>
                  </a:lnTo>
                  <a:lnTo>
                    <a:pt x="922830" y="581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16" name="tx3716"/>
            <p:cNvSpPr/>
            <p:nvPr/>
          </p:nvSpPr>
          <p:spPr>
            <a:xfrm>
              <a:off x="10985242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0.061 Z/year</a:t>
              </a:r>
            </a:p>
          </p:txBody>
        </p:sp>
        <p:sp>
          <p:nvSpPr>
            <p:cNvPr id="3717" name="rc3717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tx3718"/>
            <p:cNvSpPr/>
            <p:nvPr/>
          </p:nvSpPr>
          <p:spPr>
            <a:xfrm>
              <a:off x="10895953" y="652550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19" name="tx3719"/>
            <p:cNvSpPr/>
            <p:nvPr/>
          </p:nvSpPr>
          <p:spPr>
            <a:xfrm>
              <a:off x="10895953" y="619282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720" name="tx3720"/>
            <p:cNvSpPr/>
            <p:nvPr/>
          </p:nvSpPr>
          <p:spPr>
            <a:xfrm>
              <a:off x="10833797" y="585731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721" name="tx3721"/>
            <p:cNvSpPr/>
            <p:nvPr/>
          </p:nvSpPr>
          <p:spPr>
            <a:xfrm>
              <a:off x="10833797" y="552322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722" name="pl3722"/>
            <p:cNvSpPr/>
            <p:nvPr/>
          </p:nvSpPr>
          <p:spPr>
            <a:xfrm>
              <a:off x="10985944" y="65671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10985944" y="62330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10985944" y="58990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10985944" y="55649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11067351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11397967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1172858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tx3729"/>
            <p:cNvSpPr/>
            <p:nvPr/>
          </p:nvSpPr>
          <p:spPr>
            <a:xfrm>
              <a:off x="11036273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30" name="tx3730"/>
            <p:cNvSpPr/>
            <p:nvPr/>
          </p:nvSpPr>
          <p:spPr>
            <a:xfrm>
              <a:off x="11366889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731" name="tx3731"/>
            <p:cNvSpPr/>
            <p:nvPr/>
          </p:nvSpPr>
          <p:spPr>
            <a:xfrm>
              <a:off x="11666428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732" name="tx3732"/>
            <p:cNvSpPr/>
            <p:nvPr/>
          </p:nvSpPr>
          <p:spPr>
            <a:xfrm>
              <a:off x="10912294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733" name="tx3733"/>
            <p:cNvSpPr/>
            <p:nvPr/>
          </p:nvSpPr>
          <p:spPr>
            <a:xfrm rot="-5400000">
              <a:off x="9810774" y="6027779"/>
              <a:ext cx="177012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pTau181- Jucker (Z)</a:t>
              </a:r>
            </a:p>
          </p:txBody>
        </p:sp>
        <p:sp>
          <p:nvSpPr>
            <p:cNvPr id="3734" name="rc3734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rc3735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11020738" y="829188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11020738" y="793493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11020738" y="7577993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1123265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115632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1189389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11020738" y="8470356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11020738" y="811341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11020738" y="775646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11020738" y="739952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11067351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1139796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1172858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11042525" y="8167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11042525" y="803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11042525" y="8130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11121148" y="8104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11278442" y="8034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11042525" y="8330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11261851" y="8292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11443250" y="7937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11042525" y="7722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11042525" y="8332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11042525" y="786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11119518" y="7757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11181613" y="784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11042525" y="8311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11255387" y="8196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11042525" y="7998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11114989" y="8146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11042525" y="8036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11105931" y="798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11042525" y="8081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11118560" y="8306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11189937" y="8163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11042525" y="814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11115988" y="8037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11042525" y="7974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11128728" y="8135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11264445" y="7754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11413998" y="789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11491438" y="8012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11042525" y="8171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11239041" y="8133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11042525" y="8003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11042525" y="7985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11114989" y="8169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11177066" y="7933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11242887" y="7984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11344699" y="8010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11042525" y="7628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11179371" y="7647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11116981" y="8227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11042525" y="8235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11108467" y="8194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11175850" y="8165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11042525" y="8073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11112578" y="800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11042525" y="7512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11114989" y="7446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11042525" y="8179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11111003" y="8074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11042525" y="7541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11121510" y="750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11042525" y="8050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11125611" y="783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11186728" y="8039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11104074" y="784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11042525" y="8294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11109589" y="8149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11042525" y="8252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11118612" y="8227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11042525" y="787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11109280" y="7781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11176671" y="752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11042525" y="8217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11042525" y="7648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11042525" y="7963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11113539" y="8134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11042525" y="8330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11110954" y="8335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11042525" y="8122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11169336" y="774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11306112" y="7494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11373322" y="765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11439264" y="7419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11042525" y="8060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11124840" y="8050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11042525" y="7701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11108648" y="7857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11042525" y="8268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11116800" y="8227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11178906" y="8186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11246329" y="811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11042525" y="747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11111547" y="7366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11176140" y="7511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11042525" y="788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11042525" y="8055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11042525" y="8330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11114626" y="838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11182871" y="8406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11250134" y="8433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11042525" y="785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11114807" y="7772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11042525" y="818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11169211" y="8189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11241438" y="8158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11042525" y="8305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11117344" y="8269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11208105" y="8334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11105931" y="798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11171510" y="8065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11244751" y="8091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11042525" y="8337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11118497" y="8334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11174228" y="810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11253032" y="8227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11042525" y="7855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11122778" y="8157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11042525" y="8050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11042525" y="792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11109673" y="7808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11042525" y="7368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11042525" y="8075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11256655" y="8124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11327670" y="815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11042525" y="826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11042525" y="8056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11042525" y="8215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11266884" y="8079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11380653" y="8062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11512537" y="8035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11042525" y="7830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11121929" y="803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11175315" y="8076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11042525" y="8300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11111184" y="8220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11192163" y="8168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11042525" y="8336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11119880" y="8510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11211003" y="8468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11042525" y="8013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11042525" y="8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11113720" y="8335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11179520" y="8333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11252126" y="7916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11112254" y="8203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11184537" y="8171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11042525" y="7638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11042525" y="8086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11042525" y="8002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11042525" y="8248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11142553" y="8246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11187452" y="817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11260641" y="8149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11042525" y="8194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11181854" y="7980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11247779" y="8166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11410395" y="821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11042525" y="8001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11042525" y="7921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11042525" y="7995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11118310" y="7940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11042525" y="828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11259010" y="8479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11398322" y="8460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11503576" y="8429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11042525" y="8118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11042525" y="8043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11109877" y="8126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11176221" y="7927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11412490" y="7823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11042525" y="732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11042525" y="8201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11042525" y="823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11123684" y="8303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11231293" y="827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11312453" y="8202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11373322" y="8329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11042525" y="8336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11042525" y="7957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11120053" y="7889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11042525" y="8013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11268068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11386909" y="8503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11514989" y="8487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11042525" y="7964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11114626" y="7936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11182979" y="7871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11042525" y="811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11175858" y="8180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11192163" y="8290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11042525" y="8323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11042525" y="8313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11042525" y="822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11113902" y="8244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11177126" y="8265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11042525" y="814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11125677" y="8119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11109735" y="8092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11175611" y="8047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11246510" y="8008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11320242" y="769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11386003" y="7577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11507561" y="7629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11042525" y="8130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11248237" y="8333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11042525" y="8189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11199771" y="7963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11307380" y="7957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11042525" y="8222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11113539" y="8245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11180759" y="8138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11242706" y="8199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11322598" y="8158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11042525" y="8280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11313721" y="819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11454482" y="8202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11042525" y="808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11114960" y="8178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11183286" y="8070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11042525" y="8272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11184554" y="8155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11307380" y="8063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11042525" y="8068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11122360" y="8034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11042525" y="7810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11108467" y="7826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11176851" y="7785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11245424" y="7668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11321329" y="745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11042525" y="7701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11111003" y="7372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11197092" y="7401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11263177" y="7514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11331474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11042525" y="824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11110460" y="8365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11179090" y="8338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11245242" y="8339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11308467" y="8359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11042525" y="8259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11042525" y="7917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11110947" y="7702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11174353" y="7961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11042525" y="8201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11110773" y="8185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11042525" y="8319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11042525" y="8130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11113539" y="8171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11179398" y="802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11246510" y="8019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11042525" y="8213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11042525" y="8119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11122031" y="818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11042525" y="7928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11111365" y="7877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11178576" y="7823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11242869" y="8282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11042525" y="8313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11042525" y="7980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11198503" y="8110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11318793" y="7776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11387271" y="782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11448141" y="7534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11042525" y="8222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11042525" y="8212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11112003" y="8105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11184286" y="8127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11309728" y="790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11384649" y="8040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11042525" y="8209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11112146" y="8023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11042525" y="7596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11121141" y="7809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11042525" y="7738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11109735" y="7670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11042525" y="8196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11042525" y="7403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11122416" y="7948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11042525" y="768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11042525" y="7886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11108467" y="7823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11042525" y="8151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11241257" y="8060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11042525" y="8327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11042525" y="7966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11107923" y="7807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11176071" y="7855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11242163" y="779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11042525" y="8263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11109561" y="8379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11175503" y="8347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11042525" y="8320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11221238" y="8424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11307380" y="8418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11109321" y="7881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11042525" y="8301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11240012" y="8152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11370786" y="828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11042525" y="8044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11118751" y="8264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11042525" y="7811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11042525" y="8277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11371992" y="8312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11501340" y="8338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11042525" y="8319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11113902" y="8340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11042525" y="831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11175985" y="8236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11243068" y="8281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11313721" y="8158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11373685" y="8074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11042525" y="801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11113539" y="797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11042525" y="8074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11042525" y="830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11241619" y="829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11393793" y="8142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11042525" y="8036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11107199" y="815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11179397" y="8075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11241257" y="8161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11318612" y="8239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11042525" y="8334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11268068" y="8480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11385420" y="849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11515351" y="8487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11042525" y="817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11109624" y="8308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11175496" y="8131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11242706" y="8241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11042525" y="7724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11042525" y="7835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11042525" y="802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11042525" y="8186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11042525" y="8250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11042525" y="8329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11175654" y="819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11042525" y="8212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11042525" y="8100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11042525" y="7962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11067351" y="8058985"/>
              <a:ext cx="235917" cy="96728"/>
            </a:xfrm>
            <a:custGeom>
              <a:avLst/>
              <a:pathLst>
                <a:path w="235917" h="96728">
                  <a:moveTo>
                    <a:pt x="0" y="96728"/>
                  </a:moveTo>
                  <a:lnTo>
                    <a:pt x="78623" y="70156"/>
                  </a:lnTo>
                  <a:lnTo>
                    <a:pt x="2359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11067351" y="7962489"/>
              <a:ext cx="400725" cy="393172"/>
            </a:xfrm>
            <a:custGeom>
              <a:avLst/>
              <a:pathLst>
                <a:path w="400725" h="393172">
                  <a:moveTo>
                    <a:pt x="0" y="393172"/>
                  </a:moveTo>
                  <a:lnTo>
                    <a:pt x="219326" y="354996"/>
                  </a:lnTo>
                  <a:lnTo>
                    <a:pt x="4007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11067351" y="7782090"/>
              <a:ext cx="139088" cy="110791"/>
            </a:xfrm>
            <a:custGeom>
              <a:avLst/>
              <a:pathLst>
                <a:path w="139088" h="110791">
                  <a:moveTo>
                    <a:pt x="0" y="110791"/>
                  </a:moveTo>
                  <a:lnTo>
                    <a:pt x="76992" y="0"/>
                  </a:lnTo>
                  <a:lnTo>
                    <a:pt x="139088" y="835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11067351" y="8220868"/>
              <a:ext cx="212862" cy="115379"/>
            </a:xfrm>
            <a:custGeom>
              <a:avLst/>
              <a:pathLst>
                <a:path w="212862" h="115379">
                  <a:moveTo>
                    <a:pt x="0" y="115379"/>
                  </a:moveTo>
                  <a:lnTo>
                    <a:pt x="2128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11067351" y="8023719"/>
              <a:ext cx="72463" cy="147391"/>
            </a:xfrm>
            <a:custGeom>
              <a:avLst/>
              <a:pathLst>
                <a:path w="72463" h="147391">
                  <a:moveTo>
                    <a:pt x="0" y="0"/>
                  </a:moveTo>
                  <a:lnTo>
                    <a:pt x="72463" y="1473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11067351" y="8006185"/>
              <a:ext cx="63405" cy="54682"/>
            </a:xfrm>
            <a:custGeom>
              <a:avLst/>
              <a:pathLst>
                <a:path w="63405" h="54682">
                  <a:moveTo>
                    <a:pt x="0" y="54682"/>
                  </a:moveTo>
                  <a:lnTo>
                    <a:pt x="634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11067351" y="8105837"/>
              <a:ext cx="147412" cy="225955"/>
            </a:xfrm>
            <a:custGeom>
              <a:avLst/>
              <a:pathLst>
                <a:path w="147412" h="225955">
                  <a:moveTo>
                    <a:pt x="0" y="0"/>
                  </a:moveTo>
                  <a:lnTo>
                    <a:pt x="76035" y="225955"/>
                  </a:lnTo>
                  <a:lnTo>
                    <a:pt x="147412" y="822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11067351" y="8062233"/>
              <a:ext cx="73463" cy="109838"/>
            </a:xfrm>
            <a:custGeom>
              <a:avLst/>
              <a:pathLst>
                <a:path w="73463" h="109838">
                  <a:moveTo>
                    <a:pt x="0" y="109838"/>
                  </a:moveTo>
                  <a:lnTo>
                    <a:pt x="73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11067351" y="7779548"/>
              <a:ext cx="448913" cy="380409"/>
            </a:xfrm>
            <a:custGeom>
              <a:avLst/>
              <a:pathLst>
                <a:path w="448913" h="380409">
                  <a:moveTo>
                    <a:pt x="0" y="219531"/>
                  </a:moveTo>
                  <a:lnTo>
                    <a:pt x="86203" y="380409"/>
                  </a:lnTo>
                  <a:lnTo>
                    <a:pt x="221920" y="0"/>
                  </a:lnTo>
                  <a:lnTo>
                    <a:pt x="371473" y="136136"/>
                  </a:lnTo>
                  <a:lnTo>
                    <a:pt x="448913" y="2581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11067351" y="7958522"/>
              <a:ext cx="302174" cy="235825"/>
            </a:xfrm>
            <a:custGeom>
              <a:avLst/>
              <a:pathLst>
                <a:path w="302174" h="235825">
                  <a:moveTo>
                    <a:pt x="0" y="52025"/>
                  </a:moveTo>
                  <a:lnTo>
                    <a:pt x="72463" y="235825"/>
                  </a:lnTo>
                  <a:lnTo>
                    <a:pt x="134541" y="0"/>
                  </a:lnTo>
                  <a:lnTo>
                    <a:pt x="200362" y="50382"/>
                  </a:lnTo>
                  <a:lnTo>
                    <a:pt x="302174" y="767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11133293" y="8190304"/>
              <a:ext cx="67383" cy="29320"/>
            </a:xfrm>
            <a:custGeom>
              <a:avLst/>
              <a:pathLst>
                <a:path w="67383" h="29320">
                  <a:moveTo>
                    <a:pt x="0" y="29320"/>
                  </a:moveTo>
                  <a:lnTo>
                    <a:pt x="673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11067351" y="8025631"/>
              <a:ext cx="70052" cy="73117"/>
            </a:xfrm>
            <a:custGeom>
              <a:avLst/>
              <a:pathLst>
                <a:path w="70052" h="73117">
                  <a:moveTo>
                    <a:pt x="0" y="73117"/>
                  </a:moveTo>
                  <a:lnTo>
                    <a:pt x="700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11067351" y="7471541"/>
              <a:ext cx="72463" cy="66153"/>
            </a:xfrm>
            <a:custGeom>
              <a:avLst/>
              <a:pathLst>
                <a:path w="72463" h="66153">
                  <a:moveTo>
                    <a:pt x="0" y="66153"/>
                  </a:moveTo>
                  <a:lnTo>
                    <a:pt x="72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11067351" y="8099085"/>
              <a:ext cx="68478" cy="104857"/>
            </a:xfrm>
            <a:custGeom>
              <a:avLst/>
              <a:pathLst>
                <a:path w="68478" h="104857">
                  <a:moveTo>
                    <a:pt x="0" y="104857"/>
                  </a:moveTo>
                  <a:lnTo>
                    <a:pt x="684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11067351" y="7528950"/>
              <a:ext cx="78985" cy="37170"/>
            </a:xfrm>
            <a:custGeom>
              <a:avLst/>
              <a:pathLst>
                <a:path w="78985" h="37170">
                  <a:moveTo>
                    <a:pt x="0" y="37170"/>
                  </a:moveTo>
                  <a:lnTo>
                    <a:pt x="789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11067351" y="7859983"/>
              <a:ext cx="144203" cy="215249"/>
            </a:xfrm>
            <a:custGeom>
              <a:avLst/>
              <a:pathLst>
                <a:path w="144203" h="215249">
                  <a:moveTo>
                    <a:pt x="0" y="215249"/>
                  </a:moveTo>
                  <a:lnTo>
                    <a:pt x="83085" y="0"/>
                  </a:lnTo>
                  <a:lnTo>
                    <a:pt x="144203" y="2043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11067351" y="8174450"/>
              <a:ext cx="67064" cy="144671"/>
            </a:xfrm>
            <a:custGeom>
              <a:avLst/>
              <a:pathLst>
                <a:path w="67064" h="144671">
                  <a:moveTo>
                    <a:pt x="0" y="144671"/>
                  </a:moveTo>
                  <a:lnTo>
                    <a:pt x="670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11067351" y="8252090"/>
              <a:ext cx="76087" cy="25298"/>
            </a:xfrm>
            <a:custGeom>
              <a:avLst/>
              <a:pathLst>
                <a:path w="76087" h="25298">
                  <a:moveTo>
                    <a:pt x="0" y="25298"/>
                  </a:moveTo>
                  <a:lnTo>
                    <a:pt x="760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11067351" y="7549676"/>
              <a:ext cx="134146" cy="353470"/>
            </a:xfrm>
            <a:custGeom>
              <a:avLst/>
              <a:pathLst>
                <a:path w="134146" h="353470">
                  <a:moveTo>
                    <a:pt x="0" y="353470"/>
                  </a:moveTo>
                  <a:lnTo>
                    <a:pt x="66754" y="256150"/>
                  </a:lnTo>
                  <a:lnTo>
                    <a:pt x="1341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11067351" y="7988579"/>
              <a:ext cx="71014" cy="170721"/>
            </a:xfrm>
            <a:custGeom>
              <a:avLst/>
              <a:pathLst>
                <a:path w="71014" h="170721">
                  <a:moveTo>
                    <a:pt x="0" y="0"/>
                  </a:moveTo>
                  <a:lnTo>
                    <a:pt x="71014" y="1707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11067351" y="8355523"/>
              <a:ext cx="68429" cy="4926"/>
            </a:xfrm>
            <a:custGeom>
              <a:avLst/>
              <a:pathLst>
                <a:path w="68429" h="4926">
                  <a:moveTo>
                    <a:pt x="0" y="0"/>
                  </a:moveTo>
                  <a:lnTo>
                    <a:pt x="68429" y="49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11067351" y="7444482"/>
              <a:ext cx="396739" cy="702770"/>
            </a:xfrm>
            <a:custGeom>
              <a:avLst/>
              <a:pathLst>
                <a:path w="396739" h="702770">
                  <a:moveTo>
                    <a:pt x="0" y="702770"/>
                  </a:moveTo>
                  <a:lnTo>
                    <a:pt x="126811" y="325659"/>
                  </a:lnTo>
                  <a:lnTo>
                    <a:pt x="263587" y="75215"/>
                  </a:lnTo>
                  <a:lnTo>
                    <a:pt x="330797" y="238476"/>
                  </a:lnTo>
                  <a:lnTo>
                    <a:pt x="3967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11067351" y="8075131"/>
              <a:ext cx="82314" cy="10654"/>
            </a:xfrm>
            <a:custGeom>
              <a:avLst/>
              <a:pathLst>
                <a:path w="82314" h="10654">
                  <a:moveTo>
                    <a:pt x="0" y="10654"/>
                  </a:moveTo>
                  <a:lnTo>
                    <a:pt x="823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11067351" y="7726205"/>
              <a:ext cx="66123" cy="155953"/>
            </a:xfrm>
            <a:custGeom>
              <a:avLst/>
              <a:pathLst>
                <a:path w="66123" h="155953">
                  <a:moveTo>
                    <a:pt x="0" y="0"/>
                  </a:moveTo>
                  <a:lnTo>
                    <a:pt x="66123" y="1559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11067351" y="8138236"/>
              <a:ext cx="203804" cy="155268"/>
            </a:xfrm>
            <a:custGeom>
              <a:avLst/>
              <a:pathLst>
                <a:path w="203804" h="155268">
                  <a:moveTo>
                    <a:pt x="0" y="155268"/>
                  </a:moveTo>
                  <a:lnTo>
                    <a:pt x="74275" y="113601"/>
                  </a:lnTo>
                  <a:lnTo>
                    <a:pt x="136381" y="73122"/>
                  </a:lnTo>
                  <a:lnTo>
                    <a:pt x="2038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11067351" y="7391462"/>
              <a:ext cx="133615" cy="145036"/>
            </a:xfrm>
            <a:custGeom>
              <a:avLst/>
              <a:pathLst>
                <a:path w="133615" h="145036">
                  <a:moveTo>
                    <a:pt x="0" y="113303"/>
                  </a:moveTo>
                  <a:lnTo>
                    <a:pt x="69021" y="0"/>
                  </a:lnTo>
                  <a:lnTo>
                    <a:pt x="133615" y="1450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11067351" y="8355230"/>
              <a:ext cx="207608" cy="103467"/>
            </a:xfrm>
            <a:custGeom>
              <a:avLst/>
              <a:pathLst>
                <a:path w="207608" h="103467">
                  <a:moveTo>
                    <a:pt x="0" y="0"/>
                  </a:moveTo>
                  <a:lnTo>
                    <a:pt x="72101" y="55782"/>
                  </a:lnTo>
                  <a:lnTo>
                    <a:pt x="140346" y="75609"/>
                  </a:lnTo>
                  <a:lnTo>
                    <a:pt x="207608" y="1034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11067351" y="7797359"/>
              <a:ext cx="72282" cy="78314"/>
            </a:xfrm>
            <a:custGeom>
              <a:avLst/>
              <a:pathLst>
                <a:path w="72282" h="78314">
                  <a:moveTo>
                    <a:pt x="0" y="78314"/>
                  </a:moveTo>
                  <a:lnTo>
                    <a:pt x="72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11067351" y="8183680"/>
              <a:ext cx="198913" cy="30647"/>
            </a:xfrm>
            <a:custGeom>
              <a:avLst/>
              <a:pathLst>
                <a:path w="198913" h="30647">
                  <a:moveTo>
                    <a:pt x="0" y="27134"/>
                  </a:moveTo>
                  <a:lnTo>
                    <a:pt x="126686" y="30647"/>
                  </a:lnTo>
                  <a:lnTo>
                    <a:pt x="1989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11067351" y="8294611"/>
              <a:ext cx="165579" cy="65207"/>
            </a:xfrm>
            <a:custGeom>
              <a:avLst/>
              <a:pathLst>
                <a:path w="165579" h="65207">
                  <a:moveTo>
                    <a:pt x="0" y="36074"/>
                  </a:moveTo>
                  <a:lnTo>
                    <a:pt x="74818" y="0"/>
                  </a:lnTo>
                  <a:lnTo>
                    <a:pt x="165579" y="652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11130757" y="8005173"/>
              <a:ext cx="138820" cy="111360"/>
            </a:xfrm>
            <a:custGeom>
              <a:avLst/>
              <a:pathLst>
                <a:path w="138820" h="111360">
                  <a:moveTo>
                    <a:pt x="0" y="0"/>
                  </a:moveTo>
                  <a:lnTo>
                    <a:pt x="65579" y="84798"/>
                  </a:lnTo>
                  <a:lnTo>
                    <a:pt x="138820" y="1113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11067351" y="8132598"/>
              <a:ext cx="210507" cy="229948"/>
            </a:xfrm>
            <a:custGeom>
              <a:avLst/>
              <a:pathLst>
                <a:path w="210507" h="229948">
                  <a:moveTo>
                    <a:pt x="0" y="229948"/>
                  </a:moveTo>
                  <a:lnTo>
                    <a:pt x="75972" y="227004"/>
                  </a:lnTo>
                  <a:lnTo>
                    <a:pt x="131703" y="0"/>
                  </a:lnTo>
                  <a:lnTo>
                    <a:pt x="210507" y="1192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11067351" y="7880803"/>
              <a:ext cx="80253" cy="301690"/>
            </a:xfrm>
            <a:custGeom>
              <a:avLst/>
              <a:pathLst>
                <a:path w="80253" h="301690">
                  <a:moveTo>
                    <a:pt x="0" y="0"/>
                  </a:moveTo>
                  <a:lnTo>
                    <a:pt x="80253" y="3016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11067351" y="7833415"/>
              <a:ext cx="67148" cy="118944"/>
            </a:xfrm>
            <a:custGeom>
              <a:avLst/>
              <a:pathLst>
                <a:path w="67148" h="118944">
                  <a:moveTo>
                    <a:pt x="0" y="118944"/>
                  </a:moveTo>
                  <a:lnTo>
                    <a:pt x="671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11067351" y="8100334"/>
              <a:ext cx="285145" cy="76639"/>
            </a:xfrm>
            <a:custGeom>
              <a:avLst/>
              <a:pathLst>
                <a:path w="285145" h="76639">
                  <a:moveTo>
                    <a:pt x="0" y="0"/>
                  </a:moveTo>
                  <a:lnTo>
                    <a:pt x="214130" y="49209"/>
                  </a:lnTo>
                  <a:lnTo>
                    <a:pt x="285145" y="766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11067351" y="8060615"/>
              <a:ext cx="470012" cy="179739"/>
            </a:xfrm>
            <a:custGeom>
              <a:avLst/>
              <a:pathLst>
                <a:path w="470012" h="179739">
                  <a:moveTo>
                    <a:pt x="0" y="179739"/>
                  </a:moveTo>
                  <a:lnTo>
                    <a:pt x="224359" y="43675"/>
                  </a:lnTo>
                  <a:lnTo>
                    <a:pt x="338128" y="27075"/>
                  </a:lnTo>
                  <a:lnTo>
                    <a:pt x="4700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11067351" y="7855265"/>
              <a:ext cx="132790" cy="245708"/>
            </a:xfrm>
            <a:custGeom>
              <a:avLst/>
              <a:pathLst>
                <a:path w="132790" h="245708">
                  <a:moveTo>
                    <a:pt x="0" y="0"/>
                  </a:moveTo>
                  <a:lnTo>
                    <a:pt x="79403" y="205451"/>
                  </a:lnTo>
                  <a:lnTo>
                    <a:pt x="132790" y="2457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11067351" y="8193366"/>
              <a:ext cx="149637" cy="131785"/>
            </a:xfrm>
            <a:custGeom>
              <a:avLst/>
              <a:pathLst>
                <a:path w="149637" h="131785">
                  <a:moveTo>
                    <a:pt x="0" y="131785"/>
                  </a:moveTo>
                  <a:lnTo>
                    <a:pt x="68659" y="51505"/>
                  </a:lnTo>
                  <a:lnTo>
                    <a:pt x="14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11067351" y="8361780"/>
              <a:ext cx="168478" cy="173599"/>
            </a:xfrm>
            <a:custGeom>
              <a:avLst/>
              <a:pathLst>
                <a:path w="168478" h="173599">
                  <a:moveTo>
                    <a:pt x="0" y="0"/>
                  </a:moveTo>
                  <a:lnTo>
                    <a:pt x="77355" y="173599"/>
                  </a:lnTo>
                  <a:lnTo>
                    <a:pt x="168478" y="1315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11138546" y="7941568"/>
              <a:ext cx="138405" cy="418259"/>
            </a:xfrm>
            <a:custGeom>
              <a:avLst/>
              <a:pathLst>
                <a:path w="138405" h="418259">
                  <a:moveTo>
                    <a:pt x="0" y="418259"/>
                  </a:moveTo>
                  <a:lnTo>
                    <a:pt x="65799" y="417054"/>
                  </a:lnTo>
                  <a:lnTo>
                    <a:pt x="1384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11137080" y="8196737"/>
              <a:ext cx="72282" cy="31652"/>
            </a:xfrm>
            <a:custGeom>
              <a:avLst/>
              <a:pathLst>
                <a:path w="72282" h="31652">
                  <a:moveTo>
                    <a:pt x="0" y="31652"/>
                  </a:moveTo>
                  <a:lnTo>
                    <a:pt x="72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11067351" y="8174368"/>
              <a:ext cx="218116" cy="98472"/>
            </a:xfrm>
            <a:custGeom>
              <a:avLst/>
              <a:pathLst>
                <a:path w="218116" h="98472">
                  <a:moveTo>
                    <a:pt x="0" y="98472"/>
                  </a:moveTo>
                  <a:lnTo>
                    <a:pt x="100028" y="97446"/>
                  </a:lnTo>
                  <a:lnTo>
                    <a:pt x="144927" y="24112"/>
                  </a:lnTo>
                  <a:lnTo>
                    <a:pt x="2181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11067351" y="8005721"/>
              <a:ext cx="367870" cy="235782"/>
            </a:xfrm>
            <a:custGeom>
              <a:avLst/>
              <a:pathLst>
                <a:path w="367870" h="235782">
                  <a:moveTo>
                    <a:pt x="0" y="213708"/>
                  </a:moveTo>
                  <a:lnTo>
                    <a:pt x="139329" y="0"/>
                  </a:lnTo>
                  <a:lnTo>
                    <a:pt x="205253" y="185126"/>
                  </a:lnTo>
                  <a:lnTo>
                    <a:pt x="367870" y="2357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11067351" y="7965739"/>
              <a:ext cx="75785" cy="54940"/>
            </a:xfrm>
            <a:custGeom>
              <a:avLst/>
              <a:pathLst>
                <a:path w="75785" h="54940">
                  <a:moveTo>
                    <a:pt x="0" y="54940"/>
                  </a:moveTo>
                  <a:lnTo>
                    <a:pt x="757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11067351" y="8304998"/>
              <a:ext cx="461051" cy="199494"/>
            </a:xfrm>
            <a:custGeom>
              <a:avLst/>
              <a:pathLst>
                <a:path w="461051" h="199494">
                  <a:moveTo>
                    <a:pt x="0" y="0"/>
                  </a:moveTo>
                  <a:lnTo>
                    <a:pt x="216485" y="199494"/>
                  </a:lnTo>
                  <a:lnTo>
                    <a:pt x="355797" y="180760"/>
                  </a:lnTo>
                  <a:lnTo>
                    <a:pt x="461051" y="1496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11067351" y="7848260"/>
              <a:ext cx="369965" cy="302917"/>
            </a:xfrm>
            <a:custGeom>
              <a:avLst/>
              <a:pathLst>
                <a:path w="369965" h="302917">
                  <a:moveTo>
                    <a:pt x="0" y="219670"/>
                  </a:moveTo>
                  <a:lnTo>
                    <a:pt x="67352" y="302917"/>
                  </a:lnTo>
                  <a:lnTo>
                    <a:pt x="133695" y="104360"/>
                  </a:lnTo>
                  <a:lnTo>
                    <a:pt x="3699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l4125"/>
            <p:cNvSpPr/>
            <p:nvPr/>
          </p:nvSpPr>
          <p:spPr>
            <a:xfrm>
              <a:off x="11067351" y="8227524"/>
              <a:ext cx="330797" cy="126596"/>
            </a:xfrm>
            <a:custGeom>
              <a:avLst/>
              <a:pathLst>
                <a:path w="330797" h="126596">
                  <a:moveTo>
                    <a:pt x="0" y="28114"/>
                  </a:moveTo>
                  <a:lnTo>
                    <a:pt x="81159" y="101301"/>
                  </a:lnTo>
                  <a:lnTo>
                    <a:pt x="188768" y="69235"/>
                  </a:lnTo>
                  <a:lnTo>
                    <a:pt x="269927" y="0"/>
                  </a:lnTo>
                  <a:lnTo>
                    <a:pt x="330797" y="1265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l4126"/>
            <p:cNvSpPr/>
            <p:nvPr/>
          </p:nvSpPr>
          <p:spPr>
            <a:xfrm>
              <a:off x="11067351" y="7914391"/>
              <a:ext cx="77528" cy="68261"/>
            </a:xfrm>
            <a:custGeom>
              <a:avLst/>
              <a:pathLst>
                <a:path w="77528" h="68261">
                  <a:moveTo>
                    <a:pt x="0" y="68261"/>
                  </a:moveTo>
                  <a:lnTo>
                    <a:pt x="775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l4127"/>
            <p:cNvSpPr/>
            <p:nvPr/>
          </p:nvSpPr>
          <p:spPr>
            <a:xfrm>
              <a:off x="11067351" y="8038556"/>
              <a:ext cx="472464" cy="496903"/>
            </a:xfrm>
            <a:custGeom>
              <a:avLst/>
              <a:pathLst>
                <a:path w="472464" h="496903">
                  <a:moveTo>
                    <a:pt x="0" y="0"/>
                  </a:moveTo>
                  <a:lnTo>
                    <a:pt x="225543" y="496903"/>
                  </a:lnTo>
                  <a:lnTo>
                    <a:pt x="344384" y="489542"/>
                  </a:lnTo>
                  <a:lnTo>
                    <a:pt x="472464" y="4737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l4128"/>
            <p:cNvSpPr/>
            <p:nvPr/>
          </p:nvSpPr>
          <p:spPr>
            <a:xfrm>
              <a:off x="11067351" y="7895902"/>
              <a:ext cx="140454" cy="93388"/>
            </a:xfrm>
            <a:custGeom>
              <a:avLst/>
              <a:pathLst>
                <a:path w="140454" h="93388">
                  <a:moveTo>
                    <a:pt x="0" y="93388"/>
                  </a:moveTo>
                  <a:lnTo>
                    <a:pt x="72101" y="64927"/>
                  </a:lnTo>
                  <a:lnTo>
                    <a:pt x="1404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l4129"/>
            <p:cNvSpPr/>
            <p:nvPr/>
          </p:nvSpPr>
          <p:spPr>
            <a:xfrm>
              <a:off x="11067351" y="8142870"/>
              <a:ext cx="133333" cy="62096"/>
            </a:xfrm>
            <a:custGeom>
              <a:avLst/>
              <a:pathLst>
                <a:path w="133333" h="62096">
                  <a:moveTo>
                    <a:pt x="0" y="0"/>
                  </a:moveTo>
                  <a:lnTo>
                    <a:pt x="133333" y="620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l4130"/>
            <p:cNvSpPr/>
            <p:nvPr/>
          </p:nvSpPr>
          <p:spPr>
            <a:xfrm>
              <a:off x="11067351" y="8249185"/>
              <a:ext cx="134601" cy="41522"/>
            </a:xfrm>
            <a:custGeom>
              <a:avLst/>
              <a:pathLst>
                <a:path w="134601" h="41522">
                  <a:moveTo>
                    <a:pt x="0" y="0"/>
                  </a:moveTo>
                  <a:lnTo>
                    <a:pt x="71376" y="20321"/>
                  </a:lnTo>
                  <a:lnTo>
                    <a:pt x="134601" y="415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l4131"/>
            <p:cNvSpPr/>
            <p:nvPr/>
          </p:nvSpPr>
          <p:spPr>
            <a:xfrm>
              <a:off x="11067351" y="8144309"/>
              <a:ext cx="83152" cy="30296"/>
            </a:xfrm>
            <a:custGeom>
              <a:avLst/>
              <a:pathLst>
                <a:path w="83152" h="30296">
                  <a:moveTo>
                    <a:pt x="0" y="30296"/>
                  </a:moveTo>
                  <a:lnTo>
                    <a:pt x="83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11134561" y="7602604"/>
              <a:ext cx="397826" cy="514505"/>
            </a:xfrm>
            <a:custGeom>
              <a:avLst/>
              <a:pathLst>
                <a:path w="397826" h="514505">
                  <a:moveTo>
                    <a:pt x="0" y="514505"/>
                  </a:moveTo>
                  <a:lnTo>
                    <a:pt x="65875" y="469310"/>
                  </a:lnTo>
                  <a:lnTo>
                    <a:pt x="136775" y="430544"/>
                  </a:lnTo>
                  <a:lnTo>
                    <a:pt x="210507" y="118789"/>
                  </a:lnTo>
                  <a:lnTo>
                    <a:pt x="276268" y="0"/>
                  </a:lnTo>
                  <a:lnTo>
                    <a:pt x="397826" y="513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11067351" y="7982100"/>
              <a:ext cx="264855" cy="231813"/>
            </a:xfrm>
            <a:custGeom>
              <a:avLst/>
              <a:pathLst>
                <a:path w="264855" h="231813">
                  <a:moveTo>
                    <a:pt x="0" y="231813"/>
                  </a:moveTo>
                  <a:lnTo>
                    <a:pt x="157246" y="6679"/>
                  </a:lnTo>
                  <a:lnTo>
                    <a:pt x="264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11067351" y="8163479"/>
              <a:ext cx="280072" cy="107173"/>
            </a:xfrm>
            <a:custGeom>
              <a:avLst/>
              <a:pathLst>
                <a:path w="280072" h="107173">
                  <a:moveTo>
                    <a:pt x="0" y="83725"/>
                  </a:moveTo>
                  <a:lnTo>
                    <a:pt x="71014" y="107173"/>
                  </a:lnTo>
                  <a:lnTo>
                    <a:pt x="138234" y="0"/>
                  </a:lnTo>
                  <a:lnTo>
                    <a:pt x="200181" y="60998"/>
                  </a:lnTo>
                  <a:lnTo>
                    <a:pt x="280072" y="195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11067351" y="8223064"/>
              <a:ext cx="411956" cy="81913"/>
            </a:xfrm>
            <a:custGeom>
              <a:avLst/>
              <a:pathLst>
                <a:path w="411956" h="81913">
                  <a:moveTo>
                    <a:pt x="0" y="81913"/>
                  </a:moveTo>
                  <a:lnTo>
                    <a:pt x="271195" y="0"/>
                  </a:lnTo>
                  <a:lnTo>
                    <a:pt x="411956" y="39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11067351" y="8095607"/>
              <a:ext cx="140761" cy="107751"/>
            </a:xfrm>
            <a:custGeom>
              <a:avLst/>
              <a:pathLst>
                <a:path w="140761" h="107751">
                  <a:moveTo>
                    <a:pt x="0" y="11378"/>
                  </a:moveTo>
                  <a:lnTo>
                    <a:pt x="72435" y="107751"/>
                  </a:lnTo>
                  <a:lnTo>
                    <a:pt x="140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11067351" y="8088616"/>
              <a:ext cx="264855" cy="209016"/>
            </a:xfrm>
            <a:custGeom>
              <a:avLst/>
              <a:pathLst>
                <a:path w="264855" h="209016">
                  <a:moveTo>
                    <a:pt x="0" y="209016"/>
                  </a:moveTo>
                  <a:lnTo>
                    <a:pt x="142029" y="91294"/>
                  </a:lnTo>
                  <a:lnTo>
                    <a:pt x="264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11067351" y="8059527"/>
              <a:ext cx="79835" cy="34278"/>
            </a:xfrm>
            <a:custGeom>
              <a:avLst/>
              <a:pathLst>
                <a:path w="79835" h="34278">
                  <a:moveTo>
                    <a:pt x="0" y="34278"/>
                  </a:moveTo>
                  <a:lnTo>
                    <a:pt x="798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11067351" y="7483656"/>
              <a:ext cx="278804" cy="367615"/>
            </a:xfrm>
            <a:custGeom>
              <a:avLst/>
              <a:pathLst>
                <a:path w="278804" h="367615">
                  <a:moveTo>
                    <a:pt x="0" y="351356"/>
                  </a:moveTo>
                  <a:lnTo>
                    <a:pt x="65942" y="367615"/>
                  </a:lnTo>
                  <a:lnTo>
                    <a:pt x="134326" y="326343"/>
                  </a:lnTo>
                  <a:lnTo>
                    <a:pt x="202898" y="209237"/>
                  </a:lnTo>
                  <a:lnTo>
                    <a:pt x="2788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11067351" y="7308803"/>
              <a:ext cx="288949" cy="417218"/>
            </a:xfrm>
            <a:custGeom>
              <a:avLst/>
              <a:pathLst>
                <a:path w="288949" h="417218">
                  <a:moveTo>
                    <a:pt x="0" y="417218"/>
                  </a:moveTo>
                  <a:lnTo>
                    <a:pt x="68478" y="88794"/>
                  </a:lnTo>
                  <a:lnTo>
                    <a:pt x="154567" y="117771"/>
                  </a:lnTo>
                  <a:lnTo>
                    <a:pt x="220652" y="230594"/>
                  </a:lnTo>
                  <a:lnTo>
                    <a:pt x="2889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11067351" y="8269913"/>
              <a:ext cx="265942" cy="120449"/>
            </a:xfrm>
            <a:custGeom>
              <a:avLst/>
              <a:pathLst>
                <a:path w="265942" h="120449">
                  <a:moveTo>
                    <a:pt x="0" y="0"/>
                  </a:moveTo>
                  <a:lnTo>
                    <a:pt x="67934" y="120449"/>
                  </a:lnTo>
                  <a:lnTo>
                    <a:pt x="136565" y="93816"/>
                  </a:lnTo>
                  <a:lnTo>
                    <a:pt x="202717" y="94285"/>
                  </a:lnTo>
                  <a:lnTo>
                    <a:pt x="265942" y="1147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11067351" y="7727297"/>
              <a:ext cx="131828" cy="259276"/>
            </a:xfrm>
            <a:custGeom>
              <a:avLst/>
              <a:pathLst>
                <a:path w="131828" h="259276">
                  <a:moveTo>
                    <a:pt x="0" y="215209"/>
                  </a:moveTo>
                  <a:lnTo>
                    <a:pt x="68422" y="0"/>
                  </a:lnTo>
                  <a:lnTo>
                    <a:pt x="131828" y="2592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11067351" y="8210034"/>
              <a:ext cx="68248" cy="16267"/>
            </a:xfrm>
            <a:custGeom>
              <a:avLst/>
              <a:pathLst>
                <a:path w="68248" h="16267">
                  <a:moveTo>
                    <a:pt x="0" y="16267"/>
                  </a:moveTo>
                  <a:lnTo>
                    <a:pt x="682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11067351" y="8043954"/>
              <a:ext cx="203985" cy="152203"/>
            </a:xfrm>
            <a:custGeom>
              <a:avLst/>
              <a:pathLst>
                <a:path w="203985" h="152203">
                  <a:moveTo>
                    <a:pt x="0" y="111661"/>
                  </a:moveTo>
                  <a:lnTo>
                    <a:pt x="71014" y="152203"/>
                  </a:lnTo>
                  <a:lnTo>
                    <a:pt x="136873" y="5509"/>
                  </a:lnTo>
                  <a:lnTo>
                    <a:pt x="2039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11067351" y="8144071"/>
              <a:ext cx="79506" cy="65200"/>
            </a:xfrm>
            <a:custGeom>
              <a:avLst/>
              <a:pathLst>
                <a:path w="79506" h="65200">
                  <a:moveTo>
                    <a:pt x="0" y="0"/>
                  </a:moveTo>
                  <a:lnTo>
                    <a:pt x="79506" y="652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11067351" y="7848454"/>
              <a:ext cx="136050" cy="104711"/>
            </a:xfrm>
            <a:custGeom>
              <a:avLst/>
              <a:pathLst>
                <a:path w="136050" h="104711">
                  <a:moveTo>
                    <a:pt x="0" y="104711"/>
                  </a:moveTo>
                  <a:lnTo>
                    <a:pt x="68840" y="54045"/>
                  </a:lnTo>
                  <a:lnTo>
                    <a:pt x="1360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11067351" y="7559164"/>
              <a:ext cx="405616" cy="575734"/>
            </a:xfrm>
            <a:custGeom>
              <a:avLst/>
              <a:pathLst>
                <a:path w="405616" h="575734">
                  <a:moveTo>
                    <a:pt x="0" y="446302"/>
                  </a:moveTo>
                  <a:lnTo>
                    <a:pt x="155978" y="575734"/>
                  </a:lnTo>
                  <a:lnTo>
                    <a:pt x="276268" y="241798"/>
                  </a:lnTo>
                  <a:lnTo>
                    <a:pt x="344746" y="294507"/>
                  </a:lnTo>
                  <a:lnTo>
                    <a:pt x="4056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11067351" y="7934731"/>
              <a:ext cx="342123" cy="302993"/>
            </a:xfrm>
            <a:custGeom>
              <a:avLst/>
              <a:pathLst>
                <a:path w="342123" h="302993">
                  <a:moveTo>
                    <a:pt x="0" y="302993"/>
                  </a:moveTo>
                  <a:lnTo>
                    <a:pt x="69478" y="195265"/>
                  </a:lnTo>
                  <a:lnTo>
                    <a:pt x="141761" y="217488"/>
                  </a:lnTo>
                  <a:lnTo>
                    <a:pt x="267203" y="0"/>
                  </a:lnTo>
                  <a:lnTo>
                    <a:pt x="342123" y="1310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11067351" y="8048660"/>
              <a:ext cx="69621" cy="185711"/>
            </a:xfrm>
            <a:custGeom>
              <a:avLst/>
              <a:pathLst>
                <a:path w="69621" h="185711">
                  <a:moveTo>
                    <a:pt x="0" y="185711"/>
                  </a:moveTo>
                  <a:lnTo>
                    <a:pt x="696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l4150"/>
            <p:cNvSpPr/>
            <p:nvPr/>
          </p:nvSpPr>
          <p:spPr>
            <a:xfrm>
              <a:off x="11067351" y="7621666"/>
              <a:ext cx="78615" cy="212575"/>
            </a:xfrm>
            <a:custGeom>
              <a:avLst/>
              <a:pathLst>
                <a:path w="78615" h="212575">
                  <a:moveTo>
                    <a:pt x="0" y="0"/>
                  </a:moveTo>
                  <a:lnTo>
                    <a:pt x="78615" y="21257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l4151"/>
            <p:cNvSpPr/>
            <p:nvPr/>
          </p:nvSpPr>
          <p:spPr>
            <a:xfrm>
              <a:off x="11067351" y="7694828"/>
              <a:ext cx="67210" cy="68973"/>
            </a:xfrm>
            <a:custGeom>
              <a:avLst/>
              <a:pathLst>
                <a:path w="67210" h="68973">
                  <a:moveTo>
                    <a:pt x="0" y="68973"/>
                  </a:moveTo>
                  <a:lnTo>
                    <a:pt x="672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l4152"/>
            <p:cNvSpPr/>
            <p:nvPr/>
          </p:nvSpPr>
          <p:spPr>
            <a:xfrm>
              <a:off x="11067351" y="7428258"/>
              <a:ext cx="79891" cy="545552"/>
            </a:xfrm>
            <a:custGeom>
              <a:avLst/>
              <a:pathLst>
                <a:path w="79891" h="545552">
                  <a:moveTo>
                    <a:pt x="0" y="0"/>
                  </a:moveTo>
                  <a:lnTo>
                    <a:pt x="79891" y="5455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l4153"/>
            <p:cNvSpPr/>
            <p:nvPr/>
          </p:nvSpPr>
          <p:spPr>
            <a:xfrm>
              <a:off x="11067351" y="7848172"/>
              <a:ext cx="65942" cy="63652"/>
            </a:xfrm>
            <a:custGeom>
              <a:avLst/>
              <a:pathLst>
                <a:path w="65942" h="63652">
                  <a:moveTo>
                    <a:pt x="0" y="63652"/>
                  </a:moveTo>
                  <a:lnTo>
                    <a:pt x="659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l4154"/>
            <p:cNvSpPr/>
            <p:nvPr/>
          </p:nvSpPr>
          <p:spPr>
            <a:xfrm>
              <a:off x="11067351" y="8085048"/>
              <a:ext cx="198732" cy="91277"/>
            </a:xfrm>
            <a:custGeom>
              <a:avLst/>
              <a:pathLst>
                <a:path w="198732" h="91277">
                  <a:moveTo>
                    <a:pt x="0" y="91277"/>
                  </a:moveTo>
                  <a:lnTo>
                    <a:pt x="1987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l4155"/>
            <p:cNvSpPr/>
            <p:nvPr/>
          </p:nvSpPr>
          <p:spPr>
            <a:xfrm>
              <a:off x="11067351" y="7821077"/>
              <a:ext cx="199637" cy="170066"/>
            </a:xfrm>
            <a:custGeom>
              <a:avLst/>
              <a:pathLst>
                <a:path w="199637" h="170066">
                  <a:moveTo>
                    <a:pt x="0" y="170066"/>
                  </a:moveTo>
                  <a:lnTo>
                    <a:pt x="65398" y="11061"/>
                  </a:lnTo>
                  <a:lnTo>
                    <a:pt x="133546" y="59624"/>
                  </a:lnTo>
                  <a:lnTo>
                    <a:pt x="1996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l4156"/>
            <p:cNvSpPr/>
            <p:nvPr/>
          </p:nvSpPr>
          <p:spPr>
            <a:xfrm>
              <a:off x="11067351" y="8288474"/>
              <a:ext cx="132978" cy="115809"/>
            </a:xfrm>
            <a:custGeom>
              <a:avLst/>
              <a:pathLst>
                <a:path w="132978" h="115809">
                  <a:moveTo>
                    <a:pt x="0" y="0"/>
                  </a:moveTo>
                  <a:lnTo>
                    <a:pt x="67036" y="115809"/>
                  </a:lnTo>
                  <a:lnTo>
                    <a:pt x="132978" y="834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l4157"/>
            <p:cNvSpPr/>
            <p:nvPr/>
          </p:nvSpPr>
          <p:spPr>
            <a:xfrm>
              <a:off x="11067351" y="8345557"/>
              <a:ext cx="264855" cy="103512"/>
            </a:xfrm>
            <a:custGeom>
              <a:avLst/>
              <a:pathLst>
                <a:path w="264855" h="103512">
                  <a:moveTo>
                    <a:pt x="0" y="0"/>
                  </a:moveTo>
                  <a:lnTo>
                    <a:pt x="178712" y="103512"/>
                  </a:lnTo>
                  <a:lnTo>
                    <a:pt x="264855" y="981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l4158"/>
            <p:cNvSpPr/>
            <p:nvPr/>
          </p:nvSpPr>
          <p:spPr>
            <a:xfrm>
              <a:off x="11067351" y="8177261"/>
              <a:ext cx="328261" cy="149287"/>
            </a:xfrm>
            <a:custGeom>
              <a:avLst/>
              <a:pathLst>
                <a:path w="328261" h="149287">
                  <a:moveTo>
                    <a:pt x="0" y="149287"/>
                  </a:moveTo>
                  <a:lnTo>
                    <a:pt x="197487" y="0"/>
                  </a:lnTo>
                  <a:lnTo>
                    <a:pt x="328261" y="1278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l4159"/>
            <p:cNvSpPr/>
            <p:nvPr/>
          </p:nvSpPr>
          <p:spPr>
            <a:xfrm>
              <a:off x="11067351" y="8068868"/>
              <a:ext cx="76226" cy="220016"/>
            </a:xfrm>
            <a:custGeom>
              <a:avLst/>
              <a:pathLst>
                <a:path w="76226" h="220016">
                  <a:moveTo>
                    <a:pt x="0" y="0"/>
                  </a:moveTo>
                  <a:lnTo>
                    <a:pt x="76226" y="2200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l4160"/>
            <p:cNvSpPr/>
            <p:nvPr/>
          </p:nvSpPr>
          <p:spPr>
            <a:xfrm>
              <a:off x="11396818" y="8337739"/>
              <a:ext cx="129347" cy="25327"/>
            </a:xfrm>
            <a:custGeom>
              <a:avLst/>
              <a:pathLst>
                <a:path w="129347" h="25327">
                  <a:moveTo>
                    <a:pt x="0" y="0"/>
                  </a:moveTo>
                  <a:lnTo>
                    <a:pt x="129347" y="253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l4161"/>
            <p:cNvSpPr/>
            <p:nvPr/>
          </p:nvSpPr>
          <p:spPr>
            <a:xfrm>
              <a:off x="11067351" y="8344509"/>
              <a:ext cx="71376" cy="20826"/>
            </a:xfrm>
            <a:custGeom>
              <a:avLst/>
              <a:pathLst>
                <a:path w="71376" h="20826">
                  <a:moveTo>
                    <a:pt x="0" y="0"/>
                  </a:moveTo>
                  <a:lnTo>
                    <a:pt x="71376" y="208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11067351" y="8099476"/>
              <a:ext cx="331159" cy="237181"/>
            </a:xfrm>
            <a:custGeom>
              <a:avLst/>
              <a:pathLst>
                <a:path w="331159" h="237181">
                  <a:moveTo>
                    <a:pt x="0" y="237181"/>
                  </a:moveTo>
                  <a:lnTo>
                    <a:pt x="133460" y="162324"/>
                  </a:lnTo>
                  <a:lnTo>
                    <a:pt x="200543" y="206861"/>
                  </a:lnTo>
                  <a:lnTo>
                    <a:pt x="271195" y="83733"/>
                  </a:lnTo>
                  <a:lnTo>
                    <a:pt x="3311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11067351" y="7995339"/>
              <a:ext cx="71014" cy="39679"/>
            </a:xfrm>
            <a:custGeom>
              <a:avLst/>
              <a:pathLst>
                <a:path w="71014" h="39679">
                  <a:moveTo>
                    <a:pt x="0" y="39679"/>
                  </a:moveTo>
                  <a:lnTo>
                    <a:pt x="710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11067351" y="8167275"/>
              <a:ext cx="351268" cy="162462"/>
            </a:xfrm>
            <a:custGeom>
              <a:avLst/>
              <a:pathLst>
                <a:path w="351268" h="162462">
                  <a:moveTo>
                    <a:pt x="0" y="162462"/>
                  </a:moveTo>
                  <a:lnTo>
                    <a:pt x="199094" y="148430"/>
                  </a:lnTo>
                  <a:lnTo>
                    <a:pt x="3512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11067351" y="8060941"/>
              <a:ext cx="276087" cy="202947"/>
            </a:xfrm>
            <a:custGeom>
              <a:avLst/>
              <a:pathLst>
                <a:path w="276087" h="202947">
                  <a:moveTo>
                    <a:pt x="0" y="0"/>
                  </a:moveTo>
                  <a:lnTo>
                    <a:pt x="64673" y="115945"/>
                  </a:lnTo>
                  <a:lnTo>
                    <a:pt x="136872" y="39620"/>
                  </a:lnTo>
                  <a:lnTo>
                    <a:pt x="198732" y="125693"/>
                  </a:lnTo>
                  <a:lnTo>
                    <a:pt x="276087" y="2029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11067351" y="8358952"/>
              <a:ext cx="472826" cy="157284"/>
            </a:xfrm>
            <a:custGeom>
              <a:avLst/>
              <a:pathLst>
                <a:path w="472826" h="157284">
                  <a:moveTo>
                    <a:pt x="0" y="0"/>
                  </a:moveTo>
                  <a:lnTo>
                    <a:pt x="225543" y="146035"/>
                  </a:lnTo>
                  <a:lnTo>
                    <a:pt x="342895" y="157284"/>
                  </a:lnTo>
                  <a:lnTo>
                    <a:pt x="472826" y="1534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11067351" y="8155901"/>
              <a:ext cx="200181" cy="177474"/>
            </a:xfrm>
            <a:custGeom>
              <a:avLst/>
              <a:pathLst>
                <a:path w="200181" h="177474">
                  <a:moveTo>
                    <a:pt x="0" y="43510"/>
                  </a:moveTo>
                  <a:lnTo>
                    <a:pt x="67098" y="177474"/>
                  </a:lnTo>
                  <a:lnTo>
                    <a:pt x="132971" y="0"/>
                  </a:lnTo>
                  <a:lnTo>
                    <a:pt x="200181" y="1106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11067351" y="8218081"/>
              <a:ext cx="133129" cy="136731"/>
            </a:xfrm>
            <a:custGeom>
              <a:avLst/>
              <a:pathLst>
                <a:path w="133129" h="136731">
                  <a:moveTo>
                    <a:pt x="0" y="136731"/>
                  </a:moveTo>
                  <a:lnTo>
                    <a:pt x="1331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11067351" y="7893899"/>
              <a:ext cx="932247" cy="212386"/>
            </a:xfrm>
            <a:custGeom>
              <a:avLst/>
              <a:pathLst>
                <a:path w="932247" h="212386">
                  <a:moveTo>
                    <a:pt x="0" y="212386"/>
                  </a:moveTo>
                  <a:lnTo>
                    <a:pt x="9416" y="210241"/>
                  </a:lnTo>
                  <a:lnTo>
                    <a:pt x="18833" y="208095"/>
                  </a:lnTo>
                  <a:lnTo>
                    <a:pt x="28249" y="205950"/>
                  </a:lnTo>
                  <a:lnTo>
                    <a:pt x="37666" y="203805"/>
                  </a:lnTo>
                  <a:lnTo>
                    <a:pt x="47083" y="201659"/>
                  </a:lnTo>
                  <a:lnTo>
                    <a:pt x="56499" y="199514"/>
                  </a:lnTo>
                  <a:lnTo>
                    <a:pt x="65916" y="197369"/>
                  </a:lnTo>
                  <a:lnTo>
                    <a:pt x="75333" y="195223"/>
                  </a:lnTo>
                  <a:lnTo>
                    <a:pt x="84749" y="193078"/>
                  </a:lnTo>
                  <a:lnTo>
                    <a:pt x="94166" y="190933"/>
                  </a:lnTo>
                  <a:lnTo>
                    <a:pt x="103583" y="188787"/>
                  </a:lnTo>
                  <a:lnTo>
                    <a:pt x="112999" y="186642"/>
                  </a:lnTo>
                  <a:lnTo>
                    <a:pt x="122416" y="184497"/>
                  </a:lnTo>
                  <a:lnTo>
                    <a:pt x="131832" y="182352"/>
                  </a:lnTo>
                  <a:lnTo>
                    <a:pt x="141249" y="180206"/>
                  </a:lnTo>
                  <a:lnTo>
                    <a:pt x="150666" y="178061"/>
                  </a:lnTo>
                  <a:lnTo>
                    <a:pt x="160082" y="175916"/>
                  </a:lnTo>
                  <a:lnTo>
                    <a:pt x="169499" y="173770"/>
                  </a:lnTo>
                  <a:lnTo>
                    <a:pt x="178916" y="171625"/>
                  </a:lnTo>
                  <a:lnTo>
                    <a:pt x="188332" y="169480"/>
                  </a:lnTo>
                  <a:lnTo>
                    <a:pt x="197749" y="167334"/>
                  </a:lnTo>
                  <a:lnTo>
                    <a:pt x="207166" y="165189"/>
                  </a:lnTo>
                  <a:lnTo>
                    <a:pt x="216582" y="163044"/>
                  </a:lnTo>
                  <a:lnTo>
                    <a:pt x="225999" y="160898"/>
                  </a:lnTo>
                  <a:lnTo>
                    <a:pt x="235416" y="158753"/>
                  </a:lnTo>
                  <a:lnTo>
                    <a:pt x="244832" y="156608"/>
                  </a:lnTo>
                  <a:lnTo>
                    <a:pt x="254249" y="154462"/>
                  </a:lnTo>
                  <a:lnTo>
                    <a:pt x="263665" y="152317"/>
                  </a:lnTo>
                  <a:lnTo>
                    <a:pt x="273082" y="150172"/>
                  </a:lnTo>
                  <a:lnTo>
                    <a:pt x="282499" y="148026"/>
                  </a:lnTo>
                  <a:lnTo>
                    <a:pt x="291915" y="145881"/>
                  </a:lnTo>
                  <a:lnTo>
                    <a:pt x="301332" y="143736"/>
                  </a:lnTo>
                  <a:lnTo>
                    <a:pt x="310749" y="141590"/>
                  </a:lnTo>
                  <a:lnTo>
                    <a:pt x="320165" y="139445"/>
                  </a:lnTo>
                  <a:lnTo>
                    <a:pt x="329582" y="137300"/>
                  </a:lnTo>
                  <a:lnTo>
                    <a:pt x="338999" y="135155"/>
                  </a:lnTo>
                  <a:lnTo>
                    <a:pt x="348415" y="133009"/>
                  </a:lnTo>
                  <a:lnTo>
                    <a:pt x="357832" y="130864"/>
                  </a:lnTo>
                  <a:lnTo>
                    <a:pt x="367248" y="128719"/>
                  </a:lnTo>
                  <a:lnTo>
                    <a:pt x="376665" y="126573"/>
                  </a:lnTo>
                  <a:lnTo>
                    <a:pt x="386082" y="124428"/>
                  </a:lnTo>
                  <a:lnTo>
                    <a:pt x="395498" y="122283"/>
                  </a:lnTo>
                  <a:lnTo>
                    <a:pt x="404915" y="120137"/>
                  </a:lnTo>
                  <a:lnTo>
                    <a:pt x="414332" y="117992"/>
                  </a:lnTo>
                  <a:lnTo>
                    <a:pt x="423748" y="115847"/>
                  </a:lnTo>
                  <a:lnTo>
                    <a:pt x="433165" y="113701"/>
                  </a:lnTo>
                  <a:lnTo>
                    <a:pt x="442582" y="111556"/>
                  </a:lnTo>
                  <a:lnTo>
                    <a:pt x="451998" y="109411"/>
                  </a:lnTo>
                  <a:lnTo>
                    <a:pt x="461415" y="107265"/>
                  </a:lnTo>
                  <a:lnTo>
                    <a:pt x="470832" y="105120"/>
                  </a:lnTo>
                  <a:lnTo>
                    <a:pt x="480248" y="102975"/>
                  </a:lnTo>
                  <a:lnTo>
                    <a:pt x="489665" y="100829"/>
                  </a:lnTo>
                  <a:lnTo>
                    <a:pt x="499081" y="98684"/>
                  </a:lnTo>
                  <a:lnTo>
                    <a:pt x="508498" y="96539"/>
                  </a:lnTo>
                  <a:lnTo>
                    <a:pt x="517915" y="94393"/>
                  </a:lnTo>
                  <a:lnTo>
                    <a:pt x="527331" y="92248"/>
                  </a:lnTo>
                  <a:lnTo>
                    <a:pt x="536748" y="90103"/>
                  </a:lnTo>
                  <a:lnTo>
                    <a:pt x="546165" y="87958"/>
                  </a:lnTo>
                  <a:lnTo>
                    <a:pt x="555581" y="85812"/>
                  </a:lnTo>
                  <a:lnTo>
                    <a:pt x="564998" y="83667"/>
                  </a:lnTo>
                  <a:lnTo>
                    <a:pt x="574415" y="81522"/>
                  </a:lnTo>
                  <a:lnTo>
                    <a:pt x="583831" y="79376"/>
                  </a:lnTo>
                  <a:lnTo>
                    <a:pt x="593248" y="77231"/>
                  </a:lnTo>
                  <a:lnTo>
                    <a:pt x="602664" y="75086"/>
                  </a:lnTo>
                  <a:lnTo>
                    <a:pt x="612081" y="72940"/>
                  </a:lnTo>
                  <a:lnTo>
                    <a:pt x="621498" y="70795"/>
                  </a:lnTo>
                  <a:lnTo>
                    <a:pt x="630914" y="68650"/>
                  </a:lnTo>
                  <a:lnTo>
                    <a:pt x="640331" y="66504"/>
                  </a:lnTo>
                  <a:lnTo>
                    <a:pt x="649748" y="64359"/>
                  </a:lnTo>
                  <a:lnTo>
                    <a:pt x="659164" y="62214"/>
                  </a:lnTo>
                  <a:lnTo>
                    <a:pt x="668581" y="60068"/>
                  </a:lnTo>
                  <a:lnTo>
                    <a:pt x="677998" y="57923"/>
                  </a:lnTo>
                  <a:lnTo>
                    <a:pt x="687414" y="55778"/>
                  </a:lnTo>
                  <a:lnTo>
                    <a:pt x="696831" y="53632"/>
                  </a:lnTo>
                  <a:lnTo>
                    <a:pt x="706248" y="51487"/>
                  </a:lnTo>
                  <a:lnTo>
                    <a:pt x="715664" y="49342"/>
                  </a:lnTo>
                  <a:lnTo>
                    <a:pt x="725081" y="47196"/>
                  </a:lnTo>
                  <a:lnTo>
                    <a:pt x="734497" y="45051"/>
                  </a:lnTo>
                  <a:lnTo>
                    <a:pt x="743914" y="42906"/>
                  </a:lnTo>
                  <a:lnTo>
                    <a:pt x="753331" y="40761"/>
                  </a:lnTo>
                  <a:lnTo>
                    <a:pt x="762747" y="38615"/>
                  </a:lnTo>
                  <a:lnTo>
                    <a:pt x="772164" y="36470"/>
                  </a:lnTo>
                  <a:lnTo>
                    <a:pt x="781581" y="34325"/>
                  </a:lnTo>
                  <a:lnTo>
                    <a:pt x="790997" y="32179"/>
                  </a:lnTo>
                  <a:lnTo>
                    <a:pt x="800414" y="30034"/>
                  </a:lnTo>
                  <a:lnTo>
                    <a:pt x="809831" y="27889"/>
                  </a:lnTo>
                  <a:lnTo>
                    <a:pt x="819247" y="25743"/>
                  </a:lnTo>
                  <a:lnTo>
                    <a:pt x="828664" y="23598"/>
                  </a:lnTo>
                  <a:lnTo>
                    <a:pt x="838081" y="21453"/>
                  </a:lnTo>
                  <a:lnTo>
                    <a:pt x="847497" y="19307"/>
                  </a:lnTo>
                  <a:lnTo>
                    <a:pt x="856914" y="17162"/>
                  </a:lnTo>
                  <a:lnTo>
                    <a:pt x="866330" y="15017"/>
                  </a:lnTo>
                  <a:lnTo>
                    <a:pt x="875747" y="12871"/>
                  </a:lnTo>
                  <a:lnTo>
                    <a:pt x="885164" y="10726"/>
                  </a:lnTo>
                  <a:lnTo>
                    <a:pt x="894580" y="8581"/>
                  </a:lnTo>
                  <a:lnTo>
                    <a:pt x="903997" y="6435"/>
                  </a:lnTo>
                  <a:lnTo>
                    <a:pt x="913414" y="4290"/>
                  </a:lnTo>
                  <a:lnTo>
                    <a:pt x="922830" y="2145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70" name="tx4170"/>
            <p:cNvSpPr/>
            <p:nvPr/>
          </p:nvSpPr>
          <p:spPr>
            <a:xfrm>
              <a:off x="10985242" y="72685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0.211 Z/year</a:t>
              </a:r>
            </a:p>
          </p:txBody>
        </p:sp>
        <p:sp>
          <p:nvSpPr>
            <p:cNvPr id="4171" name="rc4171"/>
            <p:cNvSpPr/>
            <p:nvPr/>
          </p:nvSpPr>
          <p:spPr>
            <a:xfrm>
              <a:off x="11020738" y="72474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tx4172"/>
            <p:cNvSpPr/>
            <p:nvPr/>
          </p:nvSpPr>
          <p:spPr>
            <a:xfrm>
              <a:off x="10895953" y="842866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73" name="tx4173"/>
            <p:cNvSpPr/>
            <p:nvPr/>
          </p:nvSpPr>
          <p:spPr>
            <a:xfrm>
              <a:off x="10895953" y="807313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74" name="tx4174"/>
            <p:cNvSpPr/>
            <p:nvPr/>
          </p:nvSpPr>
          <p:spPr>
            <a:xfrm>
              <a:off x="10833797" y="771477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75" name="tx4175"/>
            <p:cNvSpPr/>
            <p:nvPr/>
          </p:nvSpPr>
          <p:spPr>
            <a:xfrm>
              <a:off x="10833797" y="735782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176" name="pl4176"/>
            <p:cNvSpPr/>
            <p:nvPr/>
          </p:nvSpPr>
          <p:spPr>
            <a:xfrm>
              <a:off x="10985944" y="84703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10985944" y="81134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10985944" y="77564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10985944" y="73995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1106735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1139796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1172858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tx4183"/>
            <p:cNvSpPr/>
            <p:nvPr/>
          </p:nvSpPr>
          <p:spPr>
            <a:xfrm>
              <a:off x="1103627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84" name="tx4184"/>
            <p:cNvSpPr/>
            <p:nvPr/>
          </p:nvSpPr>
          <p:spPr>
            <a:xfrm>
              <a:off x="11366889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185" name="tx4185"/>
            <p:cNvSpPr/>
            <p:nvPr/>
          </p:nvSpPr>
          <p:spPr>
            <a:xfrm>
              <a:off x="11666428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186" name="tx4186"/>
            <p:cNvSpPr/>
            <p:nvPr/>
          </p:nvSpPr>
          <p:spPr>
            <a:xfrm>
              <a:off x="10912294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4187" name="tx4187"/>
            <p:cNvSpPr/>
            <p:nvPr/>
          </p:nvSpPr>
          <p:spPr>
            <a:xfrm rot="-5400000">
              <a:off x="9810774" y="7856579"/>
              <a:ext cx="177012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pTau181- Jucker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2026-04-29T09:07:37Z</dcterms:modified>
</cp:coreProperties>
</file>